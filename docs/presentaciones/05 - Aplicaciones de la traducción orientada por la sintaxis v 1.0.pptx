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8"/>
  </p:notesMasterIdLst>
  <p:sldIdLst>
    <p:sldId id="256" r:id="rId3"/>
    <p:sldId id="258" r:id="rId4"/>
    <p:sldId id="296" r:id="rId5"/>
    <p:sldId id="260" r:id="rId6"/>
    <p:sldId id="268" r:id="rId7"/>
    <p:sldId id="270" r:id="rId8"/>
    <p:sldId id="273" r:id="rId9"/>
    <p:sldId id="259" r:id="rId10"/>
    <p:sldId id="262" r:id="rId11"/>
    <p:sldId id="274" r:id="rId12"/>
    <p:sldId id="267" r:id="rId13"/>
    <p:sldId id="299" r:id="rId14"/>
    <p:sldId id="265" r:id="rId15"/>
    <p:sldId id="275" r:id="rId16"/>
    <p:sldId id="295" r:id="rId17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9"/>
    </p:embeddedFont>
    <p:embeddedFont>
      <p:font typeface="Metamorphous" panose="020B0604020202020204" charset="0"/>
      <p:regular r:id="rId20"/>
    </p:embeddedFont>
    <p:embeddedFont>
      <p:font typeface="Philosopher" panose="020B0604020202020204" charset="0"/>
      <p:regular r:id="rId21"/>
      <p:bold r:id="rId22"/>
      <p:italic r:id="rId23"/>
      <p:boldItalic r:id="rId24"/>
    </p:embeddedFont>
    <p:embeddedFont>
      <p:font typeface="Proxima Nova" panose="020B0604020202020204" charset="0"/>
      <p:regular r:id="rId25"/>
      <p:bold r:id="rId26"/>
      <p:italic r:id="rId27"/>
      <p:boldItalic r:id="rId28"/>
    </p:embeddedFont>
    <p:embeddedFont>
      <p:font typeface="Proxima Nova Semibold" panose="020B0604020202020204" charset="0"/>
      <p:regular r:id="rId29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CF77FF-D6D1-4B58-B189-85572E526881}" v="1" dt="2026-08-19T03:32:40.511"/>
  </p1510:revLst>
</p1510:revInfo>
</file>

<file path=ppt/tableStyles.xml><?xml version="1.0" encoding="utf-8"?>
<a:tblStyleLst xmlns:a="http://schemas.openxmlformats.org/drawingml/2006/main" def="{08CD03E4-5F7C-42E0-9D0E-59F3A81B126B}">
  <a:tblStyle styleId="{08CD03E4-5F7C-42E0-9D0E-59F3A81B12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77938" autoAdjust="0"/>
  </p:normalViewPr>
  <p:slideViewPr>
    <p:cSldViewPr snapToGrid="0" showGuides="1">
      <p:cViewPr varScale="1">
        <p:scale>
          <a:sx n="163" d="100"/>
          <a:sy n="163" d="100"/>
        </p:scale>
        <p:origin x="173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3876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Valdez" userId="e3f2b272ee7ec1ec" providerId="LiveId" clId="{2572EC0B-DA09-444F-A39C-A317C27FD138}"/>
    <pc:docChg chg="custSel delSld modSld">
      <pc:chgData name="Carlos Valdez" userId="e3f2b272ee7ec1ec" providerId="LiveId" clId="{2572EC0B-DA09-444F-A39C-A317C27FD138}" dt="2026-08-19T03:32:27.601" v="18" actId="368"/>
      <pc:docMkLst>
        <pc:docMk/>
      </pc:docMkLst>
      <pc:sldChg chg="modNotes">
        <pc:chgData name="Carlos Valdez" userId="e3f2b272ee7ec1ec" providerId="LiveId" clId="{2572EC0B-DA09-444F-A39C-A317C27FD138}" dt="2026-08-19T03:32:27.575" v="2" actId="368"/>
        <pc:sldMkLst>
          <pc:docMk/>
          <pc:sldMk cId="0" sldId="256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57"/>
        </pc:sldMkLst>
      </pc:sldChg>
      <pc:sldChg chg="modNotes">
        <pc:chgData name="Carlos Valdez" userId="e3f2b272ee7ec1ec" providerId="LiveId" clId="{2572EC0B-DA09-444F-A39C-A317C27FD138}" dt="2026-08-19T03:32:27.582" v="8" actId="368"/>
        <pc:sldMkLst>
          <pc:docMk/>
          <pc:sldMk cId="0" sldId="259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61"/>
        </pc:sldMkLst>
      </pc:sldChg>
      <pc:sldChg chg="modNotes">
        <pc:chgData name="Carlos Valdez" userId="e3f2b272ee7ec1ec" providerId="LiveId" clId="{2572EC0B-DA09-444F-A39C-A317C27FD138}" dt="2026-08-19T03:32:27.591" v="10" actId="368"/>
        <pc:sldMkLst>
          <pc:docMk/>
          <pc:sldMk cId="0" sldId="262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63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64"/>
        </pc:sldMkLst>
      </pc:sldChg>
      <pc:sldChg chg="modNotes">
        <pc:chgData name="Carlos Valdez" userId="e3f2b272ee7ec1ec" providerId="LiveId" clId="{2572EC0B-DA09-444F-A39C-A317C27FD138}" dt="2026-08-19T03:32:27.591" v="16" actId="368"/>
        <pc:sldMkLst>
          <pc:docMk/>
          <pc:sldMk cId="0" sldId="265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66"/>
        </pc:sldMkLst>
      </pc:sldChg>
      <pc:sldChg chg="modNotes">
        <pc:chgData name="Carlos Valdez" userId="e3f2b272ee7ec1ec" providerId="LiveId" clId="{2572EC0B-DA09-444F-A39C-A317C27FD138}" dt="2026-08-19T03:32:27.591" v="12" actId="368"/>
        <pc:sldMkLst>
          <pc:docMk/>
          <pc:sldMk cId="0" sldId="267"/>
        </pc:sldMkLst>
      </pc:sldChg>
      <pc:sldChg chg="modNotes">
        <pc:chgData name="Carlos Valdez" userId="e3f2b272ee7ec1ec" providerId="LiveId" clId="{2572EC0B-DA09-444F-A39C-A317C27FD138}" dt="2026-08-19T03:32:27.582" v="4" actId="368"/>
        <pc:sldMkLst>
          <pc:docMk/>
          <pc:sldMk cId="0" sldId="268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69"/>
        </pc:sldMkLst>
      </pc:sldChg>
      <pc:sldChg chg="modNotes">
        <pc:chgData name="Carlos Valdez" userId="e3f2b272ee7ec1ec" providerId="LiveId" clId="{2572EC0B-DA09-444F-A39C-A317C27FD138}" dt="2026-08-19T03:32:27.582" v="6" actId="368"/>
        <pc:sldMkLst>
          <pc:docMk/>
          <pc:sldMk cId="0" sldId="270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71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72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76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77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78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79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80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81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82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83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84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85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86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87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88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89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90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91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92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93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0" sldId="294"/>
        </pc:sldMkLst>
      </pc:sldChg>
      <pc:sldChg chg="modNotes">
        <pc:chgData name="Carlos Valdez" userId="e3f2b272ee7ec1ec" providerId="LiveId" clId="{2572EC0B-DA09-444F-A39C-A317C27FD138}" dt="2026-08-19T03:32:27.601" v="18" actId="368"/>
        <pc:sldMkLst>
          <pc:docMk/>
          <pc:sldMk cId="0" sldId="295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3639027801" sldId="297"/>
        </pc:sldMkLst>
      </pc:sldChg>
      <pc:sldChg chg="del">
        <pc:chgData name="Carlos Valdez" userId="e3f2b272ee7ec1ec" providerId="LiveId" clId="{2572EC0B-DA09-444F-A39C-A317C27FD138}" dt="2026-08-19T03:32:09.791" v="0" actId="47"/>
        <pc:sldMkLst>
          <pc:docMk/>
          <pc:sldMk cId="3831432093" sldId="298"/>
        </pc:sldMkLst>
      </pc:sldChg>
      <pc:sldChg chg="modNotes">
        <pc:chgData name="Carlos Valdez" userId="e3f2b272ee7ec1ec" providerId="LiveId" clId="{2572EC0B-DA09-444F-A39C-A317C27FD138}" dt="2026-08-19T03:32:27.591" v="14" actId="368"/>
        <pc:sldMkLst>
          <pc:docMk/>
          <pc:sldMk cId="2323507362" sldId="299"/>
        </pc:sldMkLst>
      </pc:sldChg>
      <pc:sldMasterChg chg="delSldLayout">
        <pc:chgData name="Carlos Valdez" userId="e3f2b272ee7ec1ec" providerId="LiveId" clId="{2572EC0B-DA09-444F-A39C-A317C27FD138}" dt="2026-08-19T03:32:09.791" v="0" actId="47"/>
        <pc:sldMasterMkLst>
          <pc:docMk/>
          <pc:sldMasterMk cId="0" sldId="2147483671"/>
        </pc:sldMasterMkLst>
        <pc:sldLayoutChg chg="del">
          <pc:chgData name="Carlos Valdez" userId="e3f2b272ee7ec1ec" providerId="LiveId" clId="{2572EC0B-DA09-444F-A39C-A317C27FD138}" dt="2026-08-19T03:32:09.791" v="0" actId="47"/>
          <pc:sldLayoutMkLst>
            <pc:docMk/>
            <pc:sldMasterMk cId="0" sldId="2147483671"/>
            <pc:sldLayoutMk cId="0" sldId="2147483653"/>
          </pc:sldLayoutMkLst>
        </pc:sldLayoutChg>
        <pc:sldLayoutChg chg="del">
          <pc:chgData name="Carlos Valdez" userId="e3f2b272ee7ec1ec" providerId="LiveId" clId="{2572EC0B-DA09-444F-A39C-A317C27FD138}" dt="2026-08-19T03:32:09.791" v="0" actId="47"/>
          <pc:sldLayoutMkLst>
            <pc:docMk/>
            <pc:sldMasterMk cId="0" sldId="2147483671"/>
            <pc:sldLayoutMk cId="0" sldId="2147483656"/>
          </pc:sldLayoutMkLst>
        </pc:sldLayoutChg>
        <pc:sldLayoutChg chg="del">
          <pc:chgData name="Carlos Valdez" userId="e3f2b272ee7ec1ec" providerId="LiveId" clId="{2572EC0B-DA09-444F-A39C-A317C27FD138}" dt="2026-08-19T03:32:09.791" v="0" actId="47"/>
          <pc:sldLayoutMkLst>
            <pc:docMk/>
            <pc:sldMasterMk cId="0" sldId="2147483671"/>
            <pc:sldLayoutMk cId="0" sldId="2147483661"/>
          </pc:sldLayoutMkLst>
        </pc:sldLayoutChg>
        <pc:sldLayoutChg chg="del">
          <pc:chgData name="Carlos Valdez" userId="e3f2b272ee7ec1ec" providerId="LiveId" clId="{2572EC0B-DA09-444F-A39C-A317C27FD138}" dt="2026-08-19T03:32:09.791" v="0" actId="47"/>
          <pc:sldLayoutMkLst>
            <pc:docMk/>
            <pc:sldMasterMk cId="0" sldId="2147483671"/>
            <pc:sldLayoutMk cId="0" sldId="2147483662"/>
          </pc:sldLayoutMkLst>
        </pc:sldLayoutChg>
        <pc:sldLayoutChg chg="del">
          <pc:chgData name="Carlos Valdez" userId="e3f2b272ee7ec1ec" providerId="LiveId" clId="{2572EC0B-DA09-444F-A39C-A317C27FD138}" dt="2026-08-19T03:32:09.791" v="0" actId="47"/>
          <pc:sldLayoutMkLst>
            <pc:docMk/>
            <pc:sldMasterMk cId="0" sldId="2147483671"/>
            <pc:sldLayoutMk cId="0" sldId="2147483664"/>
          </pc:sldLayoutMkLst>
        </pc:sldLayoutChg>
      </pc:sldMasterChg>
      <pc:sldMasterChg chg="delSldLayout">
        <pc:chgData name="Carlos Valdez" userId="e3f2b272ee7ec1ec" providerId="LiveId" clId="{2572EC0B-DA09-444F-A39C-A317C27FD138}" dt="2026-08-19T03:32:09.791" v="0" actId="47"/>
        <pc:sldMasterMkLst>
          <pc:docMk/>
          <pc:sldMasterMk cId="0" sldId="2147483672"/>
        </pc:sldMasterMkLst>
        <pc:sldLayoutChg chg="del">
          <pc:chgData name="Carlos Valdez" userId="e3f2b272ee7ec1ec" providerId="LiveId" clId="{2572EC0B-DA09-444F-A39C-A317C27FD138}" dt="2026-08-19T03:32:09.791" v="0" actId="47"/>
          <pc:sldLayoutMkLst>
            <pc:docMk/>
            <pc:sldMasterMk cId="0" sldId="2147483672"/>
            <pc:sldLayoutMk cId="0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cb862b6eb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1cb862b6eb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A12F54-4A66-6EEC-BA22-7BD2522C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cb862b6ebc_0_80:notes">
            <a:extLst>
              <a:ext uri="{FF2B5EF4-FFF2-40B4-BE49-F238E27FC236}">
                <a16:creationId xmlns:a16="http://schemas.microsoft.com/office/drawing/2014/main" id="{A8F15E08-5B72-7CAB-D4E3-CD567F986A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1cb862b6ebc_0_80:notes">
            <a:extLst>
              <a:ext uri="{FF2B5EF4-FFF2-40B4-BE49-F238E27FC236}">
                <a16:creationId xmlns:a16="http://schemas.microsoft.com/office/drawing/2014/main" id="{F99396CE-434B-8811-A995-1248FBC24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4108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1c960ac02d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1c960ac02d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1c960ac02d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1c960ac02d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1c960ac02d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1c960ac02d5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c960ac02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c960ac02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1c960ac02d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1c960ac02d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1c960ac02d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1c960ac02d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>
          <a:extLst>
            <a:ext uri="{FF2B5EF4-FFF2-40B4-BE49-F238E27FC236}">
              <a16:creationId xmlns:a16="http://schemas.microsoft.com/office/drawing/2014/main" id="{0B0B3A54-0A0B-DBCD-CFF8-E1DDAEC9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1c960ac02d5_0_102:notes">
            <a:extLst>
              <a:ext uri="{FF2B5EF4-FFF2-40B4-BE49-F238E27FC236}">
                <a16:creationId xmlns:a16="http://schemas.microsoft.com/office/drawing/2014/main" id="{86731E7D-25B4-EAD9-947B-EA7797737B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1c960ac02d5_0_102:notes">
            <a:extLst>
              <a:ext uri="{FF2B5EF4-FFF2-40B4-BE49-F238E27FC236}">
                <a16:creationId xmlns:a16="http://schemas.microsoft.com/office/drawing/2014/main" id="{118FC3D5-38D9-41CA-E121-163FB5FCE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4955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c960ac02d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c960ac02d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c960ac02d5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c960ac02d5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7" name="Google Shape;8607;g1cf82699463_0_17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8" name="Google Shape;8608;g1cf82699463_0_17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Middle Earth Literature </a:t>
            </a:r>
            <a:r>
              <a:rPr lang="en-US" dirty="0" err="1"/>
              <a:t>Minitheme</a:t>
            </a:r>
            <a:r>
              <a:rPr lang="en-US" dirty="0"/>
              <a:t> by </a:t>
            </a:r>
            <a:r>
              <a:rPr lang="en-US" dirty="0" err="1"/>
              <a:t>Slidesgo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53575" y="545150"/>
            <a:ext cx="7039500" cy="148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53563" y="2025600"/>
            <a:ext cx="70395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311363" y="622031"/>
            <a:ext cx="712288" cy="712288"/>
          </a:xfrm>
          <a:custGeom>
            <a:avLst/>
            <a:gdLst/>
            <a:ahLst/>
            <a:cxnLst/>
            <a:rect l="l" t="t" r="r" b="b"/>
            <a:pathLst>
              <a:path w="27576" h="27576" extrusionOk="0">
                <a:moveTo>
                  <a:pt x="13787" y="0"/>
                </a:moveTo>
                <a:cubicBezTo>
                  <a:pt x="10130" y="0"/>
                  <a:pt x="6623" y="1453"/>
                  <a:pt x="4038" y="4038"/>
                </a:cubicBezTo>
                <a:cubicBezTo>
                  <a:pt x="1453" y="6623"/>
                  <a:pt x="0" y="10131"/>
                  <a:pt x="0" y="13787"/>
                </a:cubicBezTo>
                <a:cubicBezTo>
                  <a:pt x="0" y="17445"/>
                  <a:pt x="1453" y="20951"/>
                  <a:pt x="4038" y="23538"/>
                </a:cubicBezTo>
                <a:cubicBezTo>
                  <a:pt x="6623" y="26123"/>
                  <a:pt x="10130" y="27575"/>
                  <a:pt x="13787" y="27575"/>
                </a:cubicBezTo>
                <a:cubicBezTo>
                  <a:pt x="17443" y="27575"/>
                  <a:pt x="20951" y="26123"/>
                  <a:pt x="23536" y="23538"/>
                </a:cubicBezTo>
                <a:cubicBezTo>
                  <a:pt x="26123" y="20951"/>
                  <a:pt x="27575" y="17445"/>
                  <a:pt x="27575" y="13787"/>
                </a:cubicBezTo>
                <a:cubicBezTo>
                  <a:pt x="27575" y="10131"/>
                  <a:pt x="26123" y="6623"/>
                  <a:pt x="23536" y="4038"/>
                </a:cubicBezTo>
                <a:cubicBezTo>
                  <a:pt x="20951" y="1453"/>
                  <a:pt x="17443" y="0"/>
                  <a:pt x="137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3225" y="1293225"/>
            <a:ext cx="3246900" cy="146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852625" y="539500"/>
            <a:ext cx="1101300" cy="75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713225" y="2758000"/>
            <a:ext cx="3246900" cy="6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" name="Google Shape;16;p3"/>
          <p:cNvGrpSpPr/>
          <p:nvPr/>
        </p:nvGrpSpPr>
        <p:grpSpPr>
          <a:xfrm>
            <a:off x="-475200" y="3212900"/>
            <a:ext cx="10569517" cy="2107650"/>
            <a:chOff x="-475200" y="3212900"/>
            <a:chExt cx="10569517" cy="2107650"/>
          </a:xfrm>
        </p:grpSpPr>
        <p:sp>
          <p:nvSpPr>
            <p:cNvPr id="17" name="Google Shape;17;p3"/>
            <p:cNvSpPr/>
            <p:nvPr/>
          </p:nvSpPr>
          <p:spPr>
            <a:xfrm flipH="1">
              <a:off x="-475200" y="3212900"/>
              <a:ext cx="10569517" cy="2107650"/>
            </a:xfrm>
            <a:custGeom>
              <a:avLst/>
              <a:gdLst/>
              <a:ahLst/>
              <a:cxnLst/>
              <a:rect l="l" t="t" r="r" b="b"/>
              <a:pathLst>
                <a:path w="264304" h="84306" extrusionOk="0">
                  <a:moveTo>
                    <a:pt x="30557" y="1"/>
                  </a:moveTo>
                  <a:cubicBezTo>
                    <a:pt x="28762" y="1"/>
                    <a:pt x="27061" y="848"/>
                    <a:pt x="25451" y="1672"/>
                  </a:cubicBezTo>
                  <a:cubicBezTo>
                    <a:pt x="21058" y="3917"/>
                    <a:pt x="20379" y="6671"/>
                    <a:pt x="21115" y="10991"/>
                  </a:cubicBezTo>
                  <a:cubicBezTo>
                    <a:pt x="21965" y="15986"/>
                    <a:pt x="19533" y="20278"/>
                    <a:pt x="18775" y="25159"/>
                  </a:cubicBezTo>
                  <a:cubicBezTo>
                    <a:pt x="17671" y="32270"/>
                    <a:pt x="15107" y="36462"/>
                    <a:pt x="9246" y="40452"/>
                  </a:cubicBezTo>
                  <a:cubicBezTo>
                    <a:pt x="2966" y="44728"/>
                    <a:pt x="1" y="48743"/>
                    <a:pt x="3623" y="56285"/>
                  </a:cubicBezTo>
                  <a:cubicBezTo>
                    <a:pt x="7596" y="64558"/>
                    <a:pt x="18892" y="67825"/>
                    <a:pt x="26702" y="71112"/>
                  </a:cubicBezTo>
                  <a:cubicBezTo>
                    <a:pt x="48774" y="80398"/>
                    <a:pt x="71247" y="84306"/>
                    <a:pt x="94581" y="84306"/>
                  </a:cubicBezTo>
                  <a:cubicBezTo>
                    <a:pt x="100260" y="84306"/>
                    <a:pt x="105990" y="84074"/>
                    <a:pt x="111778" y="83633"/>
                  </a:cubicBezTo>
                  <a:cubicBezTo>
                    <a:pt x="146699" y="80968"/>
                    <a:pt x="181438" y="82250"/>
                    <a:pt x="216022" y="75846"/>
                  </a:cubicBezTo>
                  <a:cubicBezTo>
                    <a:pt x="223760" y="74413"/>
                    <a:pt x="231463" y="72757"/>
                    <a:pt x="239170" y="71168"/>
                  </a:cubicBezTo>
                  <a:cubicBezTo>
                    <a:pt x="243707" y="70233"/>
                    <a:pt x="248164" y="69395"/>
                    <a:pt x="252209" y="67059"/>
                  </a:cubicBezTo>
                  <a:cubicBezTo>
                    <a:pt x="256549" y="64550"/>
                    <a:pt x="260732" y="61741"/>
                    <a:pt x="261756" y="56667"/>
                  </a:cubicBezTo>
                  <a:cubicBezTo>
                    <a:pt x="262656" y="52219"/>
                    <a:pt x="262250" y="47637"/>
                    <a:pt x="262846" y="43176"/>
                  </a:cubicBezTo>
                  <a:cubicBezTo>
                    <a:pt x="263053" y="41619"/>
                    <a:pt x="264303" y="39075"/>
                    <a:pt x="263571" y="37513"/>
                  </a:cubicBezTo>
                  <a:cubicBezTo>
                    <a:pt x="262523" y="35279"/>
                    <a:pt x="257869" y="34692"/>
                    <a:pt x="256336" y="32952"/>
                  </a:cubicBezTo>
                  <a:cubicBezTo>
                    <a:pt x="254330" y="30673"/>
                    <a:pt x="253869" y="28547"/>
                    <a:pt x="250200" y="28518"/>
                  </a:cubicBezTo>
                  <a:cubicBezTo>
                    <a:pt x="250103" y="28517"/>
                    <a:pt x="250005" y="28517"/>
                    <a:pt x="249906" y="28517"/>
                  </a:cubicBezTo>
                  <a:cubicBezTo>
                    <a:pt x="249587" y="28517"/>
                    <a:pt x="249261" y="28520"/>
                    <a:pt x="248931" y="28520"/>
                  </a:cubicBezTo>
                  <a:cubicBezTo>
                    <a:pt x="246407" y="28520"/>
                    <a:pt x="243708" y="28338"/>
                    <a:pt x="242847" y="25188"/>
                  </a:cubicBezTo>
                  <a:cubicBezTo>
                    <a:pt x="240514" y="25685"/>
                    <a:pt x="237321" y="25607"/>
                    <a:pt x="234968" y="25932"/>
                  </a:cubicBezTo>
                  <a:cubicBezTo>
                    <a:pt x="234079" y="26054"/>
                    <a:pt x="233280" y="26147"/>
                    <a:pt x="232535" y="26147"/>
                  </a:cubicBezTo>
                  <a:cubicBezTo>
                    <a:pt x="231165" y="26147"/>
                    <a:pt x="229981" y="25834"/>
                    <a:pt x="228769" y="24817"/>
                  </a:cubicBezTo>
                  <a:cubicBezTo>
                    <a:pt x="227630" y="23861"/>
                    <a:pt x="226131" y="22009"/>
                    <a:pt x="224302" y="21210"/>
                  </a:cubicBezTo>
                  <a:cubicBezTo>
                    <a:pt x="222687" y="20503"/>
                    <a:pt x="219394" y="20934"/>
                    <a:pt x="219749" y="18660"/>
                  </a:cubicBezTo>
                  <a:cubicBezTo>
                    <a:pt x="218777" y="18386"/>
                    <a:pt x="217805" y="18279"/>
                    <a:pt x="216835" y="18279"/>
                  </a:cubicBezTo>
                  <a:cubicBezTo>
                    <a:pt x="213509" y="18279"/>
                    <a:pt x="210197" y="19547"/>
                    <a:pt x="206926" y="19758"/>
                  </a:cubicBezTo>
                  <a:cubicBezTo>
                    <a:pt x="206795" y="19766"/>
                    <a:pt x="206667" y="19770"/>
                    <a:pt x="206542" y="19770"/>
                  </a:cubicBezTo>
                  <a:cubicBezTo>
                    <a:pt x="203164" y="19770"/>
                    <a:pt x="201859" y="16809"/>
                    <a:pt x="198900" y="16809"/>
                  </a:cubicBezTo>
                  <a:cubicBezTo>
                    <a:pt x="198497" y="16809"/>
                    <a:pt x="198063" y="16864"/>
                    <a:pt x="197589" y="16989"/>
                  </a:cubicBezTo>
                  <a:cubicBezTo>
                    <a:pt x="196122" y="17374"/>
                    <a:pt x="195215" y="18417"/>
                    <a:pt x="193655" y="18633"/>
                  </a:cubicBezTo>
                  <a:cubicBezTo>
                    <a:pt x="193521" y="18651"/>
                    <a:pt x="193378" y="18659"/>
                    <a:pt x="193228" y="18659"/>
                  </a:cubicBezTo>
                  <a:cubicBezTo>
                    <a:pt x="192260" y="18659"/>
                    <a:pt x="190978" y="18330"/>
                    <a:pt x="189961" y="18330"/>
                  </a:cubicBezTo>
                  <a:cubicBezTo>
                    <a:pt x="189879" y="18330"/>
                    <a:pt x="189799" y="18332"/>
                    <a:pt x="189721" y="18337"/>
                  </a:cubicBezTo>
                  <a:cubicBezTo>
                    <a:pt x="185997" y="18557"/>
                    <a:pt x="184562" y="20127"/>
                    <a:pt x="181507" y="21648"/>
                  </a:cubicBezTo>
                  <a:cubicBezTo>
                    <a:pt x="179914" y="22440"/>
                    <a:pt x="178166" y="22212"/>
                    <a:pt x="176496" y="22773"/>
                  </a:cubicBezTo>
                  <a:cubicBezTo>
                    <a:pt x="175511" y="23105"/>
                    <a:pt x="174640" y="24084"/>
                    <a:pt x="173714" y="24315"/>
                  </a:cubicBezTo>
                  <a:cubicBezTo>
                    <a:pt x="173399" y="24394"/>
                    <a:pt x="173089" y="24424"/>
                    <a:pt x="172782" y="24424"/>
                  </a:cubicBezTo>
                  <a:cubicBezTo>
                    <a:pt x="171909" y="24424"/>
                    <a:pt x="171055" y="24189"/>
                    <a:pt x="170160" y="24189"/>
                  </a:cubicBezTo>
                  <a:cubicBezTo>
                    <a:pt x="169938" y="24189"/>
                    <a:pt x="169713" y="24204"/>
                    <a:pt x="169484" y="24240"/>
                  </a:cubicBezTo>
                  <a:cubicBezTo>
                    <a:pt x="168192" y="24446"/>
                    <a:pt x="167365" y="25264"/>
                    <a:pt x="166113" y="25644"/>
                  </a:cubicBezTo>
                  <a:cubicBezTo>
                    <a:pt x="165422" y="25854"/>
                    <a:pt x="164805" y="25949"/>
                    <a:pt x="164247" y="25949"/>
                  </a:cubicBezTo>
                  <a:cubicBezTo>
                    <a:pt x="159717" y="25949"/>
                    <a:pt x="159154" y="19691"/>
                    <a:pt x="154940" y="18112"/>
                  </a:cubicBezTo>
                  <a:cubicBezTo>
                    <a:pt x="154424" y="17918"/>
                    <a:pt x="153875" y="17841"/>
                    <a:pt x="153308" y="17841"/>
                  </a:cubicBezTo>
                  <a:cubicBezTo>
                    <a:pt x="151016" y="17841"/>
                    <a:pt x="148422" y="19109"/>
                    <a:pt x="146400" y="19109"/>
                  </a:cubicBezTo>
                  <a:cubicBezTo>
                    <a:pt x="144994" y="19109"/>
                    <a:pt x="143865" y="18496"/>
                    <a:pt x="143305" y="16418"/>
                  </a:cubicBezTo>
                  <a:cubicBezTo>
                    <a:pt x="142365" y="16071"/>
                    <a:pt x="141345" y="14901"/>
                    <a:pt x="140461" y="14734"/>
                  </a:cubicBezTo>
                  <a:cubicBezTo>
                    <a:pt x="140116" y="14669"/>
                    <a:pt x="139771" y="14642"/>
                    <a:pt x="139425" y="14642"/>
                  </a:cubicBezTo>
                  <a:cubicBezTo>
                    <a:pt x="137818" y="14642"/>
                    <a:pt x="136190" y="15222"/>
                    <a:pt x="134479" y="15222"/>
                  </a:cubicBezTo>
                  <a:cubicBezTo>
                    <a:pt x="133976" y="15222"/>
                    <a:pt x="133466" y="15172"/>
                    <a:pt x="132948" y="15043"/>
                  </a:cubicBezTo>
                  <a:cubicBezTo>
                    <a:pt x="131751" y="14744"/>
                    <a:pt x="130749" y="14621"/>
                    <a:pt x="129815" y="14621"/>
                  </a:cubicBezTo>
                  <a:cubicBezTo>
                    <a:pt x="127782" y="14621"/>
                    <a:pt x="126074" y="15202"/>
                    <a:pt x="123394" y="15816"/>
                  </a:cubicBezTo>
                  <a:cubicBezTo>
                    <a:pt x="120660" y="16441"/>
                    <a:pt x="117819" y="16282"/>
                    <a:pt x="115468" y="17699"/>
                  </a:cubicBezTo>
                  <a:cubicBezTo>
                    <a:pt x="113770" y="18724"/>
                    <a:pt x="112920" y="19089"/>
                    <a:pt x="111840" y="19089"/>
                  </a:cubicBezTo>
                  <a:cubicBezTo>
                    <a:pt x="111066" y="19089"/>
                    <a:pt x="110172" y="18901"/>
                    <a:pt x="108763" y="18634"/>
                  </a:cubicBezTo>
                  <a:cubicBezTo>
                    <a:pt x="107824" y="18457"/>
                    <a:pt x="106903" y="18385"/>
                    <a:pt x="105994" y="18385"/>
                  </a:cubicBezTo>
                  <a:cubicBezTo>
                    <a:pt x="102031" y="18385"/>
                    <a:pt x="98293" y="19756"/>
                    <a:pt x="94329" y="19756"/>
                  </a:cubicBezTo>
                  <a:cubicBezTo>
                    <a:pt x="93809" y="19756"/>
                    <a:pt x="93286" y="19732"/>
                    <a:pt x="92758" y="19679"/>
                  </a:cubicBezTo>
                  <a:cubicBezTo>
                    <a:pt x="87201" y="19120"/>
                    <a:pt x="82744" y="16418"/>
                    <a:pt x="77021" y="16370"/>
                  </a:cubicBezTo>
                  <a:cubicBezTo>
                    <a:pt x="72253" y="16331"/>
                    <a:pt x="69433" y="12351"/>
                    <a:pt x="64730" y="12351"/>
                  </a:cubicBezTo>
                  <a:cubicBezTo>
                    <a:pt x="64344" y="12351"/>
                    <a:pt x="63945" y="12378"/>
                    <a:pt x="63532" y="12436"/>
                  </a:cubicBezTo>
                  <a:cubicBezTo>
                    <a:pt x="63183" y="12485"/>
                    <a:pt x="62845" y="12508"/>
                    <a:pt x="62516" y="12508"/>
                  </a:cubicBezTo>
                  <a:cubicBezTo>
                    <a:pt x="58124" y="12508"/>
                    <a:pt x="55368" y="8441"/>
                    <a:pt x="50307" y="8206"/>
                  </a:cubicBezTo>
                  <a:cubicBezTo>
                    <a:pt x="47289" y="8065"/>
                    <a:pt x="46280" y="7542"/>
                    <a:pt x="43578" y="5628"/>
                  </a:cubicBezTo>
                  <a:cubicBezTo>
                    <a:pt x="40938" y="3759"/>
                    <a:pt x="39839" y="3642"/>
                    <a:pt x="36825" y="2887"/>
                  </a:cubicBezTo>
                  <a:cubicBezTo>
                    <a:pt x="34977" y="2424"/>
                    <a:pt x="33791" y="680"/>
                    <a:pt x="31970" y="187"/>
                  </a:cubicBezTo>
                  <a:cubicBezTo>
                    <a:pt x="31493" y="58"/>
                    <a:pt x="31022" y="1"/>
                    <a:pt x="305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 flipH="1">
              <a:off x="-354350" y="3644050"/>
              <a:ext cx="9992064" cy="1621725"/>
            </a:xfrm>
            <a:custGeom>
              <a:avLst/>
              <a:gdLst/>
              <a:ahLst/>
              <a:cxnLst/>
              <a:rect l="l" t="t" r="r" b="b"/>
              <a:pathLst>
                <a:path w="269837" h="64869" extrusionOk="0">
                  <a:moveTo>
                    <a:pt x="99623" y="0"/>
                  </a:moveTo>
                  <a:lnTo>
                    <a:pt x="99623" y="0"/>
                  </a:lnTo>
                  <a:cubicBezTo>
                    <a:pt x="99360" y="26"/>
                    <a:pt x="99103" y="69"/>
                    <a:pt x="98852" y="130"/>
                  </a:cubicBezTo>
                  <a:cubicBezTo>
                    <a:pt x="98503" y="215"/>
                    <a:pt x="98167" y="334"/>
                    <a:pt x="97844" y="489"/>
                  </a:cubicBezTo>
                  <a:lnTo>
                    <a:pt x="95551" y="423"/>
                  </a:lnTo>
                  <a:cubicBezTo>
                    <a:pt x="95377" y="287"/>
                    <a:pt x="95157" y="230"/>
                    <a:pt x="94904" y="230"/>
                  </a:cubicBezTo>
                  <a:cubicBezTo>
                    <a:pt x="94651" y="230"/>
                    <a:pt x="94363" y="287"/>
                    <a:pt x="94053" y="379"/>
                  </a:cubicBezTo>
                  <a:cubicBezTo>
                    <a:pt x="93743" y="471"/>
                    <a:pt x="93412" y="598"/>
                    <a:pt x="93068" y="738"/>
                  </a:cubicBezTo>
                  <a:cubicBezTo>
                    <a:pt x="92784" y="853"/>
                    <a:pt x="92493" y="979"/>
                    <a:pt x="92199" y="1101"/>
                  </a:cubicBezTo>
                  <a:cubicBezTo>
                    <a:pt x="91890" y="1228"/>
                    <a:pt x="91578" y="1353"/>
                    <a:pt x="91273" y="1461"/>
                  </a:cubicBezTo>
                  <a:lnTo>
                    <a:pt x="90807" y="1448"/>
                  </a:lnTo>
                  <a:cubicBezTo>
                    <a:pt x="90791" y="1437"/>
                    <a:pt x="90773" y="1426"/>
                    <a:pt x="90757" y="1413"/>
                  </a:cubicBezTo>
                  <a:cubicBezTo>
                    <a:pt x="90747" y="1424"/>
                    <a:pt x="90736" y="1434"/>
                    <a:pt x="90725" y="1445"/>
                  </a:cubicBezTo>
                  <a:lnTo>
                    <a:pt x="88576" y="1384"/>
                  </a:lnTo>
                  <a:cubicBezTo>
                    <a:pt x="88501" y="1311"/>
                    <a:pt x="88428" y="1228"/>
                    <a:pt x="88363" y="1133"/>
                  </a:cubicBezTo>
                  <a:cubicBezTo>
                    <a:pt x="88313" y="1217"/>
                    <a:pt x="88258" y="1295"/>
                    <a:pt x="88199" y="1372"/>
                  </a:cubicBezTo>
                  <a:lnTo>
                    <a:pt x="64306" y="689"/>
                  </a:lnTo>
                  <a:cubicBezTo>
                    <a:pt x="64297" y="673"/>
                    <a:pt x="64287" y="657"/>
                    <a:pt x="64279" y="638"/>
                  </a:cubicBezTo>
                  <a:cubicBezTo>
                    <a:pt x="64248" y="654"/>
                    <a:pt x="64220" y="670"/>
                    <a:pt x="64189" y="686"/>
                  </a:cubicBezTo>
                  <a:cubicBezTo>
                    <a:pt x="64007" y="786"/>
                    <a:pt x="63797" y="913"/>
                    <a:pt x="63565" y="1056"/>
                  </a:cubicBezTo>
                  <a:cubicBezTo>
                    <a:pt x="63379" y="1170"/>
                    <a:pt x="63181" y="1295"/>
                    <a:pt x="62972" y="1426"/>
                  </a:cubicBezTo>
                  <a:cubicBezTo>
                    <a:pt x="62776" y="1548"/>
                    <a:pt x="62574" y="1671"/>
                    <a:pt x="62365" y="1795"/>
                  </a:cubicBezTo>
                  <a:cubicBezTo>
                    <a:pt x="62151" y="1922"/>
                    <a:pt x="61931" y="2046"/>
                    <a:pt x="61711" y="2163"/>
                  </a:cubicBezTo>
                  <a:lnTo>
                    <a:pt x="58351" y="2067"/>
                  </a:lnTo>
                  <a:cubicBezTo>
                    <a:pt x="58338" y="2039"/>
                    <a:pt x="58325" y="2012"/>
                    <a:pt x="58314" y="1982"/>
                  </a:cubicBezTo>
                  <a:cubicBezTo>
                    <a:pt x="58203" y="2004"/>
                    <a:pt x="58087" y="2028"/>
                    <a:pt x="57966" y="2055"/>
                  </a:cubicBezTo>
                  <a:lnTo>
                    <a:pt x="29486" y="1242"/>
                  </a:lnTo>
                  <a:cubicBezTo>
                    <a:pt x="29044" y="1180"/>
                    <a:pt x="28619" y="1145"/>
                    <a:pt x="28217" y="1145"/>
                  </a:cubicBezTo>
                  <a:cubicBezTo>
                    <a:pt x="27973" y="1145"/>
                    <a:pt x="27738" y="1158"/>
                    <a:pt x="27512" y="1186"/>
                  </a:cubicBezTo>
                  <a:cubicBezTo>
                    <a:pt x="27315" y="1210"/>
                    <a:pt x="27125" y="1246"/>
                    <a:pt x="26943" y="1294"/>
                  </a:cubicBezTo>
                  <a:cubicBezTo>
                    <a:pt x="26698" y="1360"/>
                    <a:pt x="26466" y="1442"/>
                    <a:pt x="26248" y="1536"/>
                  </a:cubicBezTo>
                  <a:cubicBezTo>
                    <a:pt x="26003" y="1642"/>
                    <a:pt x="25775" y="1766"/>
                    <a:pt x="25561" y="1903"/>
                  </a:cubicBezTo>
                  <a:cubicBezTo>
                    <a:pt x="25385" y="2019"/>
                    <a:pt x="25217" y="2142"/>
                    <a:pt x="25057" y="2276"/>
                  </a:cubicBezTo>
                  <a:cubicBezTo>
                    <a:pt x="24915" y="2395"/>
                    <a:pt x="24780" y="2520"/>
                    <a:pt x="24652" y="2652"/>
                  </a:cubicBezTo>
                  <a:cubicBezTo>
                    <a:pt x="24533" y="2772"/>
                    <a:pt x="24419" y="2898"/>
                    <a:pt x="24308" y="3028"/>
                  </a:cubicBezTo>
                  <a:cubicBezTo>
                    <a:pt x="24205" y="3152"/>
                    <a:pt x="24105" y="3277"/>
                    <a:pt x="24009" y="3407"/>
                  </a:cubicBezTo>
                  <a:cubicBezTo>
                    <a:pt x="23916" y="3529"/>
                    <a:pt x="23827" y="3656"/>
                    <a:pt x="23739" y="3785"/>
                  </a:cubicBezTo>
                  <a:cubicBezTo>
                    <a:pt x="23655" y="3910"/>
                    <a:pt x="23573" y="4037"/>
                    <a:pt x="23493" y="4166"/>
                  </a:cubicBezTo>
                  <a:cubicBezTo>
                    <a:pt x="23414" y="4291"/>
                    <a:pt x="23337" y="4418"/>
                    <a:pt x="23262" y="4545"/>
                  </a:cubicBezTo>
                  <a:cubicBezTo>
                    <a:pt x="23188" y="4672"/>
                    <a:pt x="23114" y="4799"/>
                    <a:pt x="23041" y="4926"/>
                  </a:cubicBezTo>
                  <a:cubicBezTo>
                    <a:pt x="22971" y="5053"/>
                    <a:pt x="22900" y="5180"/>
                    <a:pt x="22829" y="5307"/>
                  </a:cubicBezTo>
                  <a:cubicBezTo>
                    <a:pt x="22759" y="5434"/>
                    <a:pt x="22688" y="5561"/>
                    <a:pt x="22619" y="5687"/>
                  </a:cubicBezTo>
                  <a:cubicBezTo>
                    <a:pt x="22548" y="5814"/>
                    <a:pt x="22477" y="5941"/>
                    <a:pt x="22407" y="6068"/>
                  </a:cubicBezTo>
                  <a:cubicBezTo>
                    <a:pt x="22336" y="6195"/>
                    <a:pt x="22264" y="6322"/>
                    <a:pt x="22191" y="6449"/>
                  </a:cubicBezTo>
                  <a:cubicBezTo>
                    <a:pt x="22117" y="6576"/>
                    <a:pt x="22044" y="6703"/>
                    <a:pt x="21968" y="6828"/>
                  </a:cubicBezTo>
                  <a:cubicBezTo>
                    <a:pt x="21891" y="6957"/>
                    <a:pt x="21812" y="7084"/>
                    <a:pt x="21732" y="7209"/>
                  </a:cubicBezTo>
                  <a:cubicBezTo>
                    <a:pt x="21648" y="7338"/>
                    <a:pt x="21565" y="7465"/>
                    <a:pt x="21476" y="7589"/>
                  </a:cubicBezTo>
                  <a:cubicBezTo>
                    <a:pt x="21386" y="7717"/>
                    <a:pt x="21293" y="7844"/>
                    <a:pt x="21198" y="7968"/>
                  </a:cubicBezTo>
                  <a:cubicBezTo>
                    <a:pt x="21097" y="8096"/>
                    <a:pt x="20992" y="8223"/>
                    <a:pt x="20885" y="8346"/>
                  </a:cubicBezTo>
                  <a:cubicBezTo>
                    <a:pt x="20769" y="8476"/>
                    <a:pt x="20649" y="8601"/>
                    <a:pt x="20523" y="8722"/>
                  </a:cubicBezTo>
                  <a:cubicBezTo>
                    <a:pt x="20385" y="8853"/>
                    <a:pt x="20240" y="8979"/>
                    <a:pt x="20089" y="9096"/>
                  </a:cubicBezTo>
                  <a:cubicBezTo>
                    <a:pt x="19993" y="9172"/>
                    <a:pt x="19895" y="9244"/>
                    <a:pt x="19792" y="9311"/>
                  </a:cubicBezTo>
                  <a:cubicBezTo>
                    <a:pt x="19710" y="9366"/>
                    <a:pt x="19630" y="9417"/>
                    <a:pt x="19548" y="9467"/>
                  </a:cubicBezTo>
                  <a:cubicBezTo>
                    <a:pt x="19323" y="9604"/>
                    <a:pt x="19095" y="9724"/>
                    <a:pt x="18861" y="9835"/>
                  </a:cubicBezTo>
                  <a:cubicBezTo>
                    <a:pt x="18582" y="9967"/>
                    <a:pt x="18296" y="10086"/>
                    <a:pt x="18007" y="10197"/>
                  </a:cubicBezTo>
                  <a:cubicBezTo>
                    <a:pt x="17684" y="10322"/>
                    <a:pt x="17356" y="10438"/>
                    <a:pt x="17028" y="10555"/>
                  </a:cubicBezTo>
                  <a:cubicBezTo>
                    <a:pt x="16710" y="10671"/>
                    <a:pt x="16391" y="10787"/>
                    <a:pt x="16073" y="10915"/>
                  </a:cubicBezTo>
                  <a:cubicBezTo>
                    <a:pt x="15803" y="11026"/>
                    <a:pt x="15533" y="11145"/>
                    <a:pt x="15266" y="11280"/>
                  </a:cubicBezTo>
                  <a:cubicBezTo>
                    <a:pt x="15046" y="11391"/>
                    <a:pt x="14828" y="11512"/>
                    <a:pt x="14612" y="11648"/>
                  </a:cubicBezTo>
                  <a:cubicBezTo>
                    <a:pt x="14600" y="11656"/>
                    <a:pt x="14585" y="11666"/>
                    <a:pt x="14571" y="11674"/>
                  </a:cubicBezTo>
                  <a:cubicBezTo>
                    <a:pt x="14394" y="11788"/>
                    <a:pt x="14219" y="11902"/>
                    <a:pt x="14043" y="12018"/>
                  </a:cubicBezTo>
                  <a:cubicBezTo>
                    <a:pt x="13859" y="12140"/>
                    <a:pt x="13675" y="12265"/>
                    <a:pt x="13492" y="12389"/>
                  </a:cubicBezTo>
                  <a:cubicBezTo>
                    <a:pt x="13312" y="12513"/>
                    <a:pt x="13134" y="12636"/>
                    <a:pt x="12955" y="12760"/>
                  </a:cubicBezTo>
                  <a:cubicBezTo>
                    <a:pt x="12777" y="12884"/>
                    <a:pt x="12600" y="13008"/>
                    <a:pt x="12424" y="13133"/>
                  </a:cubicBezTo>
                  <a:cubicBezTo>
                    <a:pt x="12248" y="13257"/>
                    <a:pt x="12072" y="13381"/>
                    <a:pt x="11895" y="13504"/>
                  </a:cubicBezTo>
                  <a:cubicBezTo>
                    <a:pt x="11718" y="13628"/>
                    <a:pt x="11541" y="13752"/>
                    <a:pt x="11363" y="13876"/>
                  </a:cubicBezTo>
                  <a:cubicBezTo>
                    <a:pt x="11185" y="14001"/>
                    <a:pt x="11005" y="14125"/>
                    <a:pt x="10825" y="14247"/>
                  </a:cubicBezTo>
                  <a:cubicBezTo>
                    <a:pt x="10641" y="14372"/>
                    <a:pt x="10457" y="14496"/>
                    <a:pt x="10272" y="14618"/>
                  </a:cubicBezTo>
                  <a:cubicBezTo>
                    <a:pt x="10082" y="14743"/>
                    <a:pt x="9891" y="14867"/>
                    <a:pt x="9698" y="14989"/>
                  </a:cubicBezTo>
                  <a:cubicBezTo>
                    <a:pt x="8753" y="15587"/>
                    <a:pt x="7774" y="16135"/>
                    <a:pt x="6725" y="16574"/>
                  </a:cubicBezTo>
                  <a:cubicBezTo>
                    <a:pt x="4702" y="17422"/>
                    <a:pt x="893" y="16971"/>
                    <a:pt x="555" y="19520"/>
                  </a:cubicBezTo>
                  <a:cubicBezTo>
                    <a:pt x="1" y="23708"/>
                    <a:pt x="8035" y="30028"/>
                    <a:pt x="10317" y="32772"/>
                  </a:cubicBezTo>
                  <a:cubicBezTo>
                    <a:pt x="15106" y="38522"/>
                    <a:pt x="20234" y="43338"/>
                    <a:pt x="25954" y="48227"/>
                  </a:cubicBezTo>
                  <a:cubicBezTo>
                    <a:pt x="42091" y="62023"/>
                    <a:pt x="64016" y="64869"/>
                    <a:pt x="85742" y="64869"/>
                  </a:cubicBezTo>
                  <a:cubicBezTo>
                    <a:pt x="97104" y="64869"/>
                    <a:pt x="108411" y="64091"/>
                    <a:pt x="118807" y="63693"/>
                  </a:cubicBezTo>
                  <a:cubicBezTo>
                    <a:pt x="143546" y="62747"/>
                    <a:pt x="168273" y="62252"/>
                    <a:pt x="193006" y="61162"/>
                  </a:cubicBezTo>
                  <a:cubicBezTo>
                    <a:pt x="198794" y="60908"/>
                    <a:pt x="202634" y="59508"/>
                    <a:pt x="207808" y="57559"/>
                  </a:cubicBezTo>
                  <a:cubicBezTo>
                    <a:pt x="211828" y="56045"/>
                    <a:pt x="216840" y="56174"/>
                    <a:pt x="221091" y="55690"/>
                  </a:cubicBezTo>
                  <a:cubicBezTo>
                    <a:pt x="231616" y="54491"/>
                    <a:pt x="242905" y="51738"/>
                    <a:pt x="252311" y="46824"/>
                  </a:cubicBezTo>
                  <a:cubicBezTo>
                    <a:pt x="260234" y="42684"/>
                    <a:pt x="269015" y="36449"/>
                    <a:pt x="269711" y="26692"/>
                  </a:cubicBezTo>
                  <a:cubicBezTo>
                    <a:pt x="269837" y="24937"/>
                    <a:pt x="269653" y="23520"/>
                    <a:pt x="269147" y="22401"/>
                  </a:cubicBezTo>
                  <a:lnTo>
                    <a:pt x="269146" y="22403"/>
                  </a:lnTo>
                  <a:cubicBezTo>
                    <a:pt x="269084" y="22268"/>
                    <a:pt x="269019" y="22136"/>
                    <a:pt x="268948" y="22011"/>
                  </a:cubicBezTo>
                  <a:cubicBezTo>
                    <a:pt x="268872" y="21874"/>
                    <a:pt x="268790" y="21742"/>
                    <a:pt x="268704" y="21617"/>
                  </a:cubicBezTo>
                  <a:cubicBezTo>
                    <a:pt x="268609" y="21479"/>
                    <a:pt x="268506" y="21347"/>
                    <a:pt x="268398" y="21221"/>
                  </a:cubicBezTo>
                  <a:cubicBezTo>
                    <a:pt x="268279" y="21082"/>
                    <a:pt x="268151" y="20948"/>
                    <a:pt x="268016" y="20823"/>
                  </a:cubicBezTo>
                  <a:cubicBezTo>
                    <a:pt x="267861" y="20680"/>
                    <a:pt x="267698" y="20547"/>
                    <a:pt x="267522" y="20423"/>
                  </a:cubicBezTo>
                  <a:cubicBezTo>
                    <a:pt x="267318" y="20275"/>
                    <a:pt x="267098" y="20140"/>
                    <a:pt x="266863" y="20016"/>
                  </a:cubicBezTo>
                  <a:cubicBezTo>
                    <a:pt x="266568" y="19860"/>
                    <a:pt x="266250" y="19722"/>
                    <a:pt x="265907" y="19602"/>
                  </a:cubicBezTo>
                  <a:cubicBezTo>
                    <a:pt x="265371" y="19415"/>
                    <a:pt x="264777" y="19269"/>
                    <a:pt x="264127" y="19164"/>
                  </a:cubicBezTo>
                  <a:cubicBezTo>
                    <a:pt x="264048" y="19152"/>
                    <a:pt x="263969" y="19140"/>
                    <a:pt x="263889" y="19127"/>
                  </a:cubicBezTo>
                  <a:cubicBezTo>
                    <a:pt x="263116" y="19018"/>
                    <a:pt x="262341" y="18870"/>
                    <a:pt x="261568" y="18705"/>
                  </a:cubicBezTo>
                  <a:cubicBezTo>
                    <a:pt x="260930" y="18568"/>
                    <a:pt x="260294" y="18417"/>
                    <a:pt x="259654" y="18263"/>
                  </a:cubicBezTo>
                  <a:cubicBezTo>
                    <a:pt x="259053" y="18118"/>
                    <a:pt x="258450" y="17969"/>
                    <a:pt x="257848" y="17824"/>
                  </a:cubicBezTo>
                  <a:cubicBezTo>
                    <a:pt x="257197" y="17668"/>
                    <a:pt x="256544" y="17517"/>
                    <a:pt x="255890" y="17382"/>
                  </a:cubicBezTo>
                  <a:cubicBezTo>
                    <a:pt x="254931" y="17183"/>
                    <a:pt x="253970" y="17016"/>
                    <a:pt x="253004" y="16913"/>
                  </a:cubicBezTo>
                  <a:cubicBezTo>
                    <a:pt x="252334" y="16841"/>
                    <a:pt x="251663" y="16800"/>
                    <a:pt x="250990" y="16800"/>
                  </a:cubicBezTo>
                  <a:cubicBezTo>
                    <a:pt x="250675" y="16800"/>
                    <a:pt x="250359" y="16809"/>
                    <a:pt x="250042" y="16828"/>
                  </a:cubicBezTo>
                  <a:lnTo>
                    <a:pt x="244532" y="16670"/>
                  </a:lnTo>
                  <a:cubicBezTo>
                    <a:pt x="244146" y="16582"/>
                    <a:pt x="243734" y="16469"/>
                    <a:pt x="243281" y="16330"/>
                  </a:cubicBezTo>
                  <a:cubicBezTo>
                    <a:pt x="243178" y="16297"/>
                    <a:pt x="243077" y="16268"/>
                    <a:pt x="242974" y="16240"/>
                  </a:cubicBezTo>
                  <a:cubicBezTo>
                    <a:pt x="242153" y="16010"/>
                    <a:pt x="241335" y="15881"/>
                    <a:pt x="240509" y="15782"/>
                  </a:cubicBezTo>
                  <a:cubicBezTo>
                    <a:pt x="239419" y="15650"/>
                    <a:pt x="238319" y="15568"/>
                    <a:pt x="237187" y="15367"/>
                  </a:cubicBezTo>
                  <a:cubicBezTo>
                    <a:pt x="237065" y="15346"/>
                    <a:pt x="236945" y="15320"/>
                    <a:pt x="236826" y="15290"/>
                  </a:cubicBezTo>
                  <a:cubicBezTo>
                    <a:pt x="236413" y="15187"/>
                    <a:pt x="236012" y="15039"/>
                    <a:pt x="235622" y="14869"/>
                  </a:cubicBezTo>
                  <a:cubicBezTo>
                    <a:pt x="235323" y="14740"/>
                    <a:pt x="235029" y="14599"/>
                    <a:pt x="234736" y="14457"/>
                  </a:cubicBezTo>
                  <a:cubicBezTo>
                    <a:pt x="234449" y="14317"/>
                    <a:pt x="234163" y="14176"/>
                    <a:pt x="233875" y="14046"/>
                  </a:cubicBezTo>
                  <a:cubicBezTo>
                    <a:pt x="233526" y="13887"/>
                    <a:pt x="233174" y="13741"/>
                    <a:pt x="232816" y="13628"/>
                  </a:cubicBezTo>
                  <a:cubicBezTo>
                    <a:pt x="232562" y="13548"/>
                    <a:pt x="232303" y="13483"/>
                    <a:pt x="232040" y="13443"/>
                  </a:cubicBezTo>
                  <a:cubicBezTo>
                    <a:pt x="231921" y="13425"/>
                    <a:pt x="231805" y="13417"/>
                    <a:pt x="231692" y="13417"/>
                  </a:cubicBezTo>
                  <a:cubicBezTo>
                    <a:pt x="231330" y="13417"/>
                    <a:pt x="230997" y="13497"/>
                    <a:pt x="230664" y="13567"/>
                  </a:cubicBezTo>
                  <a:cubicBezTo>
                    <a:pt x="230410" y="13620"/>
                    <a:pt x="230156" y="13667"/>
                    <a:pt x="229890" y="13667"/>
                  </a:cubicBezTo>
                  <a:cubicBezTo>
                    <a:pt x="229663" y="13667"/>
                    <a:pt x="229426" y="13632"/>
                    <a:pt x="229174" y="13538"/>
                  </a:cubicBezTo>
                  <a:cubicBezTo>
                    <a:pt x="229160" y="13533"/>
                    <a:pt x="229147" y="13528"/>
                    <a:pt x="229134" y="13524"/>
                  </a:cubicBezTo>
                  <a:cubicBezTo>
                    <a:pt x="228888" y="13426"/>
                    <a:pt x="228681" y="13283"/>
                    <a:pt x="228491" y="13119"/>
                  </a:cubicBezTo>
                  <a:cubicBezTo>
                    <a:pt x="228350" y="12995"/>
                    <a:pt x="228218" y="12860"/>
                    <a:pt x="228090" y="12720"/>
                  </a:cubicBezTo>
                  <a:cubicBezTo>
                    <a:pt x="227967" y="12588"/>
                    <a:pt x="227847" y="12453"/>
                    <a:pt x="227722" y="12321"/>
                  </a:cubicBezTo>
                  <a:cubicBezTo>
                    <a:pt x="227587" y="12182"/>
                    <a:pt x="227445" y="12045"/>
                    <a:pt x="227289" y="11923"/>
                  </a:cubicBezTo>
                  <a:cubicBezTo>
                    <a:pt x="227074" y="11754"/>
                    <a:pt x="226831" y="11610"/>
                    <a:pt x="226537" y="11515"/>
                  </a:cubicBezTo>
                  <a:cubicBezTo>
                    <a:pt x="226502" y="11503"/>
                    <a:pt x="226468" y="11494"/>
                    <a:pt x="226431" y="11483"/>
                  </a:cubicBezTo>
                  <a:cubicBezTo>
                    <a:pt x="226221" y="11426"/>
                    <a:pt x="226012" y="11403"/>
                    <a:pt x="225804" y="11403"/>
                  </a:cubicBezTo>
                  <a:cubicBezTo>
                    <a:pt x="225571" y="11403"/>
                    <a:pt x="225339" y="11432"/>
                    <a:pt x="225110" y="11475"/>
                  </a:cubicBezTo>
                  <a:cubicBezTo>
                    <a:pt x="224602" y="11566"/>
                    <a:pt x="224106" y="11722"/>
                    <a:pt x="223627" y="11769"/>
                  </a:cubicBezTo>
                  <a:cubicBezTo>
                    <a:pt x="223497" y="11782"/>
                    <a:pt x="223368" y="11794"/>
                    <a:pt x="223241" y="11807"/>
                  </a:cubicBezTo>
                  <a:cubicBezTo>
                    <a:pt x="222325" y="11904"/>
                    <a:pt x="221547" y="12013"/>
                    <a:pt x="220789" y="12124"/>
                  </a:cubicBezTo>
                  <a:cubicBezTo>
                    <a:pt x="220020" y="12236"/>
                    <a:pt x="219272" y="12347"/>
                    <a:pt x="218425" y="12444"/>
                  </a:cubicBezTo>
                  <a:cubicBezTo>
                    <a:pt x="217865" y="12506"/>
                    <a:pt x="217264" y="12563"/>
                    <a:pt x="216583" y="12606"/>
                  </a:cubicBezTo>
                  <a:cubicBezTo>
                    <a:pt x="216438" y="12615"/>
                    <a:pt x="216272" y="12618"/>
                    <a:pt x="216091" y="12618"/>
                  </a:cubicBezTo>
                  <a:cubicBezTo>
                    <a:pt x="215716" y="12618"/>
                    <a:pt x="215275" y="12605"/>
                    <a:pt x="214821" y="12605"/>
                  </a:cubicBezTo>
                  <a:cubicBezTo>
                    <a:pt x="214333" y="12605"/>
                    <a:pt x="213828" y="12621"/>
                    <a:pt x="213374" y="12686"/>
                  </a:cubicBezTo>
                  <a:cubicBezTo>
                    <a:pt x="212938" y="12749"/>
                    <a:pt x="212549" y="12857"/>
                    <a:pt x="212263" y="13041"/>
                  </a:cubicBezTo>
                  <a:cubicBezTo>
                    <a:pt x="212106" y="13141"/>
                    <a:pt x="211979" y="13265"/>
                    <a:pt x="211894" y="13418"/>
                  </a:cubicBezTo>
                  <a:cubicBezTo>
                    <a:pt x="211831" y="13528"/>
                    <a:pt x="211789" y="13655"/>
                    <a:pt x="211775" y="13800"/>
                  </a:cubicBezTo>
                  <a:cubicBezTo>
                    <a:pt x="211768" y="13861"/>
                    <a:pt x="211765" y="13924"/>
                    <a:pt x="211768" y="13990"/>
                  </a:cubicBezTo>
                  <a:cubicBezTo>
                    <a:pt x="211373" y="13888"/>
                    <a:pt x="210998" y="13816"/>
                    <a:pt x="210638" y="13768"/>
                  </a:cubicBezTo>
                  <a:cubicBezTo>
                    <a:pt x="210225" y="13713"/>
                    <a:pt x="209834" y="13690"/>
                    <a:pt x="209455" y="13690"/>
                  </a:cubicBezTo>
                  <a:cubicBezTo>
                    <a:pt x="209220" y="13690"/>
                    <a:pt x="208990" y="13699"/>
                    <a:pt x="208763" y="13715"/>
                  </a:cubicBezTo>
                  <a:cubicBezTo>
                    <a:pt x="207961" y="13769"/>
                    <a:pt x="207196" y="13906"/>
                    <a:pt x="206383" y="14033"/>
                  </a:cubicBezTo>
                  <a:cubicBezTo>
                    <a:pt x="205546" y="14163"/>
                    <a:pt x="204657" y="14282"/>
                    <a:pt x="203627" y="14284"/>
                  </a:cubicBezTo>
                  <a:cubicBezTo>
                    <a:pt x="203445" y="14285"/>
                    <a:pt x="203255" y="14300"/>
                    <a:pt x="203059" y="14326"/>
                  </a:cubicBezTo>
                  <a:cubicBezTo>
                    <a:pt x="202519" y="14395"/>
                    <a:pt x="201933" y="14539"/>
                    <a:pt x="201338" y="14663"/>
                  </a:cubicBezTo>
                  <a:cubicBezTo>
                    <a:pt x="200795" y="14776"/>
                    <a:pt x="200245" y="14869"/>
                    <a:pt x="199718" y="14869"/>
                  </a:cubicBezTo>
                  <a:cubicBezTo>
                    <a:pt x="199238" y="14869"/>
                    <a:pt x="198777" y="14791"/>
                    <a:pt x="198359" y="14578"/>
                  </a:cubicBezTo>
                  <a:cubicBezTo>
                    <a:pt x="198159" y="14475"/>
                    <a:pt x="197971" y="14343"/>
                    <a:pt x="197795" y="14174"/>
                  </a:cubicBezTo>
                  <a:cubicBezTo>
                    <a:pt x="197756" y="14137"/>
                    <a:pt x="197719" y="14101"/>
                    <a:pt x="197682" y="14060"/>
                  </a:cubicBezTo>
                  <a:cubicBezTo>
                    <a:pt x="197652" y="14101"/>
                    <a:pt x="197621" y="14136"/>
                    <a:pt x="197592" y="14168"/>
                  </a:cubicBezTo>
                  <a:cubicBezTo>
                    <a:pt x="197423" y="14354"/>
                    <a:pt x="197260" y="14440"/>
                    <a:pt x="197110" y="14541"/>
                  </a:cubicBezTo>
                  <a:cubicBezTo>
                    <a:pt x="196980" y="14629"/>
                    <a:pt x="196861" y="14729"/>
                    <a:pt x="196758" y="14919"/>
                  </a:cubicBezTo>
                  <a:cubicBezTo>
                    <a:pt x="196703" y="15018"/>
                    <a:pt x="196652" y="15142"/>
                    <a:pt x="196607" y="15301"/>
                  </a:cubicBezTo>
                  <a:lnTo>
                    <a:pt x="194624" y="15245"/>
                  </a:lnTo>
                  <a:cubicBezTo>
                    <a:pt x="192226" y="15119"/>
                    <a:pt x="189767" y="15108"/>
                    <a:pt x="187360" y="14875"/>
                  </a:cubicBezTo>
                  <a:cubicBezTo>
                    <a:pt x="187045" y="14845"/>
                    <a:pt x="186701" y="14748"/>
                    <a:pt x="186349" y="14621"/>
                  </a:cubicBezTo>
                  <a:cubicBezTo>
                    <a:pt x="186020" y="14501"/>
                    <a:pt x="185685" y="14354"/>
                    <a:pt x="185362" y="14205"/>
                  </a:cubicBezTo>
                  <a:cubicBezTo>
                    <a:pt x="185049" y="14062"/>
                    <a:pt x="184748" y="13916"/>
                    <a:pt x="184477" y="13794"/>
                  </a:cubicBezTo>
                  <a:cubicBezTo>
                    <a:pt x="184147" y="13646"/>
                    <a:pt x="183861" y="13532"/>
                    <a:pt x="183651" y="13498"/>
                  </a:cubicBezTo>
                  <a:cubicBezTo>
                    <a:pt x="183538" y="13479"/>
                    <a:pt x="183426" y="13472"/>
                    <a:pt x="183315" y="13472"/>
                  </a:cubicBezTo>
                  <a:cubicBezTo>
                    <a:pt x="182767" y="13472"/>
                    <a:pt x="182250" y="13663"/>
                    <a:pt x="181806" y="13716"/>
                  </a:cubicBezTo>
                  <a:cubicBezTo>
                    <a:pt x="181732" y="13726"/>
                    <a:pt x="181659" y="13731"/>
                    <a:pt x="181588" y="13731"/>
                  </a:cubicBezTo>
                  <a:cubicBezTo>
                    <a:pt x="181502" y="13731"/>
                    <a:pt x="181419" y="13723"/>
                    <a:pt x="181340" y="13704"/>
                  </a:cubicBezTo>
                  <a:cubicBezTo>
                    <a:pt x="181141" y="13655"/>
                    <a:pt x="180965" y="13536"/>
                    <a:pt x="180819" y="13302"/>
                  </a:cubicBezTo>
                  <a:cubicBezTo>
                    <a:pt x="180753" y="13196"/>
                    <a:pt x="180694" y="13067"/>
                    <a:pt x="180639" y="12910"/>
                  </a:cubicBezTo>
                  <a:cubicBezTo>
                    <a:pt x="180613" y="12833"/>
                    <a:pt x="180589" y="12747"/>
                    <a:pt x="180565" y="12656"/>
                  </a:cubicBezTo>
                  <a:cubicBezTo>
                    <a:pt x="180353" y="12763"/>
                    <a:pt x="180104" y="12821"/>
                    <a:pt x="179847" y="12887"/>
                  </a:cubicBezTo>
                  <a:cubicBezTo>
                    <a:pt x="179535" y="12966"/>
                    <a:pt x="179210" y="13054"/>
                    <a:pt x="178920" y="13247"/>
                  </a:cubicBezTo>
                  <a:cubicBezTo>
                    <a:pt x="178820" y="13315"/>
                    <a:pt x="178724" y="13393"/>
                    <a:pt x="178634" y="13488"/>
                  </a:cubicBezTo>
                  <a:cubicBezTo>
                    <a:pt x="178555" y="13382"/>
                    <a:pt x="178486" y="13303"/>
                    <a:pt x="178421" y="13234"/>
                  </a:cubicBezTo>
                  <a:cubicBezTo>
                    <a:pt x="178312" y="13114"/>
                    <a:pt x="178219" y="13017"/>
                    <a:pt x="178122" y="12839"/>
                  </a:cubicBezTo>
                  <a:cubicBezTo>
                    <a:pt x="178092" y="12781"/>
                    <a:pt x="178061" y="12717"/>
                    <a:pt x="178029" y="12640"/>
                  </a:cubicBezTo>
                  <a:cubicBezTo>
                    <a:pt x="177931" y="12736"/>
                    <a:pt x="177566" y="12788"/>
                    <a:pt x="177046" y="12808"/>
                  </a:cubicBezTo>
                  <a:lnTo>
                    <a:pt x="172441" y="12677"/>
                  </a:lnTo>
                  <a:cubicBezTo>
                    <a:pt x="171619" y="12634"/>
                    <a:pt x="170914" y="12600"/>
                    <a:pt x="170511" y="12600"/>
                  </a:cubicBezTo>
                  <a:cubicBezTo>
                    <a:pt x="170378" y="12600"/>
                    <a:pt x="170278" y="12604"/>
                    <a:pt x="170217" y="12612"/>
                  </a:cubicBezTo>
                  <a:cubicBezTo>
                    <a:pt x="170164" y="12620"/>
                    <a:pt x="170142" y="12630"/>
                    <a:pt x="170153" y="12646"/>
                  </a:cubicBezTo>
                  <a:cubicBezTo>
                    <a:pt x="169789" y="12810"/>
                    <a:pt x="169392" y="12898"/>
                    <a:pt x="169014" y="12898"/>
                  </a:cubicBezTo>
                  <a:cubicBezTo>
                    <a:pt x="168587" y="12898"/>
                    <a:pt x="168184" y="12787"/>
                    <a:pt x="167881" y="12546"/>
                  </a:cubicBezTo>
                  <a:cubicBezTo>
                    <a:pt x="167746" y="12439"/>
                    <a:pt x="167632" y="12309"/>
                    <a:pt x="167542" y="12150"/>
                  </a:cubicBezTo>
                  <a:cubicBezTo>
                    <a:pt x="167477" y="12034"/>
                    <a:pt x="167426" y="11904"/>
                    <a:pt x="167390" y="11759"/>
                  </a:cubicBezTo>
                  <a:cubicBezTo>
                    <a:pt x="167373" y="11682"/>
                    <a:pt x="167358" y="11602"/>
                    <a:pt x="167349" y="11516"/>
                  </a:cubicBezTo>
                  <a:cubicBezTo>
                    <a:pt x="167210" y="11597"/>
                    <a:pt x="167042" y="11674"/>
                    <a:pt x="166850" y="11743"/>
                  </a:cubicBezTo>
                  <a:cubicBezTo>
                    <a:pt x="166442" y="11892"/>
                    <a:pt x="165931" y="12013"/>
                    <a:pt x="165386" y="12088"/>
                  </a:cubicBezTo>
                  <a:lnTo>
                    <a:pt x="162679" y="12010"/>
                  </a:lnTo>
                  <a:cubicBezTo>
                    <a:pt x="162319" y="11918"/>
                    <a:pt x="162007" y="11783"/>
                    <a:pt x="161774" y="11598"/>
                  </a:cubicBezTo>
                  <a:cubicBezTo>
                    <a:pt x="161640" y="11492"/>
                    <a:pt x="161531" y="11372"/>
                    <a:pt x="161454" y="11233"/>
                  </a:cubicBezTo>
                  <a:cubicBezTo>
                    <a:pt x="161085" y="11422"/>
                    <a:pt x="160720" y="11511"/>
                    <a:pt x="160372" y="11511"/>
                  </a:cubicBezTo>
                  <a:cubicBezTo>
                    <a:pt x="159954" y="11511"/>
                    <a:pt x="159562" y="11382"/>
                    <a:pt x="159220" y="11139"/>
                  </a:cubicBezTo>
                  <a:cubicBezTo>
                    <a:pt x="159066" y="11028"/>
                    <a:pt x="158921" y="10894"/>
                    <a:pt x="158789" y="10739"/>
                  </a:cubicBezTo>
                  <a:cubicBezTo>
                    <a:pt x="158756" y="10700"/>
                    <a:pt x="158723" y="10660"/>
                    <a:pt x="158691" y="10616"/>
                  </a:cubicBezTo>
                  <a:cubicBezTo>
                    <a:pt x="158542" y="10679"/>
                    <a:pt x="158383" y="10713"/>
                    <a:pt x="158216" y="10722"/>
                  </a:cubicBezTo>
                  <a:lnTo>
                    <a:pt x="157840" y="10711"/>
                  </a:lnTo>
                  <a:cubicBezTo>
                    <a:pt x="157324" y="10657"/>
                    <a:pt x="156771" y="10451"/>
                    <a:pt x="156266" y="10280"/>
                  </a:cubicBezTo>
                  <a:cubicBezTo>
                    <a:pt x="155869" y="10146"/>
                    <a:pt x="155501" y="10034"/>
                    <a:pt x="155205" y="10034"/>
                  </a:cubicBezTo>
                  <a:cubicBezTo>
                    <a:pt x="154996" y="10034"/>
                    <a:pt x="154822" y="10090"/>
                    <a:pt x="154699" y="10235"/>
                  </a:cubicBezTo>
                  <a:lnTo>
                    <a:pt x="151053" y="10131"/>
                  </a:lnTo>
                  <a:cubicBezTo>
                    <a:pt x="150878" y="10041"/>
                    <a:pt x="150723" y="9916"/>
                    <a:pt x="150598" y="9731"/>
                  </a:cubicBezTo>
                  <a:cubicBezTo>
                    <a:pt x="150561" y="9676"/>
                    <a:pt x="150526" y="9615"/>
                    <a:pt x="150494" y="9549"/>
                  </a:cubicBezTo>
                  <a:cubicBezTo>
                    <a:pt x="150399" y="9622"/>
                    <a:pt x="150293" y="9676"/>
                    <a:pt x="150180" y="9720"/>
                  </a:cubicBezTo>
                  <a:lnTo>
                    <a:pt x="148859" y="9681"/>
                  </a:lnTo>
                  <a:cubicBezTo>
                    <a:pt x="148830" y="9549"/>
                    <a:pt x="148790" y="9417"/>
                    <a:pt x="148748" y="9292"/>
                  </a:cubicBezTo>
                  <a:cubicBezTo>
                    <a:pt x="148703" y="9154"/>
                    <a:pt x="148658" y="9022"/>
                    <a:pt x="148629" y="8902"/>
                  </a:cubicBezTo>
                  <a:cubicBezTo>
                    <a:pt x="148612" y="8833"/>
                    <a:pt x="148601" y="8768"/>
                    <a:pt x="148596" y="8707"/>
                  </a:cubicBezTo>
                  <a:cubicBezTo>
                    <a:pt x="148461" y="8773"/>
                    <a:pt x="148321" y="8833"/>
                    <a:pt x="148178" y="8889"/>
                  </a:cubicBezTo>
                  <a:lnTo>
                    <a:pt x="145218" y="8804"/>
                  </a:lnTo>
                  <a:cubicBezTo>
                    <a:pt x="145205" y="8675"/>
                    <a:pt x="145189" y="8545"/>
                    <a:pt x="145177" y="8416"/>
                  </a:cubicBezTo>
                  <a:cubicBezTo>
                    <a:pt x="145168" y="8328"/>
                    <a:pt x="145161" y="8243"/>
                    <a:pt x="145160" y="8159"/>
                  </a:cubicBezTo>
                  <a:cubicBezTo>
                    <a:pt x="144417" y="8209"/>
                    <a:pt x="143623" y="8276"/>
                    <a:pt x="142796" y="8349"/>
                  </a:cubicBezTo>
                  <a:lnTo>
                    <a:pt x="130296" y="7990"/>
                  </a:lnTo>
                  <a:cubicBezTo>
                    <a:pt x="130171" y="7880"/>
                    <a:pt x="130076" y="7740"/>
                    <a:pt x="129965" y="7595"/>
                  </a:cubicBezTo>
                  <a:cubicBezTo>
                    <a:pt x="129860" y="7458"/>
                    <a:pt x="129742" y="7320"/>
                    <a:pt x="129570" y="7197"/>
                  </a:cubicBezTo>
                  <a:cubicBezTo>
                    <a:pt x="129464" y="7121"/>
                    <a:pt x="129338" y="7050"/>
                    <a:pt x="129184" y="6992"/>
                  </a:cubicBezTo>
                  <a:cubicBezTo>
                    <a:pt x="128766" y="6835"/>
                    <a:pt x="127950" y="6867"/>
                    <a:pt x="127496" y="6772"/>
                  </a:cubicBezTo>
                  <a:cubicBezTo>
                    <a:pt x="127451" y="6763"/>
                    <a:pt x="127406" y="6755"/>
                    <a:pt x="127360" y="6747"/>
                  </a:cubicBezTo>
                  <a:cubicBezTo>
                    <a:pt x="127051" y="6692"/>
                    <a:pt x="126751" y="6671"/>
                    <a:pt x="126463" y="6650"/>
                  </a:cubicBezTo>
                  <a:cubicBezTo>
                    <a:pt x="126174" y="6539"/>
                    <a:pt x="125883" y="6427"/>
                    <a:pt x="125592" y="6309"/>
                  </a:cubicBezTo>
                  <a:cubicBezTo>
                    <a:pt x="125301" y="6192"/>
                    <a:pt x="125007" y="6072"/>
                    <a:pt x="124715" y="5948"/>
                  </a:cubicBezTo>
                  <a:cubicBezTo>
                    <a:pt x="124703" y="5930"/>
                    <a:pt x="124692" y="5914"/>
                    <a:pt x="124681" y="5896"/>
                  </a:cubicBezTo>
                  <a:cubicBezTo>
                    <a:pt x="124609" y="5784"/>
                    <a:pt x="124543" y="5655"/>
                    <a:pt x="124485" y="5504"/>
                  </a:cubicBezTo>
                  <a:cubicBezTo>
                    <a:pt x="124464" y="5450"/>
                    <a:pt x="124445" y="5393"/>
                    <a:pt x="124427" y="5332"/>
                  </a:cubicBezTo>
                  <a:cubicBezTo>
                    <a:pt x="124316" y="5401"/>
                    <a:pt x="124191" y="5451"/>
                    <a:pt x="124057" y="5491"/>
                  </a:cubicBezTo>
                  <a:lnTo>
                    <a:pt x="123665" y="5480"/>
                  </a:lnTo>
                  <a:cubicBezTo>
                    <a:pt x="123535" y="5421"/>
                    <a:pt x="123405" y="5361"/>
                    <a:pt x="123275" y="5299"/>
                  </a:cubicBezTo>
                  <a:cubicBezTo>
                    <a:pt x="123119" y="5223"/>
                    <a:pt x="122939" y="5146"/>
                    <a:pt x="122744" y="5067"/>
                  </a:cubicBezTo>
                  <a:cubicBezTo>
                    <a:pt x="122640" y="5025"/>
                    <a:pt x="122532" y="4984"/>
                    <a:pt x="122420" y="4940"/>
                  </a:cubicBezTo>
                  <a:cubicBezTo>
                    <a:pt x="122408" y="4849"/>
                    <a:pt x="122399" y="4759"/>
                    <a:pt x="122396" y="4670"/>
                  </a:cubicBezTo>
                  <a:cubicBezTo>
                    <a:pt x="122392" y="4614"/>
                    <a:pt x="122392" y="4558"/>
                    <a:pt x="122396" y="4505"/>
                  </a:cubicBezTo>
                  <a:lnTo>
                    <a:pt x="122396" y="4505"/>
                  </a:lnTo>
                  <a:cubicBezTo>
                    <a:pt x="122371" y="4506"/>
                    <a:pt x="122346" y="4506"/>
                    <a:pt x="122320" y="4506"/>
                  </a:cubicBezTo>
                  <a:cubicBezTo>
                    <a:pt x="121948" y="4506"/>
                    <a:pt x="121476" y="4395"/>
                    <a:pt x="121079" y="4395"/>
                  </a:cubicBezTo>
                  <a:cubicBezTo>
                    <a:pt x="121039" y="4395"/>
                    <a:pt x="121000" y="4396"/>
                    <a:pt x="120962" y="4399"/>
                  </a:cubicBezTo>
                  <a:cubicBezTo>
                    <a:pt x="120898" y="4374"/>
                    <a:pt x="120835" y="4350"/>
                    <a:pt x="120771" y="4326"/>
                  </a:cubicBezTo>
                  <a:cubicBezTo>
                    <a:pt x="120768" y="4297"/>
                    <a:pt x="120766" y="4267"/>
                    <a:pt x="120764" y="4238"/>
                  </a:cubicBezTo>
                  <a:cubicBezTo>
                    <a:pt x="120764" y="4108"/>
                    <a:pt x="120789" y="3973"/>
                    <a:pt x="120777" y="3851"/>
                  </a:cubicBezTo>
                  <a:cubicBezTo>
                    <a:pt x="120769" y="3781"/>
                    <a:pt x="120752" y="3717"/>
                    <a:pt x="120710" y="3661"/>
                  </a:cubicBezTo>
                  <a:cubicBezTo>
                    <a:pt x="120625" y="3677"/>
                    <a:pt x="120534" y="3683"/>
                    <a:pt x="120440" y="3683"/>
                  </a:cubicBezTo>
                  <a:cubicBezTo>
                    <a:pt x="120018" y="3683"/>
                    <a:pt x="119523" y="3553"/>
                    <a:pt x="119101" y="3553"/>
                  </a:cubicBezTo>
                  <a:cubicBezTo>
                    <a:pt x="119083" y="3553"/>
                    <a:pt x="119066" y="3553"/>
                    <a:pt x="119048" y="3553"/>
                  </a:cubicBezTo>
                  <a:cubicBezTo>
                    <a:pt x="118963" y="3505"/>
                    <a:pt x="118884" y="3457"/>
                    <a:pt x="118809" y="3407"/>
                  </a:cubicBezTo>
                  <a:cubicBezTo>
                    <a:pt x="118805" y="3405"/>
                    <a:pt x="118802" y="3404"/>
                    <a:pt x="118801" y="3402"/>
                  </a:cubicBezTo>
                  <a:cubicBezTo>
                    <a:pt x="118794" y="3272"/>
                    <a:pt x="118802" y="3147"/>
                    <a:pt x="118786" y="3020"/>
                  </a:cubicBezTo>
                  <a:cubicBezTo>
                    <a:pt x="118778" y="2955"/>
                    <a:pt x="118764" y="2890"/>
                    <a:pt x="118736" y="2824"/>
                  </a:cubicBezTo>
                  <a:cubicBezTo>
                    <a:pt x="118661" y="2730"/>
                    <a:pt x="118588" y="2671"/>
                    <a:pt x="118519" y="2626"/>
                  </a:cubicBezTo>
                  <a:cubicBezTo>
                    <a:pt x="118328" y="2501"/>
                    <a:pt x="118161" y="2491"/>
                    <a:pt x="118005" y="2224"/>
                  </a:cubicBezTo>
                  <a:cubicBezTo>
                    <a:pt x="117967" y="2160"/>
                    <a:pt x="117930" y="2081"/>
                    <a:pt x="117893" y="1982"/>
                  </a:cubicBezTo>
                  <a:cubicBezTo>
                    <a:pt x="117158" y="2046"/>
                    <a:pt x="116411" y="2112"/>
                    <a:pt x="115656" y="2157"/>
                  </a:cubicBezTo>
                  <a:lnTo>
                    <a:pt x="112123" y="2055"/>
                  </a:lnTo>
                  <a:cubicBezTo>
                    <a:pt x="112189" y="1938"/>
                    <a:pt x="112253" y="1806"/>
                    <a:pt x="112319" y="1675"/>
                  </a:cubicBezTo>
                  <a:cubicBezTo>
                    <a:pt x="112387" y="1541"/>
                    <a:pt x="112454" y="1408"/>
                    <a:pt x="112522" y="1294"/>
                  </a:cubicBezTo>
                  <a:cubicBezTo>
                    <a:pt x="112539" y="1265"/>
                    <a:pt x="112555" y="1237"/>
                    <a:pt x="112573" y="1210"/>
                  </a:cubicBezTo>
                  <a:lnTo>
                    <a:pt x="112573" y="1210"/>
                  </a:lnTo>
                  <a:cubicBezTo>
                    <a:pt x="112491" y="1233"/>
                    <a:pt x="112408" y="1260"/>
                    <a:pt x="112319" y="1287"/>
                  </a:cubicBezTo>
                  <a:lnTo>
                    <a:pt x="106216" y="1114"/>
                  </a:lnTo>
                  <a:cubicBezTo>
                    <a:pt x="106171" y="1021"/>
                    <a:pt x="106126" y="929"/>
                    <a:pt x="106082" y="852"/>
                  </a:cubicBezTo>
                  <a:cubicBezTo>
                    <a:pt x="105957" y="947"/>
                    <a:pt x="105827" y="1030"/>
                    <a:pt x="105696" y="1099"/>
                  </a:cubicBezTo>
                  <a:lnTo>
                    <a:pt x="103845" y="1046"/>
                  </a:lnTo>
                  <a:cubicBezTo>
                    <a:pt x="103720" y="942"/>
                    <a:pt x="103609" y="810"/>
                    <a:pt x="103517" y="649"/>
                  </a:cubicBezTo>
                  <a:cubicBezTo>
                    <a:pt x="103450" y="534"/>
                    <a:pt x="103392" y="403"/>
                    <a:pt x="103345" y="259"/>
                  </a:cubicBezTo>
                  <a:cubicBezTo>
                    <a:pt x="103320" y="180"/>
                    <a:pt x="103299" y="96"/>
                    <a:pt x="103279" y="8"/>
                  </a:cubicBezTo>
                  <a:cubicBezTo>
                    <a:pt x="102796" y="48"/>
                    <a:pt x="102281" y="114"/>
                    <a:pt x="101761" y="214"/>
                  </a:cubicBezTo>
                  <a:lnTo>
                    <a:pt x="99553" y="149"/>
                  </a:lnTo>
                  <a:cubicBezTo>
                    <a:pt x="99575" y="98"/>
                    <a:pt x="99598" y="48"/>
                    <a:pt x="996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-125" y="4183750"/>
              <a:ext cx="9144257" cy="1015584"/>
            </a:xfrm>
            <a:custGeom>
              <a:avLst/>
              <a:gdLst/>
              <a:ahLst/>
              <a:cxnLst/>
              <a:rect l="l" t="t" r="r" b="b"/>
              <a:pathLst>
                <a:path w="236622" h="96930" extrusionOk="0">
                  <a:moveTo>
                    <a:pt x="29171" y="0"/>
                  </a:moveTo>
                  <a:cubicBezTo>
                    <a:pt x="28229" y="320"/>
                    <a:pt x="26948" y="969"/>
                    <a:pt x="25814" y="1231"/>
                  </a:cubicBezTo>
                  <a:cubicBezTo>
                    <a:pt x="25550" y="1263"/>
                    <a:pt x="25287" y="1299"/>
                    <a:pt x="25023" y="1334"/>
                  </a:cubicBezTo>
                  <a:cubicBezTo>
                    <a:pt x="25299" y="1033"/>
                    <a:pt x="25425" y="670"/>
                    <a:pt x="25601" y="418"/>
                  </a:cubicBezTo>
                  <a:lnTo>
                    <a:pt x="25601" y="418"/>
                  </a:lnTo>
                  <a:cubicBezTo>
                    <a:pt x="24775" y="879"/>
                    <a:pt x="23951" y="1355"/>
                    <a:pt x="23061" y="1639"/>
                  </a:cubicBezTo>
                  <a:cubicBezTo>
                    <a:pt x="22802" y="1686"/>
                    <a:pt x="22545" y="1734"/>
                    <a:pt x="22288" y="1782"/>
                  </a:cubicBezTo>
                  <a:cubicBezTo>
                    <a:pt x="22304" y="1488"/>
                    <a:pt x="22182" y="1114"/>
                    <a:pt x="22212" y="834"/>
                  </a:cubicBezTo>
                  <a:lnTo>
                    <a:pt x="22212" y="834"/>
                  </a:lnTo>
                  <a:cubicBezTo>
                    <a:pt x="21399" y="1382"/>
                    <a:pt x="20237" y="2003"/>
                    <a:pt x="19149" y="2528"/>
                  </a:cubicBezTo>
                  <a:cubicBezTo>
                    <a:pt x="18158" y="2849"/>
                    <a:pt x="17293" y="3240"/>
                    <a:pt x="16441" y="3602"/>
                  </a:cubicBezTo>
                  <a:cubicBezTo>
                    <a:pt x="16125" y="3650"/>
                    <a:pt x="15790" y="3667"/>
                    <a:pt x="15440" y="3667"/>
                  </a:cubicBezTo>
                  <a:cubicBezTo>
                    <a:pt x="14600" y="3667"/>
                    <a:pt x="13672" y="3569"/>
                    <a:pt x="12687" y="3569"/>
                  </a:cubicBezTo>
                  <a:cubicBezTo>
                    <a:pt x="12449" y="3569"/>
                    <a:pt x="12208" y="3574"/>
                    <a:pt x="11964" y="3589"/>
                  </a:cubicBezTo>
                  <a:cubicBezTo>
                    <a:pt x="11784" y="4162"/>
                    <a:pt x="11284" y="4505"/>
                    <a:pt x="10717" y="4638"/>
                  </a:cubicBezTo>
                  <a:cubicBezTo>
                    <a:pt x="10418" y="4638"/>
                    <a:pt x="10104" y="4649"/>
                    <a:pt x="9777" y="4673"/>
                  </a:cubicBezTo>
                  <a:cubicBezTo>
                    <a:pt x="9261" y="4593"/>
                    <a:pt x="8796" y="4347"/>
                    <a:pt x="8560" y="3949"/>
                  </a:cubicBezTo>
                  <a:cubicBezTo>
                    <a:pt x="8169" y="4516"/>
                    <a:pt x="7647" y="4983"/>
                    <a:pt x="7091" y="4983"/>
                  </a:cubicBezTo>
                  <a:cubicBezTo>
                    <a:pt x="6810" y="4983"/>
                    <a:pt x="6521" y="4865"/>
                    <a:pt x="6235" y="4580"/>
                  </a:cubicBezTo>
                  <a:cubicBezTo>
                    <a:pt x="5643" y="5062"/>
                    <a:pt x="4912" y="5516"/>
                    <a:pt x="4160" y="5633"/>
                  </a:cubicBezTo>
                  <a:cubicBezTo>
                    <a:pt x="4194" y="5199"/>
                    <a:pt x="4012" y="4620"/>
                    <a:pt x="4081" y="4201"/>
                  </a:cubicBezTo>
                  <a:lnTo>
                    <a:pt x="4081" y="4201"/>
                  </a:lnTo>
                  <a:cubicBezTo>
                    <a:pt x="3641" y="4821"/>
                    <a:pt x="2411" y="5625"/>
                    <a:pt x="1423" y="6411"/>
                  </a:cubicBezTo>
                  <a:cubicBezTo>
                    <a:pt x="778" y="6594"/>
                    <a:pt x="374" y="6716"/>
                    <a:pt x="336" y="6716"/>
                  </a:cubicBezTo>
                  <a:cubicBezTo>
                    <a:pt x="334" y="6716"/>
                    <a:pt x="333" y="6716"/>
                    <a:pt x="333" y="6714"/>
                  </a:cubicBezTo>
                  <a:lnTo>
                    <a:pt x="333" y="6714"/>
                  </a:lnTo>
                  <a:lnTo>
                    <a:pt x="149" y="6813"/>
                  </a:lnTo>
                  <a:lnTo>
                    <a:pt x="149" y="7722"/>
                  </a:lnTo>
                  <a:cubicBezTo>
                    <a:pt x="20" y="7971"/>
                    <a:pt x="1" y="8204"/>
                    <a:pt x="139" y="8410"/>
                  </a:cubicBezTo>
                  <a:cubicBezTo>
                    <a:pt x="142" y="8413"/>
                    <a:pt x="145" y="8416"/>
                    <a:pt x="149" y="8420"/>
                  </a:cubicBezTo>
                  <a:lnTo>
                    <a:pt x="149" y="96929"/>
                  </a:lnTo>
                  <a:lnTo>
                    <a:pt x="236621" y="96929"/>
                  </a:lnTo>
                  <a:lnTo>
                    <a:pt x="236621" y="17675"/>
                  </a:lnTo>
                  <a:cubicBezTo>
                    <a:pt x="235688" y="17294"/>
                    <a:pt x="234336" y="17181"/>
                    <a:pt x="233250" y="16820"/>
                  </a:cubicBezTo>
                  <a:cubicBezTo>
                    <a:pt x="232337" y="16516"/>
                    <a:pt x="231646" y="15851"/>
                    <a:pt x="230728" y="15402"/>
                  </a:cubicBezTo>
                  <a:cubicBezTo>
                    <a:pt x="230605" y="15341"/>
                    <a:pt x="230481" y="15293"/>
                    <a:pt x="230356" y="15242"/>
                  </a:cubicBezTo>
                  <a:cubicBezTo>
                    <a:pt x="230335" y="15205"/>
                    <a:pt x="230315" y="15168"/>
                    <a:pt x="230291" y="15129"/>
                  </a:cubicBezTo>
                  <a:cubicBezTo>
                    <a:pt x="229718" y="14188"/>
                    <a:pt x="229543" y="13979"/>
                    <a:pt x="229289" y="13979"/>
                  </a:cubicBezTo>
                  <a:cubicBezTo>
                    <a:pt x="229085" y="13979"/>
                    <a:pt x="228831" y="14113"/>
                    <a:pt x="228281" y="14113"/>
                  </a:cubicBezTo>
                  <a:cubicBezTo>
                    <a:pt x="228189" y="14113"/>
                    <a:pt x="228089" y="14109"/>
                    <a:pt x="227979" y="14101"/>
                  </a:cubicBezTo>
                  <a:cubicBezTo>
                    <a:pt x="227476" y="14061"/>
                    <a:pt x="227052" y="14057"/>
                    <a:pt x="226674" y="14057"/>
                  </a:cubicBezTo>
                  <a:cubicBezTo>
                    <a:pt x="226594" y="14057"/>
                    <a:pt x="226517" y="14057"/>
                    <a:pt x="226441" y="14057"/>
                  </a:cubicBezTo>
                  <a:cubicBezTo>
                    <a:pt x="225358" y="14057"/>
                    <a:pt x="224634" y="14026"/>
                    <a:pt x="223384" y="13059"/>
                  </a:cubicBezTo>
                  <a:lnTo>
                    <a:pt x="223384" y="13059"/>
                  </a:lnTo>
                  <a:cubicBezTo>
                    <a:pt x="223448" y="14989"/>
                    <a:pt x="222819" y="15409"/>
                    <a:pt x="221513" y="15409"/>
                  </a:cubicBezTo>
                  <a:cubicBezTo>
                    <a:pt x="221085" y="15409"/>
                    <a:pt x="220585" y="15364"/>
                    <a:pt x="220012" y="15312"/>
                  </a:cubicBezTo>
                  <a:cubicBezTo>
                    <a:pt x="219675" y="15282"/>
                    <a:pt x="219789" y="14557"/>
                    <a:pt x="219347" y="14502"/>
                  </a:cubicBezTo>
                  <a:cubicBezTo>
                    <a:pt x="219326" y="14500"/>
                    <a:pt x="219305" y="14499"/>
                    <a:pt x="219284" y="14499"/>
                  </a:cubicBezTo>
                  <a:cubicBezTo>
                    <a:pt x="218862" y="14499"/>
                    <a:pt x="218291" y="14952"/>
                    <a:pt x="217956" y="14952"/>
                  </a:cubicBezTo>
                  <a:cubicBezTo>
                    <a:pt x="217941" y="14952"/>
                    <a:pt x="217927" y="14951"/>
                    <a:pt x="217914" y="14949"/>
                  </a:cubicBezTo>
                  <a:cubicBezTo>
                    <a:pt x="217476" y="14803"/>
                    <a:pt x="217039" y="14645"/>
                    <a:pt x="216601" y="14488"/>
                  </a:cubicBezTo>
                  <a:cubicBezTo>
                    <a:pt x="216477" y="14311"/>
                    <a:pt x="216448" y="14017"/>
                    <a:pt x="216560" y="13485"/>
                  </a:cubicBezTo>
                  <a:lnTo>
                    <a:pt x="216560" y="13485"/>
                  </a:lnTo>
                  <a:cubicBezTo>
                    <a:pt x="216101" y="13712"/>
                    <a:pt x="215498" y="13905"/>
                    <a:pt x="214897" y="13906"/>
                  </a:cubicBezTo>
                  <a:cubicBezTo>
                    <a:pt x="214707" y="13848"/>
                    <a:pt x="214516" y="13794"/>
                    <a:pt x="214325" y="13744"/>
                  </a:cubicBezTo>
                  <a:cubicBezTo>
                    <a:pt x="214381" y="13490"/>
                    <a:pt x="214343" y="13152"/>
                    <a:pt x="214457" y="12858"/>
                  </a:cubicBezTo>
                  <a:lnTo>
                    <a:pt x="214457" y="12858"/>
                  </a:lnTo>
                  <a:cubicBezTo>
                    <a:pt x="213938" y="13042"/>
                    <a:pt x="213451" y="13100"/>
                    <a:pt x="212983" y="13100"/>
                  </a:cubicBezTo>
                  <a:cubicBezTo>
                    <a:pt x="212171" y="13100"/>
                    <a:pt x="211419" y="12924"/>
                    <a:pt x="210673" y="12924"/>
                  </a:cubicBezTo>
                  <a:cubicBezTo>
                    <a:pt x="210164" y="12924"/>
                    <a:pt x="209658" y="13006"/>
                    <a:pt x="209136" y="13281"/>
                  </a:cubicBezTo>
                  <a:cubicBezTo>
                    <a:pt x="209028" y="13279"/>
                    <a:pt x="208920" y="13279"/>
                    <a:pt x="208813" y="13278"/>
                  </a:cubicBezTo>
                  <a:cubicBezTo>
                    <a:pt x="208877" y="13115"/>
                    <a:pt x="208956" y="12932"/>
                    <a:pt x="208981" y="12863"/>
                  </a:cubicBezTo>
                  <a:cubicBezTo>
                    <a:pt x="208647" y="12800"/>
                    <a:pt x="208311" y="12836"/>
                    <a:pt x="207974" y="12773"/>
                  </a:cubicBezTo>
                  <a:cubicBezTo>
                    <a:pt x="207927" y="12730"/>
                    <a:pt x="208180" y="12669"/>
                    <a:pt x="208144" y="12669"/>
                  </a:cubicBezTo>
                  <a:cubicBezTo>
                    <a:pt x="207671" y="12632"/>
                    <a:pt x="207177" y="12574"/>
                    <a:pt x="206700" y="12574"/>
                  </a:cubicBezTo>
                  <a:cubicBezTo>
                    <a:pt x="205958" y="12574"/>
                    <a:pt x="205259" y="12713"/>
                    <a:pt x="204745" y="13286"/>
                  </a:cubicBezTo>
                  <a:cubicBezTo>
                    <a:pt x="204636" y="13286"/>
                    <a:pt x="204527" y="13286"/>
                    <a:pt x="204417" y="13284"/>
                  </a:cubicBezTo>
                  <a:cubicBezTo>
                    <a:pt x="204202" y="13075"/>
                    <a:pt x="203866" y="12804"/>
                    <a:pt x="203784" y="12641"/>
                  </a:cubicBezTo>
                  <a:cubicBezTo>
                    <a:pt x="203582" y="12895"/>
                    <a:pt x="203376" y="13096"/>
                    <a:pt x="203162" y="13260"/>
                  </a:cubicBezTo>
                  <a:cubicBezTo>
                    <a:pt x="203019" y="13255"/>
                    <a:pt x="202875" y="13254"/>
                    <a:pt x="202732" y="13247"/>
                  </a:cubicBezTo>
                  <a:cubicBezTo>
                    <a:pt x="201787" y="13210"/>
                    <a:pt x="200864" y="13099"/>
                    <a:pt x="199955" y="12947"/>
                  </a:cubicBezTo>
                  <a:cubicBezTo>
                    <a:pt x="200036" y="12543"/>
                    <a:pt x="200252" y="12191"/>
                    <a:pt x="200602" y="11920"/>
                  </a:cubicBezTo>
                  <a:lnTo>
                    <a:pt x="200602" y="11920"/>
                  </a:lnTo>
                  <a:cubicBezTo>
                    <a:pt x="199961" y="11979"/>
                    <a:pt x="198818" y="12286"/>
                    <a:pt x="197692" y="12482"/>
                  </a:cubicBezTo>
                  <a:cubicBezTo>
                    <a:pt x="196625" y="12232"/>
                    <a:pt x="195567" y="11950"/>
                    <a:pt x="194503" y="11677"/>
                  </a:cubicBezTo>
                  <a:cubicBezTo>
                    <a:pt x="194481" y="11340"/>
                    <a:pt x="194582" y="10901"/>
                    <a:pt x="194854" y="10329"/>
                  </a:cubicBezTo>
                  <a:cubicBezTo>
                    <a:pt x="194831" y="10328"/>
                    <a:pt x="194809" y="10328"/>
                    <a:pt x="194787" y="10328"/>
                  </a:cubicBezTo>
                  <a:cubicBezTo>
                    <a:pt x="193534" y="10328"/>
                    <a:pt x="193146" y="11079"/>
                    <a:pt x="192022" y="11086"/>
                  </a:cubicBezTo>
                  <a:cubicBezTo>
                    <a:pt x="190621" y="10788"/>
                    <a:pt x="189195" y="10562"/>
                    <a:pt x="187709" y="10507"/>
                  </a:cubicBezTo>
                  <a:cubicBezTo>
                    <a:pt x="187336" y="10494"/>
                    <a:pt x="186963" y="10481"/>
                    <a:pt x="186590" y="10469"/>
                  </a:cubicBezTo>
                  <a:cubicBezTo>
                    <a:pt x="185140" y="9828"/>
                    <a:pt x="183695" y="9347"/>
                    <a:pt x="182164" y="9347"/>
                  </a:cubicBezTo>
                  <a:cubicBezTo>
                    <a:pt x="181448" y="9347"/>
                    <a:pt x="180714" y="9452"/>
                    <a:pt x="179951" y="9696"/>
                  </a:cubicBezTo>
                  <a:cubicBezTo>
                    <a:pt x="180020" y="9876"/>
                    <a:pt x="180028" y="10068"/>
                    <a:pt x="180053" y="10265"/>
                  </a:cubicBezTo>
                  <a:cubicBezTo>
                    <a:pt x="179572" y="10255"/>
                    <a:pt x="179093" y="10242"/>
                    <a:pt x="178613" y="10234"/>
                  </a:cubicBezTo>
                  <a:cubicBezTo>
                    <a:pt x="178115" y="9970"/>
                    <a:pt x="177633" y="9736"/>
                    <a:pt x="176980" y="9736"/>
                  </a:cubicBezTo>
                  <a:cubicBezTo>
                    <a:pt x="176767" y="9736"/>
                    <a:pt x="176535" y="9761"/>
                    <a:pt x="176279" y="9818"/>
                  </a:cubicBezTo>
                  <a:cubicBezTo>
                    <a:pt x="175905" y="9901"/>
                    <a:pt x="175582" y="10044"/>
                    <a:pt x="175271" y="10200"/>
                  </a:cubicBezTo>
                  <a:cubicBezTo>
                    <a:pt x="175161" y="10200"/>
                    <a:pt x="175050" y="10200"/>
                    <a:pt x="174940" y="10200"/>
                  </a:cubicBezTo>
                  <a:cubicBezTo>
                    <a:pt x="174166" y="10200"/>
                    <a:pt x="173391" y="10205"/>
                    <a:pt x="172617" y="10215"/>
                  </a:cubicBezTo>
                  <a:cubicBezTo>
                    <a:pt x="172662" y="9866"/>
                    <a:pt x="172776" y="9607"/>
                    <a:pt x="173149" y="9286"/>
                  </a:cubicBezTo>
                  <a:lnTo>
                    <a:pt x="173149" y="9286"/>
                  </a:lnTo>
                  <a:cubicBezTo>
                    <a:pt x="172460" y="9457"/>
                    <a:pt x="171654" y="9467"/>
                    <a:pt x="170848" y="9467"/>
                  </a:cubicBezTo>
                  <a:cubicBezTo>
                    <a:pt x="170750" y="9467"/>
                    <a:pt x="170652" y="9467"/>
                    <a:pt x="170554" y="9467"/>
                  </a:cubicBezTo>
                  <a:cubicBezTo>
                    <a:pt x="170168" y="9467"/>
                    <a:pt x="169784" y="9469"/>
                    <a:pt x="169417" y="9490"/>
                  </a:cubicBezTo>
                  <a:cubicBezTo>
                    <a:pt x="169345" y="9779"/>
                    <a:pt x="169208" y="9972"/>
                    <a:pt x="169134" y="10260"/>
                  </a:cubicBezTo>
                  <a:cubicBezTo>
                    <a:pt x="168997" y="10280"/>
                    <a:pt x="168872" y="10289"/>
                    <a:pt x="168757" y="10289"/>
                  </a:cubicBezTo>
                  <a:cubicBezTo>
                    <a:pt x="167806" y="10289"/>
                    <a:pt x="167561" y="9656"/>
                    <a:pt x="166857" y="9450"/>
                  </a:cubicBezTo>
                  <a:cubicBezTo>
                    <a:pt x="166433" y="9326"/>
                    <a:pt x="166139" y="9282"/>
                    <a:pt x="165899" y="9282"/>
                  </a:cubicBezTo>
                  <a:cubicBezTo>
                    <a:pt x="165440" y="9282"/>
                    <a:pt x="165180" y="9442"/>
                    <a:pt x="164584" y="9504"/>
                  </a:cubicBezTo>
                  <a:cubicBezTo>
                    <a:pt x="163987" y="9567"/>
                    <a:pt x="162827" y="9789"/>
                    <a:pt x="161782" y="9789"/>
                  </a:cubicBezTo>
                  <a:cubicBezTo>
                    <a:pt x="160696" y="9789"/>
                    <a:pt x="159734" y="9550"/>
                    <a:pt x="159654" y="8648"/>
                  </a:cubicBezTo>
                  <a:cubicBezTo>
                    <a:pt x="159342" y="8486"/>
                    <a:pt x="159090" y="8423"/>
                    <a:pt x="158873" y="8423"/>
                  </a:cubicBezTo>
                  <a:cubicBezTo>
                    <a:pt x="158154" y="8423"/>
                    <a:pt x="157818" y="9121"/>
                    <a:pt x="156933" y="9263"/>
                  </a:cubicBezTo>
                  <a:cubicBezTo>
                    <a:pt x="156837" y="9279"/>
                    <a:pt x="156722" y="9286"/>
                    <a:pt x="156593" y="9286"/>
                  </a:cubicBezTo>
                  <a:cubicBezTo>
                    <a:pt x="155814" y="9286"/>
                    <a:pt x="154527" y="9040"/>
                    <a:pt x="153811" y="8990"/>
                  </a:cubicBezTo>
                  <a:cubicBezTo>
                    <a:pt x="153968" y="8686"/>
                    <a:pt x="153831" y="8150"/>
                    <a:pt x="153962" y="7799"/>
                  </a:cubicBezTo>
                  <a:cubicBezTo>
                    <a:pt x="153871" y="7788"/>
                    <a:pt x="153786" y="7783"/>
                    <a:pt x="153705" y="7783"/>
                  </a:cubicBezTo>
                  <a:cubicBezTo>
                    <a:pt x="152767" y="7783"/>
                    <a:pt x="152438" y="8492"/>
                    <a:pt x="151517" y="8662"/>
                  </a:cubicBezTo>
                  <a:cubicBezTo>
                    <a:pt x="151301" y="8702"/>
                    <a:pt x="151094" y="8718"/>
                    <a:pt x="150892" y="8718"/>
                  </a:cubicBezTo>
                  <a:cubicBezTo>
                    <a:pt x="150175" y="8718"/>
                    <a:pt x="149524" y="8513"/>
                    <a:pt x="148761" y="8436"/>
                  </a:cubicBezTo>
                  <a:cubicBezTo>
                    <a:pt x="148734" y="8489"/>
                    <a:pt x="148697" y="8529"/>
                    <a:pt x="148665" y="8577"/>
                  </a:cubicBezTo>
                  <a:cubicBezTo>
                    <a:pt x="147682" y="8519"/>
                    <a:pt x="146701" y="8488"/>
                    <a:pt x="145719" y="8488"/>
                  </a:cubicBezTo>
                  <a:cubicBezTo>
                    <a:pt x="145670" y="8488"/>
                    <a:pt x="145620" y="8489"/>
                    <a:pt x="145571" y="8489"/>
                  </a:cubicBezTo>
                  <a:cubicBezTo>
                    <a:pt x="145157" y="8296"/>
                    <a:pt x="144576" y="8188"/>
                    <a:pt x="143890" y="8150"/>
                  </a:cubicBezTo>
                  <a:cubicBezTo>
                    <a:pt x="143842" y="7931"/>
                    <a:pt x="143821" y="7680"/>
                    <a:pt x="143845" y="7378"/>
                  </a:cubicBezTo>
                  <a:lnTo>
                    <a:pt x="143845" y="7378"/>
                  </a:lnTo>
                  <a:cubicBezTo>
                    <a:pt x="143042" y="7425"/>
                    <a:pt x="142355" y="7892"/>
                    <a:pt x="141626" y="8225"/>
                  </a:cubicBezTo>
                  <a:cubicBezTo>
                    <a:pt x="141224" y="8265"/>
                    <a:pt x="140813" y="8320"/>
                    <a:pt x="140401" y="8384"/>
                  </a:cubicBezTo>
                  <a:cubicBezTo>
                    <a:pt x="140528" y="8103"/>
                    <a:pt x="140555" y="7831"/>
                    <a:pt x="140671" y="7577"/>
                  </a:cubicBezTo>
                  <a:lnTo>
                    <a:pt x="140671" y="7577"/>
                  </a:lnTo>
                  <a:cubicBezTo>
                    <a:pt x="140240" y="7833"/>
                    <a:pt x="139850" y="8209"/>
                    <a:pt x="139447" y="8553"/>
                  </a:cubicBezTo>
                  <a:cubicBezTo>
                    <a:pt x="138841" y="8672"/>
                    <a:pt x="138244" y="8810"/>
                    <a:pt x="137685" y="8963"/>
                  </a:cubicBezTo>
                  <a:cubicBezTo>
                    <a:pt x="137766" y="8487"/>
                    <a:pt x="137754" y="7962"/>
                    <a:pt x="137775" y="7420"/>
                  </a:cubicBezTo>
                  <a:lnTo>
                    <a:pt x="137775" y="7420"/>
                  </a:lnTo>
                  <a:cubicBezTo>
                    <a:pt x="137635" y="8082"/>
                    <a:pt x="136925" y="8768"/>
                    <a:pt x="136154" y="9456"/>
                  </a:cubicBezTo>
                  <a:cubicBezTo>
                    <a:pt x="135323" y="9771"/>
                    <a:pt x="134685" y="10112"/>
                    <a:pt x="134383" y="10445"/>
                  </a:cubicBezTo>
                  <a:cubicBezTo>
                    <a:pt x="134344" y="10456"/>
                    <a:pt x="134307" y="10467"/>
                    <a:pt x="134269" y="10478"/>
                  </a:cubicBezTo>
                  <a:cubicBezTo>
                    <a:pt x="132970" y="10572"/>
                    <a:pt x="131804" y="10831"/>
                    <a:pt x="130633" y="10831"/>
                  </a:cubicBezTo>
                  <a:cubicBezTo>
                    <a:pt x="130282" y="10831"/>
                    <a:pt x="129931" y="10808"/>
                    <a:pt x="129576" y="10750"/>
                  </a:cubicBezTo>
                  <a:lnTo>
                    <a:pt x="129576" y="10750"/>
                  </a:lnTo>
                  <a:cubicBezTo>
                    <a:pt x="129627" y="11152"/>
                    <a:pt x="129573" y="11438"/>
                    <a:pt x="129449" y="11634"/>
                  </a:cubicBezTo>
                  <a:cubicBezTo>
                    <a:pt x="128988" y="11698"/>
                    <a:pt x="128525" y="11748"/>
                    <a:pt x="128057" y="11772"/>
                  </a:cubicBezTo>
                  <a:cubicBezTo>
                    <a:pt x="127959" y="11777"/>
                    <a:pt x="127861" y="11777"/>
                    <a:pt x="127765" y="11782"/>
                  </a:cubicBezTo>
                  <a:cubicBezTo>
                    <a:pt x="127588" y="11709"/>
                    <a:pt x="127418" y="11622"/>
                    <a:pt x="127262" y="11526"/>
                  </a:cubicBezTo>
                  <a:cubicBezTo>
                    <a:pt x="127210" y="11328"/>
                    <a:pt x="127238" y="11160"/>
                    <a:pt x="127194" y="10960"/>
                  </a:cubicBezTo>
                  <a:cubicBezTo>
                    <a:pt x="127131" y="10956"/>
                    <a:pt x="127067" y="10954"/>
                    <a:pt x="127005" y="10954"/>
                  </a:cubicBezTo>
                  <a:cubicBezTo>
                    <a:pt x="126256" y="10954"/>
                    <a:pt x="125564" y="11256"/>
                    <a:pt x="124938" y="11700"/>
                  </a:cubicBezTo>
                  <a:cubicBezTo>
                    <a:pt x="124997" y="11224"/>
                    <a:pt x="124808" y="10653"/>
                    <a:pt x="124922" y="10162"/>
                  </a:cubicBezTo>
                  <a:lnTo>
                    <a:pt x="124922" y="10162"/>
                  </a:lnTo>
                  <a:cubicBezTo>
                    <a:pt x="124504" y="10600"/>
                    <a:pt x="123161" y="11444"/>
                    <a:pt x="122055" y="11769"/>
                  </a:cubicBezTo>
                  <a:cubicBezTo>
                    <a:pt x="121592" y="11749"/>
                    <a:pt x="121128" y="11725"/>
                    <a:pt x="120663" y="11700"/>
                  </a:cubicBezTo>
                  <a:cubicBezTo>
                    <a:pt x="120462" y="11505"/>
                    <a:pt x="120390" y="11158"/>
                    <a:pt x="120522" y="10597"/>
                  </a:cubicBezTo>
                  <a:cubicBezTo>
                    <a:pt x="120538" y="10578"/>
                    <a:pt x="120876" y="10125"/>
                    <a:pt x="120875" y="10125"/>
                  </a:cubicBezTo>
                  <a:lnTo>
                    <a:pt x="120875" y="10125"/>
                  </a:lnTo>
                  <a:cubicBezTo>
                    <a:pt x="120875" y="10125"/>
                    <a:pt x="120875" y="10125"/>
                    <a:pt x="120875" y="10125"/>
                  </a:cubicBezTo>
                  <a:cubicBezTo>
                    <a:pt x="120792" y="10115"/>
                    <a:pt x="120712" y="10110"/>
                    <a:pt x="120634" y="10110"/>
                  </a:cubicBezTo>
                  <a:cubicBezTo>
                    <a:pt x="119666" y="10110"/>
                    <a:pt x="119098" y="10857"/>
                    <a:pt x="118461" y="11565"/>
                  </a:cubicBezTo>
                  <a:cubicBezTo>
                    <a:pt x="117494" y="11500"/>
                    <a:pt x="116530" y="11430"/>
                    <a:pt x="115569" y="11361"/>
                  </a:cubicBezTo>
                  <a:cubicBezTo>
                    <a:pt x="115654" y="11155"/>
                    <a:pt x="115737" y="10951"/>
                    <a:pt x="115816" y="10750"/>
                  </a:cubicBezTo>
                  <a:cubicBezTo>
                    <a:pt x="115357" y="10590"/>
                    <a:pt x="114366" y="10425"/>
                    <a:pt x="113426" y="10425"/>
                  </a:cubicBezTo>
                  <a:cubicBezTo>
                    <a:pt x="112518" y="10425"/>
                    <a:pt x="111658" y="10579"/>
                    <a:pt x="111368" y="11041"/>
                  </a:cubicBezTo>
                  <a:cubicBezTo>
                    <a:pt x="109618" y="10825"/>
                    <a:pt x="107898" y="10403"/>
                    <a:pt x="106161" y="10115"/>
                  </a:cubicBezTo>
                  <a:cubicBezTo>
                    <a:pt x="105897" y="9808"/>
                    <a:pt x="105679" y="9414"/>
                    <a:pt x="105526" y="8902"/>
                  </a:cubicBezTo>
                  <a:cubicBezTo>
                    <a:pt x="104948" y="9406"/>
                    <a:pt x="103787" y="9771"/>
                    <a:pt x="102706" y="9805"/>
                  </a:cubicBezTo>
                  <a:cubicBezTo>
                    <a:pt x="102539" y="9803"/>
                    <a:pt x="102370" y="9800"/>
                    <a:pt x="102203" y="9798"/>
                  </a:cubicBezTo>
                  <a:cubicBezTo>
                    <a:pt x="101496" y="9747"/>
                    <a:pt x="100870" y="9528"/>
                    <a:pt x="100541" y="9080"/>
                  </a:cubicBezTo>
                  <a:cubicBezTo>
                    <a:pt x="100668" y="9006"/>
                    <a:pt x="100975" y="8789"/>
                    <a:pt x="101073" y="8706"/>
                  </a:cubicBezTo>
                  <a:lnTo>
                    <a:pt x="101073" y="8706"/>
                  </a:lnTo>
                  <a:cubicBezTo>
                    <a:pt x="99955" y="8709"/>
                    <a:pt x="98091" y="9402"/>
                    <a:pt x="96625" y="9402"/>
                  </a:cubicBezTo>
                  <a:cubicBezTo>
                    <a:pt x="95942" y="9402"/>
                    <a:pt x="95345" y="9251"/>
                    <a:pt x="94952" y="8810"/>
                  </a:cubicBezTo>
                  <a:cubicBezTo>
                    <a:pt x="95106" y="8656"/>
                    <a:pt x="95267" y="8506"/>
                    <a:pt x="95422" y="8331"/>
                  </a:cubicBezTo>
                  <a:lnTo>
                    <a:pt x="95422" y="8331"/>
                  </a:lnTo>
                  <a:cubicBezTo>
                    <a:pt x="94827" y="8479"/>
                    <a:pt x="93704" y="8732"/>
                    <a:pt x="92705" y="8732"/>
                  </a:cubicBezTo>
                  <a:cubicBezTo>
                    <a:pt x="91618" y="8732"/>
                    <a:pt x="90678" y="8433"/>
                    <a:pt x="90723" y="7373"/>
                  </a:cubicBezTo>
                  <a:lnTo>
                    <a:pt x="90723" y="7373"/>
                  </a:lnTo>
                  <a:cubicBezTo>
                    <a:pt x="89823" y="7767"/>
                    <a:pt x="88742" y="8198"/>
                    <a:pt x="87638" y="8363"/>
                  </a:cubicBezTo>
                  <a:cubicBezTo>
                    <a:pt x="87088" y="8288"/>
                    <a:pt x="86535" y="8206"/>
                    <a:pt x="85986" y="8125"/>
                  </a:cubicBezTo>
                  <a:cubicBezTo>
                    <a:pt x="86024" y="7870"/>
                    <a:pt x="86015" y="7563"/>
                    <a:pt x="86085" y="7373"/>
                  </a:cubicBezTo>
                  <a:lnTo>
                    <a:pt x="86085" y="7373"/>
                  </a:lnTo>
                  <a:cubicBezTo>
                    <a:pt x="85542" y="7528"/>
                    <a:pt x="84528" y="7730"/>
                    <a:pt x="83535" y="7775"/>
                  </a:cubicBezTo>
                  <a:cubicBezTo>
                    <a:pt x="82865" y="7684"/>
                    <a:pt x="82196" y="7600"/>
                    <a:pt x="81526" y="7521"/>
                  </a:cubicBezTo>
                  <a:cubicBezTo>
                    <a:pt x="81031" y="7303"/>
                    <a:pt x="80734" y="6925"/>
                    <a:pt x="80811" y="6314"/>
                  </a:cubicBezTo>
                  <a:lnTo>
                    <a:pt x="80811" y="6314"/>
                  </a:lnTo>
                  <a:cubicBezTo>
                    <a:pt x="79922" y="6707"/>
                    <a:pt x="79067" y="6854"/>
                    <a:pt x="78231" y="6854"/>
                  </a:cubicBezTo>
                  <a:cubicBezTo>
                    <a:pt x="75768" y="6854"/>
                    <a:pt x="73479" y="5579"/>
                    <a:pt x="71030" y="5579"/>
                  </a:cubicBezTo>
                  <a:cubicBezTo>
                    <a:pt x="70497" y="5579"/>
                    <a:pt x="69956" y="5640"/>
                    <a:pt x="69404" y="5787"/>
                  </a:cubicBezTo>
                  <a:cubicBezTo>
                    <a:pt x="69497" y="5599"/>
                    <a:pt x="69590" y="5167"/>
                    <a:pt x="69655" y="5066"/>
                  </a:cubicBezTo>
                  <a:lnTo>
                    <a:pt x="69655" y="5066"/>
                  </a:lnTo>
                  <a:cubicBezTo>
                    <a:pt x="69020" y="5164"/>
                    <a:pt x="68327" y="5180"/>
                    <a:pt x="67622" y="5180"/>
                  </a:cubicBezTo>
                  <a:cubicBezTo>
                    <a:pt x="67305" y="5180"/>
                    <a:pt x="66986" y="5177"/>
                    <a:pt x="66669" y="5177"/>
                  </a:cubicBezTo>
                  <a:cubicBezTo>
                    <a:pt x="65950" y="5013"/>
                    <a:pt x="65227" y="4862"/>
                    <a:pt x="64496" y="4728"/>
                  </a:cubicBezTo>
                  <a:cubicBezTo>
                    <a:pt x="64665" y="4474"/>
                    <a:pt x="64848" y="4219"/>
                    <a:pt x="65023" y="4074"/>
                  </a:cubicBezTo>
                  <a:cubicBezTo>
                    <a:pt x="64803" y="4014"/>
                    <a:pt x="64594" y="3990"/>
                    <a:pt x="64392" y="3990"/>
                  </a:cubicBezTo>
                  <a:cubicBezTo>
                    <a:pt x="63608" y="3990"/>
                    <a:pt x="62937" y="4351"/>
                    <a:pt x="62189" y="4351"/>
                  </a:cubicBezTo>
                  <a:cubicBezTo>
                    <a:pt x="62158" y="4351"/>
                    <a:pt x="62126" y="4350"/>
                    <a:pt x="62093" y="4349"/>
                  </a:cubicBezTo>
                  <a:cubicBezTo>
                    <a:pt x="61097" y="4305"/>
                    <a:pt x="60687" y="3733"/>
                    <a:pt x="59933" y="3605"/>
                  </a:cubicBezTo>
                  <a:cubicBezTo>
                    <a:pt x="59824" y="3586"/>
                    <a:pt x="59703" y="3579"/>
                    <a:pt x="59573" y="3579"/>
                  </a:cubicBezTo>
                  <a:cubicBezTo>
                    <a:pt x="59107" y="3579"/>
                    <a:pt x="58530" y="3677"/>
                    <a:pt x="57973" y="3724"/>
                  </a:cubicBezTo>
                  <a:cubicBezTo>
                    <a:pt x="57415" y="3619"/>
                    <a:pt x="56857" y="3510"/>
                    <a:pt x="56300" y="3399"/>
                  </a:cubicBezTo>
                  <a:cubicBezTo>
                    <a:pt x="56102" y="3214"/>
                    <a:pt x="55970" y="2941"/>
                    <a:pt x="55945" y="2534"/>
                  </a:cubicBezTo>
                  <a:cubicBezTo>
                    <a:pt x="55670" y="2486"/>
                    <a:pt x="55407" y="2468"/>
                    <a:pt x="55151" y="2468"/>
                  </a:cubicBezTo>
                  <a:cubicBezTo>
                    <a:pt x="54308" y="2468"/>
                    <a:pt x="53543" y="2671"/>
                    <a:pt x="52718" y="2706"/>
                  </a:cubicBezTo>
                  <a:cubicBezTo>
                    <a:pt x="52329" y="2637"/>
                    <a:pt x="51940" y="2567"/>
                    <a:pt x="51549" y="2504"/>
                  </a:cubicBezTo>
                  <a:cubicBezTo>
                    <a:pt x="51366" y="2473"/>
                    <a:pt x="51178" y="2448"/>
                    <a:pt x="50990" y="2425"/>
                  </a:cubicBezTo>
                  <a:cubicBezTo>
                    <a:pt x="51413" y="2237"/>
                    <a:pt x="51435" y="1943"/>
                    <a:pt x="51739" y="1692"/>
                  </a:cubicBezTo>
                  <a:lnTo>
                    <a:pt x="51739" y="1692"/>
                  </a:lnTo>
                  <a:cubicBezTo>
                    <a:pt x="50079" y="1704"/>
                    <a:pt x="48600" y="2044"/>
                    <a:pt x="47029" y="2285"/>
                  </a:cubicBezTo>
                  <a:cubicBezTo>
                    <a:pt x="46684" y="2288"/>
                    <a:pt x="46339" y="2290"/>
                    <a:pt x="45995" y="2290"/>
                  </a:cubicBezTo>
                  <a:cubicBezTo>
                    <a:pt x="45569" y="2290"/>
                    <a:pt x="45145" y="2286"/>
                    <a:pt x="44724" y="2276"/>
                  </a:cubicBezTo>
                  <a:cubicBezTo>
                    <a:pt x="44751" y="2009"/>
                    <a:pt x="44713" y="1718"/>
                    <a:pt x="44779" y="1477"/>
                  </a:cubicBezTo>
                  <a:lnTo>
                    <a:pt x="44779" y="1477"/>
                  </a:lnTo>
                  <a:cubicBezTo>
                    <a:pt x="44045" y="1642"/>
                    <a:pt x="43338" y="1710"/>
                    <a:pt x="42650" y="1710"/>
                  </a:cubicBezTo>
                  <a:cubicBezTo>
                    <a:pt x="41689" y="1710"/>
                    <a:pt x="40765" y="1578"/>
                    <a:pt x="39858" y="1395"/>
                  </a:cubicBezTo>
                  <a:cubicBezTo>
                    <a:pt x="38771" y="934"/>
                    <a:pt x="37785" y="403"/>
                    <a:pt x="36379" y="391"/>
                  </a:cubicBezTo>
                  <a:cubicBezTo>
                    <a:pt x="36342" y="390"/>
                    <a:pt x="36306" y="390"/>
                    <a:pt x="36270" y="390"/>
                  </a:cubicBezTo>
                  <a:cubicBezTo>
                    <a:pt x="35921" y="390"/>
                    <a:pt x="35578" y="404"/>
                    <a:pt x="35238" y="424"/>
                  </a:cubicBezTo>
                  <a:cubicBezTo>
                    <a:pt x="34740" y="360"/>
                    <a:pt x="34237" y="321"/>
                    <a:pt x="33725" y="321"/>
                  </a:cubicBezTo>
                  <a:cubicBezTo>
                    <a:pt x="33024" y="321"/>
                    <a:pt x="32306" y="393"/>
                    <a:pt x="31562" y="571"/>
                  </a:cubicBezTo>
                  <a:cubicBezTo>
                    <a:pt x="31535" y="415"/>
                    <a:pt x="31588" y="180"/>
                    <a:pt x="31546" y="47"/>
                  </a:cubicBezTo>
                  <a:lnTo>
                    <a:pt x="31546" y="47"/>
                  </a:lnTo>
                  <a:cubicBezTo>
                    <a:pt x="30944" y="262"/>
                    <a:pt x="30302" y="367"/>
                    <a:pt x="29637" y="367"/>
                  </a:cubicBezTo>
                  <a:cubicBezTo>
                    <a:pt x="29508" y="367"/>
                    <a:pt x="29378" y="363"/>
                    <a:pt x="29248" y="355"/>
                  </a:cubicBezTo>
                  <a:cubicBezTo>
                    <a:pt x="29225" y="236"/>
                    <a:pt x="29200" y="117"/>
                    <a:pt x="29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7677500" y="2642625"/>
            <a:ext cx="1864550" cy="512975"/>
          </a:xfrm>
          <a:custGeom>
            <a:avLst/>
            <a:gdLst/>
            <a:ahLst/>
            <a:cxnLst/>
            <a:rect l="l" t="t" r="r" b="b"/>
            <a:pathLst>
              <a:path w="74582" h="20519" extrusionOk="0">
                <a:moveTo>
                  <a:pt x="28986" y="0"/>
                </a:moveTo>
                <a:cubicBezTo>
                  <a:pt x="26055" y="1629"/>
                  <a:pt x="24426" y="3582"/>
                  <a:pt x="24426" y="3582"/>
                </a:cubicBezTo>
                <a:lnTo>
                  <a:pt x="23450" y="12051"/>
                </a:lnTo>
                <a:cubicBezTo>
                  <a:pt x="21914" y="12888"/>
                  <a:pt x="20379" y="13127"/>
                  <a:pt x="19126" y="13127"/>
                </a:cubicBezTo>
                <a:cubicBezTo>
                  <a:pt x="17455" y="13127"/>
                  <a:pt x="16285" y="12701"/>
                  <a:pt x="16285" y="12701"/>
                </a:cubicBezTo>
                <a:lnTo>
                  <a:pt x="11073" y="14656"/>
                </a:lnTo>
                <a:lnTo>
                  <a:pt x="6839" y="17913"/>
                </a:lnTo>
                <a:lnTo>
                  <a:pt x="1" y="20192"/>
                </a:lnTo>
                <a:lnTo>
                  <a:pt x="14656" y="20518"/>
                </a:lnTo>
                <a:lnTo>
                  <a:pt x="74582" y="20518"/>
                </a:lnTo>
                <a:lnTo>
                  <a:pt x="51133" y="18238"/>
                </a:lnTo>
                <a:lnTo>
                  <a:pt x="49180" y="13678"/>
                </a:lnTo>
                <a:lnTo>
                  <a:pt x="45596" y="10422"/>
                </a:lnTo>
                <a:lnTo>
                  <a:pt x="40711" y="10096"/>
                </a:lnTo>
                <a:lnTo>
                  <a:pt x="34848" y="3908"/>
                </a:lnTo>
                <a:lnTo>
                  <a:pt x="2898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8187175" y="583875"/>
            <a:ext cx="1864550" cy="512975"/>
          </a:xfrm>
          <a:custGeom>
            <a:avLst/>
            <a:gdLst/>
            <a:ahLst/>
            <a:cxnLst/>
            <a:rect l="l" t="t" r="r" b="b"/>
            <a:pathLst>
              <a:path w="74582" h="20519" extrusionOk="0">
                <a:moveTo>
                  <a:pt x="28986" y="0"/>
                </a:moveTo>
                <a:cubicBezTo>
                  <a:pt x="26055" y="1629"/>
                  <a:pt x="24426" y="3582"/>
                  <a:pt x="24426" y="3582"/>
                </a:cubicBezTo>
                <a:lnTo>
                  <a:pt x="23450" y="12051"/>
                </a:lnTo>
                <a:cubicBezTo>
                  <a:pt x="21914" y="12888"/>
                  <a:pt x="20379" y="13127"/>
                  <a:pt x="19126" y="13127"/>
                </a:cubicBezTo>
                <a:cubicBezTo>
                  <a:pt x="17455" y="13127"/>
                  <a:pt x="16285" y="12701"/>
                  <a:pt x="16285" y="12701"/>
                </a:cubicBezTo>
                <a:lnTo>
                  <a:pt x="11073" y="14656"/>
                </a:lnTo>
                <a:lnTo>
                  <a:pt x="6839" y="17913"/>
                </a:lnTo>
                <a:lnTo>
                  <a:pt x="1" y="20192"/>
                </a:lnTo>
                <a:lnTo>
                  <a:pt x="14656" y="20518"/>
                </a:lnTo>
                <a:lnTo>
                  <a:pt x="74582" y="20518"/>
                </a:lnTo>
                <a:lnTo>
                  <a:pt x="51133" y="18238"/>
                </a:lnTo>
                <a:lnTo>
                  <a:pt x="49180" y="13678"/>
                </a:lnTo>
                <a:lnTo>
                  <a:pt x="45596" y="10422"/>
                </a:lnTo>
                <a:lnTo>
                  <a:pt x="40711" y="10096"/>
                </a:lnTo>
                <a:lnTo>
                  <a:pt x="34848" y="3908"/>
                </a:lnTo>
                <a:lnTo>
                  <a:pt x="2898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073" y="4440168"/>
            <a:ext cx="9144222" cy="2250868"/>
            <a:chOff x="1073" y="4171918"/>
            <a:chExt cx="9144222" cy="2250868"/>
          </a:xfrm>
        </p:grpSpPr>
        <p:sp>
          <p:nvSpPr>
            <p:cNvPr id="26" name="Google Shape;26;p4"/>
            <p:cNvSpPr/>
            <p:nvPr/>
          </p:nvSpPr>
          <p:spPr>
            <a:xfrm>
              <a:off x="1073" y="4171918"/>
              <a:ext cx="9144086" cy="2159294"/>
            </a:xfrm>
            <a:custGeom>
              <a:avLst/>
              <a:gdLst/>
              <a:ahLst/>
              <a:cxnLst/>
              <a:rect l="l" t="t" r="r" b="b"/>
              <a:pathLst>
                <a:path w="215726" h="94282" extrusionOk="0">
                  <a:moveTo>
                    <a:pt x="0" y="90015"/>
                  </a:moveTo>
                  <a:cubicBezTo>
                    <a:pt x="1648" y="90240"/>
                    <a:pt x="3297" y="90460"/>
                    <a:pt x="4947" y="90692"/>
                  </a:cubicBezTo>
                  <a:cubicBezTo>
                    <a:pt x="8605" y="91207"/>
                    <a:pt x="12284" y="91542"/>
                    <a:pt x="15931" y="92124"/>
                  </a:cubicBezTo>
                  <a:cubicBezTo>
                    <a:pt x="19394" y="92676"/>
                    <a:pt x="22832" y="93366"/>
                    <a:pt x="26277" y="94019"/>
                  </a:cubicBezTo>
                  <a:cubicBezTo>
                    <a:pt x="26742" y="94107"/>
                    <a:pt x="27210" y="94196"/>
                    <a:pt x="27677" y="94281"/>
                  </a:cubicBezTo>
                  <a:lnTo>
                    <a:pt x="214948" y="77276"/>
                  </a:lnTo>
                  <a:lnTo>
                    <a:pt x="215725" y="50489"/>
                  </a:lnTo>
                  <a:lnTo>
                    <a:pt x="215725" y="11713"/>
                  </a:lnTo>
                  <a:cubicBezTo>
                    <a:pt x="215653" y="11752"/>
                    <a:pt x="215578" y="11797"/>
                    <a:pt x="215508" y="11845"/>
                  </a:cubicBezTo>
                  <a:cubicBezTo>
                    <a:pt x="215342" y="11955"/>
                    <a:pt x="215167" y="12020"/>
                    <a:pt x="214993" y="12113"/>
                  </a:cubicBezTo>
                  <a:cubicBezTo>
                    <a:pt x="214801" y="12215"/>
                    <a:pt x="214622" y="12338"/>
                    <a:pt x="214431" y="12440"/>
                  </a:cubicBezTo>
                  <a:cubicBezTo>
                    <a:pt x="214109" y="12613"/>
                    <a:pt x="213880" y="12929"/>
                    <a:pt x="213540" y="13069"/>
                  </a:cubicBezTo>
                  <a:cubicBezTo>
                    <a:pt x="213172" y="13218"/>
                    <a:pt x="212822" y="13379"/>
                    <a:pt x="212463" y="13552"/>
                  </a:cubicBezTo>
                  <a:cubicBezTo>
                    <a:pt x="212108" y="13727"/>
                    <a:pt x="211755" y="13850"/>
                    <a:pt x="211355" y="13889"/>
                  </a:cubicBezTo>
                  <a:cubicBezTo>
                    <a:pt x="210949" y="13930"/>
                    <a:pt x="210583" y="13835"/>
                    <a:pt x="210183" y="13785"/>
                  </a:cubicBezTo>
                  <a:cubicBezTo>
                    <a:pt x="209809" y="13736"/>
                    <a:pt x="209516" y="13500"/>
                    <a:pt x="209196" y="13320"/>
                  </a:cubicBezTo>
                  <a:cubicBezTo>
                    <a:pt x="208852" y="13125"/>
                    <a:pt x="208461" y="12959"/>
                    <a:pt x="208091" y="12818"/>
                  </a:cubicBezTo>
                  <a:cubicBezTo>
                    <a:pt x="207743" y="12686"/>
                    <a:pt x="207477" y="12442"/>
                    <a:pt x="207124" y="12314"/>
                  </a:cubicBezTo>
                  <a:cubicBezTo>
                    <a:pt x="206784" y="12191"/>
                    <a:pt x="206441" y="12139"/>
                    <a:pt x="206079" y="12169"/>
                  </a:cubicBezTo>
                  <a:cubicBezTo>
                    <a:pt x="205865" y="12187"/>
                    <a:pt x="205644" y="12251"/>
                    <a:pt x="205433" y="12174"/>
                  </a:cubicBezTo>
                  <a:cubicBezTo>
                    <a:pt x="205244" y="12105"/>
                    <a:pt x="205058" y="12018"/>
                    <a:pt x="204868" y="11947"/>
                  </a:cubicBezTo>
                  <a:cubicBezTo>
                    <a:pt x="204489" y="11804"/>
                    <a:pt x="204107" y="11659"/>
                    <a:pt x="203709" y="11574"/>
                  </a:cubicBezTo>
                  <a:cubicBezTo>
                    <a:pt x="203280" y="11481"/>
                    <a:pt x="202871" y="11332"/>
                    <a:pt x="202445" y="11233"/>
                  </a:cubicBezTo>
                  <a:cubicBezTo>
                    <a:pt x="202274" y="11192"/>
                    <a:pt x="202097" y="11168"/>
                    <a:pt x="201924" y="11133"/>
                  </a:cubicBezTo>
                  <a:cubicBezTo>
                    <a:pt x="201725" y="11090"/>
                    <a:pt x="201539" y="11017"/>
                    <a:pt x="201344" y="10958"/>
                  </a:cubicBezTo>
                  <a:cubicBezTo>
                    <a:pt x="201141" y="10898"/>
                    <a:pt x="200940" y="10839"/>
                    <a:pt x="200739" y="10770"/>
                  </a:cubicBezTo>
                  <a:cubicBezTo>
                    <a:pt x="200538" y="10701"/>
                    <a:pt x="200369" y="10711"/>
                    <a:pt x="200161" y="10690"/>
                  </a:cubicBezTo>
                  <a:cubicBezTo>
                    <a:pt x="200133" y="10686"/>
                    <a:pt x="200103" y="10683"/>
                    <a:pt x="200074" y="10681"/>
                  </a:cubicBezTo>
                  <a:cubicBezTo>
                    <a:pt x="200068" y="10651"/>
                    <a:pt x="200046" y="10625"/>
                    <a:pt x="200005" y="10627"/>
                  </a:cubicBezTo>
                  <a:cubicBezTo>
                    <a:pt x="199822" y="10633"/>
                    <a:pt x="199638" y="10633"/>
                    <a:pt x="199456" y="10644"/>
                  </a:cubicBezTo>
                  <a:cubicBezTo>
                    <a:pt x="199296" y="10655"/>
                    <a:pt x="199159" y="10699"/>
                    <a:pt x="199010" y="10748"/>
                  </a:cubicBezTo>
                  <a:cubicBezTo>
                    <a:pt x="198852" y="10796"/>
                    <a:pt x="198677" y="10792"/>
                    <a:pt x="198513" y="10798"/>
                  </a:cubicBezTo>
                  <a:cubicBezTo>
                    <a:pt x="198333" y="10805"/>
                    <a:pt x="198154" y="10819"/>
                    <a:pt x="197974" y="10830"/>
                  </a:cubicBezTo>
                  <a:cubicBezTo>
                    <a:pt x="197892" y="10837"/>
                    <a:pt x="197814" y="10843"/>
                    <a:pt x="197734" y="10861"/>
                  </a:cubicBezTo>
                  <a:cubicBezTo>
                    <a:pt x="197652" y="10880"/>
                    <a:pt x="197581" y="10915"/>
                    <a:pt x="197505" y="10945"/>
                  </a:cubicBezTo>
                  <a:cubicBezTo>
                    <a:pt x="197353" y="11006"/>
                    <a:pt x="197191" y="10978"/>
                    <a:pt x="197033" y="10973"/>
                  </a:cubicBezTo>
                  <a:cubicBezTo>
                    <a:pt x="196867" y="10965"/>
                    <a:pt x="196704" y="10971"/>
                    <a:pt x="196540" y="10960"/>
                  </a:cubicBezTo>
                  <a:cubicBezTo>
                    <a:pt x="196360" y="10947"/>
                    <a:pt x="196203" y="10990"/>
                    <a:pt x="196045" y="11073"/>
                  </a:cubicBezTo>
                  <a:cubicBezTo>
                    <a:pt x="195900" y="11151"/>
                    <a:pt x="195748" y="11211"/>
                    <a:pt x="195597" y="11278"/>
                  </a:cubicBezTo>
                  <a:cubicBezTo>
                    <a:pt x="195446" y="11343"/>
                    <a:pt x="195305" y="11423"/>
                    <a:pt x="195151" y="11482"/>
                  </a:cubicBezTo>
                  <a:cubicBezTo>
                    <a:pt x="194996" y="11542"/>
                    <a:pt x="194853" y="11609"/>
                    <a:pt x="194716" y="11700"/>
                  </a:cubicBezTo>
                  <a:cubicBezTo>
                    <a:pt x="194660" y="11735"/>
                    <a:pt x="194606" y="11774"/>
                    <a:pt x="194544" y="11799"/>
                  </a:cubicBezTo>
                  <a:cubicBezTo>
                    <a:pt x="194468" y="11830"/>
                    <a:pt x="194388" y="11834"/>
                    <a:pt x="194308" y="11841"/>
                  </a:cubicBezTo>
                  <a:cubicBezTo>
                    <a:pt x="194139" y="11858"/>
                    <a:pt x="193968" y="11873"/>
                    <a:pt x="193799" y="11884"/>
                  </a:cubicBezTo>
                  <a:cubicBezTo>
                    <a:pt x="193639" y="11895"/>
                    <a:pt x="193490" y="11895"/>
                    <a:pt x="193339" y="11828"/>
                  </a:cubicBezTo>
                  <a:cubicBezTo>
                    <a:pt x="193055" y="11702"/>
                    <a:pt x="192744" y="11579"/>
                    <a:pt x="192426" y="11570"/>
                  </a:cubicBezTo>
                  <a:cubicBezTo>
                    <a:pt x="192272" y="11566"/>
                    <a:pt x="192123" y="11614"/>
                    <a:pt x="191976" y="11655"/>
                  </a:cubicBezTo>
                  <a:cubicBezTo>
                    <a:pt x="191816" y="11700"/>
                    <a:pt x="191673" y="11707"/>
                    <a:pt x="191515" y="11650"/>
                  </a:cubicBezTo>
                  <a:cubicBezTo>
                    <a:pt x="191243" y="11549"/>
                    <a:pt x="191018" y="11350"/>
                    <a:pt x="190736" y="11274"/>
                  </a:cubicBezTo>
                  <a:cubicBezTo>
                    <a:pt x="190667" y="11256"/>
                    <a:pt x="190596" y="11239"/>
                    <a:pt x="190531" y="11205"/>
                  </a:cubicBezTo>
                  <a:cubicBezTo>
                    <a:pt x="190477" y="11177"/>
                    <a:pt x="190431" y="11138"/>
                    <a:pt x="190382" y="11103"/>
                  </a:cubicBezTo>
                  <a:cubicBezTo>
                    <a:pt x="190271" y="11027"/>
                    <a:pt x="190146" y="10990"/>
                    <a:pt x="190014" y="10967"/>
                  </a:cubicBezTo>
                  <a:cubicBezTo>
                    <a:pt x="189690" y="10911"/>
                    <a:pt x="189406" y="10971"/>
                    <a:pt x="189120" y="11127"/>
                  </a:cubicBezTo>
                  <a:cubicBezTo>
                    <a:pt x="188835" y="11283"/>
                    <a:pt x="188593" y="11505"/>
                    <a:pt x="188327" y="11691"/>
                  </a:cubicBezTo>
                  <a:cubicBezTo>
                    <a:pt x="188208" y="11774"/>
                    <a:pt x="188089" y="11858"/>
                    <a:pt x="187991" y="11966"/>
                  </a:cubicBezTo>
                  <a:cubicBezTo>
                    <a:pt x="187894" y="12070"/>
                    <a:pt x="187808" y="12156"/>
                    <a:pt x="187682" y="12224"/>
                  </a:cubicBezTo>
                  <a:cubicBezTo>
                    <a:pt x="187537" y="12303"/>
                    <a:pt x="187394" y="12386"/>
                    <a:pt x="187249" y="12466"/>
                  </a:cubicBezTo>
                  <a:cubicBezTo>
                    <a:pt x="187104" y="12546"/>
                    <a:pt x="186945" y="12643"/>
                    <a:pt x="186782" y="12682"/>
                  </a:cubicBezTo>
                  <a:cubicBezTo>
                    <a:pt x="186622" y="12717"/>
                    <a:pt x="186454" y="12710"/>
                    <a:pt x="186293" y="12747"/>
                  </a:cubicBezTo>
                  <a:cubicBezTo>
                    <a:pt x="186140" y="12782"/>
                    <a:pt x="185999" y="12859"/>
                    <a:pt x="185872" y="12948"/>
                  </a:cubicBezTo>
                  <a:cubicBezTo>
                    <a:pt x="185634" y="13119"/>
                    <a:pt x="185441" y="13342"/>
                    <a:pt x="185195" y="13506"/>
                  </a:cubicBezTo>
                  <a:cubicBezTo>
                    <a:pt x="184924" y="13688"/>
                    <a:pt x="184623" y="13815"/>
                    <a:pt x="184368" y="14021"/>
                  </a:cubicBezTo>
                  <a:cubicBezTo>
                    <a:pt x="184126" y="14214"/>
                    <a:pt x="183912" y="14441"/>
                    <a:pt x="183669" y="14635"/>
                  </a:cubicBezTo>
                  <a:cubicBezTo>
                    <a:pt x="183557" y="14724"/>
                    <a:pt x="183438" y="14808"/>
                    <a:pt x="183308" y="14871"/>
                  </a:cubicBezTo>
                  <a:cubicBezTo>
                    <a:pt x="183161" y="14942"/>
                    <a:pt x="182999" y="14990"/>
                    <a:pt x="182847" y="15046"/>
                  </a:cubicBezTo>
                  <a:cubicBezTo>
                    <a:pt x="182698" y="15100"/>
                    <a:pt x="182566" y="15076"/>
                    <a:pt x="182411" y="15081"/>
                  </a:cubicBezTo>
                  <a:cubicBezTo>
                    <a:pt x="182372" y="15083"/>
                    <a:pt x="182350" y="15113"/>
                    <a:pt x="182346" y="15144"/>
                  </a:cubicBezTo>
                  <a:cubicBezTo>
                    <a:pt x="182242" y="15124"/>
                    <a:pt x="182140" y="15103"/>
                    <a:pt x="182036" y="15085"/>
                  </a:cubicBezTo>
                  <a:cubicBezTo>
                    <a:pt x="181842" y="15053"/>
                    <a:pt x="181656" y="15057"/>
                    <a:pt x="181463" y="15064"/>
                  </a:cubicBezTo>
                  <a:cubicBezTo>
                    <a:pt x="181273" y="15072"/>
                    <a:pt x="181083" y="15063"/>
                    <a:pt x="180894" y="15042"/>
                  </a:cubicBezTo>
                  <a:cubicBezTo>
                    <a:pt x="180715" y="15022"/>
                    <a:pt x="180535" y="15001"/>
                    <a:pt x="180354" y="15016"/>
                  </a:cubicBezTo>
                  <a:cubicBezTo>
                    <a:pt x="180274" y="15023"/>
                    <a:pt x="180195" y="15040"/>
                    <a:pt x="180115" y="15042"/>
                  </a:cubicBezTo>
                  <a:cubicBezTo>
                    <a:pt x="180022" y="15044"/>
                    <a:pt x="179930" y="15020"/>
                    <a:pt x="179837" y="15018"/>
                  </a:cubicBezTo>
                  <a:cubicBezTo>
                    <a:pt x="179746" y="15014"/>
                    <a:pt x="179655" y="15027"/>
                    <a:pt x="179564" y="15027"/>
                  </a:cubicBezTo>
                  <a:cubicBezTo>
                    <a:pt x="179467" y="15027"/>
                    <a:pt x="179369" y="15020"/>
                    <a:pt x="179270" y="15020"/>
                  </a:cubicBezTo>
                  <a:cubicBezTo>
                    <a:pt x="179077" y="15022"/>
                    <a:pt x="178887" y="15046"/>
                    <a:pt x="178694" y="15033"/>
                  </a:cubicBezTo>
                  <a:cubicBezTo>
                    <a:pt x="178502" y="15018"/>
                    <a:pt x="178322" y="14986"/>
                    <a:pt x="178130" y="15010"/>
                  </a:cubicBezTo>
                  <a:cubicBezTo>
                    <a:pt x="178041" y="15022"/>
                    <a:pt x="177952" y="15038"/>
                    <a:pt x="177862" y="15044"/>
                  </a:cubicBezTo>
                  <a:cubicBezTo>
                    <a:pt x="177777" y="15049"/>
                    <a:pt x="177723" y="15018"/>
                    <a:pt x="177649" y="14979"/>
                  </a:cubicBezTo>
                  <a:cubicBezTo>
                    <a:pt x="177576" y="14940"/>
                    <a:pt x="177498" y="14916"/>
                    <a:pt x="177422" y="14884"/>
                  </a:cubicBezTo>
                  <a:cubicBezTo>
                    <a:pt x="177332" y="14849"/>
                    <a:pt x="177251" y="14798"/>
                    <a:pt x="177161" y="14759"/>
                  </a:cubicBezTo>
                  <a:cubicBezTo>
                    <a:pt x="176990" y="14679"/>
                    <a:pt x="176817" y="14603"/>
                    <a:pt x="176652" y="14508"/>
                  </a:cubicBezTo>
                  <a:cubicBezTo>
                    <a:pt x="176484" y="14413"/>
                    <a:pt x="176313" y="14356"/>
                    <a:pt x="176127" y="14298"/>
                  </a:cubicBezTo>
                  <a:cubicBezTo>
                    <a:pt x="175765" y="14183"/>
                    <a:pt x="175398" y="14064"/>
                    <a:pt x="175026" y="13976"/>
                  </a:cubicBezTo>
                  <a:cubicBezTo>
                    <a:pt x="174853" y="13937"/>
                    <a:pt x="174688" y="13949"/>
                    <a:pt x="174511" y="13960"/>
                  </a:cubicBezTo>
                  <a:cubicBezTo>
                    <a:pt x="174325" y="13971"/>
                    <a:pt x="174152" y="13989"/>
                    <a:pt x="173979" y="14056"/>
                  </a:cubicBezTo>
                  <a:cubicBezTo>
                    <a:pt x="173819" y="14120"/>
                    <a:pt x="173659" y="14188"/>
                    <a:pt x="173496" y="14244"/>
                  </a:cubicBezTo>
                  <a:cubicBezTo>
                    <a:pt x="173325" y="14302"/>
                    <a:pt x="173135" y="14268"/>
                    <a:pt x="172962" y="14330"/>
                  </a:cubicBezTo>
                  <a:cubicBezTo>
                    <a:pt x="172919" y="14345"/>
                    <a:pt x="172878" y="14367"/>
                    <a:pt x="172834" y="14373"/>
                  </a:cubicBezTo>
                  <a:cubicBezTo>
                    <a:pt x="172791" y="14378"/>
                    <a:pt x="172748" y="14373"/>
                    <a:pt x="172705" y="14380"/>
                  </a:cubicBezTo>
                  <a:cubicBezTo>
                    <a:pt x="172620" y="14391"/>
                    <a:pt x="172547" y="14436"/>
                    <a:pt x="172480" y="14488"/>
                  </a:cubicBezTo>
                  <a:cubicBezTo>
                    <a:pt x="172331" y="14601"/>
                    <a:pt x="172162" y="14681"/>
                    <a:pt x="172004" y="14780"/>
                  </a:cubicBezTo>
                  <a:cubicBezTo>
                    <a:pt x="171842" y="14880"/>
                    <a:pt x="171681" y="14947"/>
                    <a:pt x="171506" y="15022"/>
                  </a:cubicBezTo>
                  <a:cubicBezTo>
                    <a:pt x="171349" y="15090"/>
                    <a:pt x="171206" y="15185"/>
                    <a:pt x="171031" y="15202"/>
                  </a:cubicBezTo>
                  <a:cubicBezTo>
                    <a:pt x="170859" y="15217"/>
                    <a:pt x="170682" y="15169"/>
                    <a:pt x="170514" y="15137"/>
                  </a:cubicBezTo>
                  <a:cubicBezTo>
                    <a:pt x="170340" y="15105"/>
                    <a:pt x="170183" y="15022"/>
                    <a:pt x="170009" y="14999"/>
                  </a:cubicBezTo>
                  <a:cubicBezTo>
                    <a:pt x="169919" y="14986"/>
                    <a:pt x="169849" y="14971"/>
                    <a:pt x="169769" y="14936"/>
                  </a:cubicBezTo>
                  <a:cubicBezTo>
                    <a:pt x="169702" y="14906"/>
                    <a:pt x="169633" y="14882"/>
                    <a:pt x="169562" y="14862"/>
                  </a:cubicBezTo>
                  <a:cubicBezTo>
                    <a:pt x="169382" y="14811"/>
                    <a:pt x="169198" y="14771"/>
                    <a:pt x="169017" y="14717"/>
                  </a:cubicBezTo>
                  <a:cubicBezTo>
                    <a:pt x="168655" y="14609"/>
                    <a:pt x="168285" y="14492"/>
                    <a:pt x="167954" y="14304"/>
                  </a:cubicBezTo>
                  <a:cubicBezTo>
                    <a:pt x="167792" y="14211"/>
                    <a:pt x="167680" y="14092"/>
                    <a:pt x="167561" y="13950"/>
                  </a:cubicBezTo>
                  <a:cubicBezTo>
                    <a:pt x="167461" y="13831"/>
                    <a:pt x="167349" y="13718"/>
                    <a:pt x="167198" y="13664"/>
                  </a:cubicBezTo>
                  <a:cubicBezTo>
                    <a:pt x="166906" y="13558"/>
                    <a:pt x="166603" y="13662"/>
                    <a:pt x="166313" y="13727"/>
                  </a:cubicBezTo>
                  <a:cubicBezTo>
                    <a:pt x="166140" y="13768"/>
                    <a:pt x="165975" y="13813"/>
                    <a:pt x="165811" y="13883"/>
                  </a:cubicBezTo>
                  <a:cubicBezTo>
                    <a:pt x="165640" y="13956"/>
                    <a:pt x="165478" y="14049"/>
                    <a:pt x="165307" y="14118"/>
                  </a:cubicBezTo>
                  <a:cubicBezTo>
                    <a:pt x="165220" y="14153"/>
                    <a:pt x="165129" y="14175"/>
                    <a:pt x="165045" y="14216"/>
                  </a:cubicBezTo>
                  <a:cubicBezTo>
                    <a:pt x="164970" y="14254"/>
                    <a:pt x="164913" y="14306"/>
                    <a:pt x="164851" y="14361"/>
                  </a:cubicBezTo>
                  <a:cubicBezTo>
                    <a:pt x="164706" y="14497"/>
                    <a:pt x="164545" y="14618"/>
                    <a:pt x="164394" y="14750"/>
                  </a:cubicBezTo>
                  <a:cubicBezTo>
                    <a:pt x="164273" y="14856"/>
                    <a:pt x="164178" y="14996"/>
                    <a:pt x="164048" y="15094"/>
                  </a:cubicBezTo>
                  <a:cubicBezTo>
                    <a:pt x="163901" y="15206"/>
                    <a:pt x="163713" y="15165"/>
                    <a:pt x="163550" y="15228"/>
                  </a:cubicBezTo>
                  <a:cubicBezTo>
                    <a:pt x="163499" y="15248"/>
                    <a:pt x="163458" y="15284"/>
                    <a:pt x="163406" y="15297"/>
                  </a:cubicBezTo>
                  <a:cubicBezTo>
                    <a:pt x="163319" y="15321"/>
                    <a:pt x="163226" y="15312"/>
                    <a:pt x="163140" y="15336"/>
                  </a:cubicBezTo>
                  <a:cubicBezTo>
                    <a:pt x="163070" y="15354"/>
                    <a:pt x="163008" y="15392"/>
                    <a:pt x="162938" y="15403"/>
                  </a:cubicBezTo>
                  <a:cubicBezTo>
                    <a:pt x="162848" y="15420"/>
                    <a:pt x="162769" y="15438"/>
                    <a:pt x="162685" y="15475"/>
                  </a:cubicBezTo>
                  <a:cubicBezTo>
                    <a:pt x="162523" y="15407"/>
                    <a:pt x="162361" y="15338"/>
                    <a:pt x="162199" y="15267"/>
                  </a:cubicBezTo>
                  <a:cubicBezTo>
                    <a:pt x="161883" y="15128"/>
                    <a:pt x="161569" y="15044"/>
                    <a:pt x="161236" y="14953"/>
                  </a:cubicBezTo>
                  <a:cubicBezTo>
                    <a:pt x="161098" y="14914"/>
                    <a:pt x="160985" y="14824"/>
                    <a:pt x="160840" y="14802"/>
                  </a:cubicBezTo>
                  <a:cubicBezTo>
                    <a:pt x="160656" y="14774"/>
                    <a:pt x="160559" y="14707"/>
                    <a:pt x="160414" y="14594"/>
                  </a:cubicBezTo>
                  <a:cubicBezTo>
                    <a:pt x="160157" y="14393"/>
                    <a:pt x="159865" y="14222"/>
                    <a:pt x="159585" y="14058"/>
                  </a:cubicBezTo>
                  <a:cubicBezTo>
                    <a:pt x="158962" y="13692"/>
                    <a:pt x="158324" y="13353"/>
                    <a:pt x="157673" y="13041"/>
                  </a:cubicBezTo>
                  <a:cubicBezTo>
                    <a:pt x="157520" y="12967"/>
                    <a:pt x="157371" y="12883"/>
                    <a:pt x="157212" y="12820"/>
                  </a:cubicBezTo>
                  <a:cubicBezTo>
                    <a:pt x="157065" y="12760"/>
                    <a:pt x="156912" y="12732"/>
                    <a:pt x="156758" y="12695"/>
                  </a:cubicBezTo>
                  <a:cubicBezTo>
                    <a:pt x="156605" y="12658"/>
                    <a:pt x="156501" y="12550"/>
                    <a:pt x="156365" y="12479"/>
                  </a:cubicBezTo>
                  <a:cubicBezTo>
                    <a:pt x="156211" y="12401"/>
                    <a:pt x="156045" y="12349"/>
                    <a:pt x="155891" y="12277"/>
                  </a:cubicBezTo>
                  <a:cubicBezTo>
                    <a:pt x="155577" y="12130"/>
                    <a:pt x="155279" y="11957"/>
                    <a:pt x="154958" y="11823"/>
                  </a:cubicBezTo>
                  <a:cubicBezTo>
                    <a:pt x="154636" y="11693"/>
                    <a:pt x="154318" y="11572"/>
                    <a:pt x="153990" y="11456"/>
                  </a:cubicBezTo>
                  <a:cubicBezTo>
                    <a:pt x="153836" y="11402"/>
                    <a:pt x="153693" y="11324"/>
                    <a:pt x="153544" y="11259"/>
                  </a:cubicBezTo>
                  <a:cubicBezTo>
                    <a:pt x="153384" y="11189"/>
                    <a:pt x="153219" y="11137"/>
                    <a:pt x="153059" y="11064"/>
                  </a:cubicBezTo>
                  <a:cubicBezTo>
                    <a:pt x="152737" y="10919"/>
                    <a:pt x="152397" y="10819"/>
                    <a:pt x="152069" y="10681"/>
                  </a:cubicBezTo>
                  <a:cubicBezTo>
                    <a:pt x="151748" y="10545"/>
                    <a:pt x="151439" y="10394"/>
                    <a:pt x="151102" y="10288"/>
                  </a:cubicBezTo>
                  <a:cubicBezTo>
                    <a:pt x="150786" y="10190"/>
                    <a:pt x="150472" y="10097"/>
                    <a:pt x="150172" y="9952"/>
                  </a:cubicBezTo>
                  <a:cubicBezTo>
                    <a:pt x="149877" y="9807"/>
                    <a:pt x="149622" y="9623"/>
                    <a:pt x="149386" y="9396"/>
                  </a:cubicBezTo>
                  <a:cubicBezTo>
                    <a:pt x="149282" y="9295"/>
                    <a:pt x="149192" y="9191"/>
                    <a:pt x="149099" y="9083"/>
                  </a:cubicBezTo>
                  <a:cubicBezTo>
                    <a:pt x="148997" y="8966"/>
                    <a:pt x="148867" y="8873"/>
                    <a:pt x="148748" y="8771"/>
                  </a:cubicBezTo>
                  <a:cubicBezTo>
                    <a:pt x="148632" y="8670"/>
                    <a:pt x="148528" y="8542"/>
                    <a:pt x="148404" y="8458"/>
                  </a:cubicBezTo>
                  <a:cubicBezTo>
                    <a:pt x="148275" y="8371"/>
                    <a:pt x="148138" y="8334"/>
                    <a:pt x="148019" y="8232"/>
                  </a:cubicBezTo>
                  <a:cubicBezTo>
                    <a:pt x="147742" y="7994"/>
                    <a:pt x="147455" y="7774"/>
                    <a:pt x="147197" y="7519"/>
                  </a:cubicBezTo>
                  <a:cubicBezTo>
                    <a:pt x="146955" y="7283"/>
                    <a:pt x="146685" y="7080"/>
                    <a:pt x="146522" y="6785"/>
                  </a:cubicBezTo>
                  <a:cubicBezTo>
                    <a:pt x="146380" y="6528"/>
                    <a:pt x="146142" y="6348"/>
                    <a:pt x="145902" y="6184"/>
                  </a:cubicBezTo>
                  <a:cubicBezTo>
                    <a:pt x="145789" y="6104"/>
                    <a:pt x="145666" y="6028"/>
                    <a:pt x="145534" y="5981"/>
                  </a:cubicBezTo>
                  <a:cubicBezTo>
                    <a:pt x="145395" y="5931"/>
                    <a:pt x="145246" y="5937"/>
                    <a:pt x="145101" y="5927"/>
                  </a:cubicBezTo>
                  <a:cubicBezTo>
                    <a:pt x="144777" y="5909"/>
                    <a:pt x="144413" y="5964"/>
                    <a:pt x="144113" y="6085"/>
                  </a:cubicBezTo>
                  <a:cubicBezTo>
                    <a:pt x="143955" y="6149"/>
                    <a:pt x="143803" y="6175"/>
                    <a:pt x="143641" y="6219"/>
                  </a:cubicBezTo>
                  <a:cubicBezTo>
                    <a:pt x="143466" y="6268"/>
                    <a:pt x="143302" y="6338"/>
                    <a:pt x="143126" y="6379"/>
                  </a:cubicBezTo>
                  <a:cubicBezTo>
                    <a:pt x="142811" y="6450"/>
                    <a:pt x="142497" y="6532"/>
                    <a:pt x="142183" y="6597"/>
                  </a:cubicBezTo>
                  <a:cubicBezTo>
                    <a:pt x="141865" y="6660"/>
                    <a:pt x="141580" y="6842"/>
                    <a:pt x="141305" y="7006"/>
                  </a:cubicBezTo>
                  <a:cubicBezTo>
                    <a:pt x="141022" y="7177"/>
                    <a:pt x="140779" y="7359"/>
                    <a:pt x="140548" y="7594"/>
                  </a:cubicBezTo>
                  <a:cubicBezTo>
                    <a:pt x="140498" y="7644"/>
                    <a:pt x="140461" y="7700"/>
                    <a:pt x="140414" y="7752"/>
                  </a:cubicBezTo>
                  <a:cubicBezTo>
                    <a:pt x="140360" y="7811"/>
                    <a:pt x="140303" y="7841"/>
                    <a:pt x="140236" y="7880"/>
                  </a:cubicBezTo>
                  <a:cubicBezTo>
                    <a:pt x="140079" y="7975"/>
                    <a:pt x="139938" y="8103"/>
                    <a:pt x="139797" y="8217"/>
                  </a:cubicBezTo>
                  <a:cubicBezTo>
                    <a:pt x="139520" y="8436"/>
                    <a:pt x="139252" y="8656"/>
                    <a:pt x="138947" y="8838"/>
                  </a:cubicBezTo>
                  <a:cubicBezTo>
                    <a:pt x="138666" y="9005"/>
                    <a:pt x="138454" y="9247"/>
                    <a:pt x="138186" y="9431"/>
                  </a:cubicBezTo>
                  <a:cubicBezTo>
                    <a:pt x="138054" y="9522"/>
                    <a:pt x="137909" y="9593"/>
                    <a:pt x="137779" y="9686"/>
                  </a:cubicBezTo>
                  <a:cubicBezTo>
                    <a:pt x="137630" y="9792"/>
                    <a:pt x="137502" y="9885"/>
                    <a:pt x="137327" y="9944"/>
                  </a:cubicBezTo>
                  <a:cubicBezTo>
                    <a:pt x="137182" y="9995"/>
                    <a:pt x="137089" y="10095"/>
                    <a:pt x="136953" y="10155"/>
                  </a:cubicBezTo>
                  <a:cubicBezTo>
                    <a:pt x="136799" y="10222"/>
                    <a:pt x="136643" y="10253"/>
                    <a:pt x="136481" y="10300"/>
                  </a:cubicBezTo>
                  <a:cubicBezTo>
                    <a:pt x="136170" y="10387"/>
                    <a:pt x="135921" y="10593"/>
                    <a:pt x="135597" y="10629"/>
                  </a:cubicBezTo>
                  <a:cubicBezTo>
                    <a:pt x="135248" y="10668"/>
                    <a:pt x="134909" y="10692"/>
                    <a:pt x="134563" y="10765"/>
                  </a:cubicBezTo>
                  <a:cubicBezTo>
                    <a:pt x="134221" y="10835"/>
                    <a:pt x="133885" y="10835"/>
                    <a:pt x="133535" y="10826"/>
                  </a:cubicBezTo>
                  <a:cubicBezTo>
                    <a:pt x="133168" y="10819"/>
                    <a:pt x="132789" y="10807"/>
                    <a:pt x="132425" y="10763"/>
                  </a:cubicBezTo>
                  <a:cubicBezTo>
                    <a:pt x="132088" y="10722"/>
                    <a:pt x="131757" y="10627"/>
                    <a:pt x="131415" y="10623"/>
                  </a:cubicBezTo>
                  <a:cubicBezTo>
                    <a:pt x="131039" y="10620"/>
                    <a:pt x="130669" y="10668"/>
                    <a:pt x="130290" y="10647"/>
                  </a:cubicBezTo>
                  <a:cubicBezTo>
                    <a:pt x="129931" y="10627"/>
                    <a:pt x="129577" y="10569"/>
                    <a:pt x="129222" y="10534"/>
                  </a:cubicBezTo>
                  <a:cubicBezTo>
                    <a:pt x="128911" y="10502"/>
                    <a:pt x="128601" y="10558"/>
                    <a:pt x="128341" y="10352"/>
                  </a:cubicBezTo>
                  <a:cubicBezTo>
                    <a:pt x="128324" y="10337"/>
                    <a:pt x="128305" y="10335"/>
                    <a:pt x="128290" y="10339"/>
                  </a:cubicBezTo>
                  <a:cubicBezTo>
                    <a:pt x="127974" y="10138"/>
                    <a:pt x="127656" y="9944"/>
                    <a:pt x="127297" y="9820"/>
                  </a:cubicBezTo>
                  <a:cubicBezTo>
                    <a:pt x="127067" y="9740"/>
                    <a:pt x="126834" y="9664"/>
                    <a:pt x="126594" y="9613"/>
                  </a:cubicBezTo>
                  <a:cubicBezTo>
                    <a:pt x="126371" y="9567"/>
                    <a:pt x="126142" y="9558"/>
                    <a:pt x="125914" y="9550"/>
                  </a:cubicBezTo>
                  <a:cubicBezTo>
                    <a:pt x="125679" y="9543"/>
                    <a:pt x="125497" y="9598"/>
                    <a:pt x="125300" y="9721"/>
                  </a:cubicBezTo>
                  <a:cubicBezTo>
                    <a:pt x="125088" y="9855"/>
                    <a:pt x="124863" y="9950"/>
                    <a:pt x="124627" y="10028"/>
                  </a:cubicBezTo>
                  <a:cubicBezTo>
                    <a:pt x="124463" y="10082"/>
                    <a:pt x="124199" y="10218"/>
                    <a:pt x="124028" y="10125"/>
                  </a:cubicBezTo>
                  <a:cubicBezTo>
                    <a:pt x="123888" y="10049"/>
                    <a:pt x="123810" y="9877"/>
                    <a:pt x="123725" y="9751"/>
                  </a:cubicBezTo>
                  <a:cubicBezTo>
                    <a:pt x="123661" y="9662"/>
                    <a:pt x="123591" y="9578"/>
                    <a:pt x="123527" y="9491"/>
                  </a:cubicBezTo>
                  <a:cubicBezTo>
                    <a:pt x="123457" y="9396"/>
                    <a:pt x="123408" y="9293"/>
                    <a:pt x="123349" y="9193"/>
                  </a:cubicBezTo>
                  <a:cubicBezTo>
                    <a:pt x="123224" y="8981"/>
                    <a:pt x="123115" y="8769"/>
                    <a:pt x="123012" y="8544"/>
                  </a:cubicBezTo>
                  <a:cubicBezTo>
                    <a:pt x="122821" y="8114"/>
                    <a:pt x="122590" y="7690"/>
                    <a:pt x="122261" y="7346"/>
                  </a:cubicBezTo>
                  <a:cubicBezTo>
                    <a:pt x="122108" y="7186"/>
                    <a:pt x="121954" y="7086"/>
                    <a:pt x="121761" y="6980"/>
                  </a:cubicBezTo>
                  <a:cubicBezTo>
                    <a:pt x="121670" y="6930"/>
                    <a:pt x="121588" y="6863"/>
                    <a:pt x="121497" y="6813"/>
                  </a:cubicBezTo>
                  <a:cubicBezTo>
                    <a:pt x="121398" y="6755"/>
                    <a:pt x="121288" y="6725"/>
                    <a:pt x="121175" y="6703"/>
                  </a:cubicBezTo>
                  <a:cubicBezTo>
                    <a:pt x="120948" y="6658"/>
                    <a:pt x="120723" y="6604"/>
                    <a:pt x="120496" y="6561"/>
                  </a:cubicBezTo>
                  <a:cubicBezTo>
                    <a:pt x="120254" y="6515"/>
                    <a:pt x="120024" y="6472"/>
                    <a:pt x="119791" y="6394"/>
                  </a:cubicBezTo>
                  <a:cubicBezTo>
                    <a:pt x="119689" y="6359"/>
                    <a:pt x="119585" y="6331"/>
                    <a:pt x="119496" y="6268"/>
                  </a:cubicBezTo>
                  <a:cubicBezTo>
                    <a:pt x="119412" y="6206"/>
                    <a:pt x="119336" y="6134"/>
                    <a:pt x="119256" y="6067"/>
                  </a:cubicBezTo>
                  <a:cubicBezTo>
                    <a:pt x="119077" y="5914"/>
                    <a:pt x="118936" y="5725"/>
                    <a:pt x="118765" y="5567"/>
                  </a:cubicBezTo>
                  <a:cubicBezTo>
                    <a:pt x="118588" y="5401"/>
                    <a:pt x="118432" y="5217"/>
                    <a:pt x="118253" y="5055"/>
                  </a:cubicBezTo>
                  <a:cubicBezTo>
                    <a:pt x="118086" y="4904"/>
                    <a:pt x="117894" y="4780"/>
                    <a:pt x="117697" y="4670"/>
                  </a:cubicBezTo>
                  <a:cubicBezTo>
                    <a:pt x="117506" y="4562"/>
                    <a:pt x="117301" y="4449"/>
                    <a:pt x="117093" y="4380"/>
                  </a:cubicBezTo>
                  <a:cubicBezTo>
                    <a:pt x="116896" y="4315"/>
                    <a:pt x="116685" y="4304"/>
                    <a:pt x="116479" y="4326"/>
                  </a:cubicBezTo>
                  <a:cubicBezTo>
                    <a:pt x="116271" y="4348"/>
                    <a:pt x="116066" y="4400"/>
                    <a:pt x="115865" y="4460"/>
                  </a:cubicBezTo>
                  <a:cubicBezTo>
                    <a:pt x="115646" y="4523"/>
                    <a:pt x="115447" y="4627"/>
                    <a:pt x="115233" y="4696"/>
                  </a:cubicBezTo>
                  <a:cubicBezTo>
                    <a:pt x="115123" y="4733"/>
                    <a:pt x="115013" y="4752"/>
                    <a:pt x="114906" y="4797"/>
                  </a:cubicBezTo>
                  <a:cubicBezTo>
                    <a:pt x="114792" y="4843"/>
                    <a:pt x="114684" y="4899"/>
                    <a:pt x="114565" y="4930"/>
                  </a:cubicBezTo>
                  <a:cubicBezTo>
                    <a:pt x="114351" y="4990"/>
                    <a:pt x="114126" y="5066"/>
                    <a:pt x="113905" y="5098"/>
                  </a:cubicBezTo>
                  <a:cubicBezTo>
                    <a:pt x="113669" y="5131"/>
                    <a:pt x="113440" y="5150"/>
                    <a:pt x="113224" y="5263"/>
                  </a:cubicBezTo>
                  <a:cubicBezTo>
                    <a:pt x="113050" y="5354"/>
                    <a:pt x="112893" y="5477"/>
                    <a:pt x="112771" y="5630"/>
                  </a:cubicBezTo>
                  <a:cubicBezTo>
                    <a:pt x="112488" y="5979"/>
                    <a:pt x="112488" y="6444"/>
                    <a:pt x="112393" y="6863"/>
                  </a:cubicBezTo>
                  <a:cubicBezTo>
                    <a:pt x="112341" y="7099"/>
                    <a:pt x="112257" y="7324"/>
                    <a:pt x="112196" y="7556"/>
                  </a:cubicBezTo>
                  <a:cubicBezTo>
                    <a:pt x="112177" y="7625"/>
                    <a:pt x="112162" y="7703"/>
                    <a:pt x="112122" y="7763"/>
                  </a:cubicBezTo>
                  <a:cubicBezTo>
                    <a:pt x="112099" y="7796"/>
                    <a:pt x="112101" y="7796"/>
                    <a:pt x="112071" y="7793"/>
                  </a:cubicBezTo>
                  <a:cubicBezTo>
                    <a:pt x="112038" y="7787"/>
                    <a:pt x="111984" y="7707"/>
                    <a:pt x="111954" y="7687"/>
                  </a:cubicBezTo>
                  <a:cubicBezTo>
                    <a:pt x="111880" y="7633"/>
                    <a:pt x="111794" y="7609"/>
                    <a:pt x="111712" y="7568"/>
                  </a:cubicBezTo>
                  <a:cubicBezTo>
                    <a:pt x="111616" y="7521"/>
                    <a:pt x="111532" y="7445"/>
                    <a:pt x="111461" y="7363"/>
                  </a:cubicBezTo>
                  <a:cubicBezTo>
                    <a:pt x="111314" y="7198"/>
                    <a:pt x="111177" y="7015"/>
                    <a:pt x="111065" y="6826"/>
                  </a:cubicBezTo>
                  <a:cubicBezTo>
                    <a:pt x="110866" y="6485"/>
                    <a:pt x="110483" y="6111"/>
                    <a:pt x="110039" y="6204"/>
                  </a:cubicBezTo>
                  <a:cubicBezTo>
                    <a:pt x="109841" y="6245"/>
                    <a:pt x="109747" y="6413"/>
                    <a:pt x="109598" y="6528"/>
                  </a:cubicBezTo>
                  <a:cubicBezTo>
                    <a:pt x="109421" y="6664"/>
                    <a:pt x="109213" y="6753"/>
                    <a:pt x="109034" y="6891"/>
                  </a:cubicBezTo>
                  <a:cubicBezTo>
                    <a:pt x="108670" y="7177"/>
                    <a:pt x="108361" y="7538"/>
                    <a:pt x="108095" y="7914"/>
                  </a:cubicBezTo>
                  <a:cubicBezTo>
                    <a:pt x="107989" y="8060"/>
                    <a:pt x="107892" y="8215"/>
                    <a:pt x="107798" y="8369"/>
                  </a:cubicBezTo>
                  <a:cubicBezTo>
                    <a:pt x="107719" y="8349"/>
                    <a:pt x="107641" y="8330"/>
                    <a:pt x="107561" y="8321"/>
                  </a:cubicBezTo>
                  <a:cubicBezTo>
                    <a:pt x="107441" y="8306"/>
                    <a:pt x="107312" y="8336"/>
                    <a:pt x="107193" y="8308"/>
                  </a:cubicBezTo>
                  <a:cubicBezTo>
                    <a:pt x="107083" y="8284"/>
                    <a:pt x="106985" y="8211"/>
                    <a:pt x="106890" y="8153"/>
                  </a:cubicBezTo>
                  <a:cubicBezTo>
                    <a:pt x="106780" y="8086"/>
                    <a:pt x="106665" y="8034"/>
                    <a:pt x="106548" y="7984"/>
                  </a:cubicBezTo>
                  <a:cubicBezTo>
                    <a:pt x="106310" y="7886"/>
                    <a:pt x="106077" y="7781"/>
                    <a:pt x="105837" y="7687"/>
                  </a:cubicBezTo>
                  <a:cubicBezTo>
                    <a:pt x="105592" y="7592"/>
                    <a:pt x="105361" y="7471"/>
                    <a:pt x="105114" y="7382"/>
                  </a:cubicBezTo>
                  <a:cubicBezTo>
                    <a:pt x="104883" y="7302"/>
                    <a:pt x="104643" y="7211"/>
                    <a:pt x="104450" y="7067"/>
                  </a:cubicBezTo>
                  <a:cubicBezTo>
                    <a:pt x="104355" y="6997"/>
                    <a:pt x="104247" y="6952"/>
                    <a:pt x="104143" y="6896"/>
                  </a:cubicBezTo>
                  <a:cubicBezTo>
                    <a:pt x="104032" y="6837"/>
                    <a:pt x="103922" y="6773"/>
                    <a:pt x="103807" y="6720"/>
                  </a:cubicBezTo>
                  <a:cubicBezTo>
                    <a:pt x="103598" y="6625"/>
                    <a:pt x="103410" y="6496"/>
                    <a:pt x="103211" y="6387"/>
                  </a:cubicBezTo>
                  <a:cubicBezTo>
                    <a:pt x="102994" y="6266"/>
                    <a:pt x="102745" y="6214"/>
                    <a:pt x="102525" y="6098"/>
                  </a:cubicBezTo>
                  <a:cubicBezTo>
                    <a:pt x="102326" y="5994"/>
                    <a:pt x="102153" y="5883"/>
                    <a:pt x="101993" y="5730"/>
                  </a:cubicBezTo>
                  <a:cubicBezTo>
                    <a:pt x="101930" y="5671"/>
                    <a:pt x="101852" y="5594"/>
                    <a:pt x="101766" y="5555"/>
                  </a:cubicBezTo>
                  <a:cubicBezTo>
                    <a:pt x="101763" y="5550"/>
                    <a:pt x="101759" y="5542"/>
                    <a:pt x="101755" y="5537"/>
                  </a:cubicBezTo>
                  <a:cubicBezTo>
                    <a:pt x="101632" y="5373"/>
                    <a:pt x="101478" y="5286"/>
                    <a:pt x="101270" y="5282"/>
                  </a:cubicBezTo>
                  <a:cubicBezTo>
                    <a:pt x="101022" y="5276"/>
                    <a:pt x="100784" y="5299"/>
                    <a:pt x="100535" y="5261"/>
                  </a:cubicBezTo>
                  <a:cubicBezTo>
                    <a:pt x="100295" y="5224"/>
                    <a:pt x="100061" y="5159"/>
                    <a:pt x="99817" y="5157"/>
                  </a:cubicBezTo>
                  <a:cubicBezTo>
                    <a:pt x="99709" y="5155"/>
                    <a:pt x="99618" y="5155"/>
                    <a:pt x="99516" y="5113"/>
                  </a:cubicBezTo>
                  <a:cubicBezTo>
                    <a:pt x="99410" y="5072"/>
                    <a:pt x="99311" y="5020"/>
                    <a:pt x="99205" y="4981"/>
                  </a:cubicBezTo>
                  <a:cubicBezTo>
                    <a:pt x="98980" y="4899"/>
                    <a:pt x="98787" y="4772"/>
                    <a:pt x="98603" y="4624"/>
                  </a:cubicBezTo>
                  <a:cubicBezTo>
                    <a:pt x="98424" y="4479"/>
                    <a:pt x="98210" y="4382"/>
                    <a:pt x="98011" y="4267"/>
                  </a:cubicBezTo>
                  <a:cubicBezTo>
                    <a:pt x="97811" y="4151"/>
                    <a:pt x="97586" y="4051"/>
                    <a:pt x="97353" y="4025"/>
                  </a:cubicBezTo>
                  <a:cubicBezTo>
                    <a:pt x="97139" y="3999"/>
                    <a:pt x="96929" y="4045"/>
                    <a:pt x="96715" y="4038"/>
                  </a:cubicBezTo>
                  <a:cubicBezTo>
                    <a:pt x="96611" y="4034"/>
                    <a:pt x="96503" y="4019"/>
                    <a:pt x="96407" y="3984"/>
                  </a:cubicBezTo>
                  <a:cubicBezTo>
                    <a:pt x="96308" y="3947"/>
                    <a:pt x="96243" y="3882"/>
                    <a:pt x="96155" y="3829"/>
                  </a:cubicBezTo>
                  <a:cubicBezTo>
                    <a:pt x="95960" y="3714"/>
                    <a:pt x="95704" y="3733"/>
                    <a:pt x="95486" y="3748"/>
                  </a:cubicBezTo>
                  <a:cubicBezTo>
                    <a:pt x="95240" y="3764"/>
                    <a:pt x="94997" y="3779"/>
                    <a:pt x="94757" y="3844"/>
                  </a:cubicBezTo>
                  <a:cubicBezTo>
                    <a:pt x="94530" y="3906"/>
                    <a:pt x="94316" y="4006"/>
                    <a:pt x="94089" y="4069"/>
                  </a:cubicBezTo>
                  <a:cubicBezTo>
                    <a:pt x="93836" y="4142"/>
                    <a:pt x="93604" y="4116"/>
                    <a:pt x="93349" y="4064"/>
                  </a:cubicBezTo>
                  <a:cubicBezTo>
                    <a:pt x="93105" y="4015"/>
                    <a:pt x="92877" y="3995"/>
                    <a:pt x="92629" y="3991"/>
                  </a:cubicBezTo>
                  <a:cubicBezTo>
                    <a:pt x="92389" y="3988"/>
                    <a:pt x="92164" y="3896"/>
                    <a:pt x="91923" y="3887"/>
                  </a:cubicBezTo>
                  <a:cubicBezTo>
                    <a:pt x="91690" y="3876"/>
                    <a:pt x="91426" y="3887"/>
                    <a:pt x="91195" y="3928"/>
                  </a:cubicBezTo>
                  <a:cubicBezTo>
                    <a:pt x="91082" y="3948"/>
                    <a:pt x="90974" y="3995"/>
                    <a:pt x="90861" y="4014"/>
                  </a:cubicBezTo>
                  <a:cubicBezTo>
                    <a:pt x="90745" y="4034"/>
                    <a:pt x="90634" y="4041"/>
                    <a:pt x="90524" y="4084"/>
                  </a:cubicBezTo>
                  <a:cubicBezTo>
                    <a:pt x="90342" y="4155"/>
                    <a:pt x="90199" y="4281"/>
                    <a:pt x="90065" y="4417"/>
                  </a:cubicBezTo>
                  <a:cubicBezTo>
                    <a:pt x="89903" y="4583"/>
                    <a:pt x="89708" y="4705"/>
                    <a:pt x="89533" y="4858"/>
                  </a:cubicBezTo>
                  <a:cubicBezTo>
                    <a:pt x="89447" y="4936"/>
                    <a:pt x="89364" y="4988"/>
                    <a:pt x="89261" y="5044"/>
                  </a:cubicBezTo>
                  <a:cubicBezTo>
                    <a:pt x="89161" y="5096"/>
                    <a:pt x="89085" y="5169"/>
                    <a:pt x="88995" y="5237"/>
                  </a:cubicBezTo>
                  <a:cubicBezTo>
                    <a:pt x="88906" y="5304"/>
                    <a:pt x="88800" y="5332"/>
                    <a:pt x="88705" y="5388"/>
                  </a:cubicBezTo>
                  <a:cubicBezTo>
                    <a:pt x="88609" y="5442"/>
                    <a:pt x="88527" y="5518"/>
                    <a:pt x="88439" y="5583"/>
                  </a:cubicBezTo>
                  <a:cubicBezTo>
                    <a:pt x="88246" y="5721"/>
                    <a:pt x="88036" y="5825"/>
                    <a:pt x="87848" y="5972"/>
                  </a:cubicBezTo>
                  <a:cubicBezTo>
                    <a:pt x="87658" y="6119"/>
                    <a:pt x="87474" y="6264"/>
                    <a:pt x="87262" y="6381"/>
                  </a:cubicBezTo>
                  <a:cubicBezTo>
                    <a:pt x="87046" y="6502"/>
                    <a:pt x="86819" y="6601"/>
                    <a:pt x="86606" y="6727"/>
                  </a:cubicBezTo>
                  <a:cubicBezTo>
                    <a:pt x="86407" y="6842"/>
                    <a:pt x="86245" y="7004"/>
                    <a:pt x="86057" y="7134"/>
                  </a:cubicBezTo>
                  <a:cubicBezTo>
                    <a:pt x="85865" y="7266"/>
                    <a:pt x="85670" y="7397"/>
                    <a:pt x="85473" y="7521"/>
                  </a:cubicBezTo>
                  <a:cubicBezTo>
                    <a:pt x="85071" y="7774"/>
                    <a:pt x="84606" y="7923"/>
                    <a:pt x="84188" y="8148"/>
                  </a:cubicBezTo>
                  <a:cubicBezTo>
                    <a:pt x="83980" y="8258"/>
                    <a:pt x="83781" y="8386"/>
                    <a:pt x="83602" y="8540"/>
                  </a:cubicBezTo>
                  <a:cubicBezTo>
                    <a:pt x="83416" y="8700"/>
                    <a:pt x="83249" y="8881"/>
                    <a:pt x="83059" y="9039"/>
                  </a:cubicBezTo>
                  <a:cubicBezTo>
                    <a:pt x="82672" y="9359"/>
                    <a:pt x="82231" y="9597"/>
                    <a:pt x="81824" y="9889"/>
                  </a:cubicBezTo>
                  <a:cubicBezTo>
                    <a:pt x="81612" y="10041"/>
                    <a:pt x="81406" y="10203"/>
                    <a:pt x="81203" y="10367"/>
                  </a:cubicBezTo>
                  <a:cubicBezTo>
                    <a:pt x="81041" y="10497"/>
                    <a:pt x="80885" y="10666"/>
                    <a:pt x="80667" y="10692"/>
                  </a:cubicBezTo>
                  <a:cubicBezTo>
                    <a:pt x="80431" y="10720"/>
                    <a:pt x="80191" y="10664"/>
                    <a:pt x="79962" y="10618"/>
                  </a:cubicBezTo>
                  <a:cubicBezTo>
                    <a:pt x="79710" y="10566"/>
                    <a:pt x="79455" y="10532"/>
                    <a:pt x="79198" y="10493"/>
                  </a:cubicBezTo>
                  <a:cubicBezTo>
                    <a:pt x="78943" y="10454"/>
                    <a:pt x="78713" y="10448"/>
                    <a:pt x="78454" y="10480"/>
                  </a:cubicBezTo>
                  <a:cubicBezTo>
                    <a:pt x="78203" y="10510"/>
                    <a:pt x="77950" y="10515"/>
                    <a:pt x="77701" y="10553"/>
                  </a:cubicBezTo>
                  <a:cubicBezTo>
                    <a:pt x="77457" y="10588"/>
                    <a:pt x="77221" y="10666"/>
                    <a:pt x="76991" y="10744"/>
                  </a:cubicBezTo>
                  <a:cubicBezTo>
                    <a:pt x="76892" y="10778"/>
                    <a:pt x="76801" y="10815"/>
                    <a:pt x="76725" y="10884"/>
                  </a:cubicBezTo>
                  <a:cubicBezTo>
                    <a:pt x="76654" y="10949"/>
                    <a:pt x="76539" y="10960"/>
                    <a:pt x="76449" y="10995"/>
                  </a:cubicBezTo>
                  <a:cubicBezTo>
                    <a:pt x="76265" y="11071"/>
                    <a:pt x="76059" y="11161"/>
                    <a:pt x="75856" y="11153"/>
                  </a:cubicBezTo>
                  <a:cubicBezTo>
                    <a:pt x="75856" y="11151"/>
                    <a:pt x="75856" y="11151"/>
                    <a:pt x="75856" y="11151"/>
                  </a:cubicBezTo>
                  <a:cubicBezTo>
                    <a:pt x="75834" y="11099"/>
                    <a:pt x="75750" y="11107"/>
                    <a:pt x="75741" y="11155"/>
                  </a:cubicBezTo>
                  <a:cubicBezTo>
                    <a:pt x="75700" y="11146"/>
                    <a:pt x="75659" y="11133"/>
                    <a:pt x="75618" y="11122"/>
                  </a:cubicBezTo>
                  <a:cubicBezTo>
                    <a:pt x="75490" y="11077"/>
                    <a:pt x="75365" y="11021"/>
                    <a:pt x="75242" y="10964"/>
                  </a:cubicBezTo>
                  <a:cubicBezTo>
                    <a:pt x="74982" y="10841"/>
                    <a:pt x="74722" y="10733"/>
                    <a:pt x="74446" y="10646"/>
                  </a:cubicBezTo>
                  <a:cubicBezTo>
                    <a:pt x="74307" y="10603"/>
                    <a:pt x="74164" y="10569"/>
                    <a:pt x="74028" y="10517"/>
                  </a:cubicBezTo>
                  <a:cubicBezTo>
                    <a:pt x="73909" y="10471"/>
                    <a:pt x="73799" y="10402"/>
                    <a:pt x="73680" y="10350"/>
                  </a:cubicBezTo>
                  <a:cubicBezTo>
                    <a:pt x="73569" y="10300"/>
                    <a:pt x="73446" y="10266"/>
                    <a:pt x="73342" y="10197"/>
                  </a:cubicBezTo>
                  <a:cubicBezTo>
                    <a:pt x="73228" y="10123"/>
                    <a:pt x="73122" y="10032"/>
                    <a:pt x="73014" y="9946"/>
                  </a:cubicBezTo>
                  <a:cubicBezTo>
                    <a:pt x="72903" y="9859"/>
                    <a:pt x="72789" y="9770"/>
                    <a:pt x="72670" y="9691"/>
                  </a:cubicBezTo>
                  <a:cubicBezTo>
                    <a:pt x="72557" y="9615"/>
                    <a:pt x="72455" y="9526"/>
                    <a:pt x="72341" y="9452"/>
                  </a:cubicBezTo>
                  <a:cubicBezTo>
                    <a:pt x="72226" y="9377"/>
                    <a:pt x="72135" y="9280"/>
                    <a:pt x="72032" y="9193"/>
                  </a:cubicBezTo>
                  <a:cubicBezTo>
                    <a:pt x="71923" y="9102"/>
                    <a:pt x="71800" y="9026"/>
                    <a:pt x="71679" y="8949"/>
                  </a:cubicBezTo>
                  <a:cubicBezTo>
                    <a:pt x="71432" y="8788"/>
                    <a:pt x="71179" y="8631"/>
                    <a:pt x="70918" y="8492"/>
                  </a:cubicBezTo>
                  <a:cubicBezTo>
                    <a:pt x="70660" y="8352"/>
                    <a:pt x="70401" y="8207"/>
                    <a:pt x="70137" y="8077"/>
                  </a:cubicBezTo>
                  <a:cubicBezTo>
                    <a:pt x="69884" y="7953"/>
                    <a:pt x="69615" y="7860"/>
                    <a:pt x="69351" y="7763"/>
                  </a:cubicBezTo>
                  <a:cubicBezTo>
                    <a:pt x="69113" y="7677"/>
                    <a:pt x="68873" y="7594"/>
                    <a:pt x="68668" y="7443"/>
                  </a:cubicBezTo>
                  <a:cubicBezTo>
                    <a:pt x="68560" y="7363"/>
                    <a:pt x="68456" y="7279"/>
                    <a:pt x="68345" y="7207"/>
                  </a:cubicBezTo>
                  <a:cubicBezTo>
                    <a:pt x="68235" y="7134"/>
                    <a:pt x="68118" y="7082"/>
                    <a:pt x="68000" y="7025"/>
                  </a:cubicBezTo>
                  <a:cubicBezTo>
                    <a:pt x="67762" y="6911"/>
                    <a:pt x="67545" y="6764"/>
                    <a:pt x="67316" y="6636"/>
                  </a:cubicBezTo>
                  <a:cubicBezTo>
                    <a:pt x="67201" y="6571"/>
                    <a:pt x="67082" y="6509"/>
                    <a:pt x="66959" y="6461"/>
                  </a:cubicBezTo>
                  <a:cubicBezTo>
                    <a:pt x="66833" y="6413"/>
                    <a:pt x="66714" y="6394"/>
                    <a:pt x="66580" y="6383"/>
                  </a:cubicBezTo>
                  <a:cubicBezTo>
                    <a:pt x="66446" y="6370"/>
                    <a:pt x="66319" y="6325"/>
                    <a:pt x="66185" y="6318"/>
                  </a:cubicBezTo>
                  <a:cubicBezTo>
                    <a:pt x="66059" y="6312"/>
                    <a:pt x="65929" y="6305"/>
                    <a:pt x="65800" y="6303"/>
                  </a:cubicBezTo>
                  <a:cubicBezTo>
                    <a:pt x="65653" y="6301"/>
                    <a:pt x="65520" y="6346"/>
                    <a:pt x="65378" y="6383"/>
                  </a:cubicBezTo>
                  <a:cubicBezTo>
                    <a:pt x="65233" y="6422"/>
                    <a:pt x="65088" y="6448"/>
                    <a:pt x="64941" y="6476"/>
                  </a:cubicBezTo>
                  <a:cubicBezTo>
                    <a:pt x="64809" y="6500"/>
                    <a:pt x="64677" y="6519"/>
                    <a:pt x="64543" y="6535"/>
                  </a:cubicBezTo>
                  <a:cubicBezTo>
                    <a:pt x="64454" y="6454"/>
                    <a:pt x="64365" y="6368"/>
                    <a:pt x="64273" y="6290"/>
                  </a:cubicBezTo>
                  <a:cubicBezTo>
                    <a:pt x="64141" y="6177"/>
                    <a:pt x="63987" y="6091"/>
                    <a:pt x="63846" y="5991"/>
                  </a:cubicBezTo>
                  <a:cubicBezTo>
                    <a:pt x="63704" y="5890"/>
                    <a:pt x="63595" y="5769"/>
                    <a:pt x="63487" y="5635"/>
                  </a:cubicBezTo>
                  <a:cubicBezTo>
                    <a:pt x="63256" y="5354"/>
                    <a:pt x="62996" y="5102"/>
                    <a:pt x="62756" y="4828"/>
                  </a:cubicBezTo>
                  <a:cubicBezTo>
                    <a:pt x="62652" y="4709"/>
                    <a:pt x="62542" y="4568"/>
                    <a:pt x="62386" y="4514"/>
                  </a:cubicBezTo>
                  <a:cubicBezTo>
                    <a:pt x="62319" y="4490"/>
                    <a:pt x="62256" y="4467"/>
                    <a:pt x="62194" y="4430"/>
                  </a:cubicBezTo>
                  <a:cubicBezTo>
                    <a:pt x="62127" y="4391"/>
                    <a:pt x="62059" y="4354"/>
                    <a:pt x="61979" y="4345"/>
                  </a:cubicBezTo>
                  <a:cubicBezTo>
                    <a:pt x="61893" y="4337"/>
                    <a:pt x="61820" y="4363"/>
                    <a:pt x="61744" y="4399"/>
                  </a:cubicBezTo>
                  <a:cubicBezTo>
                    <a:pt x="61662" y="4438"/>
                    <a:pt x="61579" y="4441"/>
                    <a:pt x="61488" y="4445"/>
                  </a:cubicBezTo>
                  <a:cubicBezTo>
                    <a:pt x="61303" y="4452"/>
                    <a:pt x="61145" y="4475"/>
                    <a:pt x="60984" y="4568"/>
                  </a:cubicBezTo>
                  <a:cubicBezTo>
                    <a:pt x="60844" y="4646"/>
                    <a:pt x="60725" y="4756"/>
                    <a:pt x="60589" y="4839"/>
                  </a:cubicBezTo>
                  <a:cubicBezTo>
                    <a:pt x="60441" y="4930"/>
                    <a:pt x="60281" y="5007"/>
                    <a:pt x="60132" y="5098"/>
                  </a:cubicBezTo>
                  <a:cubicBezTo>
                    <a:pt x="59977" y="5189"/>
                    <a:pt x="59831" y="5289"/>
                    <a:pt x="59697" y="5408"/>
                  </a:cubicBezTo>
                  <a:cubicBezTo>
                    <a:pt x="59572" y="5520"/>
                    <a:pt x="59457" y="5639"/>
                    <a:pt x="59310" y="5726"/>
                  </a:cubicBezTo>
                  <a:cubicBezTo>
                    <a:pt x="58994" y="5914"/>
                    <a:pt x="58735" y="6186"/>
                    <a:pt x="58503" y="6465"/>
                  </a:cubicBezTo>
                  <a:cubicBezTo>
                    <a:pt x="58384" y="6604"/>
                    <a:pt x="58274" y="6753"/>
                    <a:pt x="58166" y="6902"/>
                  </a:cubicBezTo>
                  <a:cubicBezTo>
                    <a:pt x="58071" y="7038"/>
                    <a:pt x="57984" y="7162"/>
                    <a:pt x="57848" y="7263"/>
                  </a:cubicBezTo>
                  <a:cubicBezTo>
                    <a:pt x="57785" y="7309"/>
                    <a:pt x="57718" y="7343"/>
                    <a:pt x="57651" y="7383"/>
                  </a:cubicBezTo>
                  <a:cubicBezTo>
                    <a:pt x="57573" y="7430"/>
                    <a:pt x="57508" y="7493"/>
                    <a:pt x="57439" y="7553"/>
                  </a:cubicBezTo>
                  <a:cubicBezTo>
                    <a:pt x="57303" y="7670"/>
                    <a:pt x="57147" y="7754"/>
                    <a:pt x="56989" y="7837"/>
                  </a:cubicBezTo>
                  <a:cubicBezTo>
                    <a:pt x="56924" y="7873"/>
                    <a:pt x="56860" y="7912"/>
                    <a:pt x="56786" y="7927"/>
                  </a:cubicBezTo>
                  <a:cubicBezTo>
                    <a:pt x="56693" y="7947"/>
                    <a:pt x="56609" y="7969"/>
                    <a:pt x="56522" y="8008"/>
                  </a:cubicBezTo>
                  <a:cubicBezTo>
                    <a:pt x="56355" y="8083"/>
                    <a:pt x="56195" y="8172"/>
                    <a:pt x="56033" y="8258"/>
                  </a:cubicBezTo>
                  <a:cubicBezTo>
                    <a:pt x="55875" y="8343"/>
                    <a:pt x="55706" y="8406"/>
                    <a:pt x="55547" y="8494"/>
                  </a:cubicBezTo>
                  <a:cubicBezTo>
                    <a:pt x="55388" y="8585"/>
                    <a:pt x="55259" y="8724"/>
                    <a:pt x="55118" y="8842"/>
                  </a:cubicBezTo>
                  <a:cubicBezTo>
                    <a:pt x="54986" y="8951"/>
                    <a:pt x="54850" y="9057"/>
                    <a:pt x="54701" y="9143"/>
                  </a:cubicBezTo>
                  <a:cubicBezTo>
                    <a:pt x="54545" y="9232"/>
                    <a:pt x="54419" y="9342"/>
                    <a:pt x="54290" y="9465"/>
                  </a:cubicBezTo>
                  <a:cubicBezTo>
                    <a:pt x="54162" y="9587"/>
                    <a:pt x="54039" y="9704"/>
                    <a:pt x="53879" y="9786"/>
                  </a:cubicBezTo>
                  <a:cubicBezTo>
                    <a:pt x="53712" y="9870"/>
                    <a:pt x="53546" y="9948"/>
                    <a:pt x="53385" y="10041"/>
                  </a:cubicBezTo>
                  <a:cubicBezTo>
                    <a:pt x="53228" y="10130"/>
                    <a:pt x="53074" y="10225"/>
                    <a:pt x="52907" y="10296"/>
                  </a:cubicBezTo>
                  <a:cubicBezTo>
                    <a:pt x="52732" y="10370"/>
                    <a:pt x="52546" y="10407"/>
                    <a:pt x="52358" y="10445"/>
                  </a:cubicBezTo>
                  <a:cubicBezTo>
                    <a:pt x="52168" y="10482"/>
                    <a:pt x="51977" y="10519"/>
                    <a:pt x="51791" y="10575"/>
                  </a:cubicBezTo>
                  <a:cubicBezTo>
                    <a:pt x="51707" y="10601"/>
                    <a:pt x="51627" y="10636"/>
                    <a:pt x="51545" y="10668"/>
                  </a:cubicBezTo>
                  <a:cubicBezTo>
                    <a:pt x="51456" y="10701"/>
                    <a:pt x="51365" y="10714"/>
                    <a:pt x="51274" y="10739"/>
                  </a:cubicBezTo>
                  <a:cubicBezTo>
                    <a:pt x="51106" y="10781"/>
                    <a:pt x="50961" y="10861"/>
                    <a:pt x="50786" y="10885"/>
                  </a:cubicBezTo>
                  <a:cubicBezTo>
                    <a:pt x="50697" y="10898"/>
                    <a:pt x="50608" y="10906"/>
                    <a:pt x="50519" y="10917"/>
                  </a:cubicBezTo>
                  <a:cubicBezTo>
                    <a:pt x="50422" y="10926"/>
                    <a:pt x="50344" y="10945"/>
                    <a:pt x="50249" y="10925"/>
                  </a:cubicBezTo>
                  <a:cubicBezTo>
                    <a:pt x="50137" y="10902"/>
                    <a:pt x="49998" y="10878"/>
                    <a:pt x="49888" y="10911"/>
                  </a:cubicBezTo>
                  <a:cubicBezTo>
                    <a:pt x="49879" y="10913"/>
                    <a:pt x="49873" y="10917"/>
                    <a:pt x="49868" y="10921"/>
                  </a:cubicBezTo>
                  <a:cubicBezTo>
                    <a:pt x="49821" y="10913"/>
                    <a:pt x="49777" y="10906"/>
                    <a:pt x="49730" y="10897"/>
                  </a:cubicBezTo>
                  <a:cubicBezTo>
                    <a:pt x="49421" y="10841"/>
                    <a:pt x="49120" y="10794"/>
                    <a:pt x="48826" y="10683"/>
                  </a:cubicBezTo>
                  <a:cubicBezTo>
                    <a:pt x="48553" y="10579"/>
                    <a:pt x="48287" y="10474"/>
                    <a:pt x="47997" y="10434"/>
                  </a:cubicBezTo>
                  <a:cubicBezTo>
                    <a:pt x="47684" y="10389"/>
                    <a:pt x="47394" y="10288"/>
                    <a:pt x="47089" y="10214"/>
                  </a:cubicBezTo>
                  <a:cubicBezTo>
                    <a:pt x="46801" y="10143"/>
                    <a:pt x="46539" y="10000"/>
                    <a:pt x="46251" y="9926"/>
                  </a:cubicBezTo>
                  <a:cubicBezTo>
                    <a:pt x="45955" y="9848"/>
                    <a:pt x="45667" y="9742"/>
                    <a:pt x="45388" y="9621"/>
                  </a:cubicBezTo>
                  <a:cubicBezTo>
                    <a:pt x="45101" y="9498"/>
                    <a:pt x="44824" y="9362"/>
                    <a:pt x="44530" y="9260"/>
                  </a:cubicBezTo>
                  <a:cubicBezTo>
                    <a:pt x="44235" y="9156"/>
                    <a:pt x="43917" y="9094"/>
                    <a:pt x="43628" y="8970"/>
                  </a:cubicBezTo>
                  <a:cubicBezTo>
                    <a:pt x="43519" y="8923"/>
                    <a:pt x="43424" y="8853"/>
                    <a:pt x="43320" y="8797"/>
                  </a:cubicBezTo>
                  <a:cubicBezTo>
                    <a:pt x="43197" y="8730"/>
                    <a:pt x="43061" y="8691"/>
                    <a:pt x="42935" y="8628"/>
                  </a:cubicBezTo>
                  <a:cubicBezTo>
                    <a:pt x="42680" y="8503"/>
                    <a:pt x="42449" y="8341"/>
                    <a:pt x="42185" y="8237"/>
                  </a:cubicBezTo>
                  <a:cubicBezTo>
                    <a:pt x="41914" y="8133"/>
                    <a:pt x="41655" y="7988"/>
                    <a:pt x="41356" y="7997"/>
                  </a:cubicBezTo>
                  <a:cubicBezTo>
                    <a:pt x="41052" y="8007"/>
                    <a:pt x="40746" y="8049"/>
                    <a:pt x="40444" y="8077"/>
                  </a:cubicBezTo>
                  <a:cubicBezTo>
                    <a:pt x="40147" y="8105"/>
                    <a:pt x="39931" y="8060"/>
                    <a:pt x="39676" y="7902"/>
                  </a:cubicBezTo>
                  <a:cubicBezTo>
                    <a:pt x="39572" y="7839"/>
                    <a:pt x="39468" y="7781"/>
                    <a:pt x="39343" y="7770"/>
                  </a:cubicBezTo>
                  <a:cubicBezTo>
                    <a:pt x="39208" y="7757"/>
                    <a:pt x="39072" y="7795"/>
                    <a:pt x="38938" y="7804"/>
                  </a:cubicBezTo>
                  <a:cubicBezTo>
                    <a:pt x="38795" y="7813"/>
                    <a:pt x="38653" y="7811"/>
                    <a:pt x="38514" y="7847"/>
                  </a:cubicBezTo>
                  <a:cubicBezTo>
                    <a:pt x="38373" y="7882"/>
                    <a:pt x="38237" y="7945"/>
                    <a:pt x="38103" y="8001"/>
                  </a:cubicBezTo>
                  <a:cubicBezTo>
                    <a:pt x="37984" y="8049"/>
                    <a:pt x="37874" y="8109"/>
                    <a:pt x="37787" y="8204"/>
                  </a:cubicBezTo>
                  <a:cubicBezTo>
                    <a:pt x="37681" y="8319"/>
                    <a:pt x="37610" y="8464"/>
                    <a:pt x="37508" y="8583"/>
                  </a:cubicBezTo>
                  <a:cubicBezTo>
                    <a:pt x="37426" y="8678"/>
                    <a:pt x="37320" y="8724"/>
                    <a:pt x="37221" y="8799"/>
                  </a:cubicBezTo>
                  <a:cubicBezTo>
                    <a:pt x="37169" y="8838"/>
                    <a:pt x="37128" y="8890"/>
                    <a:pt x="37073" y="8922"/>
                  </a:cubicBezTo>
                  <a:cubicBezTo>
                    <a:pt x="37004" y="8959"/>
                    <a:pt x="36929" y="8974"/>
                    <a:pt x="36866" y="9016"/>
                  </a:cubicBezTo>
                  <a:cubicBezTo>
                    <a:pt x="36751" y="9094"/>
                    <a:pt x="36654" y="9195"/>
                    <a:pt x="36541" y="9273"/>
                  </a:cubicBezTo>
                  <a:cubicBezTo>
                    <a:pt x="36424" y="9359"/>
                    <a:pt x="36282" y="9398"/>
                    <a:pt x="36163" y="9481"/>
                  </a:cubicBezTo>
                  <a:cubicBezTo>
                    <a:pt x="36046" y="9565"/>
                    <a:pt x="35946" y="9669"/>
                    <a:pt x="35827" y="9751"/>
                  </a:cubicBezTo>
                  <a:cubicBezTo>
                    <a:pt x="35711" y="9829"/>
                    <a:pt x="35594" y="9890"/>
                    <a:pt x="35490" y="9985"/>
                  </a:cubicBezTo>
                  <a:cubicBezTo>
                    <a:pt x="35404" y="10062"/>
                    <a:pt x="35291" y="10194"/>
                    <a:pt x="35166" y="10199"/>
                  </a:cubicBezTo>
                  <a:cubicBezTo>
                    <a:pt x="35105" y="10203"/>
                    <a:pt x="35034" y="10181"/>
                    <a:pt x="34975" y="10173"/>
                  </a:cubicBezTo>
                  <a:cubicBezTo>
                    <a:pt x="34880" y="10162"/>
                    <a:pt x="34787" y="10151"/>
                    <a:pt x="34694" y="10140"/>
                  </a:cubicBezTo>
                  <a:cubicBezTo>
                    <a:pt x="34538" y="10119"/>
                    <a:pt x="34380" y="10101"/>
                    <a:pt x="34225" y="10069"/>
                  </a:cubicBezTo>
                  <a:cubicBezTo>
                    <a:pt x="34078" y="10039"/>
                    <a:pt x="33956" y="9954"/>
                    <a:pt x="33816" y="9905"/>
                  </a:cubicBezTo>
                  <a:cubicBezTo>
                    <a:pt x="33684" y="9857"/>
                    <a:pt x="33572" y="9805"/>
                    <a:pt x="33455" y="9727"/>
                  </a:cubicBezTo>
                  <a:cubicBezTo>
                    <a:pt x="33340" y="9649"/>
                    <a:pt x="33223" y="9569"/>
                    <a:pt x="33096" y="9511"/>
                  </a:cubicBezTo>
                  <a:cubicBezTo>
                    <a:pt x="32983" y="9459"/>
                    <a:pt x="32860" y="9437"/>
                    <a:pt x="32745" y="9390"/>
                  </a:cubicBezTo>
                  <a:cubicBezTo>
                    <a:pt x="32615" y="9338"/>
                    <a:pt x="32501" y="9269"/>
                    <a:pt x="32365" y="9232"/>
                  </a:cubicBezTo>
                  <a:cubicBezTo>
                    <a:pt x="32107" y="9163"/>
                    <a:pt x="31845" y="9104"/>
                    <a:pt x="31581" y="9055"/>
                  </a:cubicBezTo>
                  <a:cubicBezTo>
                    <a:pt x="31287" y="9000"/>
                    <a:pt x="30995" y="9031"/>
                    <a:pt x="30710" y="8914"/>
                  </a:cubicBezTo>
                  <a:cubicBezTo>
                    <a:pt x="30441" y="8804"/>
                    <a:pt x="30193" y="8657"/>
                    <a:pt x="30030" y="8416"/>
                  </a:cubicBezTo>
                  <a:cubicBezTo>
                    <a:pt x="29955" y="8304"/>
                    <a:pt x="29866" y="8209"/>
                    <a:pt x="29779" y="8107"/>
                  </a:cubicBezTo>
                  <a:cubicBezTo>
                    <a:pt x="29682" y="7992"/>
                    <a:pt x="29604" y="7863"/>
                    <a:pt x="29507" y="7748"/>
                  </a:cubicBezTo>
                  <a:cubicBezTo>
                    <a:pt x="29360" y="7579"/>
                    <a:pt x="29236" y="7320"/>
                    <a:pt x="29022" y="7222"/>
                  </a:cubicBezTo>
                  <a:cubicBezTo>
                    <a:pt x="28845" y="7140"/>
                    <a:pt x="28678" y="7235"/>
                    <a:pt x="28553" y="7359"/>
                  </a:cubicBezTo>
                  <a:cubicBezTo>
                    <a:pt x="28436" y="7476"/>
                    <a:pt x="28347" y="7679"/>
                    <a:pt x="28149" y="7607"/>
                  </a:cubicBezTo>
                  <a:cubicBezTo>
                    <a:pt x="28049" y="7569"/>
                    <a:pt x="27965" y="7493"/>
                    <a:pt x="27876" y="7437"/>
                  </a:cubicBezTo>
                  <a:cubicBezTo>
                    <a:pt x="27751" y="7359"/>
                    <a:pt x="27631" y="7283"/>
                    <a:pt x="27512" y="7196"/>
                  </a:cubicBezTo>
                  <a:cubicBezTo>
                    <a:pt x="27290" y="7032"/>
                    <a:pt x="27063" y="6878"/>
                    <a:pt x="26838" y="6718"/>
                  </a:cubicBezTo>
                  <a:cubicBezTo>
                    <a:pt x="26632" y="6569"/>
                    <a:pt x="26507" y="6348"/>
                    <a:pt x="26293" y="6208"/>
                  </a:cubicBezTo>
                  <a:cubicBezTo>
                    <a:pt x="26193" y="6145"/>
                    <a:pt x="26087" y="6087"/>
                    <a:pt x="25992" y="6015"/>
                  </a:cubicBezTo>
                  <a:cubicBezTo>
                    <a:pt x="25884" y="5929"/>
                    <a:pt x="25823" y="5806"/>
                    <a:pt x="25730" y="5706"/>
                  </a:cubicBezTo>
                  <a:cubicBezTo>
                    <a:pt x="25652" y="5620"/>
                    <a:pt x="25572" y="5553"/>
                    <a:pt x="25516" y="5451"/>
                  </a:cubicBezTo>
                  <a:cubicBezTo>
                    <a:pt x="25445" y="5321"/>
                    <a:pt x="25365" y="5198"/>
                    <a:pt x="25291" y="5070"/>
                  </a:cubicBezTo>
                  <a:cubicBezTo>
                    <a:pt x="25226" y="4958"/>
                    <a:pt x="25172" y="4837"/>
                    <a:pt x="25094" y="4733"/>
                  </a:cubicBezTo>
                  <a:cubicBezTo>
                    <a:pt x="25016" y="4631"/>
                    <a:pt x="24915" y="4547"/>
                    <a:pt x="24811" y="4471"/>
                  </a:cubicBezTo>
                  <a:cubicBezTo>
                    <a:pt x="24616" y="4326"/>
                    <a:pt x="24428" y="4155"/>
                    <a:pt x="24186" y="4101"/>
                  </a:cubicBezTo>
                  <a:cubicBezTo>
                    <a:pt x="24078" y="4079"/>
                    <a:pt x="23971" y="4077"/>
                    <a:pt x="23863" y="4068"/>
                  </a:cubicBezTo>
                  <a:cubicBezTo>
                    <a:pt x="23705" y="4053"/>
                    <a:pt x="23550" y="4008"/>
                    <a:pt x="23392" y="3997"/>
                  </a:cubicBezTo>
                  <a:cubicBezTo>
                    <a:pt x="23258" y="3989"/>
                    <a:pt x="23126" y="4015"/>
                    <a:pt x="22992" y="4028"/>
                  </a:cubicBezTo>
                  <a:cubicBezTo>
                    <a:pt x="22825" y="4047"/>
                    <a:pt x="22659" y="4064"/>
                    <a:pt x="22492" y="4081"/>
                  </a:cubicBezTo>
                  <a:cubicBezTo>
                    <a:pt x="22178" y="4110"/>
                    <a:pt x="21893" y="4226"/>
                    <a:pt x="21584" y="4278"/>
                  </a:cubicBezTo>
                  <a:cubicBezTo>
                    <a:pt x="21278" y="4328"/>
                    <a:pt x="20967" y="4346"/>
                    <a:pt x="20660" y="4386"/>
                  </a:cubicBezTo>
                  <a:cubicBezTo>
                    <a:pt x="20647" y="4387"/>
                    <a:pt x="20634" y="4391"/>
                    <a:pt x="20627" y="4399"/>
                  </a:cubicBezTo>
                  <a:cubicBezTo>
                    <a:pt x="20523" y="4306"/>
                    <a:pt x="20422" y="4209"/>
                    <a:pt x="20318" y="4116"/>
                  </a:cubicBezTo>
                  <a:cubicBezTo>
                    <a:pt x="20173" y="3988"/>
                    <a:pt x="20017" y="3878"/>
                    <a:pt x="19842" y="3787"/>
                  </a:cubicBezTo>
                  <a:cubicBezTo>
                    <a:pt x="19663" y="3692"/>
                    <a:pt x="19483" y="3606"/>
                    <a:pt x="19321" y="3484"/>
                  </a:cubicBezTo>
                  <a:cubicBezTo>
                    <a:pt x="19156" y="3361"/>
                    <a:pt x="18971" y="3268"/>
                    <a:pt x="18804" y="3149"/>
                  </a:cubicBezTo>
                  <a:cubicBezTo>
                    <a:pt x="18650" y="3039"/>
                    <a:pt x="18521" y="2898"/>
                    <a:pt x="18356" y="2803"/>
                  </a:cubicBezTo>
                  <a:cubicBezTo>
                    <a:pt x="18209" y="2721"/>
                    <a:pt x="18056" y="2682"/>
                    <a:pt x="17930" y="2567"/>
                  </a:cubicBezTo>
                  <a:cubicBezTo>
                    <a:pt x="17791" y="2440"/>
                    <a:pt x="17699" y="2267"/>
                    <a:pt x="17569" y="2131"/>
                  </a:cubicBezTo>
                  <a:cubicBezTo>
                    <a:pt x="17433" y="1988"/>
                    <a:pt x="17262" y="1884"/>
                    <a:pt x="17121" y="1747"/>
                  </a:cubicBezTo>
                  <a:cubicBezTo>
                    <a:pt x="16982" y="1607"/>
                    <a:pt x="16857" y="1455"/>
                    <a:pt x="16742" y="1296"/>
                  </a:cubicBezTo>
                  <a:cubicBezTo>
                    <a:pt x="16623" y="1133"/>
                    <a:pt x="16504" y="984"/>
                    <a:pt x="16344" y="856"/>
                  </a:cubicBezTo>
                  <a:cubicBezTo>
                    <a:pt x="16195" y="735"/>
                    <a:pt x="16033" y="610"/>
                    <a:pt x="15855" y="536"/>
                  </a:cubicBezTo>
                  <a:cubicBezTo>
                    <a:pt x="15652" y="452"/>
                    <a:pt x="15458" y="473"/>
                    <a:pt x="15248" y="499"/>
                  </a:cubicBezTo>
                  <a:cubicBezTo>
                    <a:pt x="15044" y="523"/>
                    <a:pt x="14826" y="504"/>
                    <a:pt x="14633" y="580"/>
                  </a:cubicBezTo>
                  <a:cubicBezTo>
                    <a:pt x="14534" y="618"/>
                    <a:pt x="14445" y="677"/>
                    <a:pt x="14359" y="739"/>
                  </a:cubicBezTo>
                  <a:cubicBezTo>
                    <a:pt x="14272" y="800"/>
                    <a:pt x="14188" y="841"/>
                    <a:pt x="14093" y="889"/>
                  </a:cubicBezTo>
                  <a:cubicBezTo>
                    <a:pt x="14013" y="930"/>
                    <a:pt x="13932" y="973"/>
                    <a:pt x="13863" y="1029"/>
                  </a:cubicBezTo>
                  <a:cubicBezTo>
                    <a:pt x="13768" y="1105"/>
                    <a:pt x="13682" y="1185"/>
                    <a:pt x="13582" y="1256"/>
                  </a:cubicBezTo>
                  <a:cubicBezTo>
                    <a:pt x="13428" y="1365"/>
                    <a:pt x="13232" y="1427"/>
                    <a:pt x="13091" y="1555"/>
                  </a:cubicBezTo>
                  <a:cubicBezTo>
                    <a:pt x="13082" y="1562"/>
                    <a:pt x="13039" y="1605"/>
                    <a:pt x="13020" y="1639"/>
                  </a:cubicBezTo>
                  <a:cubicBezTo>
                    <a:pt x="12994" y="1641"/>
                    <a:pt x="12963" y="1657"/>
                    <a:pt x="12944" y="1667"/>
                  </a:cubicBezTo>
                  <a:cubicBezTo>
                    <a:pt x="12862" y="1713"/>
                    <a:pt x="12795" y="1800"/>
                    <a:pt x="12702" y="1821"/>
                  </a:cubicBezTo>
                  <a:cubicBezTo>
                    <a:pt x="12693" y="1819"/>
                    <a:pt x="12684" y="1817"/>
                    <a:pt x="12674" y="1813"/>
                  </a:cubicBezTo>
                  <a:cubicBezTo>
                    <a:pt x="12652" y="1791"/>
                    <a:pt x="12617" y="1784"/>
                    <a:pt x="12587" y="1793"/>
                  </a:cubicBezTo>
                  <a:cubicBezTo>
                    <a:pt x="12401" y="1750"/>
                    <a:pt x="12213" y="1719"/>
                    <a:pt x="12035" y="1655"/>
                  </a:cubicBezTo>
                  <a:cubicBezTo>
                    <a:pt x="11793" y="1570"/>
                    <a:pt x="11601" y="1430"/>
                    <a:pt x="11400" y="1276"/>
                  </a:cubicBezTo>
                  <a:cubicBezTo>
                    <a:pt x="11198" y="1120"/>
                    <a:pt x="10989" y="999"/>
                    <a:pt x="10749" y="904"/>
                  </a:cubicBezTo>
                  <a:cubicBezTo>
                    <a:pt x="10627" y="856"/>
                    <a:pt x="10502" y="800"/>
                    <a:pt x="10370" y="778"/>
                  </a:cubicBezTo>
                  <a:cubicBezTo>
                    <a:pt x="10238" y="753"/>
                    <a:pt x="10117" y="742"/>
                    <a:pt x="9994" y="688"/>
                  </a:cubicBezTo>
                  <a:cubicBezTo>
                    <a:pt x="9873" y="638"/>
                    <a:pt x="9753" y="588"/>
                    <a:pt x="9630" y="541"/>
                  </a:cubicBezTo>
                  <a:cubicBezTo>
                    <a:pt x="9498" y="491"/>
                    <a:pt x="9375" y="422"/>
                    <a:pt x="9236" y="389"/>
                  </a:cubicBezTo>
                  <a:cubicBezTo>
                    <a:pt x="8970" y="328"/>
                    <a:pt x="8726" y="188"/>
                    <a:pt x="8464" y="110"/>
                  </a:cubicBezTo>
                  <a:cubicBezTo>
                    <a:pt x="8358" y="76"/>
                    <a:pt x="8254" y="86"/>
                    <a:pt x="8146" y="69"/>
                  </a:cubicBezTo>
                  <a:cubicBezTo>
                    <a:pt x="8014" y="49"/>
                    <a:pt x="7887" y="0"/>
                    <a:pt x="7753" y="11"/>
                  </a:cubicBezTo>
                  <a:cubicBezTo>
                    <a:pt x="7651" y="21"/>
                    <a:pt x="7558" y="67"/>
                    <a:pt x="7458" y="78"/>
                  </a:cubicBezTo>
                  <a:cubicBezTo>
                    <a:pt x="7311" y="91"/>
                    <a:pt x="7195" y="123"/>
                    <a:pt x="7062" y="181"/>
                  </a:cubicBezTo>
                  <a:cubicBezTo>
                    <a:pt x="6941" y="233"/>
                    <a:pt x="6816" y="246"/>
                    <a:pt x="6690" y="275"/>
                  </a:cubicBezTo>
                  <a:cubicBezTo>
                    <a:pt x="6559" y="305"/>
                    <a:pt x="6429" y="328"/>
                    <a:pt x="6297" y="352"/>
                  </a:cubicBezTo>
                  <a:cubicBezTo>
                    <a:pt x="6029" y="402"/>
                    <a:pt x="5763" y="476"/>
                    <a:pt x="5496" y="532"/>
                  </a:cubicBezTo>
                  <a:cubicBezTo>
                    <a:pt x="5213" y="592"/>
                    <a:pt x="4928" y="657"/>
                    <a:pt x="4651" y="740"/>
                  </a:cubicBezTo>
                  <a:cubicBezTo>
                    <a:pt x="4385" y="818"/>
                    <a:pt x="4134" y="921"/>
                    <a:pt x="3878" y="1023"/>
                  </a:cubicBezTo>
                  <a:cubicBezTo>
                    <a:pt x="3627" y="1124"/>
                    <a:pt x="3366" y="1196"/>
                    <a:pt x="3121" y="1311"/>
                  </a:cubicBezTo>
                  <a:cubicBezTo>
                    <a:pt x="3007" y="1365"/>
                    <a:pt x="2899" y="1430"/>
                    <a:pt x="2784" y="1479"/>
                  </a:cubicBezTo>
                  <a:cubicBezTo>
                    <a:pt x="2663" y="1529"/>
                    <a:pt x="2533" y="1559"/>
                    <a:pt x="2416" y="1614"/>
                  </a:cubicBezTo>
                  <a:cubicBezTo>
                    <a:pt x="2314" y="1665"/>
                    <a:pt x="2208" y="1696"/>
                    <a:pt x="2107" y="1748"/>
                  </a:cubicBezTo>
                  <a:cubicBezTo>
                    <a:pt x="1992" y="1810"/>
                    <a:pt x="1886" y="1880"/>
                    <a:pt x="1778" y="1949"/>
                  </a:cubicBezTo>
                  <a:cubicBezTo>
                    <a:pt x="1644" y="2035"/>
                    <a:pt x="1506" y="2111"/>
                    <a:pt x="1358" y="2171"/>
                  </a:cubicBezTo>
                  <a:cubicBezTo>
                    <a:pt x="1222" y="2223"/>
                    <a:pt x="1084" y="2265"/>
                    <a:pt x="952" y="2327"/>
                  </a:cubicBezTo>
                  <a:cubicBezTo>
                    <a:pt x="686" y="2453"/>
                    <a:pt x="407" y="2567"/>
                    <a:pt x="160" y="2723"/>
                  </a:cubicBezTo>
                  <a:cubicBezTo>
                    <a:pt x="106" y="2756"/>
                    <a:pt x="54" y="2786"/>
                    <a:pt x="0" y="2814"/>
                  </a:cubicBezTo>
                  <a:lnTo>
                    <a:pt x="0" y="900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125" y="4397475"/>
              <a:ext cx="9144171" cy="1935818"/>
            </a:xfrm>
            <a:custGeom>
              <a:avLst/>
              <a:gdLst/>
              <a:ahLst/>
              <a:cxnLst/>
              <a:rect l="l" t="t" r="r" b="b"/>
              <a:pathLst>
                <a:path w="215728" h="88444" extrusionOk="0">
                  <a:moveTo>
                    <a:pt x="215725" y="1734"/>
                  </a:moveTo>
                  <a:lnTo>
                    <a:pt x="215725" y="83372"/>
                  </a:lnTo>
                  <a:lnTo>
                    <a:pt x="215489" y="83413"/>
                  </a:lnTo>
                  <a:cubicBezTo>
                    <a:pt x="212294" y="83956"/>
                    <a:pt x="209093" y="84393"/>
                    <a:pt x="205891" y="84884"/>
                  </a:cubicBezTo>
                  <a:cubicBezTo>
                    <a:pt x="202528" y="85400"/>
                    <a:pt x="199146" y="85744"/>
                    <a:pt x="195794" y="86322"/>
                  </a:cubicBezTo>
                  <a:cubicBezTo>
                    <a:pt x="192612" y="86869"/>
                    <a:pt x="189452" y="87544"/>
                    <a:pt x="186289" y="88185"/>
                  </a:cubicBezTo>
                  <a:cubicBezTo>
                    <a:pt x="185859" y="88273"/>
                    <a:pt x="185432" y="88358"/>
                    <a:pt x="185002" y="88444"/>
                  </a:cubicBezTo>
                  <a:lnTo>
                    <a:pt x="0" y="73134"/>
                  </a:lnTo>
                  <a:lnTo>
                    <a:pt x="0" y="11284"/>
                  </a:lnTo>
                  <a:cubicBezTo>
                    <a:pt x="134" y="11310"/>
                    <a:pt x="266" y="11341"/>
                    <a:pt x="398" y="11382"/>
                  </a:cubicBezTo>
                  <a:cubicBezTo>
                    <a:pt x="677" y="11468"/>
                    <a:pt x="960" y="11581"/>
                    <a:pt x="1200" y="11749"/>
                  </a:cubicBezTo>
                  <a:cubicBezTo>
                    <a:pt x="1304" y="11821"/>
                    <a:pt x="1402" y="11907"/>
                    <a:pt x="1477" y="12011"/>
                  </a:cubicBezTo>
                  <a:cubicBezTo>
                    <a:pt x="1503" y="12046"/>
                    <a:pt x="1529" y="12128"/>
                    <a:pt x="1562" y="12152"/>
                  </a:cubicBezTo>
                  <a:cubicBezTo>
                    <a:pt x="1631" y="12203"/>
                    <a:pt x="1722" y="12141"/>
                    <a:pt x="1798" y="12102"/>
                  </a:cubicBezTo>
                  <a:cubicBezTo>
                    <a:pt x="2120" y="11942"/>
                    <a:pt x="2431" y="11745"/>
                    <a:pt x="2771" y="11628"/>
                  </a:cubicBezTo>
                  <a:cubicBezTo>
                    <a:pt x="2924" y="11574"/>
                    <a:pt x="3076" y="11546"/>
                    <a:pt x="3238" y="11540"/>
                  </a:cubicBezTo>
                  <a:cubicBezTo>
                    <a:pt x="3405" y="11533"/>
                    <a:pt x="3595" y="11540"/>
                    <a:pt x="3751" y="11468"/>
                  </a:cubicBezTo>
                  <a:cubicBezTo>
                    <a:pt x="3891" y="11403"/>
                    <a:pt x="4008" y="11310"/>
                    <a:pt x="4157" y="11256"/>
                  </a:cubicBezTo>
                  <a:cubicBezTo>
                    <a:pt x="4309" y="11200"/>
                    <a:pt x="4469" y="11165"/>
                    <a:pt x="4625" y="11122"/>
                  </a:cubicBezTo>
                  <a:cubicBezTo>
                    <a:pt x="4768" y="11083"/>
                    <a:pt x="4900" y="11018"/>
                    <a:pt x="5042" y="10977"/>
                  </a:cubicBezTo>
                  <a:cubicBezTo>
                    <a:pt x="5187" y="10938"/>
                    <a:pt x="5347" y="10953"/>
                    <a:pt x="5496" y="10973"/>
                  </a:cubicBezTo>
                  <a:cubicBezTo>
                    <a:pt x="5825" y="11016"/>
                    <a:pt x="6156" y="11185"/>
                    <a:pt x="6442" y="11349"/>
                  </a:cubicBezTo>
                  <a:cubicBezTo>
                    <a:pt x="6578" y="11427"/>
                    <a:pt x="6738" y="11451"/>
                    <a:pt x="6877" y="11526"/>
                  </a:cubicBezTo>
                  <a:cubicBezTo>
                    <a:pt x="7049" y="11617"/>
                    <a:pt x="7212" y="11721"/>
                    <a:pt x="7372" y="11829"/>
                  </a:cubicBezTo>
                  <a:cubicBezTo>
                    <a:pt x="7699" y="12050"/>
                    <a:pt x="8081" y="12314"/>
                    <a:pt x="8497" y="12221"/>
                  </a:cubicBezTo>
                  <a:cubicBezTo>
                    <a:pt x="8819" y="12150"/>
                    <a:pt x="9081" y="11922"/>
                    <a:pt x="9427" y="11972"/>
                  </a:cubicBezTo>
                  <a:cubicBezTo>
                    <a:pt x="9790" y="12022"/>
                    <a:pt x="10119" y="12243"/>
                    <a:pt x="10430" y="12420"/>
                  </a:cubicBezTo>
                  <a:cubicBezTo>
                    <a:pt x="10742" y="12599"/>
                    <a:pt x="11075" y="12710"/>
                    <a:pt x="11376" y="12911"/>
                  </a:cubicBezTo>
                  <a:cubicBezTo>
                    <a:pt x="11529" y="13013"/>
                    <a:pt x="11692" y="13073"/>
                    <a:pt x="11852" y="13158"/>
                  </a:cubicBezTo>
                  <a:cubicBezTo>
                    <a:pt x="12029" y="13253"/>
                    <a:pt x="12194" y="13367"/>
                    <a:pt x="12373" y="13460"/>
                  </a:cubicBezTo>
                  <a:cubicBezTo>
                    <a:pt x="12671" y="13618"/>
                    <a:pt x="12884" y="13914"/>
                    <a:pt x="13199" y="14040"/>
                  </a:cubicBezTo>
                  <a:cubicBezTo>
                    <a:pt x="13537" y="14178"/>
                    <a:pt x="13863" y="14325"/>
                    <a:pt x="14194" y="14484"/>
                  </a:cubicBezTo>
                  <a:cubicBezTo>
                    <a:pt x="14523" y="14644"/>
                    <a:pt x="14848" y="14756"/>
                    <a:pt x="15217" y="14789"/>
                  </a:cubicBezTo>
                  <a:cubicBezTo>
                    <a:pt x="15590" y="14825"/>
                    <a:pt x="15927" y="14732"/>
                    <a:pt x="16293" y="14682"/>
                  </a:cubicBezTo>
                  <a:cubicBezTo>
                    <a:pt x="16637" y="14633"/>
                    <a:pt x="16905" y="14410"/>
                    <a:pt x="17199" y="14237"/>
                  </a:cubicBezTo>
                  <a:cubicBezTo>
                    <a:pt x="17515" y="14051"/>
                    <a:pt x="17872" y="13893"/>
                    <a:pt x="18211" y="13757"/>
                  </a:cubicBezTo>
                  <a:cubicBezTo>
                    <a:pt x="18529" y="13631"/>
                    <a:pt x="18772" y="13400"/>
                    <a:pt x="19096" y="13278"/>
                  </a:cubicBezTo>
                  <a:cubicBezTo>
                    <a:pt x="19410" y="13158"/>
                    <a:pt x="19723" y="13106"/>
                    <a:pt x="20059" y="13132"/>
                  </a:cubicBezTo>
                  <a:cubicBezTo>
                    <a:pt x="20255" y="13147"/>
                    <a:pt x="20459" y="13205"/>
                    <a:pt x="20653" y="13132"/>
                  </a:cubicBezTo>
                  <a:cubicBezTo>
                    <a:pt x="20826" y="13065"/>
                    <a:pt x="20995" y="12982"/>
                    <a:pt x="21170" y="12913"/>
                  </a:cubicBezTo>
                  <a:cubicBezTo>
                    <a:pt x="21519" y="12777"/>
                    <a:pt x="21869" y="12638"/>
                    <a:pt x="22233" y="12554"/>
                  </a:cubicBezTo>
                  <a:cubicBezTo>
                    <a:pt x="22628" y="12465"/>
                    <a:pt x="23003" y="12320"/>
                    <a:pt x="23394" y="12225"/>
                  </a:cubicBezTo>
                  <a:cubicBezTo>
                    <a:pt x="23552" y="12184"/>
                    <a:pt x="23714" y="12162"/>
                    <a:pt x="23872" y="12124"/>
                  </a:cubicBezTo>
                  <a:cubicBezTo>
                    <a:pt x="24056" y="12084"/>
                    <a:pt x="24227" y="12013"/>
                    <a:pt x="24406" y="11957"/>
                  </a:cubicBezTo>
                  <a:cubicBezTo>
                    <a:pt x="24592" y="11899"/>
                    <a:pt x="24776" y="11844"/>
                    <a:pt x="24960" y="11777"/>
                  </a:cubicBezTo>
                  <a:cubicBezTo>
                    <a:pt x="25146" y="11710"/>
                    <a:pt x="25300" y="11715"/>
                    <a:pt x="25492" y="11695"/>
                  </a:cubicBezTo>
                  <a:cubicBezTo>
                    <a:pt x="25518" y="11691"/>
                    <a:pt x="25546" y="11689"/>
                    <a:pt x="25572" y="11686"/>
                  </a:cubicBezTo>
                  <a:cubicBezTo>
                    <a:pt x="25577" y="11659"/>
                    <a:pt x="25598" y="11633"/>
                    <a:pt x="25635" y="11635"/>
                  </a:cubicBezTo>
                  <a:cubicBezTo>
                    <a:pt x="25804" y="11639"/>
                    <a:pt x="25973" y="11637"/>
                    <a:pt x="26141" y="11646"/>
                  </a:cubicBezTo>
                  <a:cubicBezTo>
                    <a:pt x="26288" y="11654"/>
                    <a:pt x="26414" y="11697"/>
                    <a:pt x="26554" y="11739"/>
                  </a:cubicBezTo>
                  <a:cubicBezTo>
                    <a:pt x="26699" y="11782"/>
                    <a:pt x="26859" y="11779"/>
                    <a:pt x="27009" y="11782"/>
                  </a:cubicBezTo>
                  <a:cubicBezTo>
                    <a:pt x="27175" y="11788"/>
                    <a:pt x="27340" y="11799"/>
                    <a:pt x="27506" y="11808"/>
                  </a:cubicBezTo>
                  <a:cubicBezTo>
                    <a:pt x="27582" y="11812"/>
                    <a:pt x="27655" y="11818"/>
                    <a:pt x="27727" y="11834"/>
                  </a:cubicBezTo>
                  <a:cubicBezTo>
                    <a:pt x="27803" y="11851"/>
                    <a:pt x="27869" y="11885"/>
                    <a:pt x="27939" y="11912"/>
                  </a:cubicBezTo>
                  <a:cubicBezTo>
                    <a:pt x="28081" y="11966"/>
                    <a:pt x="28228" y="11940"/>
                    <a:pt x="28374" y="11933"/>
                  </a:cubicBezTo>
                  <a:cubicBezTo>
                    <a:pt x="28527" y="11925"/>
                    <a:pt x="28678" y="11927"/>
                    <a:pt x="28828" y="11916"/>
                  </a:cubicBezTo>
                  <a:cubicBezTo>
                    <a:pt x="28994" y="11903"/>
                    <a:pt x="29139" y="11940"/>
                    <a:pt x="29284" y="12018"/>
                  </a:cubicBezTo>
                  <a:cubicBezTo>
                    <a:pt x="29418" y="12089"/>
                    <a:pt x="29559" y="12145"/>
                    <a:pt x="29699" y="12206"/>
                  </a:cubicBezTo>
                  <a:cubicBezTo>
                    <a:pt x="29838" y="12266"/>
                    <a:pt x="29968" y="12340"/>
                    <a:pt x="30111" y="12394"/>
                  </a:cubicBezTo>
                  <a:cubicBezTo>
                    <a:pt x="30255" y="12448"/>
                    <a:pt x="30387" y="12509"/>
                    <a:pt x="30513" y="12593"/>
                  </a:cubicBezTo>
                  <a:cubicBezTo>
                    <a:pt x="30565" y="12627"/>
                    <a:pt x="30615" y="12662"/>
                    <a:pt x="30673" y="12684"/>
                  </a:cubicBezTo>
                  <a:cubicBezTo>
                    <a:pt x="30742" y="12712"/>
                    <a:pt x="30816" y="12718"/>
                    <a:pt x="30891" y="12723"/>
                  </a:cubicBezTo>
                  <a:cubicBezTo>
                    <a:pt x="31047" y="12736"/>
                    <a:pt x="31203" y="12747"/>
                    <a:pt x="31358" y="12759"/>
                  </a:cubicBezTo>
                  <a:cubicBezTo>
                    <a:pt x="31506" y="12768"/>
                    <a:pt x="31644" y="12766"/>
                    <a:pt x="31782" y="12703"/>
                  </a:cubicBezTo>
                  <a:cubicBezTo>
                    <a:pt x="32042" y="12580"/>
                    <a:pt x="32328" y="12463"/>
                    <a:pt x="32620" y="12452"/>
                  </a:cubicBezTo>
                  <a:cubicBezTo>
                    <a:pt x="32762" y="12446"/>
                    <a:pt x="32899" y="12491"/>
                    <a:pt x="33035" y="12528"/>
                  </a:cubicBezTo>
                  <a:cubicBezTo>
                    <a:pt x="33182" y="12569"/>
                    <a:pt x="33314" y="12575"/>
                    <a:pt x="33457" y="12519"/>
                  </a:cubicBezTo>
                  <a:cubicBezTo>
                    <a:pt x="33708" y="12422"/>
                    <a:pt x="33913" y="12234"/>
                    <a:pt x="34171" y="12160"/>
                  </a:cubicBezTo>
                  <a:cubicBezTo>
                    <a:pt x="34236" y="12141"/>
                    <a:pt x="34302" y="12126"/>
                    <a:pt x="34361" y="12095"/>
                  </a:cubicBezTo>
                  <a:cubicBezTo>
                    <a:pt x="34409" y="12067"/>
                    <a:pt x="34452" y="12030"/>
                    <a:pt x="34497" y="11996"/>
                  </a:cubicBezTo>
                  <a:cubicBezTo>
                    <a:pt x="34597" y="11924"/>
                    <a:pt x="34713" y="11888"/>
                    <a:pt x="34833" y="11866"/>
                  </a:cubicBezTo>
                  <a:cubicBezTo>
                    <a:pt x="35131" y="11810"/>
                    <a:pt x="35393" y="11864"/>
                    <a:pt x="35657" y="12007"/>
                  </a:cubicBezTo>
                  <a:cubicBezTo>
                    <a:pt x="35923" y="12152"/>
                    <a:pt x="36146" y="12357"/>
                    <a:pt x="36392" y="12528"/>
                  </a:cubicBezTo>
                  <a:cubicBezTo>
                    <a:pt x="36503" y="12606"/>
                    <a:pt x="36613" y="12682"/>
                    <a:pt x="36706" y="12783"/>
                  </a:cubicBezTo>
                  <a:cubicBezTo>
                    <a:pt x="36795" y="12880"/>
                    <a:pt x="36874" y="12959"/>
                    <a:pt x="36991" y="13023"/>
                  </a:cubicBezTo>
                  <a:cubicBezTo>
                    <a:pt x="37126" y="13095"/>
                    <a:pt x="37259" y="13171"/>
                    <a:pt x="37392" y="13246"/>
                  </a:cubicBezTo>
                  <a:cubicBezTo>
                    <a:pt x="37528" y="13318"/>
                    <a:pt x="37673" y="13408"/>
                    <a:pt x="37824" y="13443"/>
                  </a:cubicBezTo>
                  <a:cubicBezTo>
                    <a:pt x="37973" y="13475"/>
                    <a:pt x="38127" y="13465"/>
                    <a:pt x="38276" y="13499"/>
                  </a:cubicBezTo>
                  <a:cubicBezTo>
                    <a:pt x="38415" y="13530"/>
                    <a:pt x="38545" y="13601"/>
                    <a:pt x="38665" y="13685"/>
                  </a:cubicBezTo>
                  <a:cubicBezTo>
                    <a:pt x="38886" y="13843"/>
                    <a:pt x="39066" y="14049"/>
                    <a:pt x="39291" y="14200"/>
                  </a:cubicBezTo>
                  <a:cubicBezTo>
                    <a:pt x="39544" y="14367"/>
                    <a:pt x="39821" y="14484"/>
                    <a:pt x="40059" y="14674"/>
                  </a:cubicBezTo>
                  <a:cubicBezTo>
                    <a:pt x="40284" y="14855"/>
                    <a:pt x="40482" y="15065"/>
                    <a:pt x="40708" y="15245"/>
                  </a:cubicBezTo>
                  <a:cubicBezTo>
                    <a:pt x="40813" y="15327"/>
                    <a:pt x="40922" y="15403"/>
                    <a:pt x="41041" y="15461"/>
                  </a:cubicBezTo>
                  <a:cubicBezTo>
                    <a:pt x="41177" y="15526"/>
                    <a:pt x="41326" y="15571"/>
                    <a:pt x="41467" y="15623"/>
                  </a:cubicBezTo>
                  <a:cubicBezTo>
                    <a:pt x="41605" y="15671"/>
                    <a:pt x="41726" y="15645"/>
                    <a:pt x="41867" y="15651"/>
                  </a:cubicBezTo>
                  <a:cubicBezTo>
                    <a:pt x="41904" y="15651"/>
                    <a:pt x="41925" y="15678"/>
                    <a:pt x="41928" y="15708"/>
                  </a:cubicBezTo>
                  <a:cubicBezTo>
                    <a:pt x="42023" y="15690"/>
                    <a:pt x="42120" y="15667"/>
                    <a:pt x="42215" y="15651"/>
                  </a:cubicBezTo>
                  <a:cubicBezTo>
                    <a:pt x="42391" y="15619"/>
                    <a:pt x="42563" y="15623"/>
                    <a:pt x="42741" y="15626"/>
                  </a:cubicBezTo>
                  <a:cubicBezTo>
                    <a:pt x="42916" y="15632"/>
                    <a:pt x="43091" y="15623"/>
                    <a:pt x="43264" y="15600"/>
                  </a:cubicBezTo>
                  <a:cubicBezTo>
                    <a:pt x="43429" y="15582"/>
                    <a:pt x="43595" y="15559"/>
                    <a:pt x="43762" y="15572"/>
                  </a:cubicBezTo>
                  <a:cubicBezTo>
                    <a:pt x="43835" y="15578"/>
                    <a:pt x="43909" y="15593"/>
                    <a:pt x="43983" y="15593"/>
                  </a:cubicBezTo>
                  <a:cubicBezTo>
                    <a:pt x="44067" y="15595"/>
                    <a:pt x="44153" y="15571"/>
                    <a:pt x="44236" y="15569"/>
                  </a:cubicBezTo>
                  <a:cubicBezTo>
                    <a:pt x="44322" y="15565"/>
                    <a:pt x="44406" y="15576"/>
                    <a:pt x="44489" y="15574"/>
                  </a:cubicBezTo>
                  <a:cubicBezTo>
                    <a:pt x="44579" y="15574"/>
                    <a:pt x="44670" y="15567"/>
                    <a:pt x="44759" y="15565"/>
                  </a:cubicBezTo>
                  <a:cubicBezTo>
                    <a:pt x="44938" y="15565"/>
                    <a:pt x="45112" y="15587"/>
                    <a:pt x="45291" y="15572"/>
                  </a:cubicBezTo>
                  <a:cubicBezTo>
                    <a:pt x="45466" y="15558"/>
                    <a:pt x="45631" y="15526"/>
                    <a:pt x="45808" y="15546"/>
                  </a:cubicBezTo>
                  <a:cubicBezTo>
                    <a:pt x="45890" y="15556"/>
                    <a:pt x="45972" y="15572"/>
                    <a:pt x="46055" y="15576"/>
                  </a:cubicBezTo>
                  <a:cubicBezTo>
                    <a:pt x="46133" y="15580"/>
                    <a:pt x="46184" y="15550"/>
                    <a:pt x="46251" y="15513"/>
                  </a:cubicBezTo>
                  <a:cubicBezTo>
                    <a:pt x="46317" y="15476"/>
                    <a:pt x="46388" y="15452"/>
                    <a:pt x="46459" y="15422"/>
                  </a:cubicBezTo>
                  <a:cubicBezTo>
                    <a:pt x="46541" y="15388"/>
                    <a:pt x="46617" y="15340"/>
                    <a:pt x="46697" y="15303"/>
                  </a:cubicBezTo>
                  <a:cubicBezTo>
                    <a:pt x="46857" y="15227"/>
                    <a:pt x="47013" y="15152"/>
                    <a:pt x="47164" y="15065"/>
                  </a:cubicBezTo>
                  <a:cubicBezTo>
                    <a:pt x="47318" y="14974"/>
                    <a:pt x="47476" y="14918"/>
                    <a:pt x="47645" y="14862"/>
                  </a:cubicBezTo>
                  <a:cubicBezTo>
                    <a:pt x="47978" y="14752"/>
                    <a:pt x="48315" y="14637"/>
                    <a:pt x="48655" y="14551"/>
                  </a:cubicBezTo>
                  <a:cubicBezTo>
                    <a:pt x="48815" y="14512"/>
                    <a:pt x="48968" y="14524"/>
                    <a:pt x="49131" y="14531"/>
                  </a:cubicBezTo>
                  <a:cubicBezTo>
                    <a:pt x="49301" y="14538"/>
                    <a:pt x="49460" y="14555"/>
                    <a:pt x="49620" y="14618"/>
                  </a:cubicBezTo>
                  <a:cubicBezTo>
                    <a:pt x="49767" y="14676"/>
                    <a:pt x="49916" y="14737"/>
                    <a:pt x="50067" y="14788"/>
                  </a:cubicBezTo>
                  <a:cubicBezTo>
                    <a:pt x="50225" y="14842"/>
                    <a:pt x="50400" y="14808"/>
                    <a:pt x="50560" y="14864"/>
                  </a:cubicBezTo>
                  <a:cubicBezTo>
                    <a:pt x="50599" y="14879"/>
                    <a:pt x="50636" y="14897"/>
                    <a:pt x="50679" y="14903"/>
                  </a:cubicBezTo>
                  <a:cubicBezTo>
                    <a:pt x="50718" y="14909"/>
                    <a:pt x="50757" y="14903"/>
                    <a:pt x="50798" y="14909"/>
                  </a:cubicBezTo>
                  <a:cubicBezTo>
                    <a:pt x="50876" y="14920"/>
                    <a:pt x="50943" y="14961"/>
                    <a:pt x="51004" y="15007"/>
                  </a:cubicBezTo>
                  <a:cubicBezTo>
                    <a:pt x="51142" y="15113"/>
                    <a:pt x="51298" y="15186"/>
                    <a:pt x="51445" y="15277"/>
                  </a:cubicBezTo>
                  <a:cubicBezTo>
                    <a:pt x="51594" y="15370"/>
                    <a:pt x="51744" y="15431"/>
                    <a:pt x="51904" y="15500"/>
                  </a:cubicBezTo>
                  <a:cubicBezTo>
                    <a:pt x="52049" y="15561"/>
                    <a:pt x="52183" y="15649"/>
                    <a:pt x="52345" y="15664"/>
                  </a:cubicBezTo>
                  <a:cubicBezTo>
                    <a:pt x="52503" y="15677"/>
                    <a:pt x="52665" y="15630"/>
                    <a:pt x="52819" y="15598"/>
                  </a:cubicBezTo>
                  <a:cubicBezTo>
                    <a:pt x="52979" y="15567"/>
                    <a:pt x="53122" y="15487"/>
                    <a:pt x="53284" y="15465"/>
                  </a:cubicBezTo>
                  <a:cubicBezTo>
                    <a:pt x="53366" y="15453"/>
                    <a:pt x="53429" y="15439"/>
                    <a:pt x="53505" y="15403"/>
                  </a:cubicBezTo>
                  <a:cubicBezTo>
                    <a:pt x="53565" y="15375"/>
                    <a:pt x="53628" y="15351"/>
                    <a:pt x="53693" y="15333"/>
                  </a:cubicBezTo>
                  <a:cubicBezTo>
                    <a:pt x="53859" y="15282"/>
                    <a:pt x="54028" y="15243"/>
                    <a:pt x="54194" y="15193"/>
                  </a:cubicBezTo>
                  <a:cubicBezTo>
                    <a:pt x="54526" y="15087"/>
                    <a:pt x="54867" y="14974"/>
                    <a:pt x="55168" y="14795"/>
                  </a:cubicBezTo>
                  <a:cubicBezTo>
                    <a:pt x="55317" y="14708"/>
                    <a:pt x="55419" y="14594"/>
                    <a:pt x="55527" y="14462"/>
                  </a:cubicBezTo>
                  <a:cubicBezTo>
                    <a:pt x="55618" y="14351"/>
                    <a:pt x="55720" y="14243"/>
                    <a:pt x="55858" y="14191"/>
                  </a:cubicBezTo>
                  <a:cubicBezTo>
                    <a:pt x="56126" y="14090"/>
                    <a:pt x="56407" y="14185"/>
                    <a:pt x="56673" y="14243"/>
                  </a:cubicBezTo>
                  <a:cubicBezTo>
                    <a:pt x="56833" y="14278"/>
                    <a:pt x="56987" y="14319"/>
                    <a:pt x="57138" y="14384"/>
                  </a:cubicBezTo>
                  <a:cubicBezTo>
                    <a:pt x="57294" y="14451"/>
                    <a:pt x="57444" y="14537"/>
                    <a:pt x="57603" y="14600"/>
                  </a:cubicBezTo>
                  <a:cubicBezTo>
                    <a:pt x="57682" y="14631"/>
                    <a:pt x="57768" y="14652"/>
                    <a:pt x="57844" y="14689"/>
                  </a:cubicBezTo>
                  <a:cubicBezTo>
                    <a:pt x="57915" y="14724"/>
                    <a:pt x="57969" y="14771"/>
                    <a:pt x="58025" y="14823"/>
                  </a:cubicBezTo>
                  <a:cubicBezTo>
                    <a:pt x="58160" y="14949"/>
                    <a:pt x="58309" y="15059"/>
                    <a:pt x="58449" y="15182"/>
                  </a:cubicBezTo>
                  <a:cubicBezTo>
                    <a:pt x="58562" y="15282"/>
                    <a:pt x="58651" y="15411"/>
                    <a:pt x="58770" y="15502"/>
                  </a:cubicBezTo>
                  <a:cubicBezTo>
                    <a:pt x="58906" y="15606"/>
                    <a:pt x="59079" y="15565"/>
                    <a:pt x="59232" y="15625"/>
                  </a:cubicBezTo>
                  <a:cubicBezTo>
                    <a:pt x="59276" y="15641"/>
                    <a:pt x="59315" y="15675"/>
                    <a:pt x="59364" y="15688"/>
                  </a:cubicBezTo>
                  <a:cubicBezTo>
                    <a:pt x="59444" y="15706"/>
                    <a:pt x="59529" y="15699"/>
                    <a:pt x="59609" y="15721"/>
                  </a:cubicBezTo>
                  <a:cubicBezTo>
                    <a:pt x="59672" y="15738"/>
                    <a:pt x="59730" y="15771"/>
                    <a:pt x="59795" y="15783"/>
                  </a:cubicBezTo>
                  <a:cubicBezTo>
                    <a:pt x="59879" y="15797"/>
                    <a:pt x="59951" y="15814"/>
                    <a:pt x="60030" y="15846"/>
                  </a:cubicBezTo>
                  <a:cubicBezTo>
                    <a:pt x="60176" y="15781"/>
                    <a:pt x="60325" y="15716"/>
                    <a:pt x="60474" y="15647"/>
                  </a:cubicBezTo>
                  <a:cubicBezTo>
                    <a:pt x="60764" y="15515"/>
                    <a:pt x="61052" y="15433"/>
                    <a:pt x="61357" y="15344"/>
                  </a:cubicBezTo>
                  <a:cubicBezTo>
                    <a:pt x="61484" y="15307"/>
                    <a:pt x="61588" y="15223"/>
                    <a:pt x="61722" y="15201"/>
                  </a:cubicBezTo>
                  <a:cubicBezTo>
                    <a:pt x="61891" y="15173"/>
                    <a:pt x="61979" y="15109"/>
                    <a:pt x="62111" y="15002"/>
                  </a:cubicBezTo>
                  <a:cubicBezTo>
                    <a:pt x="62345" y="14812"/>
                    <a:pt x="62613" y="14650"/>
                    <a:pt x="62871" y="14492"/>
                  </a:cubicBezTo>
                  <a:cubicBezTo>
                    <a:pt x="63440" y="14144"/>
                    <a:pt x="64024" y="13822"/>
                    <a:pt x="64619" y="13523"/>
                  </a:cubicBezTo>
                  <a:cubicBezTo>
                    <a:pt x="64761" y="13452"/>
                    <a:pt x="64898" y="13372"/>
                    <a:pt x="65043" y="13311"/>
                  </a:cubicBezTo>
                  <a:cubicBezTo>
                    <a:pt x="65179" y="13255"/>
                    <a:pt x="65317" y="13227"/>
                    <a:pt x="65460" y="13192"/>
                  </a:cubicBezTo>
                  <a:cubicBezTo>
                    <a:pt x="65601" y="13157"/>
                    <a:pt x="65694" y="13054"/>
                    <a:pt x="65821" y="12987"/>
                  </a:cubicBezTo>
                  <a:cubicBezTo>
                    <a:pt x="65960" y="12913"/>
                    <a:pt x="66113" y="12861"/>
                    <a:pt x="66254" y="12792"/>
                  </a:cubicBezTo>
                  <a:cubicBezTo>
                    <a:pt x="66542" y="12651"/>
                    <a:pt x="66814" y="12487"/>
                    <a:pt x="67110" y="12361"/>
                  </a:cubicBezTo>
                  <a:cubicBezTo>
                    <a:pt x="67405" y="12234"/>
                    <a:pt x="67695" y="12119"/>
                    <a:pt x="67997" y="12007"/>
                  </a:cubicBezTo>
                  <a:cubicBezTo>
                    <a:pt x="68138" y="11957"/>
                    <a:pt x="68268" y="11883"/>
                    <a:pt x="68406" y="11819"/>
                  </a:cubicBezTo>
                  <a:cubicBezTo>
                    <a:pt x="68551" y="11752"/>
                    <a:pt x="68703" y="11702"/>
                    <a:pt x="68850" y="11633"/>
                  </a:cubicBezTo>
                  <a:cubicBezTo>
                    <a:pt x="69146" y="11494"/>
                    <a:pt x="69459" y="11395"/>
                    <a:pt x="69758" y="11265"/>
                  </a:cubicBezTo>
                  <a:cubicBezTo>
                    <a:pt x="70054" y="11135"/>
                    <a:pt x="70334" y="10990"/>
                    <a:pt x="70643" y="10890"/>
                  </a:cubicBezTo>
                  <a:cubicBezTo>
                    <a:pt x="70935" y="10795"/>
                    <a:pt x="71223" y="10704"/>
                    <a:pt x="71497" y="10566"/>
                  </a:cubicBezTo>
                  <a:cubicBezTo>
                    <a:pt x="71768" y="10426"/>
                    <a:pt x="72001" y="10252"/>
                    <a:pt x="72217" y="10038"/>
                  </a:cubicBezTo>
                  <a:cubicBezTo>
                    <a:pt x="72311" y="9945"/>
                    <a:pt x="72391" y="9844"/>
                    <a:pt x="72477" y="9744"/>
                  </a:cubicBezTo>
                  <a:cubicBezTo>
                    <a:pt x="72572" y="9632"/>
                    <a:pt x="72689" y="9545"/>
                    <a:pt x="72799" y="9448"/>
                  </a:cubicBezTo>
                  <a:cubicBezTo>
                    <a:pt x="72903" y="9353"/>
                    <a:pt x="72996" y="9232"/>
                    <a:pt x="73113" y="9153"/>
                  </a:cubicBezTo>
                  <a:cubicBezTo>
                    <a:pt x="73228" y="9071"/>
                    <a:pt x="73355" y="9033"/>
                    <a:pt x="73464" y="8937"/>
                  </a:cubicBezTo>
                  <a:cubicBezTo>
                    <a:pt x="73717" y="8712"/>
                    <a:pt x="73978" y="8503"/>
                    <a:pt x="74216" y="8262"/>
                  </a:cubicBezTo>
                  <a:cubicBezTo>
                    <a:pt x="74435" y="8039"/>
                    <a:pt x="74681" y="7847"/>
                    <a:pt x="74830" y="7568"/>
                  </a:cubicBezTo>
                  <a:cubicBezTo>
                    <a:pt x="74958" y="7328"/>
                    <a:pt x="75174" y="7157"/>
                    <a:pt x="75393" y="7001"/>
                  </a:cubicBezTo>
                  <a:cubicBezTo>
                    <a:pt x="75497" y="6926"/>
                    <a:pt x="75609" y="6852"/>
                    <a:pt x="75730" y="6807"/>
                  </a:cubicBezTo>
                  <a:cubicBezTo>
                    <a:pt x="75858" y="6759"/>
                    <a:pt x="75996" y="6763"/>
                    <a:pt x="76129" y="6755"/>
                  </a:cubicBezTo>
                  <a:cubicBezTo>
                    <a:pt x="76425" y="6733"/>
                    <a:pt x="76762" y="6781"/>
                    <a:pt x="77039" y="6893"/>
                  </a:cubicBezTo>
                  <a:cubicBezTo>
                    <a:pt x="77186" y="6951"/>
                    <a:pt x="77325" y="6973"/>
                    <a:pt x="77476" y="7016"/>
                  </a:cubicBezTo>
                  <a:cubicBezTo>
                    <a:pt x="77636" y="7058"/>
                    <a:pt x="77788" y="7124"/>
                    <a:pt x="77952" y="7159"/>
                  </a:cubicBezTo>
                  <a:cubicBezTo>
                    <a:pt x="78240" y="7222"/>
                    <a:pt x="78530" y="7298"/>
                    <a:pt x="78821" y="7354"/>
                  </a:cubicBezTo>
                  <a:cubicBezTo>
                    <a:pt x="79114" y="7412"/>
                    <a:pt x="79379" y="7579"/>
                    <a:pt x="79633" y="7732"/>
                  </a:cubicBezTo>
                  <a:cubicBezTo>
                    <a:pt x="79896" y="7888"/>
                    <a:pt x="80121" y="8057"/>
                    <a:pt x="80336" y="8273"/>
                  </a:cubicBezTo>
                  <a:cubicBezTo>
                    <a:pt x="80381" y="8319"/>
                    <a:pt x="80416" y="8373"/>
                    <a:pt x="80459" y="8420"/>
                  </a:cubicBezTo>
                  <a:cubicBezTo>
                    <a:pt x="80509" y="8476"/>
                    <a:pt x="80563" y="8502"/>
                    <a:pt x="80626" y="8541"/>
                  </a:cubicBezTo>
                  <a:cubicBezTo>
                    <a:pt x="80770" y="8626"/>
                    <a:pt x="80902" y="8745"/>
                    <a:pt x="81034" y="8851"/>
                  </a:cubicBezTo>
                  <a:cubicBezTo>
                    <a:pt x="81290" y="9054"/>
                    <a:pt x="81538" y="9257"/>
                    <a:pt x="81820" y="9424"/>
                  </a:cubicBezTo>
                  <a:cubicBezTo>
                    <a:pt x="82081" y="9578"/>
                    <a:pt x="82278" y="9803"/>
                    <a:pt x="82527" y="9975"/>
                  </a:cubicBezTo>
                  <a:cubicBezTo>
                    <a:pt x="82648" y="10058"/>
                    <a:pt x="82784" y="10121"/>
                    <a:pt x="82903" y="10209"/>
                  </a:cubicBezTo>
                  <a:cubicBezTo>
                    <a:pt x="83040" y="10306"/>
                    <a:pt x="83159" y="10393"/>
                    <a:pt x="83321" y="10447"/>
                  </a:cubicBezTo>
                  <a:cubicBezTo>
                    <a:pt x="83453" y="10493"/>
                    <a:pt x="83543" y="10585"/>
                    <a:pt x="83665" y="10638"/>
                  </a:cubicBezTo>
                  <a:cubicBezTo>
                    <a:pt x="83810" y="10702"/>
                    <a:pt x="83954" y="10730"/>
                    <a:pt x="84102" y="10771"/>
                  </a:cubicBezTo>
                  <a:cubicBezTo>
                    <a:pt x="84391" y="10852"/>
                    <a:pt x="84621" y="11042"/>
                    <a:pt x="84921" y="11074"/>
                  </a:cubicBezTo>
                  <a:cubicBezTo>
                    <a:pt x="85242" y="11105"/>
                    <a:pt x="85553" y="11124"/>
                    <a:pt x="85871" y="11189"/>
                  </a:cubicBezTo>
                  <a:cubicBezTo>
                    <a:pt x="86187" y="11254"/>
                    <a:pt x="86498" y="11250"/>
                    <a:pt x="86819" y="11239"/>
                  </a:cubicBezTo>
                  <a:cubicBezTo>
                    <a:pt x="87156" y="11228"/>
                    <a:pt x="87506" y="11215"/>
                    <a:pt x="87840" y="11170"/>
                  </a:cubicBezTo>
                  <a:cubicBezTo>
                    <a:pt x="88151" y="11129"/>
                    <a:pt x="88454" y="11038"/>
                    <a:pt x="88768" y="11031"/>
                  </a:cubicBezTo>
                  <a:cubicBezTo>
                    <a:pt x="89114" y="11023"/>
                    <a:pt x="89457" y="11066"/>
                    <a:pt x="89804" y="11044"/>
                  </a:cubicBezTo>
                  <a:cubicBezTo>
                    <a:pt x="90135" y="11022"/>
                    <a:pt x="90459" y="10964"/>
                    <a:pt x="90786" y="10927"/>
                  </a:cubicBezTo>
                  <a:cubicBezTo>
                    <a:pt x="91073" y="10895"/>
                    <a:pt x="91359" y="10943"/>
                    <a:pt x="91597" y="10748"/>
                  </a:cubicBezTo>
                  <a:cubicBezTo>
                    <a:pt x="91612" y="10735"/>
                    <a:pt x="91629" y="10733"/>
                    <a:pt x="91642" y="10737"/>
                  </a:cubicBezTo>
                  <a:cubicBezTo>
                    <a:pt x="91932" y="10545"/>
                    <a:pt x="92222" y="10361"/>
                    <a:pt x="92553" y="10242"/>
                  </a:cubicBezTo>
                  <a:cubicBezTo>
                    <a:pt x="92763" y="10166"/>
                    <a:pt x="92977" y="10092"/>
                    <a:pt x="93197" y="10043"/>
                  </a:cubicBezTo>
                  <a:cubicBezTo>
                    <a:pt x="93401" y="9997"/>
                    <a:pt x="93613" y="9986"/>
                    <a:pt x="93821" y="9976"/>
                  </a:cubicBezTo>
                  <a:cubicBezTo>
                    <a:pt x="94039" y="9969"/>
                    <a:pt x="94206" y="10019"/>
                    <a:pt x="94389" y="10133"/>
                  </a:cubicBezTo>
                  <a:cubicBezTo>
                    <a:pt x="94584" y="10255"/>
                    <a:pt x="94792" y="10343"/>
                    <a:pt x="95012" y="10413"/>
                  </a:cubicBezTo>
                  <a:cubicBezTo>
                    <a:pt x="95164" y="10464"/>
                    <a:pt x="95408" y="10586"/>
                    <a:pt x="95562" y="10499"/>
                  </a:cubicBezTo>
                  <a:cubicBezTo>
                    <a:pt x="95692" y="10426"/>
                    <a:pt x="95761" y="10265"/>
                    <a:pt x="95839" y="10148"/>
                  </a:cubicBezTo>
                  <a:cubicBezTo>
                    <a:pt x="95897" y="10062"/>
                    <a:pt x="95960" y="9984"/>
                    <a:pt x="96018" y="9900"/>
                  </a:cubicBezTo>
                  <a:cubicBezTo>
                    <a:pt x="96081" y="9811"/>
                    <a:pt x="96128" y="9716"/>
                    <a:pt x="96180" y="9621"/>
                  </a:cubicBezTo>
                  <a:cubicBezTo>
                    <a:pt x="96293" y="9420"/>
                    <a:pt x="96392" y="9221"/>
                    <a:pt x="96483" y="9009"/>
                  </a:cubicBezTo>
                  <a:cubicBezTo>
                    <a:pt x="96658" y="8606"/>
                    <a:pt x="96864" y="8208"/>
                    <a:pt x="97165" y="7882"/>
                  </a:cubicBezTo>
                  <a:cubicBezTo>
                    <a:pt x="97305" y="7732"/>
                    <a:pt x="97446" y="7637"/>
                    <a:pt x="97621" y="7535"/>
                  </a:cubicBezTo>
                  <a:cubicBezTo>
                    <a:pt x="97705" y="7486"/>
                    <a:pt x="97779" y="7425"/>
                    <a:pt x="97863" y="7376"/>
                  </a:cubicBezTo>
                  <a:cubicBezTo>
                    <a:pt x="97954" y="7323"/>
                    <a:pt x="98056" y="7293"/>
                    <a:pt x="98158" y="7270"/>
                  </a:cubicBezTo>
                  <a:cubicBezTo>
                    <a:pt x="98367" y="7226"/>
                    <a:pt x="98575" y="7174"/>
                    <a:pt x="98783" y="7131"/>
                  </a:cubicBezTo>
                  <a:cubicBezTo>
                    <a:pt x="99005" y="7086"/>
                    <a:pt x="99217" y="7044"/>
                    <a:pt x="99429" y="6969"/>
                  </a:cubicBezTo>
                  <a:cubicBezTo>
                    <a:pt x="99523" y="6936"/>
                    <a:pt x="99620" y="6908"/>
                    <a:pt x="99700" y="6846"/>
                  </a:cubicBezTo>
                  <a:cubicBezTo>
                    <a:pt x="99778" y="6791"/>
                    <a:pt x="99847" y="6720"/>
                    <a:pt x="99920" y="6657"/>
                  </a:cubicBezTo>
                  <a:cubicBezTo>
                    <a:pt x="100083" y="6515"/>
                    <a:pt x="100210" y="6335"/>
                    <a:pt x="100368" y="6184"/>
                  </a:cubicBezTo>
                  <a:cubicBezTo>
                    <a:pt x="100528" y="6028"/>
                    <a:pt x="100671" y="5853"/>
                    <a:pt x="100835" y="5701"/>
                  </a:cubicBezTo>
                  <a:cubicBezTo>
                    <a:pt x="100987" y="5559"/>
                    <a:pt x="101162" y="5440"/>
                    <a:pt x="101342" y="5336"/>
                  </a:cubicBezTo>
                  <a:cubicBezTo>
                    <a:pt x="101517" y="5234"/>
                    <a:pt x="101705" y="5126"/>
                    <a:pt x="101897" y="5059"/>
                  </a:cubicBezTo>
                  <a:cubicBezTo>
                    <a:pt x="102077" y="4998"/>
                    <a:pt x="102270" y="4985"/>
                    <a:pt x="102460" y="5003"/>
                  </a:cubicBezTo>
                  <a:cubicBezTo>
                    <a:pt x="102652" y="5024"/>
                    <a:pt x="102841" y="5070"/>
                    <a:pt x="103025" y="5124"/>
                  </a:cubicBezTo>
                  <a:cubicBezTo>
                    <a:pt x="103228" y="5180"/>
                    <a:pt x="103412" y="5277"/>
                    <a:pt x="103611" y="5340"/>
                  </a:cubicBezTo>
                  <a:cubicBezTo>
                    <a:pt x="103712" y="5373"/>
                    <a:pt x="103814" y="5390"/>
                    <a:pt x="103913" y="5431"/>
                  </a:cubicBezTo>
                  <a:cubicBezTo>
                    <a:pt x="104017" y="5472"/>
                    <a:pt x="104117" y="5524"/>
                    <a:pt x="104227" y="5552"/>
                  </a:cubicBezTo>
                  <a:cubicBezTo>
                    <a:pt x="104424" y="5606"/>
                    <a:pt x="104632" y="5677"/>
                    <a:pt x="104835" y="5705"/>
                  </a:cubicBezTo>
                  <a:cubicBezTo>
                    <a:pt x="105054" y="5732"/>
                    <a:pt x="105265" y="5749"/>
                    <a:pt x="105465" y="5853"/>
                  </a:cubicBezTo>
                  <a:cubicBezTo>
                    <a:pt x="105625" y="5937"/>
                    <a:pt x="105770" y="6050"/>
                    <a:pt x="105886" y="6192"/>
                  </a:cubicBezTo>
                  <a:cubicBezTo>
                    <a:pt x="106148" y="6515"/>
                    <a:pt x="106152" y="6952"/>
                    <a:pt x="106243" y="7345"/>
                  </a:cubicBezTo>
                  <a:cubicBezTo>
                    <a:pt x="106295" y="7564"/>
                    <a:pt x="106373" y="7773"/>
                    <a:pt x="106433" y="7990"/>
                  </a:cubicBezTo>
                  <a:cubicBezTo>
                    <a:pt x="106449" y="8053"/>
                    <a:pt x="106462" y="8128"/>
                    <a:pt x="106501" y="8184"/>
                  </a:cubicBezTo>
                  <a:cubicBezTo>
                    <a:pt x="106524" y="8213"/>
                    <a:pt x="106522" y="8215"/>
                    <a:pt x="106548" y="8210"/>
                  </a:cubicBezTo>
                  <a:cubicBezTo>
                    <a:pt x="106578" y="8204"/>
                    <a:pt x="106628" y="8130"/>
                    <a:pt x="106654" y="8109"/>
                  </a:cubicBezTo>
                  <a:cubicBezTo>
                    <a:pt x="106723" y="8059"/>
                    <a:pt x="106803" y="8035"/>
                    <a:pt x="106875" y="7998"/>
                  </a:cubicBezTo>
                  <a:cubicBezTo>
                    <a:pt x="106964" y="7951"/>
                    <a:pt x="107041" y="7879"/>
                    <a:pt x="107106" y="7804"/>
                  </a:cubicBezTo>
                  <a:cubicBezTo>
                    <a:pt x="107238" y="7648"/>
                    <a:pt x="107364" y="7475"/>
                    <a:pt x="107465" y="7296"/>
                  </a:cubicBezTo>
                  <a:cubicBezTo>
                    <a:pt x="107645" y="6977"/>
                    <a:pt x="107995" y="6623"/>
                    <a:pt x="108404" y="6705"/>
                  </a:cubicBezTo>
                  <a:cubicBezTo>
                    <a:pt x="108586" y="6742"/>
                    <a:pt x="108674" y="6898"/>
                    <a:pt x="108813" y="7004"/>
                  </a:cubicBezTo>
                  <a:cubicBezTo>
                    <a:pt x="108977" y="7131"/>
                    <a:pt x="109170" y="7211"/>
                    <a:pt x="109336" y="7339"/>
                  </a:cubicBezTo>
                  <a:cubicBezTo>
                    <a:pt x="109674" y="7605"/>
                    <a:pt x="109960" y="7938"/>
                    <a:pt x="110210" y="8288"/>
                  </a:cubicBezTo>
                  <a:cubicBezTo>
                    <a:pt x="110308" y="8425"/>
                    <a:pt x="110398" y="8570"/>
                    <a:pt x="110487" y="8714"/>
                  </a:cubicBezTo>
                  <a:cubicBezTo>
                    <a:pt x="110557" y="8693"/>
                    <a:pt x="110630" y="8675"/>
                    <a:pt x="110703" y="8665"/>
                  </a:cubicBezTo>
                  <a:cubicBezTo>
                    <a:pt x="110814" y="8650"/>
                    <a:pt x="110933" y="8676"/>
                    <a:pt x="111043" y="8650"/>
                  </a:cubicBezTo>
                  <a:cubicBezTo>
                    <a:pt x="111143" y="8626"/>
                    <a:pt x="111233" y="8557"/>
                    <a:pt x="111320" y="8503"/>
                  </a:cubicBezTo>
                  <a:cubicBezTo>
                    <a:pt x="111420" y="8440"/>
                    <a:pt x="111526" y="8390"/>
                    <a:pt x="111634" y="8342"/>
                  </a:cubicBezTo>
                  <a:cubicBezTo>
                    <a:pt x="111852" y="8247"/>
                    <a:pt x="112066" y="8146"/>
                    <a:pt x="112285" y="8057"/>
                  </a:cubicBezTo>
                  <a:cubicBezTo>
                    <a:pt x="112510" y="7966"/>
                    <a:pt x="112722" y="7851"/>
                    <a:pt x="112949" y="7765"/>
                  </a:cubicBezTo>
                  <a:cubicBezTo>
                    <a:pt x="113159" y="7687"/>
                    <a:pt x="113379" y="7601"/>
                    <a:pt x="113557" y="7464"/>
                  </a:cubicBezTo>
                  <a:cubicBezTo>
                    <a:pt x="113643" y="7397"/>
                    <a:pt x="113741" y="7354"/>
                    <a:pt x="113836" y="7302"/>
                  </a:cubicBezTo>
                  <a:cubicBezTo>
                    <a:pt x="113940" y="7244"/>
                    <a:pt x="114041" y="7185"/>
                    <a:pt x="114147" y="7133"/>
                  </a:cubicBezTo>
                  <a:cubicBezTo>
                    <a:pt x="114337" y="7044"/>
                    <a:pt x="114508" y="6921"/>
                    <a:pt x="114692" y="6817"/>
                  </a:cubicBezTo>
                  <a:cubicBezTo>
                    <a:pt x="114891" y="6701"/>
                    <a:pt x="115118" y="6651"/>
                    <a:pt x="115320" y="6541"/>
                  </a:cubicBezTo>
                  <a:cubicBezTo>
                    <a:pt x="115503" y="6441"/>
                    <a:pt x="115661" y="6335"/>
                    <a:pt x="115806" y="6192"/>
                  </a:cubicBezTo>
                  <a:cubicBezTo>
                    <a:pt x="115863" y="6136"/>
                    <a:pt x="115934" y="6063"/>
                    <a:pt x="116014" y="6024"/>
                  </a:cubicBezTo>
                  <a:cubicBezTo>
                    <a:pt x="116018" y="6019"/>
                    <a:pt x="116020" y="6015"/>
                    <a:pt x="116025" y="6008"/>
                  </a:cubicBezTo>
                  <a:cubicBezTo>
                    <a:pt x="116135" y="5853"/>
                    <a:pt x="116276" y="5770"/>
                    <a:pt x="116468" y="5764"/>
                  </a:cubicBezTo>
                  <a:cubicBezTo>
                    <a:pt x="116697" y="5758"/>
                    <a:pt x="116914" y="5777"/>
                    <a:pt x="117143" y="5740"/>
                  </a:cubicBezTo>
                  <a:cubicBezTo>
                    <a:pt x="117364" y="5703"/>
                    <a:pt x="117580" y="5639"/>
                    <a:pt x="117805" y="5636"/>
                  </a:cubicBezTo>
                  <a:cubicBezTo>
                    <a:pt x="117904" y="5634"/>
                    <a:pt x="117987" y="5632"/>
                    <a:pt x="118082" y="5591"/>
                  </a:cubicBezTo>
                  <a:cubicBezTo>
                    <a:pt x="118177" y="5552"/>
                    <a:pt x="118268" y="5502"/>
                    <a:pt x="118367" y="5465"/>
                  </a:cubicBezTo>
                  <a:cubicBezTo>
                    <a:pt x="118571" y="5385"/>
                    <a:pt x="118748" y="5266"/>
                    <a:pt x="118917" y="5124"/>
                  </a:cubicBezTo>
                  <a:cubicBezTo>
                    <a:pt x="119081" y="4988"/>
                    <a:pt x="119276" y="4894"/>
                    <a:pt x="119458" y="4786"/>
                  </a:cubicBezTo>
                  <a:cubicBezTo>
                    <a:pt x="119642" y="4676"/>
                    <a:pt x="119849" y="4581"/>
                    <a:pt x="120063" y="4553"/>
                  </a:cubicBezTo>
                  <a:cubicBezTo>
                    <a:pt x="120260" y="4527"/>
                    <a:pt x="120451" y="4568"/>
                    <a:pt x="120649" y="4561"/>
                  </a:cubicBezTo>
                  <a:cubicBezTo>
                    <a:pt x="120745" y="4557"/>
                    <a:pt x="120844" y="4540"/>
                    <a:pt x="120933" y="4507"/>
                  </a:cubicBezTo>
                  <a:cubicBezTo>
                    <a:pt x="121024" y="4471"/>
                    <a:pt x="121084" y="4408"/>
                    <a:pt x="121164" y="4360"/>
                  </a:cubicBezTo>
                  <a:cubicBezTo>
                    <a:pt x="121342" y="4250"/>
                    <a:pt x="121578" y="4265"/>
                    <a:pt x="121779" y="4278"/>
                  </a:cubicBezTo>
                  <a:cubicBezTo>
                    <a:pt x="122006" y="4293"/>
                    <a:pt x="122229" y="4302"/>
                    <a:pt x="122451" y="4362"/>
                  </a:cubicBezTo>
                  <a:cubicBezTo>
                    <a:pt x="122659" y="4418"/>
                    <a:pt x="122858" y="4509"/>
                    <a:pt x="123066" y="4568"/>
                  </a:cubicBezTo>
                  <a:cubicBezTo>
                    <a:pt x="123301" y="4633"/>
                    <a:pt x="123514" y="4607"/>
                    <a:pt x="123749" y="4555"/>
                  </a:cubicBezTo>
                  <a:cubicBezTo>
                    <a:pt x="123972" y="4507"/>
                    <a:pt x="124182" y="4486"/>
                    <a:pt x="124411" y="4481"/>
                  </a:cubicBezTo>
                  <a:cubicBezTo>
                    <a:pt x="124632" y="4473"/>
                    <a:pt x="124837" y="4388"/>
                    <a:pt x="125060" y="4377"/>
                  </a:cubicBezTo>
                  <a:cubicBezTo>
                    <a:pt x="125274" y="4365"/>
                    <a:pt x="125516" y="4373"/>
                    <a:pt x="125729" y="4408"/>
                  </a:cubicBezTo>
                  <a:cubicBezTo>
                    <a:pt x="125834" y="4427"/>
                    <a:pt x="125932" y="4468"/>
                    <a:pt x="126038" y="4486"/>
                  </a:cubicBezTo>
                  <a:cubicBezTo>
                    <a:pt x="126142" y="4503"/>
                    <a:pt x="126246" y="4511"/>
                    <a:pt x="126349" y="4550"/>
                  </a:cubicBezTo>
                  <a:cubicBezTo>
                    <a:pt x="126516" y="4613"/>
                    <a:pt x="126650" y="4730"/>
                    <a:pt x="126775" y="4856"/>
                  </a:cubicBezTo>
                  <a:cubicBezTo>
                    <a:pt x="126925" y="5011"/>
                    <a:pt x="127108" y="5122"/>
                    <a:pt x="127267" y="5266"/>
                  </a:cubicBezTo>
                  <a:cubicBezTo>
                    <a:pt x="127347" y="5336"/>
                    <a:pt x="127424" y="5385"/>
                    <a:pt x="127520" y="5435"/>
                  </a:cubicBezTo>
                  <a:cubicBezTo>
                    <a:pt x="127612" y="5483"/>
                    <a:pt x="127684" y="5552"/>
                    <a:pt x="127766" y="5613"/>
                  </a:cubicBezTo>
                  <a:cubicBezTo>
                    <a:pt x="127848" y="5677"/>
                    <a:pt x="127946" y="5703"/>
                    <a:pt x="128036" y="5753"/>
                  </a:cubicBezTo>
                  <a:cubicBezTo>
                    <a:pt x="128125" y="5803"/>
                    <a:pt x="128199" y="5874"/>
                    <a:pt x="128281" y="5933"/>
                  </a:cubicBezTo>
                  <a:cubicBezTo>
                    <a:pt x="128460" y="6060"/>
                    <a:pt x="128655" y="6156"/>
                    <a:pt x="128828" y="6292"/>
                  </a:cubicBezTo>
                  <a:cubicBezTo>
                    <a:pt x="129004" y="6428"/>
                    <a:pt x="129176" y="6564"/>
                    <a:pt x="129371" y="6672"/>
                  </a:cubicBezTo>
                  <a:cubicBezTo>
                    <a:pt x="129572" y="6781"/>
                    <a:pt x="129782" y="6872"/>
                    <a:pt x="129979" y="6988"/>
                  </a:cubicBezTo>
                  <a:cubicBezTo>
                    <a:pt x="130163" y="7094"/>
                    <a:pt x="130314" y="7244"/>
                    <a:pt x="130489" y="7365"/>
                  </a:cubicBezTo>
                  <a:cubicBezTo>
                    <a:pt x="130665" y="7486"/>
                    <a:pt x="130848" y="7607"/>
                    <a:pt x="131028" y="7720"/>
                  </a:cubicBezTo>
                  <a:cubicBezTo>
                    <a:pt x="131402" y="7955"/>
                    <a:pt x="131829" y="8091"/>
                    <a:pt x="132216" y="8297"/>
                  </a:cubicBezTo>
                  <a:cubicBezTo>
                    <a:pt x="132410" y="8399"/>
                    <a:pt x="132594" y="8516"/>
                    <a:pt x="132759" y="8660"/>
                  </a:cubicBezTo>
                  <a:cubicBezTo>
                    <a:pt x="132932" y="8808"/>
                    <a:pt x="133089" y="8976"/>
                    <a:pt x="133265" y="9121"/>
                  </a:cubicBezTo>
                  <a:cubicBezTo>
                    <a:pt x="133622" y="9418"/>
                    <a:pt x="134031" y="9636"/>
                    <a:pt x="134407" y="9908"/>
                  </a:cubicBezTo>
                  <a:cubicBezTo>
                    <a:pt x="134604" y="10047"/>
                    <a:pt x="134796" y="10198"/>
                    <a:pt x="134985" y="10348"/>
                  </a:cubicBezTo>
                  <a:cubicBezTo>
                    <a:pt x="135136" y="10469"/>
                    <a:pt x="135281" y="10625"/>
                    <a:pt x="135480" y="10648"/>
                  </a:cubicBezTo>
                  <a:cubicBezTo>
                    <a:pt x="135698" y="10674"/>
                    <a:pt x="135917" y="10618"/>
                    <a:pt x="136129" y="10573"/>
                  </a:cubicBezTo>
                  <a:cubicBezTo>
                    <a:pt x="136362" y="10521"/>
                    <a:pt x="136596" y="10488"/>
                    <a:pt x="136830" y="10449"/>
                  </a:cubicBezTo>
                  <a:cubicBezTo>
                    <a:pt x="137067" y="10410"/>
                    <a:pt x="137279" y="10404"/>
                    <a:pt x="137515" y="10430"/>
                  </a:cubicBezTo>
                  <a:cubicBezTo>
                    <a:pt x="137745" y="10456"/>
                    <a:pt x="137980" y="10458"/>
                    <a:pt x="138210" y="10492"/>
                  </a:cubicBezTo>
                  <a:cubicBezTo>
                    <a:pt x="138433" y="10523"/>
                    <a:pt x="138653" y="10594"/>
                    <a:pt x="138865" y="10666"/>
                  </a:cubicBezTo>
                  <a:cubicBezTo>
                    <a:pt x="138956" y="10694"/>
                    <a:pt x="139040" y="10730"/>
                    <a:pt x="139110" y="10795"/>
                  </a:cubicBezTo>
                  <a:cubicBezTo>
                    <a:pt x="139177" y="10852"/>
                    <a:pt x="139283" y="10862"/>
                    <a:pt x="139367" y="10897"/>
                  </a:cubicBezTo>
                  <a:cubicBezTo>
                    <a:pt x="139536" y="10964"/>
                    <a:pt x="139726" y="11046"/>
                    <a:pt x="139912" y="11038"/>
                  </a:cubicBezTo>
                  <a:cubicBezTo>
                    <a:pt x="139912" y="11036"/>
                    <a:pt x="139914" y="11036"/>
                    <a:pt x="139914" y="11036"/>
                  </a:cubicBezTo>
                  <a:cubicBezTo>
                    <a:pt x="139932" y="10988"/>
                    <a:pt x="140011" y="10994"/>
                    <a:pt x="140020" y="11040"/>
                  </a:cubicBezTo>
                  <a:cubicBezTo>
                    <a:pt x="140057" y="11029"/>
                    <a:pt x="140094" y="11018"/>
                    <a:pt x="140131" y="11005"/>
                  </a:cubicBezTo>
                  <a:cubicBezTo>
                    <a:pt x="140250" y="10964"/>
                    <a:pt x="140364" y="10910"/>
                    <a:pt x="140476" y="10856"/>
                  </a:cubicBezTo>
                  <a:cubicBezTo>
                    <a:pt x="140715" y="10739"/>
                    <a:pt x="140953" y="10635"/>
                    <a:pt x="141206" y="10551"/>
                  </a:cubicBezTo>
                  <a:cubicBezTo>
                    <a:pt x="141333" y="10508"/>
                    <a:pt x="141467" y="10477"/>
                    <a:pt x="141590" y="10426"/>
                  </a:cubicBezTo>
                  <a:cubicBezTo>
                    <a:pt x="141699" y="10382"/>
                    <a:pt x="141800" y="10317"/>
                    <a:pt x="141908" y="10267"/>
                  </a:cubicBezTo>
                  <a:cubicBezTo>
                    <a:pt x="142012" y="10218"/>
                    <a:pt x="142123" y="10187"/>
                    <a:pt x="142218" y="10121"/>
                  </a:cubicBezTo>
                  <a:cubicBezTo>
                    <a:pt x="142324" y="10051"/>
                    <a:pt x="142419" y="9963"/>
                    <a:pt x="142518" y="9883"/>
                  </a:cubicBezTo>
                  <a:cubicBezTo>
                    <a:pt x="142620" y="9800"/>
                    <a:pt x="142724" y="9716"/>
                    <a:pt x="142834" y="9642"/>
                  </a:cubicBezTo>
                  <a:cubicBezTo>
                    <a:pt x="142936" y="9569"/>
                    <a:pt x="143029" y="9485"/>
                    <a:pt x="143133" y="9415"/>
                  </a:cubicBezTo>
                  <a:cubicBezTo>
                    <a:pt x="143237" y="9344"/>
                    <a:pt x="143321" y="9253"/>
                    <a:pt x="143416" y="9169"/>
                  </a:cubicBezTo>
                  <a:cubicBezTo>
                    <a:pt x="143514" y="9084"/>
                    <a:pt x="143628" y="9011"/>
                    <a:pt x="143738" y="8939"/>
                  </a:cubicBezTo>
                  <a:cubicBezTo>
                    <a:pt x="143964" y="8784"/>
                    <a:pt x="144195" y="8636"/>
                    <a:pt x="144435" y="8503"/>
                  </a:cubicBezTo>
                  <a:cubicBezTo>
                    <a:pt x="144671" y="8371"/>
                    <a:pt x="144909" y="8232"/>
                    <a:pt x="145149" y="8107"/>
                  </a:cubicBezTo>
                  <a:cubicBezTo>
                    <a:pt x="145380" y="7988"/>
                    <a:pt x="145629" y="7899"/>
                    <a:pt x="145871" y="7806"/>
                  </a:cubicBezTo>
                  <a:cubicBezTo>
                    <a:pt x="146088" y="7724"/>
                    <a:pt x="146310" y="7644"/>
                    <a:pt x="146496" y="7501"/>
                  </a:cubicBezTo>
                  <a:cubicBezTo>
                    <a:pt x="146594" y="7425"/>
                    <a:pt x="146689" y="7347"/>
                    <a:pt x="146791" y="7278"/>
                  </a:cubicBezTo>
                  <a:cubicBezTo>
                    <a:pt x="146894" y="7209"/>
                    <a:pt x="147000" y="7159"/>
                    <a:pt x="147107" y="7103"/>
                  </a:cubicBezTo>
                  <a:cubicBezTo>
                    <a:pt x="147325" y="6995"/>
                    <a:pt x="147524" y="6856"/>
                    <a:pt x="147732" y="6733"/>
                  </a:cubicBezTo>
                  <a:cubicBezTo>
                    <a:pt x="147838" y="6672"/>
                    <a:pt x="147946" y="6614"/>
                    <a:pt x="148060" y="6567"/>
                  </a:cubicBezTo>
                  <a:cubicBezTo>
                    <a:pt x="148177" y="6519"/>
                    <a:pt x="148285" y="6502"/>
                    <a:pt x="148409" y="6489"/>
                  </a:cubicBezTo>
                  <a:cubicBezTo>
                    <a:pt x="148532" y="6476"/>
                    <a:pt x="148647" y="6434"/>
                    <a:pt x="148770" y="6426"/>
                  </a:cubicBezTo>
                  <a:cubicBezTo>
                    <a:pt x="148887" y="6419"/>
                    <a:pt x="149006" y="6411"/>
                    <a:pt x="149125" y="6409"/>
                  </a:cubicBezTo>
                  <a:cubicBezTo>
                    <a:pt x="149261" y="6406"/>
                    <a:pt x="149384" y="6447"/>
                    <a:pt x="149514" y="6480"/>
                  </a:cubicBezTo>
                  <a:cubicBezTo>
                    <a:pt x="149648" y="6515"/>
                    <a:pt x="149782" y="6538"/>
                    <a:pt x="149918" y="6562"/>
                  </a:cubicBezTo>
                  <a:cubicBezTo>
                    <a:pt x="150040" y="6584"/>
                    <a:pt x="150161" y="6601"/>
                    <a:pt x="150284" y="6616"/>
                  </a:cubicBezTo>
                  <a:cubicBezTo>
                    <a:pt x="150366" y="6538"/>
                    <a:pt x="150448" y="6458"/>
                    <a:pt x="150531" y="6383"/>
                  </a:cubicBezTo>
                  <a:cubicBezTo>
                    <a:pt x="150652" y="6275"/>
                    <a:pt x="150792" y="6195"/>
                    <a:pt x="150922" y="6099"/>
                  </a:cubicBezTo>
                  <a:cubicBezTo>
                    <a:pt x="151050" y="6004"/>
                    <a:pt x="151151" y="5889"/>
                    <a:pt x="151249" y="5764"/>
                  </a:cubicBezTo>
                  <a:cubicBezTo>
                    <a:pt x="151457" y="5498"/>
                    <a:pt x="151697" y="5258"/>
                    <a:pt x="151915" y="5002"/>
                  </a:cubicBezTo>
                  <a:cubicBezTo>
                    <a:pt x="152008" y="4888"/>
                    <a:pt x="152110" y="4756"/>
                    <a:pt x="152252" y="4704"/>
                  </a:cubicBezTo>
                  <a:cubicBezTo>
                    <a:pt x="152315" y="4680"/>
                    <a:pt x="152371" y="4659"/>
                    <a:pt x="152428" y="4624"/>
                  </a:cubicBezTo>
                  <a:cubicBezTo>
                    <a:pt x="152490" y="4585"/>
                    <a:pt x="152553" y="4551"/>
                    <a:pt x="152625" y="4542"/>
                  </a:cubicBezTo>
                  <a:cubicBezTo>
                    <a:pt x="152705" y="4535"/>
                    <a:pt x="152772" y="4559"/>
                    <a:pt x="152841" y="4590"/>
                  </a:cubicBezTo>
                  <a:cubicBezTo>
                    <a:pt x="152917" y="4626"/>
                    <a:pt x="152994" y="4628"/>
                    <a:pt x="153077" y="4631"/>
                  </a:cubicBezTo>
                  <a:cubicBezTo>
                    <a:pt x="153248" y="4635"/>
                    <a:pt x="153393" y="4657"/>
                    <a:pt x="153542" y="4741"/>
                  </a:cubicBezTo>
                  <a:cubicBezTo>
                    <a:pt x="153672" y="4814"/>
                    <a:pt x="153784" y="4914"/>
                    <a:pt x="153910" y="4992"/>
                  </a:cubicBezTo>
                  <a:cubicBezTo>
                    <a:pt x="154046" y="5078"/>
                    <a:pt x="154193" y="5147"/>
                    <a:pt x="154333" y="5230"/>
                  </a:cubicBezTo>
                  <a:cubicBezTo>
                    <a:pt x="154476" y="5314"/>
                    <a:pt x="154612" y="5407"/>
                    <a:pt x="154734" y="5517"/>
                  </a:cubicBezTo>
                  <a:cubicBezTo>
                    <a:pt x="154852" y="5621"/>
                    <a:pt x="154959" y="5732"/>
                    <a:pt x="155093" y="5812"/>
                  </a:cubicBezTo>
                  <a:cubicBezTo>
                    <a:pt x="155385" y="5985"/>
                    <a:pt x="155627" y="6236"/>
                    <a:pt x="155845" y="6495"/>
                  </a:cubicBezTo>
                  <a:cubicBezTo>
                    <a:pt x="155954" y="6627"/>
                    <a:pt x="156058" y="6763"/>
                    <a:pt x="156157" y="6902"/>
                  </a:cubicBezTo>
                  <a:cubicBezTo>
                    <a:pt x="156246" y="7029"/>
                    <a:pt x="156328" y="7146"/>
                    <a:pt x="156455" y="7237"/>
                  </a:cubicBezTo>
                  <a:cubicBezTo>
                    <a:pt x="156512" y="7280"/>
                    <a:pt x="156574" y="7311"/>
                    <a:pt x="156635" y="7347"/>
                  </a:cubicBezTo>
                  <a:cubicBezTo>
                    <a:pt x="156708" y="7391"/>
                    <a:pt x="156769" y="7451"/>
                    <a:pt x="156832" y="7505"/>
                  </a:cubicBezTo>
                  <a:cubicBezTo>
                    <a:pt x="156959" y="7613"/>
                    <a:pt x="157104" y="7691"/>
                    <a:pt x="157249" y="7767"/>
                  </a:cubicBezTo>
                  <a:cubicBezTo>
                    <a:pt x="157310" y="7800"/>
                    <a:pt x="157368" y="7836"/>
                    <a:pt x="157437" y="7849"/>
                  </a:cubicBezTo>
                  <a:cubicBezTo>
                    <a:pt x="157522" y="7867"/>
                    <a:pt x="157598" y="7888"/>
                    <a:pt x="157680" y="7923"/>
                  </a:cubicBezTo>
                  <a:cubicBezTo>
                    <a:pt x="157835" y="7992"/>
                    <a:pt x="157983" y="8074"/>
                    <a:pt x="158132" y="8152"/>
                  </a:cubicBezTo>
                  <a:cubicBezTo>
                    <a:pt x="158279" y="8230"/>
                    <a:pt x="158435" y="8290"/>
                    <a:pt x="158580" y="8370"/>
                  </a:cubicBezTo>
                  <a:cubicBezTo>
                    <a:pt x="158731" y="8453"/>
                    <a:pt x="158850" y="8583"/>
                    <a:pt x="158980" y="8691"/>
                  </a:cubicBezTo>
                  <a:cubicBezTo>
                    <a:pt x="159103" y="8792"/>
                    <a:pt x="159228" y="8890"/>
                    <a:pt x="159365" y="8970"/>
                  </a:cubicBezTo>
                  <a:cubicBezTo>
                    <a:pt x="159510" y="9052"/>
                    <a:pt x="159629" y="9154"/>
                    <a:pt x="159748" y="9268"/>
                  </a:cubicBezTo>
                  <a:cubicBezTo>
                    <a:pt x="159867" y="9381"/>
                    <a:pt x="159983" y="9491"/>
                    <a:pt x="160130" y="9564"/>
                  </a:cubicBezTo>
                  <a:cubicBezTo>
                    <a:pt x="160282" y="9642"/>
                    <a:pt x="160436" y="9714"/>
                    <a:pt x="160585" y="9800"/>
                  </a:cubicBezTo>
                  <a:cubicBezTo>
                    <a:pt x="160730" y="9882"/>
                    <a:pt x="160873" y="9969"/>
                    <a:pt x="161028" y="10034"/>
                  </a:cubicBezTo>
                  <a:cubicBezTo>
                    <a:pt x="161191" y="10103"/>
                    <a:pt x="161363" y="10134"/>
                    <a:pt x="161535" y="10168"/>
                  </a:cubicBezTo>
                  <a:cubicBezTo>
                    <a:pt x="161710" y="10201"/>
                    <a:pt x="161887" y="10235"/>
                    <a:pt x="162058" y="10285"/>
                  </a:cubicBezTo>
                  <a:cubicBezTo>
                    <a:pt x="162136" y="10309"/>
                    <a:pt x="162211" y="10341"/>
                    <a:pt x="162285" y="10369"/>
                  </a:cubicBezTo>
                  <a:cubicBezTo>
                    <a:pt x="162367" y="10400"/>
                    <a:pt x="162451" y="10412"/>
                    <a:pt x="162534" y="10434"/>
                  </a:cubicBezTo>
                  <a:cubicBezTo>
                    <a:pt x="162690" y="10473"/>
                    <a:pt x="162824" y="10547"/>
                    <a:pt x="162984" y="10568"/>
                  </a:cubicBezTo>
                  <a:cubicBezTo>
                    <a:pt x="163068" y="10579"/>
                    <a:pt x="163150" y="10585"/>
                    <a:pt x="163233" y="10594"/>
                  </a:cubicBezTo>
                  <a:cubicBezTo>
                    <a:pt x="163321" y="10603"/>
                    <a:pt x="163393" y="10618"/>
                    <a:pt x="163481" y="10599"/>
                  </a:cubicBezTo>
                  <a:cubicBezTo>
                    <a:pt x="163583" y="10577"/>
                    <a:pt x="163711" y="10553"/>
                    <a:pt x="163812" y="10583"/>
                  </a:cubicBezTo>
                  <a:cubicBezTo>
                    <a:pt x="163821" y="10585"/>
                    <a:pt x="163827" y="10588"/>
                    <a:pt x="163832" y="10594"/>
                  </a:cubicBezTo>
                  <a:cubicBezTo>
                    <a:pt x="163873" y="10585"/>
                    <a:pt x="163916" y="10577"/>
                    <a:pt x="163959" y="10570"/>
                  </a:cubicBezTo>
                  <a:cubicBezTo>
                    <a:pt x="164241" y="10514"/>
                    <a:pt x="164519" y="10467"/>
                    <a:pt x="164788" y="10360"/>
                  </a:cubicBezTo>
                  <a:cubicBezTo>
                    <a:pt x="165039" y="10259"/>
                    <a:pt x="165281" y="10161"/>
                    <a:pt x="165549" y="10120"/>
                  </a:cubicBezTo>
                  <a:cubicBezTo>
                    <a:pt x="165837" y="10077"/>
                    <a:pt x="166103" y="9980"/>
                    <a:pt x="166382" y="9906"/>
                  </a:cubicBezTo>
                  <a:cubicBezTo>
                    <a:pt x="166646" y="9839"/>
                    <a:pt x="166888" y="9703"/>
                    <a:pt x="167152" y="9629"/>
                  </a:cubicBezTo>
                  <a:cubicBezTo>
                    <a:pt x="167424" y="9552"/>
                    <a:pt x="167688" y="9452"/>
                    <a:pt x="167944" y="9335"/>
                  </a:cubicBezTo>
                  <a:cubicBezTo>
                    <a:pt x="168205" y="9218"/>
                    <a:pt x="168459" y="9087"/>
                    <a:pt x="168729" y="8991"/>
                  </a:cubicBezTo>
                  <a:cubicBezTo>
                    <a:pt x="169001" y="8890"/>
                    <a:pt x="169294" y="8831"/>
                    <a:pt x="169557" y="8712"/>
                  </a:cubicBezTo>
                  <a:cubicBezTo>
                    <a:pt x="169657" y="8667"/>
                    <a:pt x="169745" y="8600"/>
                    <a:pt x="169839" y="8546"/>
                  </a:cubicBezTo>
                  <a:cubicBezTo>
                    <a:pt x="169953" y="8481"/>
                    <a:pt x="170077" y="8446"/>
                    <a:pt x="170193" y="8384"/>
                  </a:cubicBezTo>
                  <a:cubicBezTo>
                    <a:pt x="170425" y="8265"/>
                    <a:pt x="170635" y="8113"/>
                    <a:pt x="170879" y="8012"/>
                  </a:cubicBezTo>
                  <a:cubicBezTo>
                    <a:pt x="171128" y="7912"/>
                    <a:pt x="171364" y="7774"/>
                    <a:pt x="171641" y="7780"/>
                  </a:cubicBezTo>
                  <a:cubicBezTo>
                    <a:pt x="171920" y="7787"/>
                    <a:pt x="172203" y="7825"/>
                    <a:pt x="172480" y="7849"/>
                  </a:cubicBezTo>
                  <a:cubicBezTo>
                    <a:pt x="172754" y="7871"/>
                    <a:pt x="172953" y="7827"/>
                    <a:pt x="173185" y="7678"/>
                  </a:cubicBezTo>
                  <a:cubicBezTo>
                    <a:pt x="173280" y="7616"/>
                    <a:pt x="173377" y="7562"/>
                    <a:pt x="173490" y="7551"/>
                  </a:cubicBezTo>
                  <a:cubicBezTo>
                    <a:pt x="173617" y="7538"/>
                    <a:pt x="173739" y="7572"/>
                    <a:pt x="173864" y="7579"/>
                  </a:cubicBezTo>
                  <a:cubicBezTo>
                    <a:pt x="173996" y="7587"/>
                    <a:pt x="174126" y="7583"/>
                    <a:pt x="174254" y="7614"/>
                  </a:cubicBezTo>
                  <a:cubicBezTo>
                    <a:pt x="174385" y="7646"/>
                    <a:pt x="174511" y="7704"/>
                    <a:pt x="174636" y="7754"/>
                  </a:cubicBezTo>
                  <a:cubicBezTo>
                    <a:pt x="174744" y="7800"/>
                    <a:pt x="174846" y="7854"/>
                    <a:pt x="174928" y="7942"/>
                  </a:cubicBezTo>
                  <a:cubicBezTo>
                    <a:pt x="175026" y="8050"/>
                    <a:pt x="175093" y="8185"/>
                    <a:pt x="175188" y="8295"/>
                  </a:cubicBezTo>
                  <a:cubicBezTo>
                    <a:pt x="175264" y="8384"/>
                    <a:pt x="175363" y="8427"/>
                    <a:pt x="175454" y="8494"/>
                  </a:cubicBezTo>
                  <a:cubicBezTo>
                    <a:pt x="175502" y="8529"/>
                    <a:pt x="175540" y="8580"/>
                    <a:pt x="175592" y="8609"/>
                  </a:cubicBezTo>
                  <a:cubicBezTo>
                    <a:pt x="175655" y="8641"/>
                    <a:pt x="175724" y="8656"/>
                    <a:pt x="175783" y="8697"/>
                  </a:cubicBezTo>
                  <a:cubicBezTo>
                    <a:pt x="175889" y="8768"/>
                    <a:pt x="175980" y="8861"/>
                    <a:pt x="176083" y="8933"/>
                  </a:cubicBezTo>
                  <a:cubicBezTo>
                    <a:pt x="176192" y="9011"/>
                    <a:pt x="176324" y="9047"/>
                    <a:pt x="176432" y="9125"/>
                  </a:cubicBezTo>
                  <a:cubicBezTo>
                    <a:pt x="176542" y="9203"/>
                    <a:pt x="176635" y="9299"/>
                    <a:pt x="176747" y="9374"/>
                  </a:cubicBezTo>
                  <a:cubicBezTo>
                    <a:pt x="176853" y="9446"/>
                    <a:pt x="176962" y="9504"/>
                    <a:pt x="177057" y="9590"/>
                  </a:cubicBezTo>
                  <a:cubicBezTo>
                    <a:pt x="177137" y="9660"/>
                    <a:pt x="177243" y="9785"/>
                    <a:pt x="177358" y="9789"/>
                  </a:cubicBezTo>
                  <a:cubicBezTo>
                    <a:pt x="177414" y="9790"/>
                    <a:pt x="177479" y="9770"/>
                    <a:pt x="177533" y="9763"/>
                  </a:cubicBezTo>
                  <a:cubicBezTo>
                    <a:pt x="177619" y="9751"/>
                    <a:pt x="177706" y="9740"/>
                    <a:pt x="177790" y="9727"/>
                  </a:cubicBezTo>
                  <a:cubicBezTo>
                    <a:pt x="177935" y="9707"/>
                    <a:pt x="178082" y="9690"/>
                    <a:pt x="178223" y="9658"/>
                  </a:cubicBezTo>
                  <a:cubicBezTo>
                    <a:pt x="178357" y="9629"/>
                    <a:pt x="178469" y="9549"/>
                    <a:pt x="178597" y="9502"/>
                  </a:cubicBezTo>
                  <a:cubicBezTo>
                    <a:pt x="178720" y="9456"/>
                    <a:pt x="178820" y="9405"/>
                    <a:pt x="178928" y="9331"/>
                  </a:cubicBezTo>
                  <a:cubicBezTo>
                    <a:pt x="179034" y="9259"/>
                    <a:pt x="179140" y="9180"/>
                    <a:pt x="179257" y="9126"/>
                  </a:cubicBezTo>
                  <a:cubicBezTo>
                    <a:pt x="179361" y="9076"/>
                    <a:pt x="179473" y="9054"/>
                    <a:pt x="179579" y="9009"/>
                  </a:cubicBezTo>
                  <a:cubicBezTo>
                    <a:pt x="179698" y="8959"/>
                    <a:pt x="179802" y="8894"/>
                    <a:pt x="179927" y="8859"/>
                  </a:cubicBezTo>
                  <a:cubicBezTo>
                    <a:pt x="180163" y="8792"/>
                    <a:pt x="180407" y="8734"/>
                    <a:pt x="180646" y="8686"/>
                  </a:cubicBezTo>
                  <a:cubicBezTo>
                    <a:pt x="180918" y="8630"/>
                    <a:pt x="181188" y="8658"/>
                    <a:pt x="181446" y="8546"/>
                  </a:cubicBezTo>
                  <a:cubicBezTo>
                    <a:pt x="181695" y="8440"/>
                    <a:pt x="181922" y="8303"/>
                    <a:pt x="182069" y="8074"/>
                  </a:cubicBezTo>
                  <a:cubicBezTo>
                    <a:pt x="182138" y="7968"/>
                    <a:pt x="182220" y="7879"/>
                    <a:pt x="182298" y="7782"/>
                  </a:cubicBezTo>
                  <a:cubicBezTo>
                    <a:pt x="182387" y="7674"/>
                    <a:pt x="182456" y="7553"/>
                    <a:pt x="182545" y="7445"/>
                  </a:cubicBezTo>
                  <a:cubicBezTo>
                    <a:pt x="182679" y="7285"/>
                    <a:pt x="182791" y="7042"/>
                    <a:pt x="182986" y="6947"/>
                  </a:cubicBezTo>
                  <a:cubicBezTo>
                    <a:pt x="183150" y="6869"/>
                    <a:pt x="183304" y="6956"/>
                    <a:pt x="183419" y="7071"/>
                  </a:cubicBezTo>
                  <a:cubicBezTo>
                    <a:pt x="183527" y="7179"/>
                    <a:pt x="183613" y="7369"/>
                    <a:pt x="183793" y="7300"/>
                  </a:cubicBezTo>
                  <a:cubicBezTo>
                    <a:pt x="183884" y="7265"/>
                    <a:pt x="183962" y="7192"/>
                    <a:pt x="184042" y="7138"/>
                  </a:cubicBezTo>
                  <a:cubicBezTo>
                    <a:pt x="184156" y="7064"/>
                    <a:pt x="184267" y="6991"/>
                    <a:pt x="184375" y="6910"/>
                  </a:cubicBezTo>
                  <a:cubicBezTo>
                    <a:pt x="184578" y="6753"/>
                    <a:pt x="184786" y="6606"/>
                    <a:pt x="184991" y="6456"/>
                  </a:cubicBezTo>
                  <a:cubicBezTo>
                    <a:pt x="185181" y="6315"/>
                    <a:pt x="185294" y="6108"/>
                    <a:pt x="185489" y="5974"/>
                  </a:cubicBezTo>
                  <a:cubicBezTo>
                    <a:pt x="185580" y="5913"/>
                    <a:pt x="185677" y="5861"/>
                    <a:pt x="185765" y="5790"/>
                  </a:cubicBezTo>
                  <a:cubicBezTo>
                    <a:pt x="185863" y="5708"/>
                    <a:pt x="185919" y="5593"/>
                    <a:pt x="186003" y="5498"/>
                  </a:cubicBezTo>
                  <a:cubicBezTo>
                    <a:pt x="186073" y="5418"/>
                    <a:pt x="186146" y="5355"/>
                    <a:pt x="186198" y="5258"/>
                  </a:cubicBezTo>
                  <a:cubicBezTo>
                    <a:pt x="186261" y="5137"/>
                    <a:pt x="186334" y="5020"/>
                    <a:pt x="186401" y="4901"/>
                  </a:cubicBezTo>
                  <a:cubicBezTo>
                    <a:pt x="186460" y="4795"/>
                    <a:pt x="186508" y="4682"/>
                    <a:pt x="186579" y="4583"/>
                  </a:cubicBezTo>
                  <a:cubicBezTo>
                    <a:pt x="186650" y="4486"/>
                    <a:pt x="186743" y="4406"/>
                    <a:pt x="186838" y="4334"/>
                  </a:cubicBezTo>
                  <a:cubicBezTo>
                    <a:pt x="187014" y="4198"/>
                    <a:pt x="187185" y="4036"/>
                    <a:pt x="187410" y="3984"/>
                  </a:cubicBezTo>
                  <a:cubicBezTo>
                    <a:pt x="187507" y="3960"/>
                    <a:pt x="187608" y="3958"/>
                    <a:pt x="187706" y="3949"/>
                  </a:cubicBezTo>
                  <a:cubicBezTo>
                    <a:pt x="187851" y="3934"/>
                    <a:pt x="187993" y="3889"/>
                    <a:pt x="188139" y="3880"/>
                  </a:cubicBezTo>
                  <a:cubicBezTo>
                    <a:pt x="188262" y="3871"/>
                    <a:pt x="188385" y="3893"/>
                    <a:pt x="188508" y="3906"/>
                  </a:cubicBezTo>
                  <a:cubicBezTo>
                    <a:pt x="188662" y="3921"/>
                    <a:pt x="188815" y="3936"/>
                    <a:pt x="188967" y="3949"/>
                  </a:cubicBezTo>
                  <a:cubicBezTo>
                    <a:pt x="189259" y="3975"/>
                    <a:pt x="189519" y="4081"/>
                    <a:pt x="189806" y="4126"/>
                  </a:cubicBezTo>
                  <a:cubicBezTo>
                    <a:pt x="190087" y="4170"/>
                    <a:pt x="190373" y="4185"/>
                    <a:pt x="190658" y="4219"/>
                  </a:cubicBezTo>
                  <a:cubicBezTo>
                    <a:pt x="190669" y="4220"/>
                    <a:pt x="190680" y="4224"/>
                    <a:pt x="190689" y="4232"/>
                  </a:cubicBezTo>
                  <a:cubicBezTo>
                    <a:pt x="190782" y="4142"/>
                    <a:pt x="190875" y="4051"/>
                    <a:pt x="190970" y="3964"/>
                  </a:cubicBezTo>
                  <a:cubicBezTo>
                    <a:pt x="191102" y="3841"/>
                    <a:pt x="191245" y="3739"/>
                    <a:pt x="191405" y="3651"/>
                  </a:cubicBezTo>
                  <a:cubicBezTo>
                    <a:pt x="191569" y="3562"/>
                    <a:pt x="191734" y="3478"/>
                    <a:pt x="191881" y="3363"/>
                  </a:cubicBezTo>
                  <a:cubicBezTo>
                    <a:pt x="192032" y="3248"/>
                    <a:pt x="192201" y="3158"/>
                    <a:pt x="192354" y="3045"/>
                  </a:cubicBezTo>
                  <a:cubicBezTo>
                    <a:pt x="192495" y="2941"/>
                    <a:pt x="192612" y="2807"/>
                    <a:pt x="192765" y="2718"/>
                  </a:cubicBezTo>
                  <a:cubicBezTo>
                    <a:pt x="192899" y="2638"/>
                    <a:pt x="193038" y="2602"/>
                    <a:pt x="193153" y="2493"/>
                  </a:cubicBezTo>
                  <a:cubicBezTo>
                    <a:pt x="193282" y="2374"/>
                    <a:pt x="193364" y="2210"/>
                    <a:pt x="193483" y="2082"/>
                  </a:cubicBezTo>
                  <a:cubicBezTo>
                    <a:pt x="193607" y="1948"/>
                    <a:pt x="193763" y="1847"/>
                    <a:pt x="193892" y="1717"/>
                  </a:cubicBezTo>
                  <a:cubicBezTo>
                    <a:pt x="194018" y="1587"/>
                    <a:pt x="194132" y="1442"/>
                    <a:pt x="194238" y="1291"/>
                  </a:cubicBezTo>
                  <a:cubicBezTo>
                    <a:pt x="194345" y="1139"/>
                    <a:pt x="194453" y="997"/>
                    <a:pt x="194598" y="877"/>
                  </a:cubicBezTo>
                  <a:cubicBezTo>
                    <a:pt x="194736" y="763"/>
                    <a:pt x="194883" y="644"/>
                    <a:pt x="195047" y="572"/>
                  </a:cubicBezTo>
                  <a:cubicBezTo>
                    <a:pt x="195233" y="492"/>
                    <a:pt x="195409" y="510"/>
                    <a:pt x="195605" y="532"/>
                  </a:cubicBezTo>
                  <a:cubicBezTo>
                    <a:pt x="195792" y="553"/>
                    <a:pt x="195991" y="534"/>
                    <a:pt x="196172" y="603"/>
                  </a:cubicBezTo>
                  <a:cubicBezTo>
                    <a:pt x="196263" y="638"/>
                    <a:pt x="196347" y="694"/>
                    <a:pt x="196425" y="750"/>
                  </a:cubicBezTo>
                  <a:cubicBezTo>
                    <a:pt x="196505" y="806"/>
                    <a:pt x="196583" y="843"/>
                    <a:pt x="196670" y="888"/>
                  </a:cubicBezTo>
                  <a:cubicBezTo>
                    <a:pt x="196745" y="925"/>
                    <a:pt x="196819" y="966"/>
                    <a:pt x="196884" y="1018"/>
                  </a:cubicBezTo>
                  <a:cubicBezTo>
                    <a:pt x="196971" y="1087"/>
                    <a:pt x="197051" y="1161"/>
                    <a:pt x="197144" y="1226"/>
                  </a:cubicBezTo>
                  <a:cubicBezTo>
                    <a:pt x="197288" y="1328"/>
                    <a:pt x="197468" y="1384"/>
                    <a:pt x="197600" y="1503"/>
                  </a:cubicBezTo>
                  <a:cubicBezTo>
                    <a:pt x="197608" y="1511"/>
                    <a:pt x="197647" y="1550"/>
                    <a:pt x="197665" y="1580"/>
                  </a:cubicBezTo>
                  <a:cubicBezTo>
                    <a:pt x="197687" y="1583"/>
                    <a:pt x="197717" y="1596"/>
                    <a:pt x="197734" y="1606"/>
                  </a:cubicBezTo>
                  <a:cubicBezTo>
                    <a:pt x="197810" y="1648"/>
                    <a:pt x="197873" y="1728"/>
                    <a:pt x="197959" y="1749"/>
                  </a:cubicBezTo>
                  <a:cubicBezTo>
                    <a:pt x="197968" y="1747"/>
                    <a:pt x="197976" y="1743"/>
                    <a:pt x="197985" y="1741"/>
                  </a:cubicBezTo>
                  <a:cubicBezTo>
                    <a:pt x="198005" y="1719"/>
                    <a:pt x="198039" y="1713"/>
                    <a:pt x="198065" y="1721"/>
                  </a:cubicBezTo>
                  <a:cubicBezTo>
                    <a:pt x="198234" y="1680"/>
                    <a:pt x="198407" y="1648"/>
                    <a:pt x="198573" y="1587"/>
                  </a:cubicBezTo>
                  <a:cubicBezTo>
                    <a:pt x="198794" y="1505"/>
                    <a:pt x="198971" y="1373"/>
                    <a:pt x="199153" y="1226"/>
                  </a:cubicBezTo>
                  <a:cubicBezTo>
                    <a:pt x="199339" y="1079"/>
                    <a:pt x="199529" y="964"/>
                    <a:pt x="199748" y="873"/>
                  </a:cubicBezTo>
                  <a:cubicBezTo>
                    <a:pt x="199862" y="826"/>
                    <a:pt x="199975" y="774"/>
                    <a:pt x="200096" y="750"/>
                  </a:cubicBezTo>
                  <a:cubicBezTo>
                    <a:pt x="200219" y="728"/>
                    <a:pt x="200328" y="717"/>
                    <a:pt x="200442" y="665"/>
                  </a:cubicBezTo>
                  <a:cubicBezTo>
                    <a:pt x="200553" y="616"/>
                    <a:pt x="200661" y="568"/>
                    <a:pt x="200775" y="523"/>
                  </a:cubicBezTo>
                  <a:cubicBezTo>
                    <a:pt x="200897" y="475"/>
                    <a:pt x="201009" y="410"/>
                    <a:pt x="201137" y="378"/>
                  </a:cubicBezTo>
                  <a:cubicBezTo>
                    <a:pt x="201381" y="317"/>
                    <a:pt x="201604" y="185"/>
                    <a:pt x="201846" y="108"/>
                  </a:cubicBezTo>
                  <a:cubicBezTo>
                    <a:pt x="201943" y="77"/>
                    <a:pt x="202039" y="84"/>
                    <a:pt x="202138" y="69"/>
                  </a:cubicBezTo>
                  <a:cubicBezTo>
                    <a:pt x="202259" y="49"/>
                    <a:pt x="202374" y="1"/>
                    <a:pt x="202499" y="10"/>
                  </a:cubicBezTo>
                  <a:cubicBezTo>
                    <a:pt x="202592" y="17"/>
                    <a:pt x="202677" y="62"/>
                    <a:pt x="202772" y="69"/>
                  </a:cubicBezTo>
                  <a:cubicBezTo>
                    <a:pt x="202906" y="82"/>
                    <a:pt x="203014" y="110"/>
                    <a:pt x="203138" y="164"/>
                  </a:cubicBezTo>
                  <a:cubicBezTo>
                    <a:pt x="203248" y="211"/>
                    <a:pt x="203363" y="222"/>
                    <a:pt x="203479" y="248"/>
                  </a:cubicBezTo>
                  <a:cubicBezTo>
                    <a:pt x="203600" y="276"/>
                    <a:pt x="203721" y="294"/>
                    <a:pt x="203841" y="317"/>
                  </a:cubicBezTo>
                  <a:cubicBezTo>
                    <a:pt x="204091" y="360"/>
                    <a:pt x="204334" y="428"/>
                    <a:pt x="204582" y="479"/>
                  </a:cubicBezTo>
                  <a:cubicBezTo>
                    <a:pt x="204844" y="532"/>
                    <a:pt x="205104" y="590"/>
                    <a:pt x="205361" y="665"/>
                  </a:cubicBezTo>
                  <a:cubicBezTo>
                    <a:pt x="205604" y="737"/>
                    <a:pt x="205839" y="830"/>
                    <a:pt x="206077" y="925"/>
                  </a:cubicBezTo>
                  <a:cubicBezTo>
                    <a:pt x="206307" y="1014"/>
                    <a:pt x="206547" y="1081"/>
                    <a:pt x="206774" y="1187"/>
                  </a:cubicBezTo>
                  <a:cubicBezTo>
                    <a:pt x="206878" y="1237"/>
                    <a:pt x="206979" y="1295"/>
                    <a:pt x="207087" y="1341"/>
                  </a:cubicBezTo>
                  <a:cubicBezTo>
                    <a:pt x="207196" y="1388"/>
                    <a:pt x="207317" y="1414"/>
                    <a:pt x="207427" y="1466"/>
                  </a:cubicBezTo>
                  <a:cubicBezTo>
                    <a:pt x="207520" y="1511"/>
                    <a:pt x="207619" y="1540"/>
                    <a:pt x="207712" y="1587"/>
                  </a:cubicBezTo>
                  <a:cubicBezTo>
                    <a:pt x="207818" y="1643"/>
                    <a:pt x="207916" y="1708"/>
                    <a:pt x="208017" y="1773"/>
                  </a:cubicBezTo>
                  <a:cubicBezTo>
                    <a:pt x="208139" y="1853"/>
                    <a:pt x="208268" y="1922"/>
                    <a:pt x="208405" y="1976"/>
                  </a:cubicBezTo>
                  <a:cubicBezTo>
                    <a:pt x="208530" y="2024"/>
                    <a:pt x="208658" y="2061"/>
                    <a:pt x="208781" y="2119"/>
                  </a:cubicBezTo>
                  <a:cubicBezTo>
                    <a:pt x="209026" y="2234"/>
                    <a:pt x="209283" y="2338"/>
                    <a:pt x="209514" y="2482"/>
                  </a:cubicBezTo>
                  <a:cubicBezTo>
                    <a:pt x="209633" y="2558"/>
                    <a:pt x="209754" y="2615"/>
                    <a:pt x="209884" y="2671"/>
                  </a:cubicBezTo>
                  <a:cubicBezTo>
                    <a:pt x="210001" y="2721"/>
                    <a:pt x="210103" y="2792"/>
                    <a:pt x="210215" y="2852"/>
                  </a:cubicBezTo>
                  <a:cubicBezTo>
                    <a:pt x="210334" y="2913"/>
                    <a:pt x="210460" y="2956"/>
                    <a:pt x="210579" y="3019"/>
                  </a:cubicBezTo>
                  <a:cubicBezTo>
                    <a:pt x="210622" y="3041"/>
                    <a:pt x="210674" y="3075"/>
                    <a:pt x="210724" y="3080"/>
                  </a:cubicBezTo>
                  <a:cubicBezTo>
                    <a:pt x="210780" y="3088"/>
                    <a:pt x="210834" y="3062"/>
                    <a:pt x="210883" y="3041"/>
                  </a:cubicBezTo>
                  <a:cubicBezTo>
                    <a:pt x="210903" y="3034"/>
                    <a:pt x="210923" y="3038"/>
                    <a:pt x="210938" y="3049"/>
                  </a:cubicBezTo>
                  <a:cubicBezTo>
                    <a:pt x="211037" y="2980"/>
                    <a:pt x="211132" y="2898"/>
                    <a:pt x="211232" y="2839"/>
                  </a:cubicBezTo>
                  <a:cubicBezTo>
                    <a:pt x="211478" y="2695"/>
                    <a:pt x="211742" y="2588"/>
                    <a:pt x="211997" y="2461"/>
                  </a:cubicBezTo>
                  <a:cubicBezTo>
                    <a:pt x="212123" y="2398"/>
                    <a:pt x="212244" y="2322"/>
                    <a:pt x="212368" y="2253"/>
                  </a:cubicBezTo>
                  <a:cubicBezTo>
                    <a:pt x="212480" y="2190"/>
                    <a:pt x="212608" y="2162"/>
                    <a:pt x="212716" y="2097"/>
                  </a:cubicBezTo>
                  <a:cubicBezTo>
                    <a:pt x="212820" y="2035"/>
                    <a:pt x="212902" y="1940"/>
                    <a:pt x="213005" y="1875"/>
                  </a:cubicBezTo>
                  <a:cubicBezTo>
                    <a:pt x="213112" y="1808"/>
                    <a:pt x="213200" y="1752"/>
                    <a:pt x="213282" y="1654"/>
                  </a:cubicBezTo>
                  <a:cubicBezTo>
                    <a:pt x="213434" y="1470"/>
                    <a:pt x="213698" y="1301"/>
                    <a:pt x="213942" y="1288"/>
                  </a:cubicBezTo>
                  <a:cubicBezTo>
                    <a:pt x="214217" y="1275"/>
                    <a:pt x="214492" y="1340"/>
                    <a:pt x="214760" y="1405"/>
                  </a:cubicBezTo>
                  <a:cubicBezTo>
                    <a:pt x="214890" y="1436"/>
                    <a:pt x="215009" y="1501"/>
                    <a:pt x="215143" y="1513"/>
                  </a:cubicBezTo>
                  <a:cubicBezTo>
                    <a:pt x="215277" y="1526"/>
                    <a:pt x="215396" y="1544"/>
                    <a:pt x="215515" y="1607"/>
                  </a:cubicBezTo>
                  <a:cubicBezTo>
                    <a:pt x="215588" y="1646"/>
                    <a:pt x="215657" y="1691"/>
                    <a:pt x="215727" y="17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075" y="4596383"/>
              <a:ext cx="9144086" cy="1826403"/>
            </a:xfrm>
            <a:custGeom>
              <a:avLst/>
              <a:gdLst/>
              <a:ahLst/>
              <a:cxnLst/>
              <a:rect l="l" t="t" r="r" b="b"/>
              <a:pathLst>
                <a:path w="215726" h="88296" extrusionOk="0">
                  <a:moveTo>
                    <a:pt x="215725" y="34031"/>
                  </a:moveTo>
                  <a:cubicBezTo>
                    <a:pt x="215675" y="34049"/>
                    <a:pt x="215623" y="34068"/>
                    <a:pt x="215571" y="34083"/>
                  </a:cubicBezTo>
                  <a:cubicBezTo>
                    <a:pt x="215465" y="34116"/>
                    <a:pt x="215355" y="34133"/>
                    <a:pt x="215251" y="34174"/>
                  </a:cubicBezTo>
                  <a:cubicBezTo>
                    <a:pt x="215158" y="34209"/>
                    <a:pt x="215086" y="34265"/>
                    <a:pt x="215007" y="34326"/>
                  </a:cubicBezTo>
                  <a:cubicBezTo>
                    <a:pt x="214820" y="34473"/>
                    <a:pt x="214617" y="34598"/>
                    <a:pt x="214425" y="34741"/>
                  </a:cubicBezTo>
                  <a:cubicBezTo>
                    <a:pt x="214269" y="34856"/>
                    <a:pt x="214141" y="35013"/>
                    <a:pt x="213979" y="35117"/>
                  </a:cubicBezTo>
                  <a:cubicBezTo>
                    <a:pt x="213793" y="35236"/>
                    <a:pt x="213575" y="35165"/>
                    <a:pt x="213375" y="35225"/>
                  </a:cubicBezTo>
                  <a:cubicBezTo>
                    <a:pt x="213313" y="35241"/>
                    <a:pt x="213261" y="35280"/>
                    <a:pt x="213200" y="35292"/>
                  </a:cubicBezTo>
                  <a:cubicBezTo>
                    <a:pt x="213094" y="35308"/>
                    <a:pt x="212986" y="35290"/>
                    <a:pt x="212880" y="35308"/>
                  </a:cubicBezTo>
                  <a:cubicBezTo>
                    <a:pt x="212796" y="35323"/>
                    <a:pt x="212720" y="35360"/>
                    <a:pt x="212634" y="35368"/>
                  </a:cubicBezTo>
                  <a:cubicBezTo>
                    <a:pt x="212527" y="35377"/>
                    <a:pt x="212432" y="35390"/>
                    <a:pt x="212329" y="35426"/>
                  </a:cubicBezTo>
                  <a:cubicBezTo>
                    <a:pt x="212145" y="35325"/>
                    <a:pt x="211961" y="35227"/>
                    <a:pt x="211779" y="35122"/>
                  </a:cubicBezTo>
                  <a:cubicBezTo>
                    <a:pt x="211420" y="34922"/>
                    <a:pt x="211059" y="34788"/>
                    <a:pt x="210680" y="34641"/>
                  </a:cubicBezTo>
                  <a:cubicBezTo>
                    <a:pt x="210518" y="34579"/>
                    <a:pt x="210395" y="34460"/>
                    <a:pt x="210226" y="34418"/>
                  </a:cubicBezTo>
                  <a:cubicBezTo>
                    <a:pt x="210012" y="34364"/>
                    <a:pt x="209906" y="34272"/>
                    <a:pt x="209748" y="34122"/>
                  </a:cubicBezTo>
                  <a:cubicBezTo>
                    <a:pt x="209469" y="33852"/>
                    <a:pt x="209142" y="33616"/>
                    <a:pt x="208829" y="33387"/>
                  </a:cubicBezTo>
                  <a:cubicBezTo>
                    <a:pt x="208136" y="32881"/>
                    <a:pt x="207420" y="32405"/>
                    <a:pt x="206689" y="31959"/>
                  </a:cubicBezTo>
                  <a:cubicBezTo>
                    <a:pt x="206516" y="31855"/>
                    <a:pt x="206348" y="31736"/>
                    <a:pt x="206168" y="31643"/>
                  </a:cubicBezTo>
                  <a:cubicBezTo>
                    <a:pt x="205999" y="31555"/>
                    <a:pt x="205824" y="31505"/>
                    <a:pt x="205647" y="31444"/>
                  </a:cubicBezTo>
                  <a:cubicBezTo>
                    <a:pt x="205469" y="31384"/>
                    <a:pt x="205359" y="31243"/>
                    <a:pt x="205207" y="31144"/>
                  </a:cubicBezTo>
                  <a:cubicBezTo>
                    <a:pt x="205035" y="31035"/>
                    <a:pt x="204846" y="30953"/>
                    <a:pt x="204669" y="30849"/>
                  </a:cubicBezTo>
                  <a:cubicBezTo>
                    <a:pt x="204316" y="30637"/>
                    <a:pt x="203985" y="30397"/>
                    <a:pt x="203618" y="30203"/>
                  </a:cubicBezTo>
                  <a:cubicBezTo>
                    <a:pt x="203254" y="30010"/>
                    <a:pt x="202893" y="29831"/>
                    <a:pt x="202519" y="29658"/>
                  </a:cubicBezTo>
                  <a:cubicBezTo>
                    <a:pt x="202344" y="29577"/>
                    <a:pt x="202184" y="29467"/>
                    <a:pt x="202015" y="29374"/>
                  </a:cubicBezTo>
                  <a:cubicBezTo>
                    <a:pt x="201835" y="29272"/>
                    <a:pt x="201645" y="29190"/>
                    <a:pt x="201465" y="29086"/>
                  </a:cubicBezTo>
                  <a:cubicBezTo>
                    <a:pt x="201100" y="28875"/>
                    <a:pt x="200710" y="28719"/>
                    <a:pt x="200339" y="28518"/>
                  </a:cubicBezTo>
                  <a:cubicBezTo>
                    <a:pt x="199973" y="28319"/>
                    <a:pt x="199629" y="28105"/>
                    <a:pt x="199242" y="27942"/>
                  </a:cubicBezTo>
                  <a:cubicBezTo>
                    <a:pt x="198880" y="27789"/>
                    <a:pt x="198521" y="27644"/>
                    <a:pt x="198184" y="27436"/>
                  </a:cubicBezTo>
                  <a:cubicBezTo>
                    <a:pt x="197851" y="27231"/>
                    <a:pt x="197570" y="26980"/>
                    <a:pt x="197317" y="26685"/>
                  </a:cubicBezTo>
                  <a:cubicBezTo>
                    <a:pt x="197206" y="26554"/>
                    <a:pt x="197113" y="26419"/>
                    <a:pt x="197014" y="26279"/>
                  </a:cubicBezTo>
                  <a:cubicBezTo>
                    <a:pt x="196905" y="26127"/>
                    <a:pt x="196761" y="26002"/>
                    <a:pt x="196633" y="25864"/>
                  </a:cubicBezTo>
                  <a:cubicBezTo>
                    <a:pt x="196508" y="25732"/>
                    <a:pt x="196402" y="25567"/>
                    <a:pt x="196263" y="25452"/>
                  </a:cubicBezTo>
                  <a:cubicBezTo>
                    <a:pt x="196122" y="25336"/>
                    <a:pt x="195963" y="25275"/>
                    <a:pt x="195833" y="25139"/>
                  </a:cubicBezTo>
                  <a:cubicBezTo>
                    <a:pt x="195534" y="24825"/>
                    <a:pt x="195221" y="24529"/>
                    <a:pt x="194942" y="24194"/>
                  </a:cubicBezTo>
                  <a:cubicBezTo>
                    <a:pt x="194684" y="23884"/>
                    <a:pt x="194388" y="23614"/>
                    <a:pt x="194228" y="23240"/>
                  </a:cubicBezTo>
                  <a:cubicBezTo>
                    <a:pt x="194089" y="22917"/>
                    <a:pt x="193830" y="22675"/>
                    <a:pt x="193566" y="22452"/>
                  </a:cubicBezTo>
                  <a:cubicBezTo>
                    <a:pt x="193440" y="22346"/>
                    <a:pt x="193304" y="22240"/>
                    <a:pt x="193153" y="22169"/>
                  </a:cubicBezTo>
                  <a:cubicBezTo>
                    <a:pt x="192993" y="22095"/>
                    <a:pt x="192819" y="22083"/>
                    <a:pt x="192646" y="22057"/>
                  </a:cubicBezTo>
                  <a:cubicBezTo>
                    <a:pt x="192268" y="22000"/>
                    <a:pt x="191833" y="22026"/>
                    <a:pt x="191465" y="22139"/>
                  </a:cubicBezTo>
                  <a:cubicBezTo>
                    <a:pt x="191271" y="22197"/>
                    <a:pt x="191091" y="22212"/>
                    <a:pt x="190892" y="22249"/>
                  </a:cubicBezTo>
                  <a:cubicBezTo>
                    <a:pt x="190682" y="22288"/>
                    <a:pt x="190481" y="22355"/>
                    <a:pt x="190269" y="22383"/>
                  </a:cubicBezTo>
                  <a:cubicBezTo>
                    <a:pt x="189889" y="22433"/>
                    <a:pt x="189510" y="22500"/>
                    <a:pt x="189133" y="22541"/>
                  </a:cubicBezTo>
                  <a:cubicBezTo>
                    <a:pt x="188749" y="22584"/>
                    <a:pt x="188394" y="22772"/>
                    <a:pt x="188050" y="22939"/>
                  </a:cubicBezTo>
                  <a:cubicBezTo>
                    <a:pt x="187699" y="23110"/>
                    <a:pt x="187390" y="23305"/>
                    <a:pt x="187092" y="23560"/>
                  </a:cubicBezTo>
                  <a:cubicBezTo>
                    <a:pt x="187029" y="23614"/>
                    <a:pt x="186979" y="23677"/>
                    <a:pt x="186919" y="23735"/>
                  </a:cubicBezTo>
                  <a:cubicBezTo>
                    <a:pt x="186849" y="23800"/>
                    <a:pt x="186776" y="23830"/>
                    <a:pt x="186693" y="23871"/>
                  </a:cubicBezTo>
                  <a:cubicBezTo>
                    <a:pt x="186497" y="23966"/>
                    <a:pt x="186317" y="24105"/>
                    <a:pt x="186136" y="24226"/>
                  </a:cubicBezTo>
                  <a:cubicBezTo>
                    <a:pt x="185787" y="24460"/>
                    <a:pt x="185448" y="24693"/>
                    <a:pt x="185067" y="24879"/>
                  </a:cubicBezTo>
                  <a:cubicBezTo>
                    <a:pt x="184717" y="25048"/>
                    <a:pt x="184440" y="25314"/>
                    <a:pt x="184104" y="25507"/>
                  </a:cubicBezTo>
                  <a:cubicBezTo>
                    <a:pt x="183938" y="25602"/>
                    <a:pt x="183760" y="25669"/>
                    <a:pt x="183596" y="25768"/>
                  </a:cubicBezTo>
                  <a:cubicBezTo>
                    <a:pt x="183408" y="25879"/>
                    <a:pt x="183248" y="25978"/>
                    <a:pt x="183034" y="26030"/>
                  </a:cubicBezTo>
                  <a:cubicBezTo>
                    <a:pt x="182860" y="26075"/>
                    <a:pt x="182737" y="26184"/>
                    <a:pt x="182571" y="26240"/>
                  </a:cubicBezTo>
                  <a:cubicBezTo>
                    <a:pt x="182382" y="26305"/>
                    <a:pt x="182194" y="26324"/>
                    <a:pt x="181997" y="26363"/>
                  </a:cubicBezTo>
                  <a:cubicBezTo>
                    <a:pt x="181621" y="26435"/>
                    <a:pt x="181305" y="26655"/>
                    <a:pt x="180918" y="26662"/>
                  </a:cubicBezTo>
                  <a:cubicBezTo>
                    <a:pt x="180501" y="26672"/>
                    <a:pt x="180100" y="26662"/>
                    <a:pt x="179685" y="26712"/>
                  </a:cubicBezTo>
                  <a:cubicBezTo>
                    <a:pt x="179272" y="26761"/>
                    <a:pt x="178876" y="26724"/>
                    <a:pt x="178465" y="26675"/>
                  </a:cubicBezTo>
                  <a:cubicBezTo>
                    <a:pt x="178033" y="26625"/>
                    <a:pt x="177587" y="26571"/>
                    <a:pt x="177161" y="26478"/>
                  </a:cubicBezTo>
                  <a:cubicBezTo>
                    <a:pt x="176769" y="26393"/>
                    <a:pt x="176391" y="26242"/>
                    <a:pt x="175988" y="26201"/>
                  </a:cubicBezTo>
                  <a:cubicBezTo>
                    <a:pt x="175543" y="26155"/>
                    <a:pt x="175101" y="26173"/>
                    <a:pt x="174656" y="26106"/>
                  </a:cubicBezTo>
                  <a:cubicBezTo>
                    <a:pt x="174236" y="26043"/>
                    <a:pt x="173827" y="25935"/>
                    <a:pt x="173410" y="25853"/>
                  </a:cubicBezTo>
                  <a:cubicBezTo>
                    <a:pt x="173047" y="25783"/>
                    <a:pt x="172674" y="25814"/>
                    <a:pt x="172391" y="25539"/>
                  </a:cubicBezTo>
                  <a:cubicBezTo>
                    <a:pt x="172372" y="25520"/>
                    <a:pt x="172352" y="25515"/>
                    <a:pt x="172333" y="25518"/>
                  </a:cubicBezTo>
                  <a:cubicBezTo>
                    <a:pt x="171982" y="25243"/>
                    <a:pt x="171628" y="24975"/>
                    <a:pt x="171219" y="24788"/>
                  </a:cubicBezTo>
                  <a:cubicBezTo>
                    <a:pt x="170955" y="24667"/>
                    <a:pt x="170689" y="24550"/>
                    <a:pt x="170414" y="24464"/>
                  </a:cubicBezTo>
                  <a:cubicBezTo>
                    <a:pt x="170156" y="24384"/>
                    <a:pt x="169886" y="24347"/>
                    <a:pt x="169618" y="24313"/>
                  </a:cubicBezTo>
                  <a:cubicBezTo>
                    <a:pt x="169343" y="24280"/>
                    <a:pt x="169121" y="24326"/>
                    <a:pt x="168876" y="24453"/>
                  </a:cubicBezTo>
                  <a:cubicBezTo>
                    <a:pt x="168612" y="24589"/>
                    <a:pt x="168335" y="24678"/>
                    <a:pt x="168047" y="24747"/>
                  </a:cubicBezTo>
                  <a:cubicBezTo>
                    <a:pt x="167848" y="24793"/>
                    <a:pt x="167522" y="24927"/>
                    <a:pt x="167331" y="24797"/>
                  </a:cubicBezTo>
                  <a:cubicBezTo>
                    <a:pt x="167174" y="24691"/>
                    <a:pt x="167102" y="24477"/>
                    <a:pt x="167013" y="24317"/>
                  </a:cubicBezTo>
                  <a:cubicBezTo>
                    <a:pt x="166949" y="24202"/>
                    <a:pt x="166877" y="24094"/>
                    <a:pt x="166810" y="23982"/>
                  </a:cubicBezTo>
                  <a:cubicBezTo>
                    <a:pt x="166739" y="23861"/>
                    <a:pt x="166691" y="23733"/>
                    <a:pt x="166633" y="23607"/>
                  </a:cubicBezTo>
                  <a:cubicBezTo>
                    <a:pt x="166509" y="23337"/>
                    <a:pt x="166403" y="23071"/>
                    <a:pt x="166310" y="22790"/>
                  </a:cubicBezTo>
                  <a:cubicBezTo>
                    <a:pt x="166129" y="22253"/>
                    <a:pt x="165904" y="21721"/>
                    <a:pt x="165554" y="21273"/>
                  </a:cubicBezTo>
                  <a:cubicBezTo>
                    <a:pt x="165391" y="21064"/>
                    <a:pt x="165220" y="20927"/>
                    <a:pt x="165006" y="20778"/>
                  </a:cubicBezTo>
                  <a:cubicBezTo>
                    <a:pt x="164904" y="20705"/>
                    <a:pt x="164814" y="20620"/>
                    <a:pt x="164714" y="20547"/>
                  </a:cubicBezTo>
                  <a:cubicBezTo>
                    <a:pt x="164602" y="20469"/>
                    <a:pt x="164476" y="20421"/>
                    <a:pt x="164344" y="20382"/>
                  </a:cubicBezTo>
                  <a:cubicBezTo>
                    <a:pt x="164082" y="20302"/>
                    <a:pt x="163823" y="20213"/>
                    <a:pt x="163559" y="20136"/>
                  </a:cubicBezTo>
                  <a:cubicBezTo>
                    <a:pt x="163282" y="20056"/>
                    <a:pt x="163014" y="19978"/>
                    <a:pt x="162748" y="19861"/>
                  </a:cubicBezTo>
                  <a:cubicBezTo>
                    <a:pt x="162629" y="19807"/>
                    <a:pt x="162510" y="19761"/>
                    <a:pt x="162411" y="19675"/>
                  </a:cubicBezTo>
                  <a:cubicBezTo>
                    <a:pt x="162320" y="19593"/>
                    <a:pt x="162238" y="19498"/>
                    <a:pt x="162153" y="19409"/>
                  </a:cubicBezTo>
                  <a:cubicBezTo>
                    <a:pt x="161958" y="19208"/>
                    <a:pt x="161813" y="18965"/>
                    <a:pt x="161628" y="18754"/>
                  </a:cubicBezTo>
                  <a:cubicBezTo>
                    <a:pt x="161437" y="18539"/>
                    <a:pt x="161275" y="18299"/>
                    <a:pt x="161082" y="18087"/>
                  </a:cubicBezTo>
                  <a:cubicBezTo>
                    <a:pt x="160901" y="17886"/>
                    <a:pt x="160689" y="17717"/>
                    <a:pt x="160468" y="17564"/>
                  </a:cubicBezTo>
                  <a:cubicBezTo>
                    <a:pt x="160254" y="17415"/>
                    <a:pt x="160025" y="17256"/>
                    <a:pt x="159787" y="17151"/>
                  </a:cubicBezTo>
                  <a:cubicBezTo>
                    <a:pt x="159562" y="17051"/>
                    <a:pt x="159315" y="17016"/>
                    <a:pt x="159069" y="17019"/>
                  </a:cubicBezTo>
                  <a:cubicBezTo>
                    <a:pt x="158822" y="17023"/>
                    <a:pt x="158573" y="17064"/>
                    <a:pt x="158331" y="17112"/>
                  </a:cubicBezTo>
                  <a:cubicBezTo>
                    <a:pt x="158065" y="17164"/>
                    <a:pt x="157820" y="17267"/>
                    <a:pt x="157557" y="17328"/>
                  </a:cubicBezTo>
                  <a:cubicBezTo>
                    <a:pt x="157425" y="17358"/>
                    <a:pt x="157293" y="17371"/>
                    <a:pt x="157161" y="17412"/>
                  </a:cubicBezTo>
                  <a:cubicBezTo>
                    <a:pt x="157024" y="17455"/>
                    <a:pt x="156890" y="17510"/>
                    <a:pt x="156747" y="17534"/>
                  </a:cubicBezTo>
                  <a:cubicBezTo>
                    <a:pt x="156486" y="17583"/>
                    <a:pt x="156213" y="17652"/>
                    <a:pt x="155949" y="17665"/>
                  </a:cubicBezTo>
                  <a:cubicBezTo>
                    <a:pt x="155664" y="17680"/>
                    <a:pt x="155395" y="17678"/>
                    <a:pt x="155127" y="17789"/>
                  </a:cubicBezTo>
                  <a:cubicBezTo>
                    <a:pt x="154911" y="17879"/>
                    <a:pt x="154712" y="18011"/>
                    <a:pt x="154550" y="18178"/>
                  </a:cubicBezTo>
                  <a:cubicBezTo>
                    <a:pt x="154180" y="18567"/>
                    <a:pt x="154128" y="19125"/>
                    <a:pt x="153970" y="19619"/>
                  </a:cubicBezTo>
                  <a:cubicBezTo>
                    <a:pt x="153881" y="19895"/>
                    <a:pt x="153758" y="20155"/>
                    <a:pt x="153659" y="20426"/>
                  </a:cubicBezTo>
                  <a:cubicBezTo>
                    <a:pt x="153630" y="20506"/>
                    <a:pt x="153605" y="20599"/>
                    <a:pt x="153550" y="20666"/>
                  </a:cubicBezTo>
                  <a:cubicBezTo>
                    <a:pt x="153520" y="20704"/>
                    <a:pt x="153522" y="20705"/>
                    <a:pt x="153488" y="20696"/>
                  </a:cubicBezTo>
                  <a:cubicBezTo>
                    <a:pt x="153451" y="20687"/>
                    <a:pt x="153393" y="20585"/>
                    <a:pt x="153362" y="20557"/>
                  </a:cubicBezTo>
                  <a:cubicBezTo>
                    <a:pt x="153280" y="20484"/>
                    <a:pt x="153181" y="20445"/>
                    <a:pt x="153090" y="20389"/>
                  </a:cubicBezTo>
                  <a:cubicBezTo>
                    <a:pt x="152981" y="20320"/>
                    <a:pt x="152891" y="20220"/>
                    <a:pt x="152817" y="20116"/>
                  </a:cubicBezTo>
                  <a:cubicBezTo>
                    <a:pt x="152663" y="19902"/>
                    <a:pt x="152519" y="19668"/>
                    <a:pt x="152408" y="19428"/>
                  </a:cubicBezTo>
                  <a:cubicBezTo>
                    <a:pt x="152211" y="18998"/>
                    <a:pt x="151800" y="18507"/>
                    <a:pt x="151266" y="18570"/>
                  </a:cubicBezTo>
                  <a:cubicBezTo>
                    <a:pt x="151030" y="18598"/>
                    <a:pt x="150899" y="18788"/>
                    <a:pt x="150712" y="18911"/>
                  </a:cubicBezTo>
                  <a:cubicBezTo>
                    <a:pt x="150487" y="19054"/>
                    <a:pt x="150230" y="19138"/>
                    <a:pt x="150007" y="19285"/>
                  </a:cubicBezTo>
                  <a:cubicBezTo>
                    <a:pt x="149544" y="19590"/>
                    <a:pt x="149140" y="19986"/>
                    <a:pt x="148785" y="20408"/>
                  </a:cubicBezTo>
                  <a:cubicBezTo>
                    <a:pt x="148644" y="20575"/>
                    <a:pt x="148513" y="20748"/>
                    <a:pt x="148383" y="20923"/>
                  </a:cubicBezTo>
                  <a:cubicBezTo>
                    <a:pt x="148294" y="20890"/>
                    <a:pt x="148203" y="20860"/>
                    <a:pt x="148110" y="20839"/>
                  </a:cubicBezTo>
                  <a:cubicBezTo>
                    <a:pt x="147969" y="20810"/>
                    <a:pt x="147814" y="20830"/>
                    <a:pt x="147677" y="20784"/>
                  </a:cubicBezTo>
                  <a:cubicBezTo>
                    <a:pt x="147550" y="20743"/>
                    <a:pt x="147442" y="20644"/>
                    <a:pt x="147338" y="20566"/>
                  </a:cubicBezTo>
                  <a:cubicBezTo>
                    <a:pt x="147215" y="20473"/>
                    <a:pt x="147083" y="20399"/>
                    <a:pt x="146949" y="20326"/>
                  </a:cubicBezTo>
                  <a:cubicBezTo>
                    <a:pt x="146682" y="20181"/>
                    <a:pt x="146417" y="20030"/>
                    <a:pt x="146146" y="19891"/>
                  </a:cubicBezTo>
                  <a:cubicBezTo>
                    <a:pt x="145869" y="19751"/>
                    <a:pt x="145608" y="19580"/>
                    <a:pt x="145326" y="19446"/>
                  </a:cubicBezTo>
                  <a:cubicBezTo>
                    <a:pt x="145065" y="19324"/>
                    <a:pt x="144792" y="19190"/>
                    <a:pt x="144578" y="18994"/>
                  </a:cubicBezTo>
                  <a:cubicBezTo>
                    <a:pt x="144474" y="18901"/>
                    <a:pt x="144353" y="18836"/>
                    <a:pt x="144236" y="18758"/>
                  </a:cubicBezTo>
                  <a:cubicBezTo>
                    <a:pt x="144111" y="18675"/>
                    <a:pt x="143989" y="18585"/>
                    <a:pt x="143858" y="18509"/>
                  </a:cubicBezTo>
                  <a:cubicBezTo>
                    <a:pt x="143626" y="18373"/>
                    <a:pt x="143416" y="18198"/>
                    <a:pt x="143193" y="18044"/>
                  </a:cubicBezTo>
                  <a:cubicBezTo>
                    <a:pt x="142951" y="17877"/>
                    <a:pt x="142663" y="17789"/>
                    <a:pt x="142415" y="17626"/>
                  </a:cubicBezTo>
                  <a:cubicBezTo>
                    <a:pt x="142194" y="17479"/>
                    <a:pt x="142002" y="17326"/>
                    <a:pt x="141829" y="17125"/>
                  </a:cubicBezTo>
                  <a:cubicBezTo>
                    <a:pt x="141762" y="17047"/>
                    <a:pt x="141679" y="16947"/>
                    <a:pt x="141580" y="16891"/>
                  </a:cubicBezTo>
                  <a:cubicBezTo>
                    <a:pt x="141578" y="16884"/>
                    <a:pt x="141575" y="16876"/>
                    <a:pt x="141569" y="16869"/>
                  </a:cubicBezTo>
                  <a:cubicBezTo>
                    <a:pt x="141443" y="16659"/>
                    <a:pt x="141271" y="16536"/>
                    <a:pt x="141026" y="16508"/>
                  </a:cubicBezTo>
                  <a:cubicBezTo>
                    <a:pt x="140734" y="16474"/>
                    <a:pt x="140453" y="16476"/>
                    <a:pt x="140163" y="16404"/>
                  </a:cubicBezTo>
                  <a:cubicBezTo>
                    <a:pt x="139884" y="16333"/>
                    <a:pt x="139614" y="16231"/>
                    <a:pt x="139326" y="16201"/>
                  </a:cubicBezTo>
                  <a:cubicBezTo>
                    <a:pt x="139198" y="16188"/>
                    <a:pt x="139092" y="16175"/>
                    <a:pt x="138975" y="16115"/>
                  </a:cubicBezTo>
                  <a:cubicBezTo>
                    <a:pt x="138858" y="16054"/>
                    <a:pt x="138744" y="15980"/>
                    <a:pt x="138623" y="15922"/>
                  </a:cubicBezTo>
                  <a:cubicBezTo>
                    <a:pt x="138368" y="15797"/>
                    <a:pt x="138155" y="15626"/>
                    <a:pt x="137954" y="15427"/>
                  </a:cubicBezTo>
                  <a:cubicBezTo>
                    <a:pt x="137758" y="15236"/>
                    <a:pt x="137517" y="15094"/>
                    <a:pt x="137295" y="14935"/>
                  </a:cubicBezTo>
                  <a:cubicBezTo>
                    <a:pt x="137072" y="14775"/>
                    <a:pt x="136817" y="14631"/>
                    <a:pt x="136546" y="14574"/>
                  </a:cubicBezTo>
                  <a:cubicBezTo>
                    <a:pt x="136295" y="14520"/>
                    <a:pt x="136044" y="14551"/>
                    <a:pt x="135793" y="14520"/>
                  </a:cubicBezTo>
                  <a:cubicBezTo>
                    <a:pt x="135670" y="14505"/>
                    <a:pt x="135545" y="14473"/>
                    <a:pt x="135434" y="14421"/>
                  </a:cubicBezTo>
                  <a:cubicBezTo>
                    <a:pt x="135322" y="14367"/>
                    <a:pt x="135251" y="14280"/>
                    <a:pt x="135153" y="14207"/>
                  </a:cubicBezTo>
                  <a:cubicBezTo>
                    <a:pt x="134937" y="14047"/>
                    <a:pt x="134632" y="14042"/>
                    <a:pt x="134374" y="14038"/>
                  </a:cubicBezTo>
                  <a:cubicBezTo>
                    <a:pt x="134082" y="14033"/>
                    <a:pt x="133793" y="14021"/>
                    <a:pt x="133503" y="14073"/>
                  </a:cubicBezTo>
                  <a:cubicBezTo>
                    <a:pt x="133230" y="14124"/>
                    <a:pt x="132966" y="14220"/>
                    <a:pt x="132691" y="14272"/>
                  </a:cubicBezTo>
                  <a:cubicBezTo>
                    <a:pt x="132384" y="14332"/>
                    <a:pt x="132114" y="14276"/>
                    <a:pt x="131818" y="14185"/>
                  </a:cubicBezTo>
                  <a:cubicBezTo>
                    <a:pt x="131537" y="14099"/>
                    <a:pt x="131270" y="14051"/>
                    <a:pt x="130978" y="14020"/>
                  </a:cubicBezTo>
                  <a:cubicBezTo>
                    <a:pt x="130695" y="13988"/>
                    <a:pt x="130440" y="13854"/>
                    <a:pt x="130158" y="13817"/>
                  </a:cubicBezTo>
                  <a:cubicBezTo>
                    <a:pt x="129882" y="13780"/>
                    <a:pt x="129572" y="13763"/>
                    <a:pt x="129295" y="13787"/>
                  </a:cubicBezTo>
                  <a:cubicBezTo>
                    <a:pt x="129157" y="13800"/>
                    <a:pt x="129025" y="13843"/>
                    <a:pt x="128889" y="13854"/>
                  </a:cubicBezTo>
                  <a:cubicBezTo>
                    <a:pt x="128752" y="13865"/>
                    <a:pt x="128620" y="13863"/>
                    <a:pt x="128486" y="13902"/>
                  </a:cubicBezTo>
                  <a:cubicBezTo>
                    <a:pt x="128262" y="13966"/>
                    <a:pt x="128080" y="14101"/>
                    <a:pt x="127907" y="14252"/>
                  </a:cubicBezTo>
                  <a:cubicBezTo>
                    <a:pt x="127697" y="14432"/>
                    <a:pt x="127452" y="14557"/>
                    <a:pt x="127230" y="14723"/>
                  </a:cubicBezTo>
                  <a:cubicBezTo>
                    <a:pt x="127119" y="14806"/>
                    <a:pt x="127016" y="14860"/>
                    <a:pt x="126888" y="14914"/>
                  </a:cubicBezTo>
                  <a:cubicBezTo>
                    <a:pt x="126765" y="14966"/>
                    <a:pt x="126667" y="15046"/>
                    <a:pt x="126555" y="15117"/>
                  </a:cubicBezTo>
                  <a:cubicBezTo>
                    <a:pt x="126442" y="15189"/>
                    <a:pt x="126313" y="15210"/>
                    <a:pt x="126194" y="15266"/>
                  </a:cubicBezTo>
                  <a:cubicBezTo>
                    <a:pt x="126073" y="15321"/>
                    <a:pt x="125971" y="15403"/>
                    <a:pt x="125858" y="15472"/>
                  </a:cubicBezTo>
                  <a:cubicBezTo>
                    <a:pt x="125618" y="15617"/>
                    <a:pt x="125356" y="15719"/>
                    <a:pt x="125119" y="15874"/>
                  </a:cubicBezTo>
                  <a:cubicBezTo>
                    <a:pt x="124880" y="16030"/>
                    <a:pt x="124645" y="16184"/>
                    <a:pt x="124383" y="16303"/>
                  </a:cubicBezTo>
                  <a:cubicBezTo>
                    <a:pt x="124115" y="16422"/>
                    <a:pt x="123836" y="16517"/>
                    <a:pt x="123570" y="16644"/>
                  </a:cubicBezTo>
                  <a:cubicBezTo>
                    <a:pt x="123323" y="16763"/>
                    <a:pt x="123115" y="16937"/>
                    <a:pt x="122878" y="17073"/>
                  </a:cubicBezTo>
                  <a:cubicBezTo>
                    <a:pt x="122639" y="17211"/>
                    <a:pt x="122391" y="17347"/>
                    <a:pt x="122146" y="17473"/>
                  </a:cubicBezTo>
                  <a:cubicBezTo>
                    <a:pt x="121644" y="17732"/>
                    <a:pt x="121080" y="17862"/>
                    <a:pt x="120561" y="18085"/>
                  </a:cubicBezTo>
                  <a:cubicBezTo>
                    <a:pt x="120303" y="18197"/>
                    <a:pt x="120055" y="18327"/>
                    <a:pt x="119827" y="18492"/>
                  </a:cubicBezTo>
                  <a:cubicBezTo>
                    <a:pt x="119590" y="18665"/>
                    <a:pt x="119373" y="18864"/>
                    <a:pt x="119131" y="19032"/>
                  </a:cubicBezTo>
                  <a:cubicBezTo>
                    <a:pt x="118638" y="19374"/>
                    <a:pt x="118093" y="19610"/>
                    <a:pt x="117580" y="19917"/>
                  </a:cubicBezTo>
                  <a:cubicBezTo>
                    <a:pt x="117314" y="20077"/>
                    <a:pt x="117054" y="20248"/>
                    <a:pt x="116795" y="20423"/>
                  </a:cubicBezTo>
                  <a:cubicBezTo>
                    <a:pt x="116589" y="20560"/>
                    <a:pt x="116386" y="20746"/>
                    <a:pt x="116126" y="20754"/>
                  </a:cubicBezTo>
                  <a:cubicBezTo>
                    <a:pt x="115845" y="20763"/>
                    <a:pt x="115570" y="20670"/>
                    <a:pt x="115304" y="20588"/>
                  </a:cubicBezTo>
                  <a:cubicBezTo>
                    <a:pt x="115010" y="20499"/>
                    <a:pt x="114714" y="20430"/>
                    <a:pt x="114416" y="20356"/>
                  </a:cubicBezTo>
                  <a:cubicBezTo>
                    <a:pt x="114119" y="20280"/>
                    <a:pt x="113847" y="20250"/>
                    <a:pt x="113541" y="20259"/>
                  </a:cubicBezTo>
                  <a:cubicBezTo>
                    <a:pt x="113241" y="20266"/>
                    <a:pt x="112942" y="20246"/>
                    <a:pt x="112642" y="20265"/>
                  </a:cubicBezTo>
                  <a:cubicBezTo>
                    <a:pt x="112354" y="20281"/>
                    <a:pt x="112066" y="20348"/>
                    <a:pt x="111783" y="20417"/>
                  </a:cubicBezTo>
                  <a:cubicBezTo>
                    <a:pt x="111664" y="20445"/>
                    <a:pt x="111552" y="20482"/>
                    <a:pt x="111456" y="20555"/>
                  </a:cubicBezTo>
                  <a:cubicBezTo>
                    <a:pt x="111365" y="20625"/>
                    <a:pt x="111227" y="20625"/>
                    <a:pt x="111117" y="20659"/>
                  </a:cubicBezTo>
                  <a:cubicBezTo>
                    <a:pt x="110892" y="20730"/>
                    <a:pt x="110641" y="20813"/>
                    <a:pt x="110401" y="20784"/>
                  </a:cubicBezTo>
                  <a:cubicBezTo>
                    <a:pt x="110401" y="20782"/>
                    <a:pt x="110401" y="20782"/>
                    <a:pt x="110399" y="20782"/>
                  </a:cubicBezTo>
                  <a:cubicBezTo>
                    <a:pt x="110381" y="20717"/>
                    <a:pt x="110280" y="20717"/>
                    <a:pt x="110264" y="20774"/>
                  </a:cubicBezTo>
                  <a:cubicBezTo>
                    <a:pt x="110217" y="20757"/>
                    <a:pt x="110171" y="20739"/>
                    <a:pt x="110124" y="20718"/>
                  </a:cubicBezTo>
                  <a:cubicBezTo>
                    <a:pt x="109977" y="20653"/>
                    <a:pt x="109836" y="20571"/>
                    <a:pt x="109698" y="20490"/>
                  </a:cubicBezTo>
                  <a:cubicBezTo>
                    <a:pt x="109404" y="20315"/>
                    <a:pt x="109109" y="20155"/>
                    <a:pt x="108794" y="20021"/>
                  </a:cubicBezTo>
                  <a:cubicBezTo>
                    <a:pt x="108636" y="19954"/>
                    <a:pt x="108469" y="19898"/>
                    <a:pt x="108316" y="19822"/>
                  </a:cubicBezTo>
                  <a:cubicBezTo>
                    <a:pt x="108179" y="19753"/>
                    <a:pt x="108058" y="19658"/>
                    <a:pt x="107924" y="19584"/>
                  </a:cubicBezTo>
                  <a:cubicBezTo>
                    <a:pt x="107796" y="19511"/>
                    <a:pt x="107656" y="19456"/>
                    <a:pt x="107541" y="19363"/>
                  </a:cubicBezTo>
                  <a:cubicBezTo>
                    <a:pt x="107414" y="19260"/>
                    <a:pt x="107301" y="19139"/>
                    <a:pt x="107184" y="19026"/>
                  </a:cubicBezTo>
                  <a:cubicBezTo>
                    <a:pt x="107061" y="18909"/>
                    <a:pt x="106937" y="18790"/>
                    <a:pt x="106804" y="18682"/>
                  </a:cubicBezTo>
                  <a:cubicBezTo>
                    <a:pt x="106680" y="18580"/>
                    <a:pt x="106568" y="18461"/>
                    <a:pt x="106442" y="18360"/>
                  </a:cubicBezTo>
                  <a:cubicBezTo>
                    <a:pt x="106315" y="18258"/>
                    <a:pt x="106220" y="18131"/>
                    <a:pt x="106109" y="18016"/>
                  </a:cubicBezTo>
                  <a:cubicBezTo>
                    <a:pt x="105990" y="17895"/>
                    <a:pt x="105852" y="17789"/>
                    <a:pt x="105718" y="17685"/>
                  </a:cubicBezTo>
                  <a:cubicBezTo>
                    <a:pt x="105445" y="17466"/>
                    <a:pt x="105164" y="17248"/>
                    <a:pt x="104872" y="17053"/>
                  </a:cubicBezTo>
                  <a:cubicBezTo>
                    <a:pt x="104582" y="16858"/>
                    <a:pt x="104294" y="16655"/>
                    <a:pt x="103996" y="16469"/>
                  </a:cubicBezTo>
                  <a:cubicBezTo>
                    <a:pt x="103714" y="16292"/>
                    <a:pt x="103405" y="16153"/>
                    <a:pt x="103104" y="16008"/>
                  </a:cubicBezTo>
                  <a:cubicBezTo>
                    <a:pt x="102834" y="15877"/>
                    <a:pt x="102559" y="15753"/>
                    <a:pt x="102334" y="15548"/>
                  </a:cubicBezTo>
                  <a:cubicBezTo>
                    <a:pt x="102216" y="15442"/>
                    <a:pt x="102103" y="15331"/>
                    <a:pt x="101978" y="15230"/>
                  </a:cubicBezTo>
                  <a:cubicBezTo>
                    <a:pt x="101856" y="15134"/>
                    <a:pt x="101725" y="15057"/>
                    <a:pt x="101592" y="14975"/>
                  </a:cubicBezTo>
                  <a:cubicBezTo>
                    <a:pt x="101326" y="14814"/>
                    <a:pt x="101084" y="14613"/>
                    <a:pt x="100829" y="14434"/>
                  </a:cubicBezTo>
                  <a:cubicBezTo>
                    <a:pt x="100701" y="14343"/>
                    <a:pt x="100569" y="14258"/>
                    <a:pt x="100427" y="14185"/>
                  </a:cubicBezTo>
                  <a:cubicBezTo>
                    <a:pt x="100284" y="14113"/>
                    <a:pt x="100147" y="14077"/>
                    <a:pt x="99988" y="14049"/>
                  </a:cubicBezTo>
                  <a:cubicBezTo>
                    <a:pt x="99834" y="14021"/>
                    <a:pt x="99689" y="13951"/>
                    <a:pt x="99533" y="13930"/>
                  </a:cubicBezTo>
                  <a:cubicBezTo>
                    <a:pt x="99382" y="13908"/>
                    <a:pt x="99230" y="13886"/>
                    <a:pt x="99079" y="13869"/>
                  </a:cubicBezTo>
                  <a:cubicBezTo>
                    <a:pt x="98906" y="13850"/>
                    <a:pt x="98744" y="13891"/>
                    <a:pt x="98573" y="13921"/>
                  </a:cubicBezTo>
                  <a:cubicBezTo>
                    <a:pt x="98398" y="13951"/>
                    <a:pt x="98222" y="13966"/>
                    <a:pt x="98047" y="13982"/>
                  </a:cubicBezTo>
                  <a:cubicBezTo>
                    <a:pt x="97887" y="13997"/>
                    <a:pt x="97729" y="14006"/>
                    <a:pt x="97571" y="14012"/>
                  </a:cubicBezTo>
                  <a:cubicBezTo>
                    <a:pt x="97476" y="13904"/>
                    <a:pt x="97379" y="13793"/>
                    <a:pt x="97279" y="13688"/>
                  </a:cubicBezTo>
                  <a:cubicBezTo>
                    <a:pt x="97136" y="13538"/>
                    <a:pt x="96964" y="13419"/>
                    <a:pt x="96808" y="13283"/>
                  </a:cubicBezTo>
                  <a:cubicBezTo>
                    <a:pt x="96654" y="13145"/>
                    <a:pt x="96537" y="12989"/>
                    <a:pt x="96423" y="12816"/>
                  </a:cubicBezTo>
                  <a:cubicBezTo>
                    <a:pt x="96185" y="12455"/>
                    <a:pt x="95904" y="12123"/>
                    <a:pt x="95651" y="11769"/>
                  </a:cubicBezTo>
                  <a:cubicBezTo>
                    <a:pt x="95544" y="11615"/>
                    <a:pt x="95426" y="11434"/>
                    <a:pt x="95252" y="11351"/>
                  </a:cubicBezTo>
                  <a:cubicBezTo>
                    <a:pt x="95173" y="11315"/>
                    <a:pt x="95103" y="11282"/>
                    <a:pt x="95032" y="11232"/>
                  </a:cubicBezTo>
                  <a:cubicBezTo>
                    <a:pt x="94958" y="11176"/>
                    <a:pt x="94882" y="11124"/>
                    <a:pt x="94789" y="11105"/>
                  </a:cubicBezTo>
                  <a:cubicBezTo>
                    <a:pt x="94688" y="11087"/>
                    <a:pt x="94601" y="11111"/>
                    <a:pt x="94508" y="11144"/>
                  </a:cubicBezTo>
                  <a:cubicBezTo>
                    <a:pt x="94405" y="11181"/>
                    <a:pt x="94307" y="11176"/>
                    <a:pt x="94199" y="11170"/>
                  </a:cubicBezTo>
                  <a:cubicBezTo>
                    <a:pt x="93980" y="11159"/>
                    <a:pt x="93792" y="11170"/>
                    <a:pt x="93591" y="11263"/>
                  </a:cubicBezTo>
                  <a:cubicBezTo>
                    <a:pt x="93416" y="11343"/>
                    <a:pt x="93264" y="11460"/>
                    <a:pt x="93094" y="11546"/>
                  </a:cubicBezTo>
                  <a:cubicBezTo>
                    <a:pt x="92908" y="11641"/>
                    <a:pt x="92713" y="11715"/>
                    <a:pt x="92525" y="11806"/>
                  </a:cubicBezTo>
                  <a:cubicBezTo>
                    <a:pt x="92335" y="11899"/>
                    <a:pt x="92150" y="12004"/>
                    <a:pt x="91980" y="12132"/>
                  </a:cubicBezTo>
                  <a:cubicBezTo>
                    <a:pt x="91820" y="12251"/>
                    <a:pt x="91670" y="12383"/>
                    <a:pt x="91487" y="12472"/>
                  </a:cubicBezTo>
                  <a:cubicBezTo>
                    <a:pt x="91095" y="12664"/>
                    <a:pt x="90760" y="12959"/>
                    <a:pt x="90453" y="13268"/>
                  </a:cubicBezTo>
                  <a:cubicBezTo>
                    <a:pt x="90299" y="13424"/>
                    <a:pt x="90152" y="13590"/>
                    <a:pt x="90009" y="13757"/>
                  </a:cubicBezTo>
                  <a:cubicBezTo>
                    <a:pt x="89882" y="13910"/>
                    <a:pt x="89765" y="14051"/>
                    <a:pt x="89594" y="14155"/>
                  </a:cubicBezTo>
                  <a:cubicBezTo>
                    <a:pt x="89514" y="14202"/>
                    <a:pt x="89432" y="14237"/>
                    <a:pt x="89349" y="14278"/>
                  </a:cubicBezTo>
                  <a:cubicBezTo>
                    <a:pt x="89250" y="14325"/>
                    <a:pt x="89168" y="14395"/>
                    <a:pt x="89079" y="14458"/>
                  </a:cubicBezTo>
                  <a:cubicBezTo>
                    <a:pt x="88908" y="14583"/>
                    <a:pt x="88713" y="14667"/>
                    <a:pt x="88517" y="14750"/>
                  </a:cubicBezTo>
                  <a:cubicBezTo>
                    <a:pt x="88436" y="14786"/>
                    <a:pt x="88357" y="14825"/>
                    <a:pt x="88268" y="14836"/>
                  </a:cubicBezTo>
                  <a:cubicBezTo>
                    <a:pt x="88157" y="14849"/>
                    <a:pt x="88054" y="14869"/>
                    <a:pt x="87948" y="14905"/>
                  </a:cubicBezTo>
                  <a:cubicBezTo>
                    <a:pt x="87742" y="14975"/>
                    <a:pt x="87543" y="15065"/>
                    <a:pt x="87344" y="15150"/>
                  </a:cubicBezTo>
                  <a:cubicBezTo>
                    <a:pt x="87147" y="15236"/>
                    <a:pt x="86940" y="15293"/>
                    <a:pt x="86745" y="15383"/>
                  </a:cubicBezTo>
                  <a:cubicBezTo>
                    <a:pt x="86546" y="15472"/>
                    <a:pt x="86379" y="15626"/>
                    <a:pt x="86198" y="15751"/>
                  </a:cubicBezTo>
                  <a:cubicBezTo>
                    <a:pt x="86031" y="15868"/>
                    <a:pt x="85860" y="15982"/>
                    <a:pt x="85674" y="16067"/>
                  </a:cubicBezTo>
                  <a:cubicBezTo>
                    <a:pt x="85482" y="16156"/>
                    <a:pt x="85319" y="16275"/>
                    <a:pt x="85153" y="16409"/>
                  </a:cubicBezTo>
                  <a:cubicBezTo>
                    <a:pt x="84989" y="16543"/>
                    <a:pt x="84829" y="16670"/>
                    <a:pt x="84632" y="16750"/>
                  </a:cubicBezTo>
                  <a:cubicBezTo>
                    <a:pt x="84428" y="16831"/>
                    <a:pt x="84223" y="16910"/>
                    <a:pt x="84022" y="17001"/>
                  </a:cubicBezTo>
                  <a:cubicBezTo>
                    <a:pt x="83827" y="17092"/>
                    <a:pt x="83636" y="17189"/>
                    <a:pt x="83431" y="17256"/>
                  </a:cubicBezTo>
                  <a:cubicBezTo>
                    <a:pt x="83215" y="17326"/>
                    <a:pt x="82992" y="17350"/>
                    <a:pt x="82767" y="17375"/>
                  </a:cubicBezTo>
                  <a:cubicBezTo>
                    <a:pt x="82538" y="17399"/>
                    <a:pt x="82308" y="17423"/>
                    <a:pt x="82083" y="17469"/>
                  </a:cubicBezTo>
                  <a:cubicBezTo>
                    <a:pt x="81980" y="17490"/>
                    <a:pt x="81884" y="17525"/>
                    <a:pt x="81783" y="17553"/>
                  </a:cubicBezTo>
                  <a:cubicBezTo>
                    <a:pt x="81673" y="17585"/>
                    <a:pt x="81566" y="17590"/>
                    <a:pt x="81456" y="17609"/>
                  </a:cubicBezTo>
                  <a:cubicBezTo>
                    <a:pt x="81253" y="17642"/>
                    <a:pt x="81073" y="17722"/>
                    <a:pt x="80864" y="17733"/>
                  </a:cubicBezTo>
                  <a:cubicBezTo>
                    <a:pt x="80758" y="17737"/>
                    <a:pt x="80651" y="17737"/>
                    <a:pt x="80545" y="17741"/>
                  </a:cubicBezTo>
                  <a:cubicBezTo>
                    <a:pt x="80431" y="17743"/>
                    <a:pt x="80336" y="17754"/>
                    <a:pt x="80227" y="17720"/>
                  </a:cubicBezTo>
                  <a:cubicBezTo>
                    <a:pt x="80096" y="17681"/>
                    <a:pt x="79936" y="17637"/>
                    <a:pt x="79803" y="17665"/>
                  </a:cubicBezTo>
                  <a:cubicBezTo>
                    <a:pt x="79791" y="17667"/>
                    <a:pt x="79784" y="17670"/>
                    <a:pt x="79776" y="17676"/>
                  </a:cubicBezTo>
                  <a:cubicBezTo>
                    <a:pt x="79724" y="17661"/>
                    <a:pt x="79670" y="17646"/>
                    <a:pt x="79618" y="17631"/>
                  </a:cubicBezTo>
                  <a:cubicBezTo>
                    <a:pt x="79259" y="17531"/>
                    <a:pt x="78910" y="17441"/>
                    <a:pt x="78573" y="17276"/>
                  </a:cubicBezTo>
                  <a:cubicBezTo>
                    <a:pt x="78263" y="17122"/>
                    <a:pt x="77963" y="16967"/>
                    <a:pt x="77623" y="16887"/>
                  </a:cubicBezTo>
                  <a:cubicBezTo>
                    <a:pt x="77260" y="16800"/>
                    <a:pt x="76929" y="16647"/>
                    <a:pt x="76578" y="16525"/>
                  </a:cubicBezTo>
                  <a:cubicBezTo>
                    <a:pt x="76247" y="16407"/>
                    <a:pt x="75951" y="16208"/>
                    <a:pt x="75620" y="16086"/>
                  </a:cubicBezTo>
                  <a:cubicBezTo>
                    <a:pt x="75281" y="15961"/>
                    <a:pt x="74954" y="15801"/>
                    <a:pt x="74636" y="15626"/>
                  </a:cubicBezTo>
                  <a:cubicBezTo>
                    <a:pt x="74314" y="15448"/>
                    <a:pt x="74002" y="15254"/>
                    <a:pt x="73665" y="15100"/>
                  </a:cubicBezTo>
                  <a:cubicBezTo>
                    <a:pt x="73327" y="14944"/>
                    <a:pt x="72959" y="14836"/>
                    <a:pt x="72633" y="14656"/>
                  </a:cubicBezTo>
                  <a:cubicBezTo>
                    <a:pt x="72510" y="14587"/>
                    <a:pt x="72404" y="14492"/>
                    <a:pt x="72289" y="14414"/>
                  </a:cubicBezTo>
                  <a:cubicBezTo>
                    <a:pt x="72151" y="14319"/>
                    <a:pt x="71995" y="14258"/>
                    <a:pt x="71852" y="14170"/>
                  </a:cubicBezTo>
                  <a:cubicBezTo>
                    <a:pt x="71567" y="13990"/>
                    <a:pt x="71313" y="13772"/>
                    <a:pt x="71011" y="13620"/>
                  </a:cubicBezTo>
                  <a:cubicBezTo>
                    <a:pt x="70703" y="13463"/>
                    <a:pt x="70414" y="13261"/>
                    <a:pt x="70059" y="13240"/>
                  </a:cubicBezTo>
                  <a:cubicBezTo>
                    <a:pt x="69702" y="13218"/>
                    <a:pt x="69336" y="13237"/>
                    <a:pt x="68977" y="13238"/>
                  </a:cubicBezTo>
                  <a:cubicBezTo>
                    <a:pt x="68622" y="13238"/>
                    <a:pt x="68372" y="13160"/>
                    <a:pt x="68090" y="12945"/>
                  </a:cubicBezTo>
                  <a:cubicBezTo>
                    <a:pt x="67974" y="12855"/>
                    <a:pt x="67857" y="12777"/>
                    <a:pt x="67712" y="12749"/>
                  </a:cubicBezTo>
                  <a:cubicBezTo>
                    <a:pt x="67554" y="12720"/>
                    <a:pt x="67390" y="12749"/>
                    <a:pt x="67231" y="12746"/>
                  </a:cubicBezTo>
                  <a:cubicBezTo>
                    <a:pt x="67061" y="12742"/>
                    <a:pt x="66896" y="12723"/>
                    <a:pt x="66727" y="12751"/>
                  </a:cubicBezTo>
                  <a:cubicBezTo>
                    <a:pt x="66555" y="12777"/>
                    <a:pt x="66388" y="12839"/>
                    <a:pt x="66224" y="12889"/>
                  </a:cubicBezTo>
                  <a:cubicBezTo>
                    <a:pt x="66079" y="12935"/>
                    <a:pt x="65944" y="12995"/>
                    <a:pt x="65828" y="13099"/>
                  </a:cubicBezTo>
                  <a:cubicBezTo>
                    <a:pt x="65691" y="13227"/>
                    <a:pt x="65592" y="13393"/>
                    <a:pt x="65456" y="13525"/>
                  </a:cubicBezTo>
                  <a:cubicBezTo>
                    <a:pt x="65350" y="13629"/>
                    <a:pt x="65220" y="13674"/>
                    <a:pt x="65096" y="13752"/>
                  </a:cubicBezTo>
                  <a:cubicBezTo>
                    <a:pt x="65030" y="13793"/>
                    <a:pt x="64976" y="13852"/>
                    <a:pt x="64906" y="13884"/>
                  </a:cubicBezTo>
                  <a:cubicBezTo>
                    <a:pt x="64822" y="13919"/>
                    <a:pt x="64733" y="13930"/>
                    <a:pt x="64651" y="13975"/>
                  </a:cubicBezTo>
                  <a:cubicBezTo>
                    <a:pt x="64510" y="14055"/>
                    <a:pt x="64383" y="14165"/>
                    <a:pt x="64242" y="14248"/>
                  </a:cubicBezTo>
                  <a:cubicBezTo>
                    <a:pt x="64093" y="14336"/>
                    <a:pt x="63922" y="14367"/>
                    <a:pt x="63773" y="14457"/>
                  </a:cubicBezTo>
                  <a:cubicBezTo>
                    <a:pt x="63624" y="14542"/>
                    <a:pt x="63494" y="14657"/>
                    <a:pt x="63345" y="14743"/>
                  </a:cubicBezTo>
                  <a:cubicBezTo>
                    <a:pt x="63200" y="14823"/>
                    <a:pt x="63055" y="14886"/>
                    <a:pt x="62921" y="14987"/>
                  </a:cubicBezTo>
                  <a:cubicBezTo>
                    <a:pt x="62814" y="15068"/>
                    <a:pt x="62665" y="15215"/>
                    <a:pt x="62516" y="15210"/>
                  </a:cubicBezTo>
                  <a:cubicBezTo>
                    <a:pt x="62445" y="15206"/>
                    <a:pt x="62364" y="15173"/>
                    <a:pt x="62293" y="15156"/>
                  </a:cubicBezTo>
                  <a:cubicBezTo>
                    <a:pt x="62185" y="15134"/>
                    <a:pt x="62075" y="15109"/>
                    <a:pt x="61967" y="15085"/>
                  </a:cubicBezTo>
                  <a:cubicBezTo>
                    <a:pt x="61785" y="15042"/>
                    <a:pt x="61599" y="15005"/>
                    <a:pt x="61422" y="14949"/>
                  </a:cubicBezTo>
                  <a:cubicBezTo>
                    <a:pt x="61253" y="14897"/>
                    <a:pt x="61117" y="14784"/>
                    <a:pt x="60958" y="14709"/>
                  </a:cubicBezTo>
                  <a:cubicBezTo>
                    <a:pt x="60807" y="14637"/>
                    <a:pt x="60682" y="14563"/>
                    <a:pt x="60552" y="14455"/>
                  </a:cubicBezTo>
                  <a:cubicBezTo>
                    <a:pt x="60424" y="14351"/>
                    <a:pt x="60295" y="14241"/>
                    <a:pt x="60152" y="14157"/>
                  </a:cubicBezTo>
                  <a:cubicBezTo>
                    <a:pt x="60024" y="14085"/>
                    <a:pt x="59881" y="14042"/>
                    <a:pt x="59751" y="13975"/>
                  </a:cubicBezTo>
                  <a:cubicBezTo>
                    <a:pt x="59604" y="13899"/>
                    <a:pt x="59477" y="13804"/>
                    <a:pt x="59321" y="13744"/>
                  </a:cubicBezTo>
                  <a:cubicBezTo>
                    <a:pt x="59023" y="13633"/>
                    <a:pt x="58720" y="13532"/>
                    <a:pt x="58415" y="13445"/>
                  </a:cubicBezTo>
                  <a:cubicBezTo>
                    <a:pt x="58073" y="13346"/>
                    <a:pt x="57725" y="13352"/>
                    <a:pt x="57405" y="13183"/>
                  </a:cubicBezTo>
                  <a:cubicBezTo>
                    <a:pt x="57099" y="13019"/>
                    <a:pt x="56821" y="12818"/>
                    <a:pt x="56656" y="12509"/>
                  </a:cubicBezTo>
                  <a:cubicBezTo>
                    <a:pt x="56582" y="12368"/>
                    <a:pt x="56487" y="12243"/>
                    <a:pt x="56396" y="12111"/>
                  </a:cubicBezTo>
                  <a:cubicBezTo>
                    <a:pt x="56293" y="11963"/>
                    <a:pt x="56217" y="11801"/>
                    <a:pt x="56113" y="11652"/>
                  </a:cubicBezTo>
                  <a:cubicBezTo>
                    <a:pt x="55958" y="11433"/>
                    <a:pt x="55841" y="11109"/>
                    <a:pt x="55600" y="10968"/>
                  </a:cubicBezTo>
                  <a:cubicBezTo>
                    <a:pt x="55399" y="10850"/>
                    <a:pt x="55192" y="10947"/>
                    <a:pt x="55032" y="11081"/>
                  </a:cubicBezTo>
                  <a:cubicBezTo>
                    <a:pt x="54882" y="11208"/>
                    <a:pt x="54753" y="11442"/>
                    <a:pt x="54528" y="11334"/>
                  </a:cubicBezTo>
                  <a:cubicBezTo>
                    <a:pt x="54415" y="11278"/>
                    <a:pt x="54324" y="11178"/>
                    <a:pt x="54225" y="11102"/>
                  </a:cubicBezTo>
                  <a:cubicBezTo>
                    <a:pt x="54088" y="10994"/>
                    <a:pt x="53952" y="10888"/>
                    <a:pt x="53822" y="10772"/>
                  </a:cubicBezTo>
                  <a:cubicBezTo>
                    <a:pt x="53578" y="10551"/>
                    <a:pt x="53329" y="10341"/>
                    <a:pt x="53081" y="10125"/>
                  </a:cubicBezTo>
                  <a:cubicBezTo>
                    <a:pt x="52853" y="9924"/>
                    <a:pt x="52730" y="9645"/>
                    <a:pt x="52494" y="9456"/>
                  </a:cubicBezTo>
                  <a:cubicBezTo>
                    <a:pt x="52384" y="9366"/>
                    <a:pt x="52263" y="9288"/>
                    <a:pt x="52161" y="9190"/>
                  </a:cubicBezTo>
                  <a:cubicBezTo>
                    <a:pt x="52042" y="9074"/>
                    <a:pt x="51984" y="8920"/>
                    <a:pt x="51886" y="8790"/>
                  </a:cubicBezTo>
                  <a:cubicBezTo>
                    <a:pt x="51802" y="8680"/>
                    <a:pt x="51716" y="8591"/>
                    <a:pt x="51662" y="8461"/>
                  </a:cubicBezTo>
                  <a:cubicBezTo>
                    <a:pt x="51592" y="8299"/>
                    <a:pt x="51512" y="8143"/>
                    <a:pt x="51439" y="7981"/>
                  </a:cubicBezTo>
                  <a:cubicBezTo>
                    <a:pt x="51374" y="7839"/>
                    <a:pt x="51324" y="7689"/>
                    <a:pt x="51242" y="7555"/>
                  </a:cubicBezTo>
                  <a:cubicBezTo>
                    <a:pt x="51162" y="7423"/>
                    <a:pt x="51052" y="7311"/>
                    <a:pt x="50939" y="7209"/>
                  </a:cubicBezTo>
                  <a:cubicBezTo>
                    <a:pt x="50725" y="7014"/>
                    <a:pt x="50522" y="6789"/>
                    <a:pt x="50242" y="6698"/>
                  </a:cubicBezTo>
                  <a:cubicBezTo>
                    <a:pt x="50119" y="6659"/>
                    <a:pt x="49990" y="6644"/>
                    <a:pt x="49866" y="6621"/>
                  </a:cubicBezTo>
                  <a:cubicBezTo>
                    <a:pt x="49680" y="6588"/>
                    <a:pt x="49503" y="6515"/>
                    <a:pt x="49317" y="6487"/>
                  </a:cubicBezTo>
                  <a:cubicBezTo>
                    <a:pt x="49159" y="6463"/>
                    <a:pt x="49001" y="6478"/>
                    <a:pt x="48843" y="6482"/>
                  </a:cubicBezTo>
                  <a:cubicBezTo>
                    <a:pt x="48644" y="6484"/>
                    <a:pt x="48445" y="6486"/>
                    <a:pt x="48248" y="6487"/>
                  </a:cubicBezTo>
                  <a:cubicBezTo>
                    <a:pt x="47872" y="6489"/>
                    <a:pt x="47524" y="6597"/>
                    <a:pt x="47154" y="6625"/>
                  </a:cubicBezTo>
                  <a:cubicBezTo>
                    <a:pt x="46788" y="6653"/>
                    <a:pt x="46420" y="6642"/>
                    <a:pt x="46053" y="6655"/>
                  </a:cubicBezTo>
                  <a:cubicBezTo>
                    <a:pt x="46037" y="6657"/>
                    <a:pt x="46022" y="6660"/>
                    <a:pt x="46011" y="6666"/>
                  </a:cubicBezTo>
                  <a:cubicBezTo>
                    <a:pt x="45899" y="6543"/>
                    <a:pt x="45791" y="6417"/>
                    <a:pt x="45680" y="6296"/>
                  </a:cubicBezTo>
                  <a:cubicBezTo>
                    <a:pt x="45521" y="6123"/>
                    <a:pt x="45349" y="5974"/>
                    <a:pt x="45155" y="5848"/>
                  </a:cubicBezTo>
                  <a:cubicBezTo>
                    <a:pt x="44954" y="5716"/>
                    <a:pt x="44752" y="5591"/>
                    <a:pt x="44573" y="5427"/>
                  </a:cubicBezTo>
                  <a:cubicBezTo>
                    <a:pt x="44393" y="5262"/>
                    <a:pt x="44186" y="5130"/>
                    <a:pt x="44002" y="4970"/>
                  </a:cubicBezTo>
                  <a:cubicBezTo>
                    <a:pt x="43831" y="4821"/>
                    <a:pt x="43695" y="4637"/>
                    <a:pt x="43509" y="4505"/>
                  </a:cubicBezTo>
                  <a:cubicBezTo>
                    <a:pt x="43347" y="4390"/>
                    <a:pt x="43173" y="4328"/>
                    <a:pt x="43035" y="4176"/>
                  </a:cubicBezTo>
                  <a:cubicBezTo>
                    <a:pt x="42884" y="4008"/>
                    <a:pt x="42797" y="3791"/>
                    <a:pt x="42657" y="3614"/>
                  </a:cubicBezTo>
                  <a:cubicBezTo>
                    <a:pt x="42514" y="3430"/>
                    <a:pt x="42323" y="3285"/>
                    <a:pt x="42172" y="3103"/>
                  </a:cubicBezTo>
                  <a:cubicBezTo>
                    <a:pt x="42021" y="2922"/>
                    <a:pt x="41893" y="2725"/>
                    <a:pt x="41774" y="2522"/>
                  </a:cubicBezTo>
                  <a:cubicBezTo>
                    <a:pt x="41651" y="2312"/>
                    <a:pt x="41527" y="2123"/>
                    <a:pt x="41354" y="1951"/>
                  </a:cubicBezTo>
                  <a:cubicBezTo>
                    <a:pt x="41190" y="1790"/>
                    <a:pt x="41015" y="1622"/>
                    <a:pt x="40813" y="1513"/>
                  </a:cubicBezTo>
                  <a:cubicBezTo>
                    <a:pt x="40584" y="1390"/>
                    <a:pt x="40353" y="1395"/>
                    <a:pt x="40100" y="1403"/>
                  </a:cubicBezTo>
                  <a:cubicBezTo>
                    <a:pt x="39857" y="1408"/>
                    <a:pt x="39604" y="1364"/>
                    <a:pt x="39366" y="1433"/>
                  </a:cubicBezTo>
                  <a:cubicBezTo>
                    <a:pt x="39247" y="1468"/>
                    <a:pt x="39133" y="1529"/>
                    <a:pt x="39025" y="1593"/>
                  </a:cubicBezTo>
                  <a:cubicBezTo>
                    <a:pt x="38917" y="1658"/>
                    <a:pt x="38813" y="1699"/>
                    <a:pt x="38696" y="1745"/>
                  </a:cubicBezTo>
                  <a:cubicBezTo>
                    <a:pt x="38598" y="1786"/>
                    <a:pt x="38497" y="1829"/>
                    <a:pt x="38408" y="1888"/>
                  </a:cubicBezTo>
                  <a:cubicBezTo>
                    <a:pt x="38289" y="1968"/>
                    <a:pt x="38177" y="2056"/>
                    <a:pt x="38053" y="2128"/>
                  </a:cubicBezTo>
                  <a:cubicBezTo>
                    <a:pt x="37857" y="2243"/>
                    <a:pt x="37619" y="2297"/>
                    <a:pt x="37439" y="2435"/>
                  </a:cubicBezTo>
                  <a:cubicBezTo>
                    <a:pt x="37430" y="2442"/>
                    <a:pt x="37374" y="2491"/>
                    <a:pt x="37346" y="2526"/>
                  </a:cubicBezTo>
                  <a:cubicBezTo>
                    <a:pt x="37316" y="2528"/>
                    <a:pt x="37279" y="2543"/>
                    <a:pt x="37255" y="2554"/>
                  </a:cubicBezTo>
                  <a:cubicBezTo>
                    <a:pt x="37153" y="2599"/>
                    <a:pt x="37063" y="2695"/>
                    <a:pt x="36952" y="2712"/>
                  </a:cubicBezTo>
                  <a:cubicBezTo>
                    <a:pt x="36941" y="2708"/>
                    <a:pt x="36931" y="2703"/>
                    <a:pt x="36920" y="2699"/>
                  </a:cubicBezTo>
                  <a:cubicBezTo>
                    <a:pt x="36896" y="2669"/>
                    <a:pt x="36855" y="2658"/>
                    <a:pt x="36820" y="2666"/>
                  </a:cubicBezTo>
                  <a:cubicBezTo>
                    <a:pt x="36606" y="2595"/>
                    <a:pt x="36388" y="2535"/>
                    <a:pt x="36184" y="2441"/>
                  </a:cubicBezTo>
                  <a:cubicBezTo>
                    <a:pt x="35908" y="2310"/>
                    <a:pt x="35696" y="2123"/>
                    <a:pt x="35477" y="1916"/>
                  </a:cubicBezTo>
                  <a:cubicBezTo>
                    <a:pt x="35256" y="1706"/>
                    <a:pt x="35023" y="1539"/>
                    <a:pt x="34752" y="1399"/>
                  </a:cubicBezTo>
                  <a:cubicBezTo>
                    <a:pt x="34610" y="1327"/>
                    <a:pt x="34471" y="1247"/>
                    <a:pt x="34316" y="1206"/>
                  </a:cubicBezTo>
                  <a:cubicBezTo>
                    <a:pt x="34164" y="1163"/>
                    <a:pt x="34024" y="1137"/>
                    <a:pt x="33883" y="1059"/>
                  </a:cubicBezTo>
                  <a:cubicBezTo>
                    <a:pt x="33745" y="982"/>
                    <a:pt x="33612" y="910"/>
                    <a:pt x="33470" y="841"/>
                  </a:cubicBezTo>
                  <a:cubicBezTo>
                    <a:pt x="33320" y="767"/>
                    <a:pt x="33182" y="672"/>
                    <a:pt x="33022" y="616"/>
                  </a:cubicBezTo>
                  <a:cubicBezTo>
                    <a:pt x="32717" y="514"/>
                    <a:pt x="32444" y="320"/>
                    <a:pt x="32144" y="196"/>
                  </a:cubicBezTo>
                  <a:cubicBezTo>
                    <a:pt x="32021" y="146"/>
                    <a:pt x="31897" y="146"/>
                    <a:pt x="31772" y="114"/>
                  </a:cubicBezTo>
                  <a:cubicBezTo>
                    <a:pt x="31620" y="75"/>
                    <a:pt x="31477" y="2"/>
                    <a:pt x="31315" y="1"/>
                  </a:cubicBezTo>
                  <a:cubicBezTo>
                    <a:pt x="31194" y="1"/>
                    <a:pt x="31080" y="47"/>
                    <a:pt x="30960" y="49"/>
                  </a:cubicBezTo>
                  <a:cubicBezTo>
                    <a:pt x="30785" y="51"/>
                    <a:pt x="30645" y="75"/>
                    <a:pt x="30480" y="131"/>
                  </a:cubicBezTo>
                  <a:cubicBezTo>
                    <a:pt x="30333" y="179"/>
                    <a:pt x="30184" y="181"/>
                    <a:pt x="30033" y="201"/>
                  </a:cubicBezTo>
                  <a:cubicBezTo>
                    <a:pt x="29875" y="224"/>
                    <a:pt x="29719" y="237"/>
                    <a:pt x="29561" y="250"/>
                  </a:cubicBezTo>
                  <a:cubicBezTo>
                    <a:pt x="29237" y="281"/>
                    <a:pt x="28917" y="343"/>
                    <a:pt x="28596" y="380"/>
                  </a:cubicBezTo>
                  <a:cubicBezTo>
                    <a:pt x="28254" y="421"/>
                    <a:pt x="27913" y="469"/>
                    <a:pt x="27577" y="538"/>
                  </a:cubicBezTo>
                  <a:cubicBezTo>
                    <a:pt x="27255" y="603"/>
                    <a:pt x="26946" y="698"/>
                    <a:pt x="26632" y="793"/>
                  </a:cubicBezTo>
                  <a:cubicBezTo>
                    <a:pt x="26325" y="886"/>
                    <a:pt x="26009" y="943"/>
                    <a:pt x="25709" y="1057"/>
                  </a:cubicBezTo>
                  <a:cubicBezTo>
                    <a:pt x="25568" y="1109"/>
                    <a:pt x="25434" y="1174"/>
                    <a:pt x="25293" y="1221"/>
                  </a:cubicBezTo>
                  <a:cubicBezTo>
                    <a:pt x="25144" y="1269"/>
                    <a:pt x="24988" y="1289"/>
                    <a:pt x="24843" y="1343"/>
                  </a:cubicBezTo>
                  <a:cubicBezTo>
                    <a:pt x="24718" y="1392"/>
                    <a:pt x="24588" y="1418"/>
                    <a:pt x="24463" y="1470"/>
                  </a:cubicBezTo>
                  <a:cubicBezTo>
                    <a:pt x="24322" y="1529"/>
                    <a:pt x="24188" y="1604"/>
                    <a:pt x="24052" y="1676"/>
                  </a:cubicBezTo>
                  <a:cubicBezTo>
                    <a:pt x="23887" y="1764"/>
                    <a:pt x="23714" y="1840"/>
                    <a:pt x="23533" y="1894"/>
                  </a:cubicBezTo>
                  <a:cubicBezTo>
                    <a:pt x="23368" y="1944"/>
                    <a:pt x="23201" y="1977"/>
                    <a:pt x="23037" y="2039"/>
                  </a:cubicBezTo>
                  <a:cubicBezTo>
                    <a:pt x="22710" y="2160"/>
                    <a:pt x="22369" y="2268"/>
                    <a:pt x="22059" y="2426"/>
                  </a:cubicBezTo>
                  <a:cubicBezTo>
                    <a:pt x="21897" y="2509"/>
                    <a:pt x="21737" y="2573"/>
                    <a:pt x="21564" y="2630"/>
                  </a:cubicBezTo>
                  <a:cubicBezTo>
                    <a:pt x="21408" y="2682"/>
                    <a:pt x="21270" y="2760"/>
                    <a:pt x="21121" y="2824"/>
                  </a:cubicBezTo>
                  <a:cubicBezTo>
                    <a:pt x="20961" y="2891"/>
                    <a:pt x="20794" y="2933"/>
                    <a:pt x="20636" y="3000"/>
                  </a:cubicBezTo>
                  <a:cubicBezTo>
                    <a:pt x="20576" y="3026"/>
                    <a:pt x="20508" y="3062"/>
                    <a:pt x="20443" y="3065"/>
                  </a:cubicBezTo>
                  <a:cubicBezTo>
                    <a:pt x="20372" y="3069"/>
                    <a:pt x="20303" y="3030"/>
                    <a:pt x="20244" y="2998"/>
                  </a:cubicBezTo>
                  <a:cubicBezTo>
                    <a:pt x="20219" y="2985"/>
                    <a:pt x="20193" y="2989"/>
                    <a:pt x="20173" y="3000"/>
                  </a:cubicBezTo>
                  <a:cubicBezTo>
                    <a:pt x="20052" y="2902"/>
                    <a:pt x="19940" y="2788"/>
                    <a:pt x="19818" y="2701"/>
                  </a:cubicBezTo>
                  <a:cubicBezTo>
                    <a:pt x="19518" y="2491"/>
                    <a:pt x="19189" y="2323"/>
                    <a:pt x="18878" y="2134"/>
                  </a:cubicBezTo>
                  <a:cubicBezTo>
                    <a:pt x="18722" y="2039"/>
                    <a:pt x="18575" y="1929"/>
                    <a:pt x="18423" y="1829"/>
                  </a:cubicBezTo>
                  <a:cubicBezTo>
                    <a:pt x="18287" y="1736"/>
                    <a:pt x="18125" y="1685"/>
                    <a:pt x="17993" y="1591"/>
                  </a:cubicBezTo>
                  <a:cubicBezTo>
                    <a:pt x="17867" y="1501"/>
                    <a:pt x="17772" y="1371"/>
                    <a:pt x="17647" y="1276"/>
                  </a:cubicBezTo>
                  <a:cubicBezTo>
                    <a:pt x="17517" y="1178"/>
                    <a:pt x="17409" y="1100"/>
                    <a:pt x="17314" y="964"/>
                  </a:cubicBezTo>
                  <a:cubicBezTo>
                    <a:pt x="17138" y="713"/>
                    <a:pt x="16820" y="467"/>
                    <a:pt x="16509" y="425"/>
                  </a:cubicBezTo>
                  <a:cubicBezTo>
                    <a:pt x="16156" y="376"/>
                    <a:pt x="15795" y="434"/>
                    <a:pt x="15447" y="488"/>
                  </a:cubicBezTo>
                  <a:cubicBezTo>
                    <a:pt x="15276" y="514"/>
                    <a:pt x="15116" y="585"/>
                    <a:pt x="14943" y="586"/>
                  </a:cubicBezTo>
                  <a:cubicBezTo>
                    <a:pt x="14772" y="586"/>
                    <a:pt x="14616" y="599"/>
                    <a:pt x="14456" y="668"/>
                  </a:cubicBezTo>
                  <a:cubicBezTo>
                    <a:pt x="14309" y="731"/>
                    <a:pt x="14171" y="817"/>
                    <a:pt x="14021" y="871"/>
                  </a:cubicBezTo>
                  <a:cubicBezTo>
                    <a:pt x="13846" y="932"/>
                    <a:pt x="13666" y="979"/>
                    <a:pt x="13485" y="1025"/>
                  </a:cubicBezTo>
                  <a:cubicBezTo>
                    <a:pt x="13286" y="1079"/>
                    <a:pt x="13087" y="1154"/>
                    <a:pt x="12883" y="1183"/>
                  </a:cubicBezTo>
                  <a:cubicBezTo>
                    <a:pt x="12697" y="1209"/>
                    <a:pt x="12505" y="1200"/>
                    <a:pt x="12319" y="1193"/>
                  </a:cubicBezTo>
                  <a:cubicBezTo>
                    <a:pt x="11960" y="1180"/>
                    <a:pt x="11588" y="1208"/>
                    <a:pt x="11229" y="1250"/>
                  </a:cubicBezTo>
                  <a:cubicBezTo>
                    <a:pt x="11108" y="1235"/>
                    <a:pt x="10991" y="1202"/>
                    <a:pt x="10872" y="1183"/>
                  </a:cubicBezTo>
                  <a:cubicBezTo>
                    <a:pt x="10582" y="1142"/>
                    <a:pt x="10281" y="1170"/>
                    <a:pt x="9989" y="1170"/>
                  </a:cubicBezTo>
                  <a:cubicBezTo>
                    <a:pt x="9723" y="1170"/>
                    <a:pt x="9472" y="1241"/>
                    <a:pt x="9206" y="1254"/>
                  </a:cubicBezTo>
                  <a:cubicBezTo>
                    <a:pt x="8942" y="1267"/>
                    <a:pt x="8752" y="1427"/>
                    <a:pt x="8564" y="1598"/>
                  </a:cubicBezTo>
                  <a:cubicBezTo>
                    <a:pt x="8484" y="1671"/>
                    <a:pt x="8408" y="1747"/>
                    <a:pt x="8321" y="1806"/>
                  </a:cubicBezTo>
                  <a:cubicBezTo>
                    <a:pt x="8282" y="1832"/>
                    <a:pt x="8237" y="1866"/>
                    <a:pt x="8192" y="1877"/>
                  </a:cubicBezTo>
                  <a:cubicBezTo>
                    <a:pt x="8127" y="1894"/>
                    <a:pt x="8060" y="1884"/>
                    <a:pt x="7997" y="1907"/>
                  </a:cubicBezTo>
                  <a:cubicBezTo>
                    <a:pt x="7878" y="1948"/>
                    <a:pt x="7824" y="2054"/>
                    <a:pt x="7725" y="2119"/>
                  </a:cubicBezTo>
                  <a:cubicBezTo>
                    <a:pt x="7614" y="2193"/>
                    <a:pt x="7486" y="2251"/>
                    <a:pt x="7365" y="2307"/>
                  </a:cubicBezTo>
                  <a:cubicBezTo>
                    <a:pt x="7114" y="2416"/>
                    <a:pt x="6835" y="2435"/>
                    <a:pt x="6576" y="2519"/>
                  </a:cubicBezTo>
                  <a:cubicBezTo>
                    <a:pt x="6316" y="2601"/>
                    <a:pt x="6081" y="2746"/>
                    <a:pt x="5827" y="2844"/>
                  </a:cubicBezTo>
                  <a:cubicBezTo>
                    <a:pt x="5698" y="2894"/>
                    <a:pt x="5570" y="2911"/>
                    <a:pt x="5436" y="2941"/>
                  </a:cubicBezTo>
                  <a:cubicBezTo>
                    <a:pt x="5313" y="2969"/>
                    <a:pt x="5198" y="3032"/>
                    <a:pt x="5073" y="3047"/>
                  </a:cubicBezTo>
                  <a:cubicBezTo>
                    <a:pt x="4943" y="3062"/>
                    <a:pt x="4813" y="3039"/>
                    <a:pt x="4685" y="3038"/>
                  </a:cubicBezTo>
                  <a:cubicBezTo>
                    <a:pt x="4549" y="3036"/>
                    <a:pt x="4419" y="3065"/>
                    <a:pt x="4287" y="3099"/>
                  </a:cubicBezTo>
                  <a:cubicBezTo>
                    <a:pt x="4034" y="3160"/>
                    <a:pt x="3781" y="3097"/>
                    <a:pt x="3524" y="3118"/>
                  </a:cubicBezTo>
                  <a:cubicBezTo>
                    <a:pt x="3269" y="3138"/>
                    <a:pt x="3076" y="3255"/>
                    <a:pt x="2884" y="3417"/>
                  </a:cubicBezTo>
                  <a:cubicBezTo>
                    <a:pt x="2805" y="3484"/>
                    <a:pt x="2728" y="3553"/>
                    <a:pt x="2639" y="3607"/>
                  </a:cubicBezTo>
                  <a:cubicBezTo>
                    <a:pt x="2518" y="3679"/>
                    <a:pt x="2379" y="3724"/>
                    <a:pt x="2250" y="3780"/>
                  </a:cubicBezTo>
                  <a:cubicBezTo>
                    <a:pt x="1999" y="3887"/>
                    <a:pt x="1780" y="4018"/>
                    <a:pt x="1581" y="4205"/>
                  </a:cubicBezTo>
                  <a:cubicBezTo>
                    <a:pt x="1399" y="4378"/>
                    <a:pt x="1246" y="4574"/>
                    <a:pt x="1116" y="4789"/>
                  </a:cubicBezTo>
                  <a:cubicBezTo>
                    <a:pt x="982" y="5014"/>
                    <a:pt x="822" y="5184"/>
                    <a:pt x="604" y="5331"/>
                  </a:cubicBezTo>
                  <a:cubicBezTo>
                    <a:pt x="407" y="5465"/>
                    <a:pt x="199" y="5576"/>
                    <a:pt x="0" y="5704"/>
                  </a:cubicBezTo>
                  <a:lnTo>
                    <a:pt x="0" y="88295"/>
                  </a:lnTo>
                  <a:lnTo>
                    <a:pt x="215725" y="88295"/>
                  </a:lnTo>
                  <a:lnTo>
                    <a:pt x="215725" y="3403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1143488" y="1517338"/>
            <a:ext cx="30381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Metamorphous"/>
                <a:ea typeface="Metamorphous"/>
                <a:cs typeface="Metamorphous"/>
                <a:sym typeface="Metamorphou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4962408" y="1517338"/>
            <a:ext cx="30381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Metamorphous"/>
                <a:ea typeface="Metamorphous"/>
                <a:cs typeface="Metamorphous"/>
                <a:sym typeface="Metamorph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3"/>
          </p:nvPr>
        </p:nvSpPr>
        <p:spPr>
          <a:xfrm>
            <a:off x="1143488" y="1856321"/>
            <a:ext cx="30381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4962408" y="1856321"/>
            <a:ext cx="30381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8729954" y="2051754"/>
            <a:ext cx="193338" cy="88054"/>
          </a:xfrm>
          <a:custGeom>
            <a:avLst/>
            <a:gdLst/>
            <a:ahLst/>
            <a:cxnLst/>
            <a:rect l="l" t="t" r="r" b="b"/>
            <a:pathLst>
              <a:path w="7485" h="3409" extrusionOk="0">
                <a:moveTo>
                  <a:pt x="2612" y="833"/>
                </a:moveTo>
                <a:cubicBezTo>
                  <a:pt x="925" y="822"/>
                  <a:pt x="2076" y="1030"/>
                  <a:pt x="387" y="1486"/>
                </a:cubicBezTo>
                <a:lnTo>
                  <a:pt x="1" y="1616"/>
                </a:lnTo>
                <a:cubicBezTo>
                  <a:pt x="1440" y="1968"/>
                  <a:pt x="1513" y="1932"/>
                  <a:pt x="3097" y="1824"/>
                </a:cubicBezTo>
                <a:cubicBezTo>
                  <a:pt x="4245" y="1746"/>
                  <a:pt x="4228" y="3409"/>
                  <a:pt x="5567" y="2626"/>
                </a:cubicBezTo>
                <a:lnTo>
                  <a:pt x="4962" y="2135"/>
                </a:lnTo>
                <a:cubicBezTo>
                  <a:pt x="4585" y="1824"/>
                  <a:pt x="4821" y="1895"/>
                  <a:pt x="4522" y="1609"/>
                </a:cubicBezTo>
                <a:cubicBezTo>
                  <a:pt x="5602" y="1343"/>
                  <a:pt x="7124" y="1432"/>
                  <a:pt x="7484" y="439"/>
                </a:cubicBezTo>
                <a:cubicBezTo>
                  <a:pt x="6104" y="941"/>
                  <a:pt x="5407" y="389"/>
                  <a:pt x="4265" y="524"/>
                </a:cubicBezTo>
                <a:cubicBezTo>
                  <a:pt x="3250" y="645"/>
                  <a:pt x="3761" y="666"/>
                  <a:pt x="2930" y="294"/>
                </a:cubicBezTo>
                <a:cubicBezTo>
                  <a:pt x="2268" y="0"/>
                  <a:pt x="2383" y="528"/>
                  <a:pt x="2461" y="673"/>
                </a:cubicBezTo>
                <a:cubicBezTo>
                  <a:pt x="2800" y="1294"/>
                  <a:pt x="2411" y="407"/>
                  <a:pt x="2612" y="8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8529761" y="1767177"/>
            <a:ext cx="200182" cy="89139"/>
          </a:xfrm>
          <a:custGeom>
            <a:avLst/>
            <a:gdLst/>
            <a:ahLst/>
            <a:cxnLst/>
            <a:rect l="l" t="t" r="r" b="b"/>
            <a:pathLst>
              <a:path w="7750" h="3451" extrusionOk="0">
                <a:moveTo>
                  <a:pt x="4" y="1440"/>
                </a:moveTo>
                <a:cubicBezTo>
                  <a:pt x="1019" y="1680"/>
                  <a:pt x="3405" y="1894"/>
                  <a:pt x="3485" y="1920"/>
                </a:cubicBezTo>
                <a:cubicBezTo>
                  <a:pt x="4341" y="2204"/>
                  <a:pt x="4302" y="3450"/>
                  <a:pt x="6089" y="2779"/>
                </a:cubicBezTo>
                <a:cubicBezTo>
                  <a:pt x="5903" y="2418"/>
                  <a:pt x="5814" y="2660"/>
                  <a:pt x="5090" y="1864"/>
                </a:cubicBezTo>
                <a:cubicBezTo>
                  <a:pt x="5198" y="1791"/>
                  <a:pt x="7577" y="1135"/>
                  <a:pt x="7750" y="1"/>
                </a:cubicBezTo>
                <a:cubicBezTo>
                  <a:pt x="7095" y="144"/>
                  <a:pt x="6652" y="521"/>
                  <a:pt x="5877" y="571"/>
                </a:cubicBezTo>
                <a:cubicBezTo>
                  <a:pt x="5378" y="603"/>
                  <a:pt x="5205" y="475"/>
                  <a:pt x="4724" y="568"/>
                </a:cubicBezTo>
                <a:cubicBezTo>
                  <a:pt x="4337" y="642"/>
                  <a:pt x="4183" y="834"/>
                  <a:pt x="3673" y="782"/>
                </a:cubicBezTo>
                <a:cubicBezTo>
                  <a:pt x="3335" y="746"/>
                  <a:pt x="3059" y="516"/>
                  <a:pt x="2834" y="527"/>
                </a:cubicBezTo>
                <a:cubicBezTo>
                  <a:pt x="2133" y="562"/>
                  <a:pt x="3044" y="692"/>
                  <a:pt x="2029" y="945"/>
                </a:cubicBezTo>
                <a:cubicBezTo>
                  <a:pt x="1164" y="1159"/>
                  <a:pt x="1393" y="1226"/>
                  <a:pt x="610" y="1287"/>
                </a:cubicBezTo>
                <a:cubicBezTo>
                  <a:pt x="0" y="1334"/>
                  <a:pt x="251" y="1213"/>
                  <a:pt x="4" y="144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8463277" y="694394"/>
            <a:ext cx="198994" cy="73951"/>
          </a:xfrm>
          <a:custGeom>
            <a:avLst/>
            <a:gdLst/>
            <a:ahLst/>
            <a:cxnLst/>
            <a:rect l="l" t="t" r="r" b="b"/>
            <a:pathLst>
              <a:path w="7704" h="2863" extrusionOk="0">
                <a:moveTo>
                  <a:pt x="2809" y="590"/>
                </a:moveTo>
                <a:cubicBezTo>
                  <a:pt x="1697" y="761"/>
                  <a:pt x="946" y="1695"/>
                  <a:pt x="1" y="1207"/>
                </a:cubicBezTo>
                <a:cubicBezTo>
                  <a:pt x="135" y="1698"/>
                  <a:pt x="393" y="1738"/>
                  <a:pt x="962" y="1842"/>
                </a:cubicBezTo>
                <a:cubicBezTo>
                  <a:pt x="1712" y="1979"/>
                  <a:pt x="1576" y="1890"/>
                  <a:pt x="2257" y="1760"/>
                </a:cubicBezTo>
                <a:cubicBezTo>
                  <a:pt x="2452" y="1723"/>
                  <a:pt x="3490" y="1725"/>
                  <a:pt x="3748" y="1736"/>
                </a:cubicBezTo>
                <a:cubicBezTo>
                  <a:pt x="4354" y="1764"/>
                  <a:pt x="4367" y="2080"/>
                  <a:pt x="4550" y="2547"/>
                </a:cubicBezTo>
                <a:cubicBezTo>
                  <a:pt x="4565" y="2550"/>
                  <a:pt x="4591" y="2515"/>
                  <a:pt x="4596" y="2532"/>
                </a:cubicBezTo>
                <a:cubicBezTo>
                  <a:pt x="4689" y="2863"/>
                  <a:pt x="4656" y="2507"/>
                  <a:pt x="4695" y="2507"/>
                </a:cubicBezTo>
                <a:lnTo>
                  <a:pt x="5011" y="2608"/>
                </a:lnTo>
                <a:cubicBezTo>
                  <a:pt x="5374" y="2814"/>
                  <a:pt x="4871" y="2822"/>
                  <a:pt x="5104" y="2664"/>
                </a:cubicBezTo>
                <a:lnTo>
                  <a:pt x="5400" y="2602"/>
                </a:lnTo>
                <a:cubicBezTo>
                  <a:pt x="5528" y="2587"/>
                  <a:pt x="5589" y="2595"/>
                  <a:pt x="5734" y="2576"/>
                </a:cubicBezTo>
                <a:cubicBezTo>
                  <a:pt x="6002" y="2543"/>
                  <a:pt x="6129" y="2507"/>
                  <a:pt x="6292" y="2414"/>
                </a:cubicBezTo>
                <a:cubicBezTo>
                  <a:pt x="6198" y="1896"/>
                  <a:pt x="5710" y="1899"/>
                  <a:pt x="5275" y="1529"/>
                </a:cubicBezTo>
                <a:cubicBezTo>
                  <a:pt x="7033" y="1466"/>
                  <a:pt x="7382" y="1654"/>
                  <a:pt x="7704" y="687"/>
                </a:cubicBezTo>
                <a:cubicBezTo>
                  <a:pt x="6824" y="700"/>
                  <a:pt x="6359" y="1146"/>
                  <a:pt x="5292" y="651"/>
                </a:cubicBezTo>
                <a:cubicBezTo>
                  <a:pt x="4905" y="473"/>
                  <a:pt x="3428" y="30"/>
                  <a:pt x="3066" y="0"/>
                </a:cubicBezTo>
                <a:cubicBezTo>
                  <a:pt x="2984" y="146"/>
                  <a:pt x="3036" y="82"/>
                  <a:pt x="2967" y="244"/>
                </a:cubicBezTo>
                <a:lnTo>
                  <a:pt x="2811" y="58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 flipH="1">
            <a:off x="50" y="3265954"/>
            <a:ext cx="9145246" cy="2906840"/>
            <a:chOff x="50" y="2576829"/>
            <a:chExt cx="9145246" cy="2906840"/>
          </a:xfrm>
        </p:grpSpPr>
        <p:sp>
          <p:nvSpPr>
            <p:cNvPr id="39" name="Google Shape;39;p5"/>
            <p:cNvSpPr/>
            <p:nvPr/>
          </p:nvSpPr>
          <p:spPr>
            <a:xfrm>
              <a:off x="50" y="2885841"/>
              <a:ext cx="1782039" cy="846980"/>
            </a:xfrm>
            <a:custGeom>
              <a:avLst/>
              <a:gdLst/>
              <a:ahLst/>
              <a:cxnLst/>
              <a:rect l="l" t="t" r="r" b="b"/>
              <a:pathLst>
                <a:path w="46868" h="36982" extrusionOk="0">
                  <a:moveTo>
                    <a:pt x="46868" y="8332"/>
                  </a:moveTo>
                  <a:cubicBezTo>
                    <a:pt x="46868" y="8332"/>
                    <a:pt x="34670" y="9009"/>
                    <a:pt x="27387" y="4267"/>
                  </a:cubicBezTo>
                  <a:cubicBezTo>
                    <a:pt x="20835" y="0"/>
                    <a:pt x="13184" y="806"/>
                    <a:pt x="0" y="10629"/>
                  </a:cubicBezTo>
                  <a:lnTo>
                    <a:pt x="0" y="36982"/>
                  </a:lnTo>
                  <a:cubicBezTo>
                    <a:pt x="1733" y="36874"/>
                    <a:pt x="3628" y="36705"/>
                    <a:pt x="5702" y="36454"/>
                  </a:cubicBezTo>
                  <a:cubicBezTo>
                    <a:pt x="21118" y="34590"/>
                    <a:pt x="30097" y="35606"/>
                    <a:pt x="33147" y="32558"/>
                  </a:cubicBezTo>
                  <a:cubicBezTo>
                    <a:pt x="36195" y="29508"/>
                    <a:pt x="46868" y="8332"/>
                    <a:pt x="46868" y="83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461712" y="2918431"/>
              <a:ext cx="1246149" cy="687602"/>
            </a:xfrm>
            <a:custGeom>
              <a:avLst/>
              <a:gdLst/>
              <a:ahLst/>
              <a:cxnLst/>
              <a:rect l="l" t="t" r="r" b="b"/>
              <a:pathLst>
                <a:path w="32774" h="30023" extrusionOk="0">
                  <a:moveTo>
                    <a:pt x="32773" y="6941"/>
                  </a:moveTo>
                  <a:cubicBezTo>
                    <a:pt x="29033" y="6915"/>
                    <a:pt x="20741" y="6422"/>
                    <a:pt x="15245" y="2844"/>
                  </a:cubicBezTo>
                  <a:cubicBezTo>
                    <a:pt x="12243" y="889"/>
                    <a:pt x="9011" y="0"/>
                    <a:pt x="5122" y="552"/>
                  </a:cubicBezTo>
                  <a:cubicBezTo>
                    <a:pt x="5371" y="1479"/>
                    <a:pt x="5472" y="2771"/>
                    <a:pt x="4845" y="4198"/>
                  </a:cubicBezTo>
                  <a:cubicBezTo>
                    <a:pt x="3618" y="6995"/>
                    <a:pt x="6117" y="3818"/>
                    <a:pt x="6582" y="4071"/>
                  </a:cubicBezTo>
                  <a:cubicBezTo>
                    <a:pt x="7049" y="4326"/>
                    <a:pt x="9504" y="7417"/>
                    <a:pt x="5396" y="13177"/>
                  </a:cubicBezTo>
                  <a:cubicBezTo>
                    <a:pt x="5396" y="13177"/>
                    <a:pt x="5185" y="13495"/>
                    <a:pt x="5375" y="13770"/>
                  </a:cubicBezTo>
                  <a:cubicBezTo>
                    <a:pt x="5565" y="14045"/>
                    <a:pt x="6772" y="13197"/>
                    <a:pt x="7620" y="12606"/>
                  </a:cubicBezTo>
                  <a:cubicBezTo>
                    <a:pt x="8466" y="12012"/>
                    <a:pt x="10880" y="9344"/>
                    <a:pt x="11390" y="9217"/>
                  </a:cubicBezTo>
                  <a:cubicBezTo>
                    <a:pt x="11897" y="9091"/>
                    <a:pt x="10839" y="17729"/>
                    <a:pt x="5163" y="24166"/>
                  </a:cubicBezTo>
                  <a:cubicBezTo>
                    <a:pt x="0" y="30022"/>
                    <a:pt x="22736" y="24242"/>
                    <a:pt x="27776" y="20155"/>
                  </a:cubicBezTo>
                  <a:cubicBezTo>
                    <a:pt x="28247" y="19292"/>
                    <a:pt x="28717" y="18421"/>
                    <a:pt x="29176" y="17564"/>
                  </a:cubicBezTo>
                  <a:cubicBezTo>
                    <a:pt x="30305" y="14285"/>
                    <a:pt x="32260" y="9530"/>
                    <a:pt x="32773" y="69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50" y="2885850"/>
              <a:ext cx="3855963" cy="1166630"/>
            </a:xfrm>
            <a:custGeom>
              <a:avLst/>
              <a:gdLst/>
              <a:ahLst/>
              <a:cxnLst/>
              <a:rect l="l" t="t" r="r" b="b"/>
              <a:pathLst>
                <a:path w="108192" h="50939" extrusionOk="0">
                  <a:moveTo>
                    <a:pt x="108192" y="48619"/>
                  </a:moveTo>
                  <a:cubicBezTo>
                    <a:pt x="108192" y="48619"/>
                    <a:pt x="103799" y="31271"/>
                    <a:pt x="89726" y="24563"/>
                  </a:cubicBezTo>
                  <a:cubicBezTo>
                    <a:pt x="75655" y="17856"/>
                    <a:pt x="60420" y="4405"/>
                    <a:pt x="55337" y="2203"/>
                  </a:cubicBezTo>
                  <a:cubicBezTo>
                    <a:pt x="50256" y="1"/>
                    <a:pt x="45343" y="1695"/>
                    <a:pt x="39245" y="8470"/>
                  </a:cubicBezTo>
                  <a:cubicBezTo>
                    <a:pt x="33147" y="15247"/>
                    <a:pt x="20441" y="20497"/>
                    <a:pt x="1806" y="23378"/>
                  </a:cubicBezTo>
                  <a:cubicBezTo>
                    <a:pt x="1194" y="23473"/>
                    <a:pt x="591" y="23572"/>
                    <a:pt x="0" y="23674"/>
                  </a:cubicBezTo>
                  <a:lnTo>
                    <a:pt x="0" y="48690"/>
                  </a:lnTo>
                  <a:cubicBezTo>
                    <a:pt x="2918" y="50148"/>
                    <a:pt x="5263" y="50938"/>
                    <a:pt x="6381" y="50482"/>
                  </a:cubicBezTo>
                  <a:cubicBezTo>
                    <a:pt x="10954" y="48619"/>
                    <a:pt x="108192" y="48619"/>
                    <a:pt x="108192" y="486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1227200" y="2913025"/>
              <a:ext cx="2887829" cy="1243198"/>
            </a:xfrm>
            <a:custGeom>
              <a:avLst/>
              <a:gdLst/>
              <a:ahLst/>
              <a:cxnLst/>
              <a:rect l="l" t="t" r="r" b="b"/>
              <a:pathLst>
                <a:path w="73142" h="48130" extrusionOk="0">
                  <a:moveTo>
                    <a:pt x="73142" y="47581"/>
                  </a:moveTo>
                  <a:cubicBezTo>
                    <a:pt x="73142" y="47581"/>
                    <a:pt x="68749" y="30233"/>
                    <a:pt x="54676" y="23525"/>
                  </a:cubicBezTo>
                  <a:cubicBezTo>
                    <a:pt x="40605" y="16818"/>
                    <a:pt x="25370" y="3367"/>
                    <a:pt x="20287" y="1165"/>
                  </a:cubicBezTo>
                  <a:cubicBezTo>
                    <a:pt x="18141" y="235"/>
                    <a:pt x="16025" y="1"/>
                    <a:pt x="13836" y="549"/>
                  </a:cubicBezTo>
                  <a:cubicBezTo>
                    <a:pt x="13998" y="2777"/>
                    <a:pt x="13758" y="6469"/>
                    <a:pt x="11329" y="10376"/>
                  </a:cubicBezTo>
                  <a:cubicBezTo>
                    <a:pt x="11329" y="10376"/>
                    <a:pt x="11054" y="11181"/>
                    <a:pt x="11775" y="11075"/>
                  </a:cubicBezTo>
                  <a:cubicBezTo>
                    <a:pt x="12495" y="10969"/>
                    <a:pt x="15523" y="7750"/>
                    <a:pt x="16010" y="6988"/>
                  </a:cubicBezTo>
                  <a:cubicBezTo>
                    <a:pt x="16497" y="6225"/>
                    <a:pt x="16793" y="11075"/>
                    <a:pt x="15523" y="12980"/>
                  </a:cubicBezTo>
                  <a:cubicBezTo>
                    <a:pt x="14252" y="14886"/>
                    <a:pt x="12432" y="16623"/>
                    <a:pt x="12515" y="17174"/>
                  </a:cubicBezTo>
                  <a:cubicBezTo>
                    <a:pt x="12601" y="17724"/>
                    <a:pt x="17005" y="16538"/>
                    <a:pt x="17853" y="16073"/>
                  </a:cubicBezTo>
                  <a:cubicBezTo>
                    <a:pt x="18699" y="15606"/>
                    <a:pt x="17048" y="22721"/>
                    <a:pt x="10948" y="30852"/>
                  </a:cubicBezTo>
                  <a:cubicBezTo>
                    <a:pt x="7388" y="35600"/>
                    <a:pt x="3021" y="42885"/>
                    <a:pt x="1" y="48130"/>
                  </a:cubicBezTo>
                  <a:cubicBezTo>
                    <a:pt x="30155" y="47583"/>
                    <a:pt x="73142" y="47581"/>
                    <a:pt x="73142" y="475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1073" y="2576829"/>
              <a:ext cx="9144222" cy="2906840"/>
              <a:chOff x="1073" y="2576829"/>
              <a:chExt cx="9144222" cy="2906840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5203496" y="2576829"/>
                <a:ext cx="3929363" cy="1977829"/>
              </a:xfrm>
              <a:custGeom>
                <a:avLst/>
                <a:gdLst/>
                <a:ahLst/>
                <a:cxnLst/>
                <a:rect l="l" t="t" r="r" b="b"/>
                <a:pathLst>
                  <a:path w="152124" h="76571" extrusionOk="0">
                    <a:moveTo>
                      <a:pt x="152124" y="43707"/>
                    </a:moveTo>
                    <a:cubicBezTo>
                      <a:pt x="152124" y="43707"/>
                      <a:pt x="127052" y="36930"/>
                      <a:pt x="111806" y="25410"/>
                    </a:cubicBezTo>
                    <a:cubicBezTo>
                      <a:pt x="96560" y="13893"/>
                      <a:pt x="94187" y="3727"/>
                      <a:pt x="87581" y="1864"/>
                    </a:cubicBezTo>
                    <a:cubicBezTo>
                      <a:pt x="80975" y="0"/>
                      <a:pt x="79111" y="3896"/>
                      <a:pt x="76400" y="7793"/>
                    </a:cubicBezTo>
                    <a:cubicBezTo>
                      <a:pt x="73690" y="11691"/>
                      <a:pt x="56580" y="30493"/>
                      <a:pt x="43367" y="34051"/>
                    </a:cubicBezTo>
                    <a:cubicBezTo>
                      <a:pt x="30153" y="37608"/>
                      <a:pt x="15755" y="39980"/>
                      <a:pt x="10333" y="45570"/>
                    </a:cubicBezTo>
                    <a:cubicBezTo>
                      <a:pt x="4912" y="51161"/>
                      <a:pt x="1" y="64205"/>
                      <a:pt x="1" y="64205"/>
                    </a:cubicBezTo>
                    <a:cubicBezTo>
                      <a:pt x="1" y="64205"/>
                      <a:pt x="127052" y="76571"/>
                      <a:pt x="129931" y="75048"/>
                    </a:cubicBezTo>
                    <a:cubicBezTo>
                      <a:pt x="132812" y="73523"/>
                      <a:pt x="152124" y="43707"/>
                      <a:pt x="152124" y="437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5"/>
              <p:cNvSpPr/>
              <p:nvPr/>
            </p:nvSpPr>
            <p:spPr>
              <a:xfrm>
                <a:off x="6860921" y="2617150"/>
                <a:ext cx="2284044" cy="1716497"/>
              </a:xfrm>
              <a:custGeom>
                <a:avLst/>
                <a:gdLst/>
                <a:ahLst/>
                <a:cxnLst/>
                <a:rect l="l" t="t" r="r" b="b"/>
                <a:pathLst>
                  <a:path w="88426" h="74948" extrusionOk="0">
                    <a:moveTo>
                      <a:pt x="88425" y="42710"/>
                    </a:moveTo>
                    <a:cubicBezTo>
                      <a:pt x="74559" y="37879"/>
                      <a:pt x="56398" y="30791"/>
                      <a:pt x="47635" y="24170"/>
                    </a:cubicBezTo>
                    <a:cubicBezTo>
                      <a:pt x="32391" y="12653"/>
                      <a:pt x="30018" y="2487"/>
                      <a:pt x="23412" y="624"/>
                    </a:cubicBezTo>
                    <a:cubicBezTo>
                      <a:pt x="21202" y="1"/>
                      <a:pt x="19527" y="23"/>
                      <a:pt x="18169" y="471"/>
                    </a:cubicBezTo>
                    <a:cubicBezTo>
                      <a:pt x="18357" y="3696"/>
                      <a:pt x="18007" y="9056"/>
                      <a:pt x="14855" y="14938"/>
                    </a:cubicBezTo>
                    <a:cubicBezTo>
                      <a:pt x="14855" y="14938"/>
                      <a:pt x="14433" y="15701"/>
                      <a:pt x="14963" y="15890"/>
                    </a:cubicBezTo>
                    <a:cubicBezTo>
                      <a:pt x="15491" y="16082"/>
                      <a:pt x="20298" y="9835"/>
                      <a:pt x="20808" y="9623"/>
                    </a:cubicBezTo>
                    <a:cubicBezTo>
                      <a:pt x="21316" y="9411"/>
                      <a:pt x="19579" y="16060"/>
                      <a:pt x="17377" y="19703"/>
                    </a:cubicBezTo>
                    <a:cubicBezTo>
                      <a:pt x="15173" y="23344"/>
                      <a:pt x="13693" y="24912"/>
                      <a:pt x="13607" y="25675"/>
                    </a:cubicBezTo>
                    <a:cubicBezTo>
                      <a:pt x="13521" y="26437"/>
                      <a:pt x="18266" y="23599"/>
                      <a:pt x="20722" y="20592"/>
                    </a:cubicBezTo>
                    <a:cubicBezTo>
                      <a:pt x="20722" y="20592"/>
                      <a:pt x="21781" y="19915"/>
                      <a:pt x="21781" y="20973"/>
                    </a:cubicBezTo>
                    <a:cubicBezTo>
                      <a:pt x="21781" y="22031"/>
                      <a:pt x="20819" y="48066"/>
                      <a:pt x="1" y="68981"/>
                    </a:cubicBezTo>
                    <a:cubicBezTo>
                      <a:pt x="32032" y="71873"/>
                      <a:pt x="63605" y="74948"/>
                      <a:pt x="65762" y="73806"/>
                    </a:cubicBezTo>
                    <a:cubicBezTo>
                      <a:pt x="66893" y="73207"/>
                      <a:pt x="78057" y="66320"/>
                      <a:pt x="88425" y="59900"/>
                    </a:cubicBezTo>
                    <a:lnTo>
                      <a:pt x="88425" y="427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5"/>
              <p:cNvSpPr/>
              <p:nvPr/>
            </p:nvSpPr>
            <p:spPr>
              <a:xfrm>
                <a:off x="1073" y="3322293"/>
                <a:ext cx="9144086" cy="2159294"/>
              </a:xfrm>
              <a:custGeom>
                <a:avLst/>
                <a:gdLst/>
                <a:ahLst/>
                <a:cxnLst/>
                <a:rect l="l" t="t" r="r" b="b"/>
                <a:pathLst>
                  <a:path w="215726" h="94282" extrusionOk="0">
                    <a:moveTo>
                      <a:pt x="0" y="90015"/>
                    </a:moveTo>
                    <a:cubicBezTo>
                      <a:pt x="1648" y="90240"/>
                      <a:pt x="3297" y="90460"/>
                      <a:pt x="4947" y="90692"/>
                    </a:cubicBezTo>
                    <a:cubicBezTo>
                      <a:pt x="8605" y="91207"/>
                      <a:pt x="12284" y="91542"/>
                      <a:pt x="15931" y="92124"/>
                    </a:cubicBezTo>
                    <a:cubicBezTo>
                      <a:pt x="19394" y="92676"/>
                      <a:pt x="22832" y="93366"/>
                      <a:pt x="26277" y="94019"/>
                    </a:cubicBezTo>
                    <a:cubicBezTo>
                      <a:pt x="26742" y="94107"/>
                      <a:pt x="27210" y="94196"/>
                      <a:pt x="27677" y="94281"/>
                    </a:cubicBezTo>
                    <a:lnTo>
                      <a:pt x="214948" y="77276"/>
                    </a:lnTo>
                    <a:lnTo>
                      <a:pt x="215725" y="50489"/>
                    </a:lnTo>
                    <a:lnTo>
                      <a:pt x="215725" y="11713"/>
                    </a:lnTo>
                    <a:cubicBezTo>
                      <a:pt x="215653" y="11752"/>
                      <a:pt x="215578" y="11797"/>
                      <a:pt x="215508" y="11845"/>
                    </a:cubicBezTo>
                    <a:cubicBezTo>
                      <a:pt x="215342" y="11955"/>
                      <a:pt x="215167" y="12020"/>
                      <a:pt x="214993" y="12113"/>
                    </a:cubicBezTo>
                    <a:cubicBezTo>
                      <a:pt x="214801" y="12215"/>
                      <a:pt x="214622" y="12338"/>
                      <a:pt x="214431" y="12440"/>
                    </a:cubicBezTo>
                    <a:cubicBezTo>
                      <a:pt x="214109" y="12613"/>
                      <a:pt x="213880" y="12929"/>
                      <a:pt x="213540" y="13069"/>
                    </a:cubicBezTo>
                    <a:cubicBezTo>
                      <a:pt x="213172" y="13218"/>
                      <a:pt x="212822" y="13379"/>
                      <a:pt x="212463" y="13552"/>
                    </a:cubicBezTo>
                    <a:cubicBezTo>
                      <a:pt x="212108" y="13727"/>
                      <a:pt x="211755" y="13850"/>
                      <a:pt x="211355" y="13889"/>
                    </a:cubicBezTo>
                    <a:cubicBezTo>
                      <a:pt x="210949" y="13930"/>
                      <a:pt x="210583" y="13835"/>
                      <a:pt x="210183" y="13785"/>
                    </a:cubicBezTo>
                    <a:cubicBezTo>
                      <a:pt x="209809" y="13736"/>
                      <a:pt x="209516" y="13500"/>
                      <a:pt x="209196" y="13320"/>
                    </a:cubicBezTo>
                    <a:cubicBezTo>
                      <a:pt x="208852" y="13125"/>
                      <a:pt x="208461" y="12959"/>
                      <a:pt x="208091" y="12818"/>
                    </a:cubicBezTo>
                    <a:cubicBezTo>
                      <a:pt x="207743" y="12686"/>
                      <a:pt x="207477" y="12442"/>
                      <a:pt x="207124" y="12314"/>
                    </a:cubicBezTo>
                    <a:cubicBezTo>
                      <a:pt x="206784" y="12191"/>
                      <a:pt x="206441" y="12139"/>
                      <a:pt x="206079" y="12169"/>
                    </a:cubicBezTo>
                    <a:cubicBezTo>
                      <a:pt x="205865" y="12187"/>
                      <a:pt x="205644" y="12251"/>
                      <a:pt x="205433" y="12174"/>
                    </a:cubicBezTo>
                    <a:cubicBezTo>
                      <a:pt x="205244" y="12105"/>
                      <a:pt x="205058" y="12018"/>
                      <a:pt x="204868" y="11947"/>
                    </a:cubicBezTo>
                    <a:cubicBezTo>
                      <a:pt x="204489" y="11804"/>
                      <a:pt x="204107" y="11659"/>
                      <a:pt x="203709" y="11574"/>
                    </a:cubicBezTo>
                    <a:cubicBezTo>
                      <a:pt x="203280" y="11481"/>
                      <a:pt x="202871" y="11332"/>
                      <a:pt x="202445" y="11233"/>
                    </a:cubicBezTo>
                    <a:cubicBezTo>
                      <a:pt x="202274" y="11192"/>
                      <a:pt x="202097" y="11168"/>
                      <a:pt x="201924" y="11133"/>
                    </a:cubicBezTo>
                    <a:cubicBezTo>
                      <a:pt x="201725" y="11090"/>
                      <a:pt x="201539" y="11017"/>
                      <a:pt x="201344" y="10958"/>
                    </a:cubicBezTo>
                    <a:cubicBezTo>
                      <a:pt x="201141" y="10898"/>
                      <a:pt x="200940" y="10839"/>
                      <a:pt x="200739" y="10770"/>
                    </a:cubicBezTo>
                    <a:cubicBezTo>
                      <a:pt x="200538" y="10701"/>
                      <a:pt x="200369" y="10711"/>
                      <a:pt x="200161" y="10690"/>
                    </a:cubicBezTo>
                    <a:cubicBezTo>
                      <a:pt x="200133" y="10686"/>
                      <a:pt x="200103" y="10683"/>
                      <a:pt x="200074" y="10681"/>
                    </a:cubicBezTo>
                    <a:cubicBezTo>
                      <a:pt x="200068" y="10651"/>
                      <a:pt x="200046" y="10625"/>
                      <a:pt x="200005" y="10627"/>
                    </a:cubicBezTo>
                    <a:cubicBezTo>
                      <a:pt x="199822" y="10633"/>
                      <a:pt x="199638" y="10633"/>
                      <a:pt x="199456" y="10644"/>
                    </a:cubicBezTo>
                    <a:cubicBezTo>
                      <a:pt x="199296" y="10655"/>
                      <a:pt x="199159" y="10699"/>
                      <a:pt x="199010" y="10748"/>
                    </a:cubicBezTo>
                    <a:cubicBezTo>
                      <a:pt x="198852" y="10796"/>
                      <a:pt x="198677" y="10792"/>
                      <a:pt x="198513" y="10798"/>
                    </a:cubicBezTo>
                    <a:cubicBezTo>
                      <a:pt x="198333" y="10805"/>
                      <a:pt x="198154" y="10819"/>
                      <a:pt x="197974" y="10830"/>
                    </a:cubicBezTo>
                    <a:cubicBezTo>
                      <a:pt x="197892" y="10837"/>
                      <a:pt x="197814" y="10843"/>
                      <a:pt x="197734" y="10861"/>
                    </a:cubicBezTo>
                    <a:cubicBezTo>
                      <a:pt x="197652" y="10880"/>
                      <a:pt x="197581" y="10915"/>
                      <a:pt x="197505" y="10945"/>
                    </a:cubicBezTo>
                    <a:cubicBezTo>
                      <a:pt x="197353" y="11006"/>
                      <a:pt x="197191" y="10978"/>
                      <a:pt x="197033" y="10973"/>
                    </a:cubicBezTo>
                    <a:cubicBezTo>
                      <a:pt x="196867" y="10965"/>
                      <a:pt x="196704" y="10971"/>
                      <a:pt x="196540" y="10960"/>
                    </a:cubicBezTo>
                    <a:cubicBezTo>
                      <a:pt x="196360" y="10947"/>
                      <a:pt x="196203" y="10990"/>
                      <a:pt x="196045" y="11073"/>
                    </a:cubicBezTo>
                    <a:cubicBezTo>
                      <a:pt x="195900" y="11151"/>
                      <a:pt x="195748" y="11211"/>
                      <a:pt x="195597" y="11278"/>
                    </a:cubicBezTo>
                    <a:cubicBezTo>
                      <a:pt x="195446" y="11343"/>
                      <a:pt x="195305" y="11423"/>
                      <a:pt x="195151" y="11482"/>
                    </a:cubicBezTo>
                    <a:cubicBezTo>
                      <a:pt x="194996" y="11542"/>
                      <a:pt x="194853" y="11609"/>
                      <a:pt x="194716" y="11700"/>
                    </a:cubicBezTo>
                    <a:cubicBezTo>
                      <a:pt x="194660" y="11735"/>
                      <a:pt x="194606" y="11774"/>
                      <a:pt x="194544" y="11799"/>
                    </a:cubicBezTo>
                    <a:cubicBezTo>
                      <a:pt x="194468" y="11830"/>
                      <a:pt x="194388" y="11834"/>
                      <a:pt x="194308" y="11841"/>
                    </a:cubicBezTo>
                    <a:cubicBezTo>
                      <a:pt x="194139" y="11858"/>
                      <a:pt x="193968" y="11873"/>
                      <a:pt x="193799" y="11884"/>
                    </a:cubicBezTo>
                    <a:cubicBezTo>
                      <a:pt x="193639" y="11895"/>
                      <a:pt x="193490" y="11895"/>
                      <a:pt x="193339" y="11828"/>
                    </a:cubicBezTo>
                    <a:cubicBezTo>
                      <a:pt x="193055" y="11702"/>
                      <a:pt x="192744" y="11579"/>
                      <a:pt x="192426" y="11570"/>
                    </a:cubicBezTo>
                    <a:cubicBezTo>
                      <a:pt x="192272" y="11566"/>
                      <a:pt x="192123" y="11614"/>
                      <a:pt x="191976" y="11655"/>
                    </a:cubicBezTo>
                    <a:cubicBezTo>
                      <a:pt x="191816" y="11700"/>
                      <a:pt x="191673" y="11707"/>
                      <a:pt x="191515" y="11650"/>
                    </a:cubicBezTo>
                    <a:cubicBezTo>
                      <a:pt x="191243" y="11549"/>
                      <a:pt x="191018" y="11350"/>
                      <a:pt x="190736" y="11274"/>
                    </a:cubicBezTo>
                    <a:cubicBezTo>
                      <a:pt x="190667" y="11256"/>
                      <a:pt x="190596" y="11239"/>
                      <a:pt x="190531" y="11205"/>
                    </a:cubicBezTo>
                    <a:cubicBezTo>
                      <a:pt x="190477" y="11177"/>
                      <a:pt x="190431" y="11138"/>
                      <a:pt x="190382" y="11103"/>
                    </a:cubicBezTo>
                    <a:cubicBezTo>
                      <a:pt x="190271" y="11027"/>
                      <a:pt x="190146" y="10990"/>
                      <a:pt x="190014" y="10967"/>
                    </a:cubicBezTo>
                    <a:cubicBezTo>
                      <a:pt x="189690" y="10911"/>
                      <a:pt x="189406" y="10971"/>
                      <a:pt x="189120" y="11127"/>
                    </a:cubicBezTo>
                    <a:cubicBezTo>
                      <a:pt x="188835" y="11283"/>
                      <a:pt x="188593" y="11505"/>
                      <a:pt x="188327" y="11691"/>
                    </a:cubicBezTo>
                    <a:cubicBezTo>
                      <a:pt x="188208" y="11774"/>
                      <a:pt x="188089" y="11858"/>
                      <a:pt x="187991" y="11966"/>
                    </a:cubicBezTo>
                    <a:cubicBezTo>
                      <a:pt x="187894" y="12070"/>
                      <a:pt x="187808" y="12156"/>
                      <a:pt x="187682" y="12224"/>
                    </a:cubicBezTo>
                    <a:cubicBezTo>
                      <a:pt x="187537" y="12303"/>
                      <a:pt x="187394" y="12386"/>
                      <a:pt x="187249" y="12466"/>
                    </a:cubicBezTo>
                    <a:cubicBezTo>
                      <a:pt x="187104" y="12546"/>
                      <a:pt x="186945" y="12643"/>
                      <a:pt x="186782" y="12682"/>
                    </a:cubicBezTo>
                    <a:cubicBezTo>
                      <a:pt x="186622" y="12717"/>
                      <a:pt x="186454" y="12710"/>
                      <a:pt x="186293" y="12747"/>
                    </a:cubicBezTo>
                    <a:cubicBezTo>
                      <a:pt x="186140" y="12782"/>
                      <a:pt x="185999" y="12859"/>
                      <a:pt x="185872" y="12948"/>
                    </a:cubicBezTo>
                    <a:cubicBezTo>
                      <a:pt x="185634" y="13119"/>
                      <a:pt x="185441" y="13342"/>
                      <a:pt x="185195" y="13506"/>
                    </a:cubicBezTo>
                    <a:cubicBezTo>
                      <a:pt x="184924" y="13688"/>
                      <a:pt x="184623" y="13815"/>
                      <a:pt x="184368" y="14021"/>
                    </a:cubicBezTo>
                    <a:cubicBezTo>
                      <a:pt x="184126" y="14214"/>
                      <a:pt x="183912" y="14441"/>
                      <a:pt x="183669" y="14635"/>
                    </a:cubicBezTo>
                    <a:cubicBezTo>
                      <a:pt x="183557" y="14724"/>
                      <a:pt x="183438" y="14808"/>
                      <a:pt x="183308" y="14871"/>
                    </a:cubicBezTo>
                    <a:cubicBezTo>
                      <a:pt x="183161" y="14942"/>
                      <a:pt x="182999" y="14990"/>
                      <a:pt x="182847" y="15046"/>
                    </a:cubicBezTo>
                    <a:cubicBezTo>
                      <a:pt x="182698" y="15100"/>
                      <a:pt x="182566" y="15076"/>
                      <a:pt x="182411" y="15081"/>
                    </a:cubicBezTo>
                    <a:cubicBezTo>
                      <a:pt x="182372" y="15083"/>
                      <a:pt x="182350" y="15113"/>
                      <a:pt x="182346" y="15144"/>
                    </a:cubicBezTo>
                    <a:cubicBezTo>
                      <a:pt x="182242" y="15124"/>
                      <a:pt x="182140" y="15103"/>
                      <a:pt x="182036" y="15085"/>
                    </a:cubicBezTo>
                    <a:cubicBezTo>
                      <a:pt x="181842" y="15053"/>
                      <a:pt x="181656" y="15057"/>
                      <a:pt x="181463" y="15064"/>
                    </a:cubicBezTo>
                    <a:cubicBezTo>
                      <a:pt x="181273" y="15072"/>
                      <a:pt x="181083" y="15063"/>
                      <a:pt x="180894" y="15042"/>
                    </a:cubicBezTo>
                    <a:cubicBezTo>
                      <a:pt x="180715" y="15022"/>
                      <a:pt x="180535" y="15001"/>
                      <a:pt x="180354" y="15016"/>
                    </a:cubicBezTo>
                    <a:cubicBezTo>
                      <a:pt x="180274" y="15023"/>
                      <a:pt x="180195" y="15040"/>
                      <a:pt x="180115" y="15042"/>
                    </a:cubicBezTo>
                    <a:cubicBezTo>
                      <a:pt x="180022" y="15044"/>
                      <a:pt x="179930" y="15020"/>
                      <a:pt x="179837" y="15018"/>
                    </a:cubicBezTo>
                    <a:cubicBezTo>
                      <a:pt x="179746" y="15014"/>
                      <a:pt x="179655" y="15027"/>
                      <a:pt x="179564" y="15027"/>
                    </a:cubicBezTo>
                    <a:cubicBezTo>
                      <a:pt x="179467" y="15027"/>
                      <a:pt x="179369" y="15020"/>
                      <a:pt x="179270" y="15020"/>
                    </a:cubicBezTo>
                    <a:cubicBezTo>
                      <a:pt x="179077" y="15022"/>
                      <a:pt x="178887" y="15046"/>
                      <a:pt x="178694" y="15033"/>
                    </a:cubicBezTo>
                    <a:cubicBezTo>
                      <a:pt x="178502" y="15018"/>
                      <a:pt x="178322" y="14986"/>
                      <a:pt x="178130" y="15010"/>
                    </a:cubicBezTo>
                    <a:cubicBezTo>
                      <a:pt x="178041" y="15022"/>
                      <a:pt x="177952" y="15038"/>
                      <a:pt x="177862" y="15044"/>
                    </a:cubicBezTo>
                    <a:cubicBezTo>
                      <a:pt x="177777" y="15049"/>
                      <a:pt x="177723" y="15018"/>
                      <a:pt x="177649" y="14979"/>
                    </a:cubicBezTo>
                    <a:cubicBezTo>
                      <a:pt x="177576" y="14940"/>
                      <a:pt x="177498" y="14916"/>
                      <a:pt x="177422" y="14884"/>
                    </a:cubicBezTo>
                    <a:cubicBezTo>
                      <a:pt x="177332" y="14849"/>
                      <a:pt x="177251" y="14798"/>
                      <a:pt x="177161" y="14759"/>
                    </a:cubicBezTo>
                    <a:cubicBezTo>
                      <a:pt x="176990" y="14679"/>
                      <a:pt x="176817" y="14603"/>
                      <a:pt x="176652" y="14508"/>
                    </a:cubicBezTo>
                    <a:cubicBezTo>
                      <a:pt x="176484" y="14413"/>
                      <a:pt x="176313" y="14356"/>
                      <a:pt x="176127" y="14298"/>
                    </a:cubicBezTo>
                    <a:cubicBezTo>
                      <a:pt x="175765" y="14183"/>
                      <a:pt x="175398" y="14064"/>
                      <a:pt x="175026" y="13976"/>
                    </a:cubicBezTo>
                    <a:cubicBezTo>
                      <a:pt x="174853" y="13937"/>
                      <a:pt x="174688" y="13949"/>
                      <a:pt x="174511" y="13960"/>
                    </a:cubicBezTo>
                    <a:cubicBezTo>
                      <a:pt x="174325" y="13971"/>
                      <a:pt x="174152" y="13989"/>
                      <a:pt x="173979" y="14056"/>
                    </a:cubicBezTo>
                    <a:cubicBezTo>
                      <a:pt x="173819" y="14120"/>
                      <a:pt x="173659" y="14188"/>
                      <a:pt x="173496" y="14244"/>
                    </a:cubicBezTo>
                    <a:cubicBezTo>
                      <a:pt x="173325" y="14302"/>
                      <a:pt x="173135" y="14268"/>
                      <a:pt x="172962" y="14330"/>
                    </a:cubicBezTo>
                    <a:cubicBezTo>
                      <a:pt x="172919" y="14345"/>
                      <a:pt x="172878" y="14367"/>
                      <a:pt x="172834" y="14373"/>
                    </a:cubicBezTo>
                    <a:cubicBezTo>
                      <a:pt x="172791" y="14378"/>
                      <a:pt x="172748" y="14373"/>
                      <a:pt x="172705" y="14380"/>
                    </a:cubicBezTo>
                    <a:cubicBezTo>
                      <a:pt x="172620" y="14391"/>
                      <a:pt x="172547" y="14436"/>
                      <a:pt x="172480" y="14488"/>
                    </a:cubicBezTo>
                    <a:cubicBezTo>
                      <a:pt x="172331" y="14601"/>
                      <a:pt x="172162" y="14681"/>
                      <a:pt x="172004" y="14780"/>
                    </a:cubicBezTo>
                    <a:cubicBezTo>
                      <a:pt x="171842" y="14880"/>
                      <a:pt x="171681" y="14947"/>
                      <a:pt x="171506" y="15022"/>
                    </a:cubicBezTo>
                    <a:cubicBezTo>
                      <a:pt x="171349" y="15090"/>
                      <a:pt x="171206" y="15185"/>
                      <a:pt x="171031" y="15202"/>
                    </a:cubicBezTo>
                    <a:cubicBezTo>
                      <a:pt x="170859" y="15217"/>
                      <a:pt x="170682" y="15169"/>
                      <a:pt x="170514" y="15137"/>
                    </a:cubicBezTo>
                    <a:cubicBezTo>
                      <a:pt x="170340" y="15105"/>
                      <a:pt x="170183" y="15022"/>
                      <a:pt x="170009" y="14999"/>
                    </a:cubicBezTo>
                    <a:cubicBezTo>
                      <a:pt x="169919" y="14986"/>
                      <a:pt x="169849" y="14971"/>
                      <a:pt x="169769" y="14936"/>
                    </a:cubicBezTo>
                    <a:cubicBezTo>
                      <a:pt x="169702" y="14906"/>
                      <a:pt x="169633" y="14882"/>
                      <a:pt x="169562" y="14862"/>
                    </a:cubicBezTo>
                    <a:cubicBezTo>
                      <a:pt x="169382" y="14811"/>
                      <a:pt x="169198" y="14771"/>
                      <a:pt x="169017" y="14717"/>
                    </a:cubicBezTo>
                    <a:cubicBezTo>
                      <a:pt x="168655" y="14609"/>
                      <a:pt x="168285" y="14492"/>
                      <a:pt x="167954" y="14304"/>
                    </a:cubicBezTo>
                    <a:cubicBezTo>
                      <a:pt x="167792" y="14211"/>
                      <a:pt x="167680" y="14092"/>
                      <a:pt x="167561" y="13950"/>
                    </a:cubicBezTo>
                    <a:cubicBezTo>
                      <a:pt x="167461" y="13831"/>
                      <a:pt x="167349" y="13718"/>
                      <a:pt x="167198" y="13664"/>
                    </a:cubicBezTo>
                    <a:cubicBezTo>
                      <a:pt x="166906" y="13558"/>
                      <a:pt x="166603" y="13662"/>
                      <a:pt x="166313" y="13727"/>
                    </a:cubicBezTo>
                    <a:cubicBezTo>
                      <a:pt x="166140" y="13768"/>
                      <a:pt x="165975" y="13813"/>
                      <a:pt x="165811" y="13883"/>
                    </a:cubicBezTo>
                    <a:cubicBezTo>
                      <a:pt x="165640" y="13956"/>
                      <a:pt x="165478" y="14049"/>
                      <a:pt x="165307" y="14118"/>
                    </a:cubicBezTo>
                    <a:cubicBezTo>
                      <a:pt x="165220" y="14153"/>
                      <a:pt x="165129" y="14175"/>
                      <a:pt x="165045" y="14216"/>
                    </a:cubicBezTo>
                    <a:cubicBezTo>
                      <a:pt x="164970" y="14254"/>
                      <a:pt x="164913" y="14306"/>
                      <a:pt x="164851" y="14361"/>
                    </a:cubicBezTo>
                    <a:cubicBezTo>
                      <a:pt x="164706" y="14497"/>
                      <a:pt x="164545" y="14618"/>
                      <a:pt x="164394" y="14750"/>
                    </a:cubicBezTo>
                    <a:cubicBezTo>
                      <a:pt x="164273" y="14856"/>
                      <a:pt x="164178" y="14996"/>
                      <a:pt x="164048" y="15094"/>
                    </a:cubicBezTo>
                    <a:cubicBezTo>
                      <a:pt x="163901" y="15206"/>
                      <a:pt x="163713" y="15165"/>
                      <a:pt x="163550" y="15228"/>
                    </a:cubicBezTo>
                    <a:cubicBezTo>
                      <a:pt x="163499" y="15248"/>
                      <a:pt x="163458" y="15284"/>
                      <a:pt x="163406" y="15297"/>
                    </a:cubicBezTo>
                    <a:cubicBezTo>
                      <a:pt x="163319" y="15321"/>
                      <a:pt x="163226" y="15312"/>
                      <a:pt x="163140" y="15336"/>
                    </a:cubicBezTo>
                    <a:cubicBezTo>
                      <a:pt x="163070" y="15354"/>
                      <a:pt x="163008" y="15392"/>
                      <a:pt x="162938" y="15403"/>
                    </a:cubicBezTo>
                    <a:cubicBezTo>
                      <a:pt x="162848" y="15420"/>
                      <a:pt x="162769" y="15438"/>
                      <a:pt x="162685" y="15475"/>
                    </a:cubicBezTo>
                    <a:cubicBezTo>
                      <a:pt x="162523" y="15407"/>
                      <a:pt x="162361" y="15338"/>
                      <a:pt x="162199" y="15267"/>
                    </a:cubicBezTo>
                    <a:cubicBezTo>
                      <a:pt x="161883" y="15128"/>
                      <a:pt x="161569" y="15044"/>
                      <a:pt x="161236" y="14953"/>
                    </a:cubicBezTo>
                    <a:cubicBezTo>
                      <a:pt x="161098" y="14914"/>
                      <a:pt x="160985" y="14824"/>
                      <a:pt x="160840" y="14802"/>
                    </a:cubicBezTo>
                    <a:cubicBezTo>
                      <a:pt x="160656" y="14774"/>
                      <a:pt x="160559" y="14707"/>
                      <a:pt x="160414" y="14594"/>
                    </a:cubicBezTo>
                    <a:cubicBezTo>
                      <a:pt x="160157" y="14393"/>
                      <a:pt x="159865" y="14222"/>
                      <a:pt x="159585" y="14058"/>
                    </a:cubicBezTo>
                    <a:cubicBezTo>
                      <a:pt x="158962" y="13692"/>
                      <a:pt x="158324" y="13353"/>
                      <a:pt x="157673" y="13041"/>
                    </a:cubicBezTo>
                    <a:cubicBezTo>
                      <a:pt x="157520" y="12967"/>
                      <a:pt x="157371" y="12883"/>
                      <a:pt x="157212" y="12820"/>
                    </a:cubicBezTo>
                    <a:cubicBezTo>
                      <a:pt x="157065" y="12760"/>
                      <a:pt x="156912" y="12732"/>
                      <a:pt x="156758" y="12695"/>
                    </a:cubicBezTo>
                    <a:cubicBezTo>
                      <a:pt x="156605" y="12658"/>
                      <a:pt x="156501" y="12550"/>
                      <a:pt x="156365" y="12479"/>
                    </a:cubicBezTo>
                    <a:cubicBezTo>
                      <a:pt x="156211" y="12401"/>
                      <a:pt x="156045" y="12349"/>
                      <a:pt x="155891" y="12277"/>
                    </a:cubicBezTo>
                    <a:cubicBezTo>
                      <a:pt x="155577" y="12130"/>
                      <a:pt x="155279" y="11957"/>
                      <a:pt x="154958" y="11823"/>
                    </a:cubicBezTo>
                    <a:cubicBezTo>
                      <a:pt x="154636" y="11693"/>
                      <a:pt x="154318" y="11572"/>
                      <a:pt x="153990" y="11456"/>
                    </a:cubicBezTo>
                    <a:cubicBezTo>
                      <a:pt x="153836" y="11402"/>
                      <a:pt x="153693" y="11324"/>
                      <a:pt x="153544" y="11259"/>
                    </a:cubicBezTo>
                    <a:cubicBezTo>
                      <a:pt x="153384" y="11189"/>
                      <a:pt x="153219" y="11137"/>
                      <a:pt x="153059" y="11064"/>
                    </a:cubicBezTo>
                    <a:cubicBezTo>
                      <a:pt x="152737" y="10919"/>
                      <a:pt x="152397" y="10819"/>
                      <a:pt x="152069" y="10681"/>
                    </a:cubicBezTo>
                    <a:cubicBezTo>
                      <a:pt x="151748" y="10545"/>
                      <a:pt x="151439" y="10394"/>
                      <a:pt x="151102" y="10288"/>
                    </a:cubicBezTo>
                    <a:cubicBezTo>
                      <a:pt x="150786" y="10190"/>
                      <a:pt x="150472" y="10097"/>
                      <a:pt x="150172" y="9952"/>
                    </a:cubicBezTo>
                    <a:cubicBezTo>
                      <a:pt x="149877" y="9807"/>
                      <a:pt x="149622" y="9623"/>
                      <a:pt x="149386" y="9396"/>
                    </a:cubicBezTo>
                    <a:cubicBezTo>
                      <a:pt x="149282" y="9295"/>
                      <a:pt x="149192" y="9191"/>
                      <a:pt x="149099" y="9083"/>
                    </a:cubicBezTo>
                    <a:cubicBezTo>
                      <a:pt x="148997" y="8966"/>
                      <a:pt x="148867" y="8873"/>
                      <a:pt x="148748" y="8771"/>
                    </a:cubicBezTo>
                    <a:cubicBezTo>
                      <a:pt x="148632" y="8670"/>
                      <a:pt x="148528" y="8542"/>
                      <a:pt x="148404" y="8458"/>
                    </a:cubicBezTo>
                    <a:cubicBezTo>
                      <a:pt x="148275" y="8371"/>
                      <a:pt x="148138" y="8334"/>
                      <a:pt x="148019" y="8232"/>
                    </a:cubicBezTo>
                    <a:cubicBezTo>
                      <a:pt x="147742" y="7994"/>
                      <a:pt x="147455" y="7774"/>
                      <a:pt x="147197" y="7519"/>
                    </a:cubicBezTo>
                    <a:cubicBezTo>
                      <a:pt x="146955" y="7283"/>
                      <a:pt x="146685" y="7080"/>
                      <a:pt x="146522" y="6785"/>
                    </a:cubicBezTo>
                    <a:cubicBezTo>
                      <a:pt x="146380" y="6528"/>
                      <a:pt x="146142" y="6348"/>
                      <a:pt x="145902" y="6184"/>
                    </a:cubicBezTo>
                    <a:cubicBezTo>
                      <a:pt x="145789" y="6104"/>
                      <a:pt x="145666" y="6028"/>
                      <a:pt x="145534" y="5981"/>
                    </a:cubicBezTo>
                    <a:cubicBezTo>
                      <a:pt x="145395" y="5931"/>
                      <a:pt x="145246" y="5937"/>
                      <a:pt x="145101" y="5927"/>
                    </a:cubicBezTo>
                    <a:cubicBezTo>
                      <a:pt x="144777" y="5909"/>
                      <a:pt x="144413" y="5964"/>
                      <a:pt x="144113" y="6085"/>
                    </a:cubicBezTo>
                    <a:cubicBezTo>
                      <a:pt x="143955" y="6149"/>
                      <a:pt x="143803" y="6175"/>
                      <a:pt x="143641" y="6219"/>
                    </a:cubicBezTo>
                    <a:cubicBezTo>
                      <a:pt x="143466" y="6268"/>
                      <a:pt x="143302" y="6338"/>
                      <a:pt x="143126" y="6379"/>
                    </a:cubicBezTo>
                    <a:cubicBezTo>
                      <a:pt x="142811" y="6450"/>
                      <a:pt x="142497" y="6532"/>
                      <a:pt x="142183" y="6597"/>
                    </a:cubicBezTo>
                    <a:cubicBezTo>
                      <a:pt x="141865" y="6660"/>
                      <a:pt x="141580" y="6842"/>
                      <a:pt x="141305" y="7006"/>
                    </a:cubicBezTo>
                    <a:cubicBezTo>
                      <a:pt x="141022" y="7177"/>
                      <a:pt x="140779" y="7359"/>
                      <a:pt x="140548" y="7594"/>
                    </a:cubicBezTo>
                    <a:cubicBezTo>
                      <a:pt x="140498" y="7644"/>
                      <a:pt x="140461" y="7700"/>
                      <a:pt x="140414" y="7752"/>
                    </a:cubicBezTo>
                    <a:cubicBezTo>
                      <a:pt x="140360" y="7811"/>
                      <a:pt x="140303" y="7841"/>
                      <a:pt x="140236" y="7880"/>
                    </a:cubicBezTo>
                    <a:cubicBezTo>
                      <a:pt x="140079" y="7975"/>
                      <a:pt x="139938" y="8103"/>
                      <a:pt x="139797" y="8217"/>
                    </a:cubicBezTo>
                    <a:cubicBezTo>
                      <a:pt x="139520" y="8436"/>
                      <a:pt x="139252" y="8656"/>
                      <a:pt x="138947" y="8838"/>
                    </a:cubicBezTo>
                    <a:cubicBezTo>
                      <a:pt x="138666" y="9005"/>
                      <a:pt x="138454" y="9247"/>
                      <a:pt x="138186" y="9431"/>
                    </a:cubicBezTo>
                    <a:cubicBezTo>
                      <a:pt x="138054" y="9522"/>
                      <a:pt x="137909" y="9593"/>
                      <a:pt x="137779" y="9686"/>
                    </a:cubicBezTo>
                    <a:cubicBezTo>
                      <a:pt x="137630" y="9792"/>
                      <a:pt x="137502" y="9885"/>
                      <a:pt x="137327" y="9944"/>
                    </a:cubicBezTo>
                    <a:cubicBezTo>
                      <a:pt x="137182" y="9995"/>
                      <a:pt x="137089" y="10095"/>
                      <a:pt x="136953" y="10155"/>
                    </a:cubicBezTo>
                    <a:cubicBezTo>
                      <a:pt x="136799" y="10222"/>
                      <a:pt x="136643" y="10253"/>
                      <a:pt x="136481" y="10300"/>
                    </a:cubicBezTo>
                    <a:cubicBezTo>
                      <a:pt x="136170" y="10387"/>
                      <a:pt x="135921" y="10593"/>
                      <a:pt x="135597" y="10629"/>
                    </a:cubicBezTo>
                    <a:cubicBezTo>
                      <a:pt x="135248" y="10668"/>
                      <a:pt x="134909" y="10692"/>
                      <a:pt x="134563" y="10765"/>
                    </a:cubicBezTo>
                    <a:cubicBezTo>
                      <a:pt x="134221" y="10835"/>
                      <a:pt x="133885" y="10835"/>
                      <a:pt x="133535" y="10826"/>
                    </a:cubicBezTo>
                    <a:cubicBezTo>
                      <a:pt x="133168" y="10819"/>
                      <a:pt x="132789" y="10807"/>
                      <a:pt x="132425" y="10763"/>
                    </a:cubicBezTo>
                    <a:cubicBezTo>
                      <a:pt x="132088" y="10722"/>
                      <a:pt x="131757" y="10627"/>
                      <a:pt x="131415" y="10623"/>
                    </a:cubicBezTo>
                    <a:cubicBezTo>
                      <a:pt x="131039" y="10620"/>
                      <a:pt x="130669" y="10668"/>
                      <a:pt x="130290" y="10647"/>
                    </a:cubicBezTo>
                    <a:cubicBezTo>
                      <a:pt x="129931" y="10627"/>
                      <a:pt x="129577" y="10569"/>
                      <a:pt x="129222" y="10534"/>
                    </a:cubicBezTo>
                    <a:cubicBezTo>
                      <a:pt x="128911" y="10502"/>
                      <a:pt x="128601" y="10558"/>
                      <a:pt x="128341" y="10352"/>
                    </a:cubicBezTo>
                    <a:cubicBezTo>
                      <a:pt x="128324" y="10337"/>
                      <a:pt x="128305" y="10335"/>
                      <a:pt x="128290" y="10339"/>
                    </a:cubicBezTo>
                    <a:cubicBezTo>
                      <a:pt x="127974" y="10138"/>
                      <a:pt x="127656" y="9944"/>
                      <a:pt x="127297" y="9820"/>
                    </a:cubicBezTo>
                    <a:cubicBezTo>
                      <a:pt x="127067" y="9740"/>
                      <a:pt x="126834" y="9664"/>
                      <a:pt x="126594" y="9613"/>
                    </a:cubicBezTo>
                    <a:cubicBezTo>
                      <a:pt x="126371" y="9567"/>
                      <a:pt x="126142" y="9558"/>
                      <a:pt x="125914" y="9550"/>
                    </a:cubicBezTo>
                    <a:cubicBezTo>
                      <a:pt x="125679" y="9543"/>
                      <a:pt x="125497" y="9598"/>
                      <a:pt x="125300" y="9721"/>
                    </a:cubicBezTo>
                    <a:cubicBezTo>
                      <a:pt x="125088" y="9855"/>
                      <a:pt x="124863" y="9950"/>
                      <a:pt x="124627" y="10028"/>
                    </a:cubicBezTo>
                    <a:cubicBezTo>
                      <a:pt x="124463" y="10082"/>
                      <a:pt x="124199" y="10218"/>
                      <a:pt x="124028" y="10125"/>
                    </a:cubicBezTo>
                    <a:cubicBezTo>
                      <a:pt x="123888" y="10049"/>
                      <a:pt x="123810" y="9877"/>
                      <a:pt x="123725" y="9751"/>
                    </a:cubicBezTo>
                    <a:cubicBezTo>
                      <a:pt x="123661" y="9662"/>
                      <a:pt x="123591" y="9578"/>
                      <a:pt x="123527" y="9491"/>
                    </a:cubicBezTo>
                    <a:cubicBezTo>
                      <a:pt x="123457" y="9396"/>
                      <a:pt x="123408" y="9293"/>
                      <a:pt x="123349" y="9193"/>
                    </a:cubicBezTo>
                    <a:cubicBezTo>
                      <a:pt x="123224" y="8981"/>
                      <a:pt x="123115" y="8769"/>
                      <a:pt x="123012" y="8544"/>
                    </a:cubicBezTo>
                    <a:cubicBezTo>
                      <a:pt x="122821" y="8114"/>
                      <a:pt x="122590" y="7690"/>
                      <a:pt x="122261" y="7346"/>
                    </a:cubicBezTo>
                    <a:cubicBezTo>
                      <a:pt x="122108" y="7186"/>
                      <a:pt x="121954" y="7086"/>
                      <a:pt x="121761" y="6980"/>
                    </a:cubicBezTo>
                    <a:cubicBezTo>
                      <a:pt x="121670" y="6930"/>
                      <a:pt x="121588" y="6863"/>
                      <a:pt x="121497" y="6813"/>
                    </a:cubicBezTo>
                    <a:cubicBezTo>
                      <a:pt x="121398" y="6755"/>
                      <a:pt x="121288" y="6725"/>
                      <a:pt x="121175" y="6703"/>
                    </a:cubicBezTo>
                    <a:cubicBezTo>
                      <a:pt x="120948" y="6658"/>
                      <a:pt x="120723" y="6604"/>
                      <a:pt x="120496" y="6561"/>
                    </a:cubicBezTo>
                    <a:cubicBezTo>
                      <a:pt x="120254" y="6515"/>
                      <a:pt x="120024" y="6472"/>
                      <a:pt x="119791" y="6394"/>
                    </a:cubicBezTo>
                    <a:cubicBezTo>
                      <a:pt x="119689" y="6359"/>
                      <a:pt x="119585" y="6331"/>
                      <a:pt x="119496" y="6268"/>
                    </a:cubicBezTo>
                    <a:cubicBezTo>
                      <a:pt x="119412" y="6206"/>
                      <a:pt x="119336" y="6134"/>
                      <a:pt x="119256" y="6067"/>
                    </a:cubicBezTo>
                    <a:cubicBezTo>
                      <a:pt x="119077" y="5914"/>
                      <a:pt x="118936" y="5725"/>
                      <a:pt x="118765" y="5567"/>
                    </a:cubicBezTo>
                    <a:cubicBezTo>
                      <a:pt x="118588" y="5401"/>
                      <a:pt x="118432" y="5217"/>
                      <a:pt x="118253" y="5055"/>
                    </a:cubicBezTo>
                    <a:cubicBezTo>
                      <a:pt x="118086" y="4904"/>
                      <a:pt x="117894" y="4780"/>
                      <a:pt x="117697" y="4670"/>
                    </a:cubicBezTo>
                    <a:cubicBezTo>
                      <a:pt x="117506" y="4562"/>
                      <a:pt x="117301" y="4449"/>
                      <a:pt x="117093" y="4380"/>
                    </a:cubicBezTo>
                    <a:cubicBezTo>
                      <a:pt x="116896" y="4315"/>
                      <a:pt x="116685" y="4304"/>
                      <a:pt x="116479" y="4326"/>
                    </a:cubicBezTo>
                    <a:cubicBezTo>
                      <a:pt x="116271" y="4348"/>
                      <a:pt x="116066" y="4400"/>
                      <a:pt x="115865" y="4460"/>
                    </a:cubicBezTo>
                    <a:cubicBezTo>
                      <a:pt x="115646" y="4523"/>
                      <a:pt x="115447" y="4627"/>
                      <a:pt x="115233" y="4696"/>
                    </a:cubicBezTo>
                    <a:cubicBezTo>
                      <a:pt x="115123" y="4733"/>
                      <a:pt x="115013" y="4752"/>
                      <a:pt x="114906" y="4797"/>
                    </a:cubicBezTo>
                    <a:cubicBezTo>
                      <a:pt x="114792" y="4843"/>
                      <a:pt x="114684" y="4899"/>
                      <a:pt x="114565" y="4930"/>
                    </a:cubicBezTo>
                    <a:cubicBezTo>
                      <a:pt x="114351" y="4990"/>
                      <a:pt x="114126" y="5066"/>
                      <a:pt x="113905" y="5098"/>
                    </a:cubicBezTo>
                    <a:cubicBezTo>
                      <a:pt x="113669" y="5131"/>
                      <a:pt x="113440" y="5150"/>
                      <a:pt x="113224" y="5263"/>
                    </a:cubicBezTo>
                    <a:cubicBezTo>
                      <a:pt x="113050" y="5354"/>
                      <a:pt x="112893" y="5477"/>
                      <a:pt x="112771" y="5630"/>
                    </a:cubicBezTo>
                    <a:cubicBezTo>
                      <a:pt x="112488" y="5979"/>
                      <a:pt x="112488" y="6444"/>
                      <a:pt x="112393" y="6863"/>
                    </a:cubicBezTo>
                    <a:cubicBezTo>
                      <a:pt x="112341" y="7099"/>
                      <a:pt x="112257" y="7324"/>
                      <a:pt x="112196" y="7556"/>
                    </a:cubicBezTo>
                    <a:cubicBezTo>
                      <a:pt x="112177" y="7625"/>
                      <a:pt x="112162" y="7703"/>
                      <a:pt x="112122" y="7763"/>
                    </a:cubicBezTo>
                    <a:cubicBezTo>
                      <a:pt x="112099" y="7796"/>
                      <a:pt x="112101" y="7796"/>
                      <a:pt x="112071" y="7793"/>
                    </a:cubicBezTo>
                    <a:cubicBezTo>
                      <a:pt x="112038" y="7787"/>
                      <a:pt x="111984" y="7707"/>
                      <a:pt x="111954" y="7687"/>
                    </a:cubicBezTo>
                    <a:cubicBezTo>
                      <a:pt x="111880" y="7633"/>
                      <a:pt x="111794" y="7609"/>
                      <a:pt x="111712" y="7568"/>
                    </a:cubicBezTo>
                    <a:cubicBezTo>
                      <a:pt x="111616" y="7521"/>
                      <a:pt x="111532" y="7445"/>
                      <a:pt x="111461" y="7363"/>
                    </a:cubicBezTo>
                    <a:cubicBezTo>
                      <a:pt x="111314" y="7198"/>
                      <a:pt x="111177" y="7015"/>
                      <a:pt x="111065" y="6826"/>
                    </a:cubicBezTo>
                    <a:cubicBezTo>
                      <a:pt x="110866" y="6485"/>
                      <a:pt x="110483" y="6111"/>
                      <a:pt x="110039" y="6204"/>
                    </a:cubicBezTo>
                    <a:cubicBezTo>
                      <a:pt x="109841" y="6245"/>
                      <a:pt x="109747" y="6413"/>
                      <a:pt x="109598" y="6528"/>
                    </a:cubicBezTo>
                    <a:cubicBezTo>
                      <a:pt x="109421" y="6664"/>
                      <a:pt x="109213" y="6753"/>
                      <a:pt x="109034" y="6891"/>
                    </a:cubicBezTo>
                    <a:cubicBezTo>
                      <a:pt x="108670" y="7177"/>
                      <a:pt x="108361" y="7538"/>
                      <a:pt x="108095" y="7914"/>
                    </a:cubicBezTo>
                    <a:cubicBezTo>
                      <a:pt x="107989" y="8060"/>
                      <a:pt x="107892" y="8215"/>
                      <a:pt x="107798" y="8369"/>
                    </a:cubicBezTo>
                    <a:cubicBezTo>
                      <a:pt x="107719" y="8349"/>
                      <a:pt x="107641" y="8330"/>
                      <a:pt x="107561" y="8321"/>
                    </a:cubicBezTo>
                    <a:cubicBezTo>
                      <a:pt x="107441" y="8306"/>
                      <a:pt x="107312" y="8336"/>
                      <a:pt x="107193" y="8308"/>
                    </a:cubicBezTo>
                    <a:cubicBezTo>
                      <a:pt x="107083" y="8284"/>
                      <a:pt x="106985" y="8211"/>
                      <a:pt x="106890" y="8153"/>
                    </a:cubicBezTo>
                    <a:cubicBezTo>
                      <a:pt x="106780" y="8086"/>
                      <a:pt x="106665" y="8034"/>
                      <a:pt x="106548" y="7984"/>
                    </a:cubicBezTo>
                    <a:cubicBezTo>
                      <a:pt x="106310" y="7886"/>
                      <a:pt x="106077" y="7781"/>
                      <a:pt x="105837" y="7687"/>
                    </a:cubicBezTo>
                    <a:cubicBezTo>
                      <a:pt x="105592" y="7592"/>
                      <a:pt x="105361" y="7471"/>
                      <a:pt x="105114" y="7382"/>
                    </a:cubicBezTo>
                    <a:cubicBezTo>
                      <a:pt x="104883" y="7302"/>
                      <a:pt x="104643" y="7211"/>
                      <a:pt x="104450" y="7067"/>
                    </a:cubicBezTo>
                    <a:cubicBezTo>
                      <a:pt x="104355" y="6997"/>
                      <a:pt x="104247" y="6952"/>
                      <a:pt x="104143" y="6896"/>
                    </a:cubicBezTo>
                    <a:cubicBezTo>
                      <a:pt x="104032" y="6837"/>
                      <a:pt x="103922" y="6773"/>
                      <a:pt x="103807" y="6720"/>
                    </a:cubicBezTo>
                    <a:cubicBezTo>
                      <a:pt x="103598" y="6625"/>
                      <a:pt x="103410" y="6496"/>
                      <a:pt x="103211" y="6387"/>
                    </a:cubicBezTo>
                    <a:cubicBezTo>
                      <a:pt x="102994" y="6266"/>
                      <a:pt x="102745" y="6214"/>
                      <a:pt x="102525" y="6098"/>
                    </a:cubicBezTo>
                    <a:cubicBezTo>
                      <a:pt x="102326" y="5994"/>
                      <a:pt x="102153" y="5883"/>
                      <a:pt x="101993" y="5730"/>
                    </a:cubicBezTo>
                    <a:cubicBezTo>
                      <a:pt x="101930" y="5671"/>
                      <a:pt x="101852" y="5594"/>
                      <a:pt x="101766" y="5555"/>
                    </a:cubicBezTo>
                    <a:cubicBezTo>
                      <a:pt x="101763" y="5550"/>
                      <a:pt x="101759" y="5542"/>
                      <a:pt x="101755" y="5537"/>
                    </a:cubicBezTo>
                    <a:cubicBezTo>
                      <a:pt x="101632" y="5373"/>
                      <a:pt x="101478" y="5286"/>
                      <a:pt x="101270" y="5282"/>
                    </a:cubicBezTo>
                    <a:cubicBezTo>
                      <a:pt x="101022" y="5276"/>
                      <a:pt x="100784" y="5299"/>
                      <a:pt x="100535" y="5261"/>
                    </a:cubicBezTo>
                    <a:cubicBezTo>
                      <a:pt x="100295" y="5224"/>
                      <a:pt x="100061" y="5159"/>
                      <a:pt x="99817" y="5157"/>
                    </a:cubicBezTo>
                    <a:cubicBezTo>
                      <a:pt x="99709" y="5155"/>
                      <a:pt x="99618" y="5155"/>
                      <a:pt x="99516" y="5113"/>
                    </a:cubicBezTo>
                    <a:cubicBezTo>
                      <a:pt x="99410" y="5072"/>
                      <a:pt x="99311" y="5020"/>
                      <a:pt x="99205" y="4981"/>
                    </a:cubicBezTo>
                    <a:cubicBezTo>
                      <a:pt x="98980" y="4899"/>
                      <a:pt x="98787" y="4772"/>
                      <a:pt x="98603" y="4624"/>
                    </a:cubicBezTo>
                    <a:cubicBezTo>
                      <a:pt x="98424" y="4479"/>
                      <a:pt x="98210" y="4382"/>
                      <a:pt x="98011" y="4267"/>
                    </a:cubicBezTo>
                    <a:cubicBezTo>
                      <a:pt x="97811" y="4151"/>
                      <a:pt x="97586" y="4051"/>
                      <a:pt x="97353" y="4025"/>
                    </a:cubicBezTo>
                    <a:cubicBezTo>
                      <a:pt x="97139" y="3999"/>
                      <a:pt x="96929" y="4045"/>
                      <a:pt x="96715" y="4038"/>
                    </a:cubicBezTo>
                    <a:cubicBezTo>
                      <a:pt x="96611" y="4034"/>
                      <a:pt x="96503" y="4019"/>
                      <a:pt x="96407" y="3984"/>
                    </a:cubicBezTo>
                    <a:cubicBezTo>
                      <a:pt x="96308" y="3947"/>
                      <a:pt x="96243" y="3882"/>
                      <a:pt x="96155" y="3829"/>
                    </a:cubicBezTo>
                    <a:cubicBezTo>
                      <a:pt x="95960" y="3714"/>
                      <a:pt x="95704" y="3733"/>
                      <a:pt x="95486" y="3748"/>
                    </a:cubicBezTo>
                    <a:cubicBezTo>
                      <a:pt x="95240" y="3764"/>
                      <a:pt x="94997" y="3779"/>
                      <a:pt x="94757" y="3844"/>
                    </a:cubicBezTo>
                    <a:cubicBezTo>
                      <a:pt x="94530" y="3906"/>
                      <a:pt x="94316" y="4006"/>
                      <a:pt x="94089" y="4069"/>
                    </a:cubicBezTo>
                    <a:cubicBezTo>
                      <a:pt x="93836" y="4142"/>
                      <a:pt x="93604" y="4116"/>
                      <a:pt x="93349" y="4064"/>
                    </a:cubicBezTo>
                    <a:cubicBezTo>
                      <a:pt x="93105" y="4015"/>
                      <a:pt x="92877" y="3995"/>
                      <a:pt x="92629" y="3991"/>
                    </a:cubicBezTo>
                    <a:cubicBezTo>
                      <a:pt x="92389" y="3988"/>
                      <a:pt x="92164" y="3896"/>
                      <a:pt x="91923" y="3887"/>
                    </a:cubicBezTo>
                    <a:cubicBezTo>
                      <a:pt x="91690" y="3876"/>
                      <a:pt x="91426" y="3887"/>
                      <a:pt x="91195" y="3928"/>
                    </a:cubicBezTo>
                    <a:cubicBezTo>
                      <a:pt x="91082" y="3948"/>
                      <a:pt x="90974" y="3995"/>
                      <a:pt x="90861" y="4014"/>
                    </a:cubicBezTo>
                    <a:cubicBezTo>
                      <a:pt x="90745" y="4034"/>
                      <a:pt x="90634" y="4041"/>
                      <a:pt x="90524" y="4084"/>
                    </a:cubicBezTo>
                    <a:cubicBezTo>
                      <a:pt x="90342" y="4155"/>
                      <a:pt x="90199" y="4281"/>
                      <a:pt x="90065" y="4417"/>
                    </a:cubicBezTo>
                    <a:cubicBezTo>
                      <a:pt x="89903" y="4583"/>
                      <a:pt x="89708" y="4705"/>
                      <a:pt x="89533" y="4858"/>
                    </a:cubicBezTo>
                    <a:cubicBezTo>
                      <a:pt x="89447" y="4936"/>
                      <a:pt x="89364" y="4988"/>
                      <a:pt x="89261" y="5044"/>
                    </a:cubicBezTo>
                    <a:cubicBezTo>
                      <a:pt x="89161" y="5096"/>
                      <a:pt x="89085" y="5169"/>
                      <a:pt x="88995" y="5237"/>
                    </a:cubicBezTo>
                    <a:cubicBezTo>
                      <a:pt x="88906" y="5304"/>
                      <a:pt x="88800" y="5332"/>
                      <a:pt x="88705" y="5388"/>
                    </a:cubicBezTo>
                    <a:cubicBezTo>
                      <a:pt x="88609" y="5442"/>
                      <a:pt x="88527" y="5518"/>
                      <a:pt x="88439" y="5583"/>
                    </a:cubicBezTo>
                    <a:cubicBezTo>
                      <a:pt x="88246" y="5721"/>
                      <a:pt x="88036" y="5825"/>
                      <a:pt x="87848" y="5972"/>
                    </a:cubicBezTo>
                    <a:cubicBezTo>
                      <a:pt x="87658" y="6119"/>
                      <a:pt x="87474" y="6264"/>
                      <a:pt x="87262" y="6381"/>
                    </a:cubicBezTo>
                    <a:cubicBezTo>
                      <a:pt x="87046" y="6502"/>
                      <a:pt x="86819" y="6601"/>
                      <a:pt x="86606" y="6727"/>
                    </a:cubicBezTo>
                    <a:cubicBezTo>
                      <a:pt x="86407" y="6842"/>
                      <a:pt x="86245" y="7004"/>
                      <a:pt x="86057" y="7134"/>
                    </a:cubicBezTo>
                    <a:cubicBezTo>
                      <a:pt x="85865" y="7266"/>
                      <a:pt x="85670" y="7397"/>
                      <a:pt x="85473" y="7521"/>
                    </a:cubicBezTo>
                    <a:cubicBezTo>
                      <a:pt x="85071" y="7774"/>
                      <a:pt x="84606" y="7923"/>
                      <a:pt x="84188" y="8148"/>
                    </a:cubicBezTo>
                    <a:cubicBezTo>
                      <a:pt x="83980" y="8258"/>
                      <a:pt x="83781" y="8386"/>
                      <a:pt x="83602" y="8540"/>
                    </a:cubicBezTo>
                    <a:cubicBezTo>
                      <a:pt x="83416" y="8700"/>
                      <a:pt x="83249" y="8881"/>
                      <a:pt x="83059" y="9039"/>
                    </a:cubicBezTo>
                    <a:cubicBezTo>
                      <a:pt x="82672" y="9359"/>
                      <a:pt x="82231" y="9597"/>
                      <a:pt x="81824" y="9889"/>
                    </a:cubicBezTo>
                    <a:cubicBezTo>
                      <a:pt x="81612" y="10041"/>
                      <a:pt x="81406" y="10203"/>
                      <a:pt x="81203" y="10367"/>
                    </a:cubicBezTo>
                    <a:cubicBezTo>
                      <a:pt x="81041" y="10497"/>
                      <a:pt x="80885" y="10666"/>
                      <a:pt x="80667" y="10692"/>
                    </a:cubicBezTo>
                    <a:cubicBezTo>
                      <a:pt x="80431" y="10720"/>
                      <a:pt x="80191" y="10664"/>
                      <a:pt x="79962" y="10618"/>
                    </a:cubicBezTo>
                    <a:cubicBezTo>
                      <a:pt x="79710" y="10566"/>
                      <a:pt x="79455" y="10532"/>
                      <a:pt x="79198" y="10493"/>
                    </a:cubicBezTo>
                    <a:cubicBezTo>
                      <a:pt x="78943" y="10454"/>
                      <a:pt x="78713" y="10448"/>
                      <a:pt x="78454" y="10480"/>
                    </a:cubicBezTo>
                    <a:cubicBezTo>
                      <a:pt x="78203" y="10510"/>
                      <a:pt x="77950" y="10515"/>
                      <a:pt x="77701" y="10553"/>
                    </a:cubicBezTo>
                    <a:cubicBezTo>
                      <a:pt x="77457" y="10588"/>
                      <a:pt x="77221" y="10666"/>
                      <a:pt x="76991" y="10744"/>
                    </a:cubicBezTo>
                    <a:cubicBezTo>
                      <a:pt x="76892" y="10778"/>
                      <a:pt x="76801" y="10815"/>
                      <a:pt x="76725" y="10884"/>
                    </a:cubicBezTo>
                    <a:cubicBezTo>
                      <a:pt x="76654" y="10949"/>
                      <a:pt x="76539" y="10960"/>
                      <a:pt x="76449" y="10995"/>
                    </a:cubicBezTo>
                    <a:cubicBezTo>
                      <a:pt x="76265" y="11071"/>
                      <a:pt x="76059" y="11161"/>
                      <a:pt x="75856" y="11153"/>
                    </a:cubicBezTo>
                    <a:cubicBezTo>
                      <a:pt x="75856" y="11151"/>
                      <a:pt x="75856" y="11151"/>
                      <a:pt x="75856" y="11151"/>
                    </a:cubicBezTo>
                    <a:cubicBezTo>
                      <a:pt x="75834" y="11099"/>
                      <a:pt x="75750" y="11107"/>
                      <a:pt x="75741" y="11155"/>
                    </a:cubicBezTo>
                    <a:cubicBezTo>
                      <a:pt x="75700" y="11146"/>
                      <a:pt x="75659" y="11133"/>
                      <a:pt x="75618" y="11122"/>
                    </a:cubicBezTo>
                    <a:cubicBezTo>
                      <a:pt x="75490" y="11077"/>
                      <a:pt x="75365" y="11021"/>
                      <a:pt x="75242" y="10964"/>
                    </a:cubicBezTo>
                    <a:cubicBezTo>
                      <a:pt x="74982" y="10841"/>
                      <a:pt x="74722" y="10733"/>
                      <a:pt x="74446" y="10646"/>
                    </a:cubicBezTo>
                    <a:cubicBezTo>
                      <a:pt x="74307" y="10603"/>
                      <a:pt x="74164" y="10569"/>
                      <a:pt x="74028" y="10517"/>
                    </a:cubicBezTo>
                    <a:cubicBezTo>
                      <a:pt x="73909" y="10471"/>
                      <a:pt x="73799" y="10402"/>
                      <a:pt x="73680" y="10350"/>
                    </a:cubicBezTo>
                    <a:cubicBezTo>
                      <a:pt x="73569" y="10300"/>
                      <a:pt x="73446" y="10266"/>
                      <a:pt x="73342" y="10197"/>
                    </a:cubicBezTo>
                    <a:cubicBezTo>
                      <a:pt x="73228" y="10123"/>
                      <a:pt x="73122" y="10032"/>
                      <a:pt x="73014" y="9946"/>
                    </a:cubicBezTo>
                    <a:cubicBezTo>
                      <a:pt x="72903" y="9859"/>
                      <a:pt x="72789" y="9770"/>
                      <a:pt x="72670" y="9691"/>
                    </a:cubicBezTo>
                    <a:cubicBezTo>
                      <a:pt x="72557" y="9615"/>
                      <a:pt x="72455" y="9526"/>
                      <a:pt x="72341" y="9452"/>
                    </a:cubicBezTo>
                    <a:cubicBezTo>
                      <a:pt x="72226" y="9377"/>
                      <a:pt x="72135" y="9280"/>
                      <a:pt x="72032" y="9193"/>
                    </a:cubicBezTo>
                    <a:cubicBezTo>
                      <a:pt x="71923" y="9102"/>
                      <a:pt x="71800" y="9026"/>
                      <a:pt x="71679" y="8949"/>
                    </a:cubicBezTo>
                    <a:cubicBezTo>
                      <a:pt x="71432" y="8788"/>
                      <a:pt x="71179" y="8631"/>
                      <a:pt x="70918" y="8492"/>
                    </a:cubicBezTo>
                    <a:cubicBezTo>
                      <a:pt x="70660" y="8352"/>
                      <a:pt x="70401" y="8207"/>
                      <a:pt x="70137" y="8077"/>
                    </a:cubicBezTo>
                    <a:cubicBezTo>
                      <a:pt x="69884" y="7953"/>
                      <a:pt x="69615" y="7860"/>
                      <a:pt x="69351" y="7763"/>
                    </a:cubicBezTo>
                    <a:cubicBezTo>
                      <a:pt x="69113" y="7677"/>
                      <a:pt x="68873" y="7594"/>
                      <a:pt x="68668" y="7443"/>
                    </a:cubicBezTo>
                    <a:cubicBezTo>
                      <a:pt x="68560" y="7363"/>
                      <a:pt x="68456" y="7279"/>
                      <a:pt x="68345" y="7207"/>
                    </a:cubicBezTo>
                    <a:cubicBezTo>
                      <a:pt x="68235" y="7134"/>
                      <a:pt x="68118" y="7082"/>
                      <a:pt x="68000" y="7025"/>
                    </a:cubicBezTo>
                    <a:cubicBezTo>
                      <a:pt x="67762" y="6911"/>
                      <a:pt x="67545" y="6764"/>
                      <a:pt x="67316" y="6636"/>
                    </a:cubicBezTo>
                    <a:cubicBezTo>
                      <a:pt x="67201" y="6571"/>
                      <a:pt x="67082" y="6509"/>
                      <a:pt x="66959" y="6461"/>
                    </a:cubicBezTo>
                    <a:cubicBezTo>
                      <a:pt x="66833" y="6413"/>
                      <a:pt x="66714" y="6394"/>
                      <a:pt x="66580" y="6383"/>
                    </a:cubicBezTo>
                    <a:cubicBezTo>
                      <a:pt x="66446" y="6370"/>
                      <a:pt x="66319" y="6325"/>
                      <a:pt x="66185" y="6318"/>
                    </a:cubicBezTo>
                    <a:cubicBezTo>
                      <a:pt x="66059" y="6312"/>
                      <a:pt x="65929" y="6305"/>
                      <a:pt x="65800" y="6303"/>
                    </a:cubicBezTo>
                    <a:cubicBezTo>
                      <a:pt x="65653" y="6301"/>
                      <a:pt x="65520" y="6346"/>
                      <a:pt x="65378" y="6383"/>
                    </a:cubicBezTo>
                    <a:cubicBezTo>
                      <a:pt x="65233" y="6422"/>
                      <a:pt x="65088" y="6448"/>
                      <a:pt x="64941" y="6476"/>
                    </a:cubicBezTo>
                    <a:cubicBezTo>
                      <a:pt x="64809" y="6500"/>
                      <a:pt x="64677" y="6519"/>
                      <a:pt x="64543" y="6535"/>
                    </a:cubicBezTo>
                    <a:cubicBezTo>
                      <a:pt x="64454" y="6454"/>
                      <a:pt x="64365" y="6368"/>
                      <a:pt x="64273" y="6290"/>
                    </a:cubicBezTo>
                    <a:cubicBezTo>
                      <a:pt x="64141" y="6177"/>
                      <a:pt x="63987" y="6091"/>
                      <a:pt x="63846" y="5991"/>
                    </a:cubicBezTo>
                    <a:cubicBezTo>
                      <a:pt x="63704" y="5890"/>
                      <a:pt x="63595" y="5769"/>
                      <a:pt x="63487" y="5635"/>
                    </a:cubicBezTo>
                    <a:cubicBezTo>
                      <a:pt x="63256" y="5354"/>
                      <a:pt x="62996" y="5102"/>
                      <a:pt x="62756" y="4828"/>
                    </a:cubicBezTo>
                    <a:cubicBezTo>
                      <a:pt x="62652" y="4709"/>
                      <a:pt x="62542" y="4568"/>
                      <a:pt x="62386" y="4514"/>
                    </a:cubicBezTo>
                    <a:cubicBezTo>
                      <a:pt x="62319" y="4490"/>
                      <a:pt x="62256" y="4467"/>
                      <a:pt x="62194" y="4430"/>
                    </a:cubicBezTo>
                    <a:cubicBezTo>
                      <a:pt x="62127" y="4391"/>
                      <a:pt x="62059" y="4354"/>
                      <a:pt x="61979" y="4345"/>
                    </a:cubicBezTo>
                    <a:cubicBezTo>
                      <a:pt x="61893" y="4337"/>
                      <a:pt x="61820" y="4363"/>
                      <a:pt x="61744" y="4399"/>
                    </a:cubicBezTo>
                    <a:cubicBezTo>
                      <a:pt x="61662" y="4438"/>
                      <a:pt x="61579" y="4441"/>
                      <a:pt x="61488" y="4445"/>
                    </a:cubicBezTo>
                    <a:cubicBezTo>
                      <a:pt x="61303" y="4452"/>
                      <a:pt x="61145" y="4475"/>
                      <a:pt x="60984" y="4568"/>
                    </a:cubicBezTo>
                    <a:cubicBezTo>
                      <a:pt x="60844" y="4646"/>
                      <a:pt x="60725" y="4756"/>
                      <a:pt x="60589" y="4839"/>
                    </a:cubicBezTo>
                    <a:cubicBezTo>
                      <a:pt x="60441" y="4930"/>
                      <a:pt x="60281" y="5007"/>
                      <a:pt x="60132" y="5098"/>
                    </a:cubicBezTo>
                    <a:cubicBezTo>
                      <a:pt x="59977" y="5189"/>
                      <a:pt x="59831" y="5289"/>
                      <a:pt x="59697" y="5408"/>
                    </a:cubicBezTo>
                    <a:cubicBezTo>
                      <a:pt x="59572" y="5520"/>
                      <a:pt x="59457" y="5639"/>
                      <a:pt x="59310" y="5726"/>
                    </a:cubicBezTo>
                    <a:cubicBezTo>
                      <a:pt x="58994" y="5914"/>
                      <a:pt x="58735" y="6186"/>
                      <a:pt x="58503" y="6465"/>
                    </a:cubicBezTo>
                    <a:cubicBezTo>
                      <a:pt x="58384" y="6604"/>
                      <a:pt x="58274" y="6753"/>
                      <a:pt x="58166" y="6902"/>
                    </a:cubicBezTo>
                    <a:cubicBezTo>
                      <a:pt x="58071" y="7038"/>
                      <a:pt x="57984" y="7162"/>
                      <a:pt x="57848" y="7263"/>
                    </a:cubicBezTo>
                    <a:cubicBezTo>
                      <a:pt x="57785" y="7309"/>
                      <a:pt x="57718" y="7343"/>
                      <a:pt x="57651" y="7383"/>
                    </a:cubicBezTo>
                    <a:cubicBezTo>
                      <a:pt x="57573" y="7430"/>
                      <a:pt x="57508" y="7493"/>
                      <a:pt x="57439" y="7553"/>
                    </a:cubicBezTo>
                    <a:cubicBezTo>
                      <a:pt x="57303" y="7670"/>
                      <a:pt x="57147" y="7754"/>
                      <a:pt x="56989" y="7837"/>
                    </a:cubicBezTo>
                    <a:cubicBezTo>
                      <a:pt x="56924" y="7873"/>
                      <a:pt x="56860" y="7912"/>
                      <a:pt x="56786" y="7927"/>
                    </a:cubicBezTo>
                    <a:cubicBezTo>
                      <a:pt x="56693" y="7947"/>
                      <a:pt x="56609" y="7969"/>
                      <a:pt x="56522" y="8008"/>
                    </a:cubicBezTo>
                    <a:cubicBezTo>
                      <a:pt x="56355" y="8083"/>
                      <a:pt x="56195" y="8172"/>
                      <a:pt x="56033" y="8258"/>
                    </a:cubicBezTo>
                    <a:cubicBezTo>
                      <a:pt x="55875" y="8343"/>
                      <a:pt x="55706" y="8406"/>
                      <a:pt x="55547" y="8494"/>
                    </a:cubicBezTo>
                    <a:cubicBezTo>
                      <a:pt x="55388" y="8585"/>
                      <a:pt x="55259" y="8724"/>
                      <a:pt x="55118" y="8842"/>
                    </a:cubicBezTo>
                    <a:cubicBezTo>
                      <a:pt x="54986" y="8951"/>
                      <a:pt x="54850" y="9057"/>
                      <a:pt x="54701" y="9143"/>
                    </a:cubicBezTo>
                    <a:cubicBezTo>
                      <a:pt x="54545" y="9232"/>
                      <a:pt x="54419" y="9342"/>
                      <a:pt x="54290" y="9465"/>
                    </a:cubicBezTo>
                    <a:cubicBezTo>
                      <a:pt x="54162" y="9587"/>
                      <a:pt x="54039" y="9704"/>
                      <a:pt x="53879" y="9786"/>
                    </a:cubicBezTo>
                    <a:cubicBezTo>
                      <a:pt x="53712" y="9870"/>
                      <a:pt x="53546" y="9948"/>
                      <a:pt x="53385" y="10041"/>
                    </a:cubicBezTo>
                    <a:cubicBezTo>
                      <a:pt x="53228" y="10130"/>
                      <a:pt x="53074" y="10225"/>
                      <a:pt x="52907" y="10296"/>
                    </a:cubicBezTo>
                    <a:cubicBezTo>
                      <a:pt x="52732" y="10370"/>
                      <a:pt x="52546" y="10407"/>
                      <a:pt x="52358" y="10445"/>
                    </a:cubicBezTo>
                    <a:cubicBezTo>
                      <a:pt x="52168" y="10482"/>
                      <a:pt x="51977" y="10519"/>
                      <a:pt x="51791" y="10575"/>
                    </a:cubicBezTo>
                    <a:cubicBezTo>
                      <a:pt x="51707" y="10601"/>
                      <a:pt x="51627" y="10636"/>
                      <a:pt x="51545" y="10668"/>
                    </a:cubicBezTo>
                    <a:cubicBezTo>
                      <a:pt x="51456" y="10701"/>
                      <a:pt x="51365" y="10714"/>
                      <a:pt x="51274" y="10739"/>
                    </a:cubicBezTo>
                    <a:cubicBezTo>
                      <a:pt x="51106" y="10781"/>
                      <a:pt x="50961" y="10861"/>
                      <a:pt x="50786" y="10885"/>
                    </a:cubicBezTo>
                    <a:cubicBezTo>
                      <a:pt x="50697" y="10898"/>
                      <a:pt x="50608" y="10906"/>
                      <a:pt x="50519" y="10917"/>
                    </a:cubicBezTo>
                    <a:cubicBezTo>
                      <a:pt x="50422" y="10926"/>
                      <a:pt x="50344" y="10945"/>
                      <a:pt x="50249" y="10925"/>
                    </a:cubicBezTo>
                    <a:cubicBezTo>
                      <a:pt x="50137" y="10902"/>
                      <a:pt x="49998" y="10878"/>
                      <a:pt x="49888" y="10911"/>
                    </a:cubicBezTo>
                    <a:cubicBezTo>
                      <a:pt x="49879" y="10913"/>
                      <a:pt x="49873" y="10917"/>
                      <a:pt x="49868" y="10921"/>
                    </a:cubicBezTo>
                    <a:cubicBezTo>
                      <a:pt x="49821" y="10913"/>
                      <a:pt x="49777" y="10906"/>
                      <a:pt x="49730" y="10897"/>
                    </a:cubicBezTo>
                    <a:cubicBezTo>
                      <a:pt x="49421" y="10841"/>
                      <a:pt x="49120" y="10794"/>
                      <a:pt x="48826" y="10683"/>
                    </a:cubicBezTo>
                    <a:cubicBezTo>
                      <a:pt x="48553" y="10579"/>
                      <a:pt x="48287" y="10474"/>
                      <a:pt x="47997" y="10434"/>
                    </a:cubicBezTo>
                    <a:cubicBezTo>
                      <a:pt x="47684" y="10389"/>
                      <a:pt x="47394" y="10288"/>
                      <a:pt x="47089" y="10214"/>
                    </a:cubicBezTo>
                    <a:cubicBezTo>
                      <a:pt x="46801" y="10143"/>
                      <a:pt x="46539" y="10000"/>
                      <a:pt x="46251" y="9926"/>
                    </a:cubicBezTo>
                    <a:cubicBezTo>
                      <a:pt x="45955" y="9848"/>
                      <a:pt x="45667" y="9742"/>
                      <a:pt x="45388" y="9621"/>
                    </a:cubicBezTo>
                    <a:cubicBezTo>
                      <a:pt x="45101" y="9498"/>
                      <a:pt x="44824" y="9362"/>
                      <a:pt x="44530" y="9260"/>
                    </a:cubicBezTo>
                    <a:cubicBezTo>
                      <a:pt x="44235" y="9156"/>
                      <a:pt x="43917" y="9094"/>
                      <a:pt x="43628" y="8970"/>
                    </a:cubicBezTo>
                    <a:cubicBezTo>
                      <a:pt x="43519" y="8923"/>
                      <a:pt x="43424" y="8853"/>
                      <a:pt x="43320" y="8797"/>
                    </a:cubicBezTo>
                    <a:cubicBezTo>
                      <a:pt x="43197" y="8730"/>
                      <a:pt x="43061" y="8691"/>
                      <a:pt x="42935" y="8628"/>
                    </a:cubicBezTo>
                    <a:cubicBezTo>
                      <a:pt x="42680" y="8503"/>
                      <a:pt x="42449" y="8341"/>
                      <a:pt x="42185" y="8237"/>
                    </a:cubicBezTo>
                    <a:cubicBezTo>
                      <a:pt x="41914" y="8133"/>
                      <a:pt x="41655" y="7988"/>
                      <a:pt x="41356" y="7997"/>
                    </a:cubicBezTo>
                    <a:cubicBezTo>
                      <a:pt x="41052" y="8007"/>
                      <a:pt x="40746" y="8049"/>
                      <a:pt x="40444" y="8077"/>
                    </a:cubicBezTo>
                    <a:cubicBezTo>
                      <a:pt x="40147" y="8105"/>
                      <a:pt x="39931" y="8060"/>
                      <a:pt x="39676" y="7902"/>
                    </a:cubicBezTo>
                    <a:cubicBezTo>
                      <a:pt x="39572" y="7839"/>
                      <a:pt x="39468" y="7781"/>
                      <a:pt x="39343" y="7770"/>
                    </a:cubicBezTo>
                    <a:cubicBezTo>
                      <a:pt x="39208" y="7757"/>
                      <a:pt x="39072" y="7795"/>
                      <a:pt x="38938" y="7804"/>
                    </a:cubicBezTo>
                    <a:cubicBezTo>
                      <a:pt x="38795" y="7813"/>
                      <a:pt x="38653" y="7811"/>
                      <a:pt x="38514" y="7847"/>
                    </a:cubicBezTo>
                    <a:cubicBezTo>
                      <a:pt x="38373" y="7882"/>
                      <a:pt x="38237" y="7945"/>
                      <a:pt x="38103" y="8001"/>
                    </a:cubicBezTo>
                    <a:cubicBezTo>
                      <a:pt x="37984" y="8049"/>
                      <a:pt x="37874" y="8109"/>
                      <a:pt x="37787" y="8204"/>
                    </a:cubicBezTo>
                    <a:cubicBezTo>
                      <a:pt x="37681" y="8319"/>
                      <a:pt x="37610" y="8464"/>
                      <a:pt x="37508" y="8583"/>
                    </a:cubicBezTo>
                    <a:cubicBezTo>
                      <a:pt x="37426" y="8678"/>
                      <a:pt x="37320" y="8724"/>
                      <a:pt x="37221" y="8799"/>
                    </a:cubicBezTo>
                    <a:cubicBezTo>
                      <a:pt x="37169" y="8838"/>
                      <a:pt x="37128" y="8890"/>
                      <a:pt x="37073" y="8922"/>
                    </a:cubicBezTo>
                    <a:cubicBezTo>
                      <a:pt x="37004" y="8959"/>
                      <a:pt x="36929" y="8974"/>
                      <a:pt x="36866" y="9016"/>
                    </a:cubicBezTo>
                    <a:cubicBezTo>
                      <a:pt x="36751" y="9094"/>
                      <a:pt x="36654" y="9195"/>
                      <a:pt x="36541" y="9273"/>
                    </a:cubicBezTo>
                    <a:cubicBezTo>
                      <a:pt x="36424" y="9359"/>
                      <a:pt x="36282" y="9398"/>
                      <a:pt x="36163" y="9481"/>
                    </a:cubicBezTo>
                    <a:cubicBezTo>
                      <a:pt x="36046" y="9565"/>
                      <a:pt x="35946" y="9669"/>
                      <a:pt x="35827" y="9751"/>
                    </a:cubicBezTo>
                    <a:cubicBezTo>
                      <a:pt x="35711" y="9829"/>
                      <a:pt x="35594" y="9890"/>
                      <a:pt x="35490" y="9985"/>
                    </a:cubicBezTo>
                    <a:cubicBezTo>
                      <a:pt x="35404" y="10062"/>
                      <a:pt x="35291" y="10194"/>
                      <a:pt x="35166" y="10199"/>
                    </a:cubicBezTo>
                    <a:cubicBezTo>
                      <a:pt x="35105" y="10203"/>
                      <a:pt x="35034" y="10181"/>
                      <a:pt x="34975" y="10173"/>
                    </a:cubicBezTo>
                    <a:cubicBezTo>
                      <a:pt x="34880" y="10162"/>
                      <a:pt x="34787" y="10151"/>
                      <a:pt x="34694" y="10140"/>
                    </a:cubicBezTo>
                    <a:cubicBezTo>
                      <a:pt x="34538" y="10119"/>
                      <a:pt x="34380" y="10101"/>
                      <a:pt x="34225" y="10069"/>
                    </a:cubicBezTo>
                    <a:cubicBezTo>
                      <a:pt x="34078" y="10039"/>
                      <a:pt x="33956" y="9954"/>
                      <a:pt x="33816" y="9905"/>
                    </a:cubicBezTo>
                    <a:cubicBezTo>
                      <a:pt x="33684" y="9857"/>
                      <a:pt x="33572" y="9805"/>
                      <a:pt x="33455" y="9727"/>
                    </a:cubicBezTo>
                    <a:cubicBezTo>
                      <a:pt x="33340" y="9649"/>
                      <a:pt x="33223" y="9569"/>
                      <a:pt x="33096" y="9511"/>
                    </a:cubicBezTo>
                    <a:cubicBezTo>
                      <a:pt x="32983" y="9459"/>
                      <a:pt x="32860" y="9437"/>
                      <a:pt x="32745" y="9390"/>
                    </a:cubicBezTo>
                    <a:cubicBezTo>
                      <a:pt x="32615" y="9338"/>
                      <a:pt x="32501" y="9269"/>
                      <a:pt x="32365" y="9232"/>
                    </a:cubicBezTo>
                    <a:cubicBezTo>
                      <a:pt x="32107" y="9163"/>
                      <a:pt x="31845" y="9104"/>
                      <a:pt x="31581" y="9055"/>
                    </a:cubicBezTo>
                    <a:cubicBezTo>
                      <a:pt x="31287" y="9000"/>
                      <a:pt x="30995" y="9031"/>
                      <a:pt x="30710" y="8914"/>
                    </a:cubicBezTo>
                    <a:cubicBezTo>
                      <a:pt x="30441" y="8804"/>
                      <a:pt x="30193" y="8657"/>
                      <a:pt x="30030" y="8416"/>
                    </a:cubicBezTo>
                    <a:cubicBezTo>
                      <a:pt x="29955" y="8304"/>
                      <a:pt x="29866" y="8209"/>
                      <a:pt x="29779" y="8107"/>
                    </a:cubicBezTo>
                    <a:cubicBezTo>
                      <a:pt x="29682" y="7992"/>
                      <a:pt x="29604" y="7863"/>
                      <a:pt x="29507" y="7748"/>
                    </a:cubicBezTo>
                    <a:cubicBezTo>
                      <a:pt x="29360" y="7579"/>
                      <a:pt x="29236" y="7320"/>
                      <a:pt x="29022" y="7222"/>
                    </a:cubicBezTo>
                    <a:cubicBezTo>
                      <a:pt x="28845" y="7140"/>
                      <a:pt x="28678" y="7235"/>
                      <a:pt x="28553" y="7359"/>
                    </a:cubicBezTo>
                    <a:cubicBezTo>
                      <a:pt x="28436" y="7476"/>
                      <a:pt x="28347" y="7679"/>
                      <a:pt x="28149" y="7607"/>
                    </a:cubicBezTo>
                    <a:cubicBezTo>
                      <a:pt x="28049" y="7569"/>
                      <a:pt x="27965" y="7493"/>
                      <a:pt x="27876" y="7437"/>
                    </a:cubicBezTo>
                    <a:cubicBezTo>
                      <a:pt x="27751" y="7359"/>
                      <a:pt x="27631" y="7283"/>
                      <a:pt x="27512" y="7196"/>
                    </a:cubicBezTo>
                    <a:cubicBezTo>
                      <a:pt x="27290" y="7032"/>
                      <a:pt x="27063" y="6878"/>
                      <a:pt x="26838" y="6718"/>
                    </a:cubicBezTo>
                    <a:cubicBezTo>
                      <a:pt x="26632" y="6569"/>
                      <a:pt x="26507" y="6348"/>
                      <a:pt x="26293" y="6208"/>
                    </a:cubicBezTo>
                    <a:cubicBezTo>
                      <a:pt x="26193" y="6145"/>
                      <a:pt x="26087" y="6087"/>
                      <a:pt x="25992" y="6015"/>
                    </a:cubicBezTo>
                    <a:cubicBezTo>
                      <a:pt x="25884" y="5929"/>
                      <a:pt x="25823" y="5806"/>
                      <a:pt x="25730" y="5706"/>
                    </a:cubicBezTo>
                    <a:cubicBezTo>
                      <a:pt x="25652" y="5620"/>
                      <a:pt x="25572" y="5553"/>
                      <a:pt x="25516" y="5451"/>
                    </a:cubicBezTo>
                    <a:cubicBezTo>
                      <a:pt x="25445" y="5321"/>
                      <a:pt x="25365" y="5198"/>
                      <a:pt x="25291" y="5070"/>
                    </a:cubicBezTo>
                    <a:cubicBezTo>
                      <a:pt x="25226" y="4958"/>
                      <a:pt x="25172" y="4837"/>
                      <a:pt x="25094" y="4733"/>
                    </a:cubicBezTo>
                    <a:cubicBezTo>
                      <a:pt x="25016" y="4631"/>
                      <a:pt x="24915" y="4547"/>
                      <a:pt x="24811" y="4471"/>
                    </a:cubicBezTo>
                    <a:cubicBezTo>
                      <a:pt x="24616" y="4326"/>
                      <a:pt x="24428" y="4155"/>
                      <a:pt x="24186" y="4101"/>
                    </a:cubicBezTo>
                    <a:cubicBezTo>
                      <a:pt x="24078" y="4079"/>
                      <a:pt x="23971" y="4077"/>
                      <a:pt x="23863" y="4068"/>
                    </a:cubicBezTo>
                    <a:cubicBezTo>
                      <a:pt x="23705" y="4053"/>
                      <a:pt x="23550" y="4008"/>
                      <a:pt x="23392" y="3997"/>
                    </a:cubicBezTo>
                    <a:cubicBezTo>
                      <a:pt x="23258" y="3989"/>
                      <a:pt x="23126" y="4015"/>
                      <a:pt x="22992" y="4028"/>
                    </a:cubicBezTo>
                    <a:cubicBezTo>
                      <a:pt x="22825" y="4047"/>
                      <a:pt x="22659" y="4064"/>
                      <a:pt x="22492" y="4081"/>
                    </a:cubicBezTo>
                    <a:cubicBezTo>
                      <a:pt x="22178" y="4110"/>
                      <a:pt x="21893" y="4226"/>
                      <a:pt x="21584" y="4278"/>
                    </a:cubicBezTo>
                    <a:cubicBezTo>
                      <a:pt x="21278" y="4328"/>
                      <a:pt x="20967" y="4346"/>
                      <a:pt x="20660" y="4386"/>
                    </a:cubicBezTo>
                    <a:cubicBezTo>
                      <a:pt x="20647" y="4387"/>
                      <a:pt x="20634" y="4391"/>
                      <a:pt x="20627" y="4399"/>
                    </a:cubicBezTo>
                    <a:cubicBezTo>
                      <a:pt x="20523" y="4306"/>
                      <a:pt x="20422" y="4209"/>
                      <a:pt x="20318" y="4116"/>
                    </a:cubicBezTo>
                    <a:cubicBezTo>
                      <a:pt x="20173" y="3988"/>
                      <a:pt x="20017" y="3878"/>
                      <a:pt x="19842" y="3787"/>
                    </a:cubicBezTo>
                    <a:cubicBezTo>
                      <a:pt x="19663" y="3692"/>
                      <a:pt x="19483" y="3606"/>
                      <a:pt x="19321" y="3484"/>
                    </a:cubicBezTo>
                    <a:cubicBezTo>
                      <a:pt x="19156" y="3361"/>
                      <a:pt x="18971" y="3268"/>
                      <a:pt x="18804" y="3149"/>
                    </a:cubicBezTo>
                    <a:cubicBezTo>
                      <a:pt x="18650" y="3039"/>
                      <a:pt x="18521" y="2898"/>
                      <a:pt x="18356" y="2803"/>
                    </a:cubicBezTo>
                    <a:cubicBezTo>
                      <a:pt x="18209" y="2721"/>
                      <a:pt x="18056" y="2682"/>
                      <a:pt x="17930" y="2567"/>
                    </a:cubicBezTo>
                    <a:cubicBezTo>
                      <a:pt x="17791" y="2440"/>
                      <a:pt x="17699" y="2267"/>
                      <a:pt x="17569" y="2131"/>
                    </a:cubicBezTo>
                    <a:cubicBezTo>
                      <a:pt x="17433" y="1988"/>
                      <a:pt x="17262" y="1884"/>
                      <a:pt x="17121" y="1747"/>
                    </a:cubicBezTo>
                    <a:cubicBezTo>
                      <a:pt x="16982" y="1607"/>
                      <a:pt x="16857" y="1455"/>
                      <a:pt x="16742" y="1296"/>
                    </a:cubicBezTo>
                    <a:cubicBezTo>
                      <a:pt x="16623" y="1133"/>
                      <a:pt x="16504" y="984"/>
                      <a:pt x="16344" y="856"/>
                    </a:cubicBezTo>
                    <a:cubicBezTo>
                      <a:pt x="16195" y="735"/>
                      <a:pt x="16033" y="610"/>
                      <a:pt x="15855" y="536"/>
                    </a:cubicBezTo>
                    <a:cubicBezTo>
                      <a:pt x="15652" y="452"/>
                      <a:pt x="15458" y="473"/>
                      <a:pt x="15248" y="499"/>
                    </a:cubicBezTo>
                    <a:cubicBezTo>
                      <a:pt x="15044" y="523"/>
                      <a:pt x="14826" y="504"/>
                      <a:pt x="14633" y="580"/>
                    </a:cubicBezTo>
                    <a:cubicBezTo>
                      <a:pt x="14534" y="618"/>
                      <a:pt x="14445" y="677"/>
                      <a:pt x="14359" y="739"/>
                    </a:cubicBezTo>
                    <a:cubicBezTo>
                      <a:pt x="14272" y="800"/>
                      <a:pt x="14188" y="841"/>
                      <a:pt x="14093" y="889"/>
                    </a:cubicBezTo>
                    <a:cubicBezTo>
                      <a:pt x="14013" y="930"/>
                      <a:pt x="13932" y="973"/>
                      <a:pt x="13863" y="1029"/>
                    </a:cubicBezTo>
                    <a:cubicBezTo>
                      <a:pt x="13768" y="1105"/>
                      <a:pt x="13682" y="1185"/>
                      <a:pt x="13582" y="1256"/>
                    </a:cubicBezTo>
                    <a:cubicBezTo>
                      <a:pt x="13428" y="1365"/>
                      <a:pt x="13232" y="1427"/>
                      <a:pt x="13091" y="1555"/>
                    </a:cubicBezTo>
                    <a:cubicBezTo>
                      <a:pt x="13082" y="1562"/>
                      <a:pt x="13039" y="1605"/>
                      <a:pt x="13020" y="1639"/>
                    </a:cubicBezTo>
                    <a:cubicBezTo>
                      <a:pt x="12994" y="1641"/>
                      <a:pt x="12963" y="1657"/>
                      <a:pt x="12944" y="1667"/>
                    </a:cubicBezTo>
                    <a:cubicBezTo>
                      <a:pt x="12862" y="1713"/>
                      <a:pt x="12795" y="1800"/>
                      <a:pt x="12702" y="1821"/>
                    </a:cubicBezTo>
                    <a:cubicBezTo>
                      <a:pt x="12693" y="1819"/>
                      <a:pt x="12684" y="1817"/>
                      <a:pt x="12674" y="1813"/>
                    </a:cubicBezTo>
                    <a:cubicBezTo>
                      <a:pt x="12652" y="1791"/>
                      <a:pt x="12617" y="1784"/>
                      <a:pt x="12587" y="1793"/>
                    </a:cubicBezTo>
                    <a:cubicBezTo>
                      <a:pt x="12401" y="1750"/>
                      <a:pt x="12213" y="1719"/>
                      <a:pt x="12035" y="1655"/>
                    </a:cubicBezTo>
                    <a:cubicBezTo>
                      <a:pt x="11793" y="1570"/>
                      <a:pt x="11601" y="1430"/>
                      <a:pt x="11400" y="1276"/>
                    </a:cubicBezTo>
                    <a:cubicBezTo>
                      <a:pt x="11198" y="1120"/>
                      <a:pt x="10989" y="999"/>
                      <a:pt x="10749" y="904"/>
                    </a:cubicBezTo>
                    <a:cubicBezTo>
                      <a:pt x="10627" y="856"/>
                      <a:pt x="10502" y="800"/>
                      <a:pt x="10370" y="778"/>
                    </a:cubicBezTo>
                    <a:cubicBezTo>
                      <a:pt x="10238" y="753"/>
                      <a:pt x="10117" y="742"/>
                      <a:pt x="9994" y="688"/>
                    </a:cubicBezTo>
                    <a:cubicBezTo>
                      <a:pt x="9873" y="638"/>
                      <a:pt x="9753" y="588"/>
                      <a:pt x="9630" y="541"/>
                    </a:cubicBezTo>
                    <a:cubicBezTo>
                      <a:pt x="9498" y="491"/>
                      <a:pt x="9375" y="422"/>
                      <a:pt x="9236" y="389"/>
                    </a:cubicBezTo>
                    <a:cubicBezTo>
                      <a:pt x="8970" y="328"/>
                      <a:pt x="8726" y="188"/>
                      <a:pt x="8464" y="110"/>
                    </a:cubicBezTo>
                    <a:cubicBezTo>
                      <a:pt x="8358" y="76"/>
                      <a:pt x="8254" y="86"/>
                      <a:pt x="8146" y="69"/>
                    </a:cubicBezTo>
                    <a:cubicBezTo>
                      <a:pt x="8014" y="49"/>
                      <a:pt x="7887" y="0"/>
                      <a:pt x="7753" y="11"/>
                    </a:cubicBezTo>
                    <a:cubicBezTo>
                      <a:pt x="7651" y="21"/>
                      <a:pt x="7558" y="67"/>
                      <a:pt x="7458" y="78"/>
                    </a:cubicBezTo>
                    <a:cubicBezTo>
                      <a:pt x="7311" y="91"/>
                      <a:pt x="7195" y="123"/>
                      <a:pt x="7062" y="181"/>
                    </a:cubicBezTo>
                    <a:cubicBezTo>
                      <a:pt x="6941" y="233"/>
                      <a:pt x="6816" y="246"/>
                      <a:pt x="6690" y="275"/>
                    </a:cubicBezTo>
                    <a:cubicBezTo>
                      <a:pt x="6559" y="305"/>
                      <a:pt x="6429" y="328"/>
                      <a:pt x="6297" y="352"/>
                    </a:cubicBezTo>
                    <a:cubicBezTo>
                      <a:pt x="6029" y="402"/>
                      <a:pt x="5763" y="476"/>
                      <a:pt x="5496" y="532"/>
                    </a:cubicBezTo>
                    <a:cubicBezTo>
                      <a:pt x="5213" y="592"/>
                      <a:pt x="4928" y="657"/>
                      <a:pt x="4651" y="740"/>
                    </a:cubicBezTo>
                    <a:cubicBezTo>
                      <a:pt x="4385" y="818"/>
                      <a:pt x="4134" y="921"/>
                      <a:pt x="3878" y="1023"/>
                    </a:cubicBezTo>
                    <a:cubicBezTo>
                      <a:pt x="3627" y="1124"/>
                      <a:pt x="3366" y="1196"/>
                      <a:pt x="3121" y="1311"/>
                    </a:cubicBezTo>
                    <a:cubicBezTo>
                      <a:pt x="3007" y="1365"/>
                      <a:pt x="2899" y="1430"/>
                      <a:pt x="2784" y="1479"/>
                    </a:cubicBezTo>
                    <a:cubicBezTo>
                      <a:pt x="2663" y="1529"/>
                      <a:pt x="2533" y="1559"/>
                      <a:pt x="2416" y="1614"/>
                    </a:cubicBezTo>
                    <a:cubicBezTo>
                      <a:pt x="2314" y="1665"/>
                      <a:pt x="2208" y="1696"/>
                      <a:pt x="2107" y="1748"/>
                    </a:cubicBezTo>
                    <a:cubicBezTo>
                      <a:pt x="1992" y="1810"/>
                      <a:pt x="1886" y="1880"/>
                      <a:pt x="1778" y="1949"/>
                    </a:cubicBezTo>
                    <a:cubicBezTo>
                      <a:pt x="1644" y="2035"/>
                      <a:pt x="1506" y="2111"/>
                      <a:pt x="1358" y="2171"/>
                    </a:cubicBezTo>
                    <a:cubicBezTo>
                      <a:pt x="1222" y="2223"/>
                      <a:pt x="1084" y="2265"/>
                      <a:pt x="952" y="2327"/>
                    </a:cubicBezTo>
                    <a:cubicBezTo>
                      <a:pt x="686" y="2453"/>
                      <a:pt x="407" y="2567"/>
                      <a:pt x="160" y="2723"/>
                    </a:cubicBezTo>
                    <a:cubicBezTo>
                      <a:pt x="106" y="2756"/>
                      <a:pt x="54" y="2786"/>
                      <a:pt x="0" y="2814"/>
                    </a:cubicBezTo>
                    <a:lnTo>
                      <a:pt x="0" y="9001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5"/>
              <p:cNvSpPr/>
              <p:nvPr/>
            </p:nvSpPr>
            <p:spPr>
              <a:xfrm>
                <a:off x="1125" y="3547850"/>
                <a:ext cx="9144171" cy="1935818"/>
              </a:xfrm>
              <a:custGeom>
                <a:avLst/>
                <a:gdLst/>
                <a:ahLst/>
                <a:cxnLst/>
                <a:rect l="l" t="t" r="r" b="b"/>
                <a:pathLst>
                  <a:path w="215728" h="88444" extrusionOk="0">
                    <a:moveTo>
                      <a:pt x="215725" y="1734"/>
                    </a:moveTo>
                    <a:lnTo>
                      <a:pt x="215725" y="83372"/>
                    </a:lnTo>
                    <a:lnTo>
                      <a:pt x="215489" y="83413"/>
                    </a:lnTo>
                    <a:cubicBezTo>
                      <a:pt x="212294" y="83956"/>
                      <a:pt x="209093" y="84393"/>
                      <a:pt x="205891" y="84884"/>
                    </a:cubicBezTo>
                    <a:cubicBezTo>
                      <a:pt x="202528" y="85400"/>
                      <a:pt x="199146" y="85744"/>
                      <a:pt x="195794" y="86322"/>
                    </a:cubicBezTo>
                    <a:cubicBezTo>
                      <a:pt x="192612" y="86869"/>
                      <a:pt x="189452" y="87544"/>
                      <a:pt x="186289" y="88185"/>
                    </a:cubicBezTo>
                    <a:cubicBezTo>
                      <a:pt x="185859" y="88273"/>
                      <a:pt x="185432" y="88358"/>
                      <a:pt x="185002" y="88444"/>
                    </a:cubicBezTo>
                    <a:lnTo>
                      <a:pt x="0" y="73134"/>
                    </a:lnTo>
                    <a:lnTo>
                      <a:pt x="0" y="11284"/>
                    </a:lnTo>
                    <a:cubicBezTo>
                      <a:pt x="134" y="11310"/>
                      <a:pt x="266" y="11341"/>
                      <a:pt x="398" y="11382"/>
                    </a:cubicBezTo>
                    <a:cubicBezTo>
                      <a:pt x="677" y="11468"/>
                      <a:pt x="960" y="11581"/>
                      <a:pt x="1200" y="11749"/>
                    </a:cubicBezTo>
                    <a:cubicBezTo>
                      <a:pt x="1304" y="11821"/>
                      <a:pt x="1402" y="11907"/>
                      <a:pt x="1477" y="12011"/>
                    </a:cubicBezTo>
                    <a:cubicBezTo>
                      <a:pt x="1503" y="12046"/>
                      <a:pt x="1529" y="12128"/>
                      <a:pt x="1562" y="12152"/>
                    </a:cubicBezTo>
                    <a:cubicBezTo>
                      <a:pt x="1631" y="12203"/>
                      <a:pt x="1722" y="12141"/>
                      <a:pt x="1798" y="12102"/>
                    </a:cubicBezTo>
                    <a:cubicBezTo>
                      <a:pt x="2120" y="11942"/>
                      <a:pt x="2431" y="11745"/>
                      <a:pt x="2771" y="11628"/>
                    </a:cubicBezTo>
                    <a:cubicBezTo>
                      <a:pt x="2924" y="11574"/>
                      <a:pt x="3076" y="11546"/>
                      <a:pt x="3238" y="11540"/>
                    </a:cubicBezTo>
                    <a:cubicBezTo>
                      <a:pt x="3405" y="11533"/>
                      <a:pt x="3595" y="11540"/>
                      <a:pt x="3751" y="11468"/>
                    </a:cubicBezTo>
                    <a:cubicBezTo>
                      <a:pt x="3891" y="11403"/>
                      <a:pt x="4008" y="11310"/>
                      <a:pt x="4157" y="11256"/>
                    </a:cubicBezTo>
                    <a:cubicBezTo>
                      <a:pt x="4309" y="11200"/>
                      <a:pt x="4469" y="11165"/>
                      <a:pt x="4625" y="11122"/>
                    </a:cubicBezTo>
                    <a:cubicBezTo>
                      <a:pt x="4768" y="11083"/>
                      <a:pt x="4900" y="11018"/>
                      <a:pt x="5042" y="10977"/>
                    </a:cubicBezTo>
                    <a:cubicBezTo>
                      <a:pt x="5187" y="10938"/>
                      <a:pt x="5347" y="10953"/>
                      <a:pt x="5496" y="10973"/>
                    </a:cubicBezTo>
                    <a:cubicBezTo>
                      <a:pt x="5825" y="11016"/>
                      <a:pt x="6156" y="11185"/>
                      <a:pt x="6442" y="11349"/>
                    </a:cubicBezTo>
                    <a:cubicBezTo>
                      <a:pt x="6578" y="11427"/>
                      <a:pt x="6738" y="11451"/>
                      <a:pt x="6877" y="11526"/>
                    </a:cubicBezTo>
                    <a:cubicBezTo>
                      <a:pt x="7049" y="11617"/>
                      <a:pt x="7212" y="11721"/>
                      <a:pt x="7372" y="11829"/>
                    </a:cubicBezTo>
                    <a:cubicBezTo>
                      <a:pt x="7699" y="12050"/>
                      <a:pt x="8081" y="12314"/>
                      <a:pt x="8497" y="12221"/>
                    </a:cubicBezTo>
                    <a:cubicBezTo>
                      <a:pt x="8819" y="12150"/>
                      <a:pt x="9081" y="11922"/>
                      <a:pt x="9427" y="11972"/>
                    </a:cubicBezTo>
                    <a:cubicBezTo>
                      <a:pt x="9790" y="12022"/>
                      <a:pt x="10119" y="12243"/>
                      <a:pt x="10430" y="12420"/>
                    </a:cubicBezTo>
                    <a:cubicBezTo>
                      <a:pt x="10742" y="12599"/>
                      <a:pt x="11075" y="12710"/>
                      <a:pt x="11376" y="12911"/>
                    </a:cubicBezTo>
                    <a:cubicBezTo>
                      <a:pt x="11529" y="13013"/>
                      <a:pt x="11692" y="13073"/>
                      <a:pt x="11852" y="13158"/>
                    </a:cubicBezTo>
                    <a:cubicBezTo>
                      <a:pt x="12029" y="13253"/>
                      <a:pt x="12194" y="13367"/>
                      <a:pt x="12373" y="13460"/>
                    </a:cubicBezTo>
                    <a:cubicBezTo>
                      <a:pt x="12671" y="13618"/>
                      <a:pt x="12884" y="13914"/>
                      <a:pt x="13199" y="14040"/>
                    </a:cubicBezTo>
                    <a:cubicBezTo>
                      <a:pt x="13537" y="14178"/>
                      <a:pt x="13863" y="14325"/>
                      <a:pt x="14194" y="14484"/>
                    </a:cubicBezTo>
                    <a:cubicBezTo>
                      <a:pt x="14523" y="14644"/>
                      <a:pt x="14848" y="14756"/>
                      <a:pt x="15217" y="14789"/>
                    </a:cubicBezTo>
                    <a:cubicBezTo>
                      <a:pt x="15590" y="14825"/>
                      <a:pt x="15927" y="14732"/>
                      <a:pt x="16293" y="14682"/>
                    </a:cubicBezTo>
                    <a:cubicBezTo>
                      <a:pt x="16637" y="14633"/>
                      <a:pt x="16905" y="14410"/>
                      <a:pt x="17199" y="14237"/>
                    </a:cubicBezTo>
                    <a:cubicBezTo>
                      <a:pt x="17515" y="14051"/>
                      <a:pt x="17872" y="13893"/>
                      <a:pt x="18211" y="13757"/>
                    </a:cubicBezTo>
                    <a:cubicBezTo>
                      <a:pt x="18529" y="13631"/>
                      <a:pt x="18772" y="13400"/>
                      <a:pt x="19096" y="13278"/>
                    </a:cubicBezTo>
                    <a:cubicBezTo>
                      <a:pt x="19410" y="13158"/>
                      <a:pt x="19723" y="13106"/>
                      <a:pt x="20059" y="13132"/>
                    </a:cubicBezTo>
                    <a:cubicBezTo>
                      <a:pt x="20255" y="13147"/>
                      <a:pt x="20459" y="13205"/>
                      <a:pt x="20653" y="13132"/>
                    </a:cubicBezTo>
                    <a:cubicBezTo>
                      <a:pt x="20826" y="13065"/>
                      <a:pt x="20995" y="12982"/>
                      <a:pt x="21170" y="12913"/>
                    </a:cubicBezTo>
                    <a:cubicBezTo>
                      <a:pt x="21519" y="12777"/>
                      <a:pt x="21869" y="12638"/>
                      <a:pt x="22233" y="12554"/>
                    </a:cubicBezTo>
                    <a:cubicBezTo>
                      <a:pt x="22628" y="12465"/>
                      <a:pt x="23003" y="12320"/>
                      <a:pt x="23394" y="12225"/>
                    </a:cubicBezTo>
                    <a:cubicBezTo>
                      <a:pt x="23552" y="12184"/>
                      <a:pt x="23714" y="12162"/>
                      <a:pt x="23872" y="12124"/>
                    </a:cubicBezTo>
                    <a:cubicBezTo>
                      <a:pt x="24056" y="12084"/>
                      <a:pt x="24227" y="12013"/>
                      <a:pt x="24406" y="11957"/>
                    </a:cubicBezTo>
                    <a:cubicBezTo>
                      <a:pt x="24592" y="11899"/>
                      <a:pt x="24776" y="11844"/>
                      <a:pt x="24960" y="11777"/>
                    </a:cubicBezTo>
                    <a:cubicBezTo>
                      <a:pt x="25146" y="11710"/>
                      <a:pt x="25300" y="11715"/>
                      <a:pt x="25492" y="11695"/>
                    </a:cubicBezTo>
                    <a:cubicBezTo>
                      <a:pt x="25518" y="11691"/>
                      <a:pt x="25546" y="11689"/>
                      <a:pt x="25572" y="11686"/>
                    </a:cubicBezTo>
                    <a:cubicBezTo>
                      <a:pt x="25577" y="11659"/>
                      <a:pt x="25598" y="11633"/>
                      <a:pt x="25635" y="11635"/>
                    </a:cubicBezTo>
                    <a:cubicBezTo>
                      <a:pt x="25804" y="11639"/>
                      <a:pt x="25973" y="11637"/>
                      <a:pt x="26141" y="11646"/>
                    </a:cubicBezTo>
                    <a:cubicBezTo>
                      <a:pt x="26288" y="11654"/>
                      <a:pt x="26414" y="11697"/>
                      <a:pt x="26554" y="11739"/>
                    </a:cubicBezTo>
                    <a:cubicBezTo>
                      <a:pt x="26699" y="11782"/>
                      <a:pt x="26859" y="11779"/>
                      <a:pt x="27009" y="11782"/>
                    </a:cubicBezTo>
                    <a:cubicBezTo>
                      <a:pt x="27175" y="11788"/>
                      <a:pt x="27340" y="11799"/>
                      <a:pt x="27506" y="11808"/>
                    </a:cubicBezTo>
                    <a:cubicBezTo>
                      <a:pt x="27582" y="11812"/>
                      <a:pt x="27655" y="11818"/>
                      <a:pt x="27727" y="11834"/>
                    </a:cubicBezTo>
                    <a:cubicBezTo>
                      <a:pt x="27803" y="11851"/>
                      <a:pt x="27869" y="11885"/>
                      <a:pt x="27939" y="11912"/>
                    </a:cubicBezTo>
                    <a:cubicBezTo>
                      <a:pt x="28081" y="11966"/>
                      <a:pt x="28228" y="11940"/>
                      <a:pt x="28374" y="11933"/>
                    </a:cubicBezTo>
                    <a:cubicBezTo>
                      <a:pt x="28527" y="11925"/>
                      <a:pt x="28678" y="11927"/>
                      <a:pt x="28828" y="11916"/>
                    </a:cubicBezTo>
                    <a:cubicBezTo>
                      <a:pt x="28994" y="11903"/>
                      <a:pt x="29139" y="11940"/>
                      <a:pt x="29284" y="12018"/>
                    </a:cubicBezTo>
                    <a:cubicBezTo>
                      <a:pt x="29418" y="12089"/>
                      <a:pt x="29559" y="12145"/>
                      <a:pt x="29699" y="12206"/>
                    </a:cubicBezTo>
                    <a:cubicBezTo>
                      <a:pt x="29838" y="12266"/>
                      <a:pt x="29968" y="12340"/>
                      <a:pt x="30111" y="12394"/>
                    </a:cubicBezTo>
                    <a:cubicBezTo>
                      <a:pt x="30255" y="12448"/>
                      <a:pt x="30387" y="12509"/>
                      <a:pt x="30513" y="12593"/>
                    </a:cubicBezTo>
                    <a:cubicBezTo>
                      <a:pt x="30565" y="12627"/>
                      <a:pt x="30615" y="12662"/>
                      <a:pt x="30673" y="12684"/>
                    </a:cubicBezTo>
                    <a:cubicBezTo>
                      <a:pt x="30742" y="12712"/>
                      <a:pt x="30816" y="12718"/>
                      <a:pt x="30891" y="12723"/>
                    </a:cubicBezTo>
                    <a:cubicBezTo>
                      <a:pt x="31047" y="12736"/>
                      <a:pt x="31203" y="12747"/>
                      <a:pt x="31358" y="12759"/>
                    </a:cubicBezTo>
                    <a:cubicBezTo>
                      <a:pt x="31506" y="12768"/>
                      <a:pt x="31644" y="12766"/>
                      <a:pt x="31782" y="12703"/>
                    </a:cubicBezTo>
                    <a:cubicBezTo>
                      <a:pt x="32042" y="12580"/>
                      <a:pt x="32328" y="12463"/>
                      <a:pt x="32620" y="12452"/>
                    </a:cubicBezTo>
                    <a:cubicBezTo>
                      <a:pt x="32762" y="12446"/>
                      <a:pt x="32899" y="12491"/>
                      <a:pt x="33035" y="12528"/>
                    </a:cubicBezTo>
                    <a:cubicBezTo>
                      <a:pt x="33182" y="12569"/>
                      <a:pt x="33314" y="12575"/>
                      <a:pt x="33457" y="12519"/>
                    </a:cubicBezTo>
                    <a:cubicBezTo>
                      <a:pt x="33708" y="12422"/>
                      <a:pt x="33913" y="12234"/>
                      <a:pt x="34171" y="12160"/>
                    </a:cubicBezTo>
                    <a:cubicBezTo>
                      <a:pt x="34236" y="12141"/>
                      <a:pt x="34302" y="12126"/>
                      <a:pt x="34361" y="12095"/>
                    </a:cubicBezTo>
                    <a:cubicBezTo>
                      <a:pt x="34409" y="12067"/>
                      <a:pt x="34452" y="12030"/>
                      <a:pt x="34497" y="11996"/>
                    </a:cubicBezTo>
                    <a:cubicBezTo>
                      <a:pt x="34597" y="11924"/>
                      <a:pt x="34713" y="11888"/>
                      <a:pt x="34833" y="11866"/>
                    </a:cubicBezTo>
                    <a:cubicBezTo>
                      <a:pt x="35131" y="11810"/>
                      <a:pt x="35393" y="11864"/>
                      <a:pt x="35657" y="12007"/>
                    </a:cubicBezTo>
                    <a:cubicBezTo>
                      <a:pt x="35923" y="12152"/>
                      <a:pt x="36146" y="12357"/>
                      <a:pt x="36392" y="12528"/>
                    </a:cubicBezTo>
                    <a:cubicBezTo>
                      <a:pt x="36503" y="12606"/>
                      <a:pt x="36613" y="12682"/>
                      <a:pt x="36706" y="12783"/>
                    </a:cubicBezTo>
                    <a:cubicBezTo>
                      <a:pt x="36795" y="12880"/>
                      <a:pt x="36874" y="12959"/>
                      <a:pt x="36991" y="13023"/>
                    </a:cubicBezTo>
                    <a:cubicBezTo>
                      <a:pt x="37126" y="13095"/>
                      <a:pt x="37259" y="13171"/>
                      <a:pt x="37392" y="13246"/>
                    </a:cubicBezTo>
                    <a:cubicBezTo>
                      <a:pt x="37528" y="13318"/>
                      <a:pt x="37673" y="13408"/>
                      <a:pt x="37824" y="13443"/>
                    </a:cubicBezTo>
                    <a:cubicBezTo>
                      <a:pt x="37973" y="13475"/>
                      <a:pt x="38127" y="13465"/>
                      <a:pt x="38276" y="13499"/>
                    </a:cubicBezTo>
                    <a:cubicBezTo>
                      <a:pt x="38415" y="13530"/>
                      <a:pt x="38545" y="13601"/>
                      <a:pt x="38665" y="13685"/>
                    </a:cubicBezTo>
                    <a:cubicBezTo>
                      <a:pt x="38886" y="13843"/>
                      <a:pt x="39066" y="14049"/>
                      <a:pt x="39291" y="14200"/>
                    </a:cubicBezTo>
                    <a:cubicBezTo>
                      <a:pt x="39544" y="14367"/>
                      <a:pt x="39821" y="14484"/>
                      <a:pt x="40059" y="14674"/>
                    </a:cubicBezTo>
                    <a:cubicBezTo>
                      <a:pt x="40284" y="14855"/>
                      <a:pt x="40482" y="15065"/>
                      <a:pt x="40708" y="15245"/>
                    </a:cubicBezTo>
                    <a:cubicBezTo>
                      <a:pt x="40813" y="15327"/>
                      <a:pt x="40922" y="15403"/>
                      <a:pt x="41041" y="15461"/>
                    </a:cubicBezTo>
                    <a:cubicBezTo>
                      <a:pt x="41177" y="15526"/>
                      <a:pt x="41326" y="15571"/>
                      <a:pt x="41467" y="15623"/>
                    </a:cubicBezTo>
                    <a:cubicBezTo>
                      <a:pt x="41605" y="15671"/>
                      <a:pt x="41726" y="15645"/>
                      <a:pt x="41867" y="15651"/>
                    </a:cubicBezTo>
                    <a:cubicBezTo>
                      <a:pt x="41904" y="15651"/>
                      <a:pt x="41925" y="15678"/>
                      <a:pt x="41928" y="15708"/>
                    </a:cubicBezTo>
                    <a:cubicBezTo>
                      <a:pt x="42023" y="15690"/>
                      <a:pt x="42120" y="15667"/>
                      <a:pt x="42215" y="15651"/>
                    </a:cubicBezTo>
                    <a:cubicBezTo>
                      <a:pt x="42391" y="15619"/>
                      <a:pt x="42563" y="15623"/>
                      <a:pt x="42741" y="15626"/>
                    </a:cubicBezTo>
                    <a:cubicBezTo>
                      <a:pt x="42916" y="15632"/>
                      <a:pt x="43091" y="15623"/>
                      <a:pt x="43264" y="15600"/>
                    </a:cubicBezTo>
                    <a:cubicBezTo>
                      <a:pt x="43429" y="15582"/>
                      <a:pt x="43595" y="15559"/>
                      <a:pt x="43762" y="15572"/>
                    </a:cubicBezTo>
                    <a:cubicBezTo>
                      <a:pt x="43835" y="15578"/>
                      <a:pt x="43909" y="15593"/>
                      <a:pt x="43983" y="15593"/>
                    </a:cubicBezTo>
                    <a:cubicBezTo>
                      <a:pt x="44067" y="15595"/>
                      <a:pt x="44153" y="15571"/>
                      <a:pt x="44236" y="15569"/>
                    </a:cubicBezTo>
                    <a:cubicBezTo>
                      <a:pt x="44322" y="15565"/>
                      <a:pt x="44406" y="15576"/>
                      <a:pt x="44489" y="15574"/>
                    </a:cubicBezTo>
                    <a:cubicBezTo>
                      <a:pt x="44579" y="15574"/>
                      <a:pt x="44670" y="15567"/>
                      <a:pt x="44759" y="15565"/>
                    </a:cubicBezTo>
                    <a:cubicBezTo>
                      <a:pt x="44938" y="15565"/>
                      <a:pt x="45112" y="15587"/>
                      <a:pt x="45291" y="15572"/>
                    </a:cubicBezTo>
                    <a:cubicBezTo>
                      <a:pt x="45466" y="15558"/>
                      <a:pt x="45631" y="15526"/>
                      <a:pt x="45808" y="15546"/>
                    </a:cubicBezTo>
                    <a:cubicBezTo>
                      <a:pt x="45890" y="15556"/>
                      <a:pt x="45972" y="15572"/>
                      <a:pt x="46055" y="15576"/>
                    </a:cubicBezTo>
                    <a:cubicBezTo>
                      <a:pt x="46133" y="15580"/>
                      <a:pt x="46184" y="15550"/>
                      <a:pt x="46251" y="15513"/>
                    </a:cubicBezTo>
                    <a:cubicBezTo>
                      <a:pt x="46317" y="15476"/>
                      <a:pt x="46388" y="15452"/>
                      <a:pt x="46459" y="15422"/>
                    </a:cubicBezTo>
                    <a:cubicBezTo>
                      <a:pt x="46541" y="15388"/>
                      <a:pt x="46617" y="15340"/>
                      <a:pt x="46697" y="15303"/>
                    </a:cubicBezTo>
                    <a:cubicBezTo>
                      <a:pt x="46857" y="15227"/>
                      <a:pt x="47013" y="15152"/>
                      <a:pt x="47164" y="15065"/>
                    </a:cubicBezTo>
                    <a:cubicBezTo>
                      <a:pt x="47318" y="14974"/>
                      <a:pt x="47476" y="14918"/>
                      <a:pt x="47645" y="14862"/>
                    </a:cubicBezTo>
                    <a:cubicBezTo>
                      <a:pt x="47978" y="14752"/>
                      <a:pt x="48315" y="14637"/>
                      <a:pt x="48655" y="14551"/>
                    </a:cubicBezTo>
                    <a:cubicBezTo>
                      <a:pt x="48815" y="14512"/>
                      <a:pt x="48968" y="14524"/>
                      <a:pt x="49131" y="14531"/>
                    </a:cubicBezTo>
                    <a:cubicBezTo>
                      <a:pt x="49301" y="14538"/>
                      <a:pt x="49460" y="14555"/>
                      <a:pt x="49620" y="14618"/>
                    </a:cubicBezTo>
                    <a:cubicBezTo>
                      <a:pt x="49767" y="14676"/>
                      <a:pt x="49916" y="14737"/>
                      <a:pt x="50067" y="14788"/>
                    </a:cubicBezTo>
                    <a:cubicBezTo>
                      <a:pt x="50225" y="14842"/>
                      <a:pt x="50400" y="14808"/>
                      <a:pt x="50560" y="14864"/>
                    </a:cubicBezTo>
                    <a:cubicBezTo>
                      <a:pt x="50599" y="14879"/>
                      <a:pt x="50636" y="14897"/>
                      <a:pt x="50679" y="14903"/>
                    </a:cubicBezTo>
                    <a:cubicBezTo>
                      <a:pt x="50718" y="14909"/>
                      <a:pt x="50757" y="14903"/>
                      <a:pt x="50798" y="14909"/>
                    </a:cubicBezTo>
                    <a:cubicBezTo>
                      <a:pt x="50876" y="14920"/>
                      <a:pt x="50943" y="14961"/>
                      <a:pt x="51004" y="15007"/>
                    </a:cubicBezTo>
                    <a:cubicBezTo>
                      <a:pt x="51142" y="15113"/>
                      <a:pt x="51298" y="15186"/>
                      <a:pt x="51445" y="15277"/>
                    </a:cubicBezTo>
                    <a:cubicBezTo>
                      <a:pt x="51594" y="15370"/>
                      <a:pt x="51744" y="15431"/>
                      <a:pt x="51904" y="15500"/>
                    </a:cubicBezTo>
                    <a:cubicBezTo>
                      <a:pt x="52049" y="15561"/>
                      <a:pt x="52183" y="15649"/>
                      <a:pt x="52345" y="15664"/>
                    </a:cubicBezTo>
                    <a:cubicBezTo>
                      <a:pt x="52503" y="15677"/>
                      <a:pt x="52665" y="15630"/>
                      <a:pt x="52819" y="15598"/>
                    </a:cubicBezTo>
                    <a:cubicBezTo>
                      <a:pt x="52979" y="15567"/>
                      <a:pt x="53122" y="15487"/>
                      <a:pt x="53284" y="15465"/>
                    </a:cubicBezTo>
                    <a:cubicBezTo>
                      <a:pt x="53366" y="15453"/>
                      <a:pt x="53429" y="15439"/>
                      <a:pt x="53505" y="15403"/>
                    </a:cubicBezTo>
                    <a:cubicBezTo>
                      <a:pt x="53565" y="15375"/>
                      <a:pt x="53628" y="15351"/>
                      <a:pt x="53693" y="15333"/>
                    </a:cubicBezTo>
                    <a:cubicBezTo>
                      <a:pt x="53859" y="15282"/>
                      <a:pt x="54028" y="15243"/>
                      <a:pt x="54194" y="15193"/>
                    </a:cubicBezTo>
                    <a:cubicBezTo>
                      <a:pt x="54526" y="15087"/>
                      <a:pt x="54867" y="14974"/>
                      <a:pt x="55168" y="14795"/>
                    </a:cubicBezTo>
                    <a:cubicBezTo>
                      <a:pt x="55317" y="14708"/>
                      <a:pt x="55419" y="14594"/>
                      <a:pt x="55527" y="14462"/>
                    </a:cubicBezTo>
                    <a:cubicBezTo>
                      <a:pt x="55618" y="14351"/>
                      <a:pt x="55720" y="14243"/>
                      <a:pt x="55858" y="14191"/>
                    </a:cubicBezTo>
                    <a:cubicBezTo>
                      <a:pt x="56126" y="14090"/>
                      <a:pt x="56407" y="14185"/>
                      <a:pt x="56673" y="14243"/>
                    </a:cubicBezTo>
                    <a:cubicBezTo>
                      <a:pt x="56833" y="14278"/>
                      <a:pt x="56987" y="14319"/>
                      <a:pt x="57138" y="14384"/>
                    </a:cubicBezTo>
                    <a:cubicBezTo>
                      <a:pt x="57294" y="14451"/>
                      <a:pt x="57444" y="14537"/>
                      <a:pt x="57603" y="14600"/>
                    </a:cubicBezTo>
                    <a:cubicBezTo>
                      <a:pt x="57682" y="14631"/>
                      <a:pt x="57768" y="14652"/>
                      <a:pt x="57844" y="14689"/>
                    </a:cubicBezTo>
                    <a:cubicBezTo>
                      <a:pt x="57915" y="14724"/>
                      <a:pt x="57969" y="14771"/>
                      <a:pt x="58025" y="14823"/>
                    </a:cubicBezTo>
                    <a:cubicBezTo>
                      <a:pt x="58160" y="14949"/>
                      <a:pt x="58309" y="15059"/>
                      <a:pt x="58449" y="15182"/>
                    </a:cubicBezTo>
                    <a:cubicBezTo>
                      <a:pt x="58562" y="15282"/>
                      <a:pt x="58651" y="15411"/>
                      <a:pt x="58770" y="15502"/>
                    </a:cubicBezTo>
                    <a:cubicBezTo>
                      <a:pt x="58906" y="15606"/>
                      <a:pt x="59079" y="15565"/>
                      <a:pt x="59232" y="15625"/>
                    </a:cubicBezTo>
                    <a:cubicBezTo>
                      <a:pt x="59276" y="15641"/>
                      <a:pt x="59315" y="15675"/>
                      <a:pt x="59364" y="15688"/>
                    </a:cubicBezTo>
                    <a:cubicBezTo>
                      <a:pt x="59444" y="15706"/>
                      <a:pt x="59529" y="15699"/>
                      <a:pt x="59609" y="15721"/>
                    </a:cubicBezTo>
                    <a:cubicBezTo>
                      <a:pt x="59672" y="15738"/>
                      <a:pt x="59730" y="15771"/>
                      <a:pt x="59795" y="15783"/>
                    </a:cubicBezTo>
                    <a:cubicBezTo>
                      <a:pt x="59879" y="15797"/>
                      <a:pt x="59951" y="15814"/>
                      <a:pt x="60030" y="15846"/>
                    </a:cubicBezTo>
                    <a:cubicBezTo>
                      <a:pt x="60176" y="15781"/>
                      <a:pt x="60325" y="15716"/>
                      <a:pt x="60474" y="15647"/>
                    </a:cubicBezTo>
                    <a:cubicBezTo>
                      <a:pt x="60764" y="15515"/>
                      <a:pt x="61052" y="15433"/>
                      <a:pt x="61357" y="15344"/>
                    </a:cubicBezTo>
                    <a:cubicBezTo>
                      <a:pt x="61484" y="15307"/>
                      <a:pt x="61588" y="15223"/>
                      <a:pt x="61722" y="15201"/>
                    </a:cubicBezTo>
                    <a:cubicBezTo>
                      <a:pt x="61891" y="15173"/>
                      <a:pt x="61979" y="15109"/>
                      <a:pt x="62111" y="15002"/>
                    </a:cubicBezTo>
                    <a:cubicBezTo>
                      <a:pt x="62345" y="14812"/>
                      <a:pt x="62613" y="14650"/>
                      <a:pt x="62871" y="14492"/>
                    </a:cubicBezTo>
                    <a:cubicBezTo>
                      <a:pt x="63440" y="14144"/>
                      <a:pt x="64024" y="13822"/>
                      <a:pt x="64619" y="13523"/>
                    </a:cubicBezTo>
                    <a:cubicBezTo>
                      <a:pt x="64761" y="13452"/>
                      <a:pt x="64898" y="13372"/>
                      <a:pt x="65043" y="13311"/>
                    </a:cubicBezTo>
                    <a:cubicBezTo>
                      <a:pt x="65179" y="13255"/>
                      <a:pt x="65317" y="13227"/>
                      <a:pt x="65460" y="13192"/>
                    </a:cubicBezTo>
                    <a:cubicBezTo>
                      <a:pt x="65601" y="13157"/>
                      <a:pt x="65694" y="13054"/>
                      <a:pt x="65821" y="12987"/>
                    </a:cubicBezTo>
                    <a:cubicBezTo>
                      <a:pt x="65960" y="12913"/>
                      <a:pt x="66113" y="12861"/>
                      <a:pt x="66254" y="12792"/>
                    </a:cubicBezTo>
                    <a:cubicBezTo>
                      <a:pt x="66542" y="12651"/>
                      <a:pt x="66814" y="12487"/>
                      <a:pt x="67110" y="12361"/>
                    </a:cubicBezTo>
                    <a:cubicBezTo>
                      <a:pt x="67405" y="12234"/>
                      <a:pt x="67695" y="12119"/>
                      <a:pt x="67997" y="12007"/>
                    </a:cubicBezTo>
                    <a:cubicBezTo>
                      <a:pt x="68138" y="11957"/>
                      <a:pt x="68268" y="11883"/>
                      <a:pt x="68406" y="11819"/>
                    </a:cubicBezTo>
                    <a:cubicBezTo>
                      <a:pt x="68551" y="11752"/>
                      <a:pt x="68703" y="11702"/>
                      <a:pt x="68850" y="11633"/>
                    </a:cubicBezTo>
                    <a:cubicBezTo>
                      <a:pt x="69146" y="11494"/>
                      <a:pt x="69459" y="11395"/>
                      <a:pt x="69758" y="11265"/>
                    </a:cubicBezTo>
                    <a:cubicBezTo>
                      <a:pt x="70054" y="11135"/>
                      <a:pt x="70334" y="10990"/>
                      <a:pt x="70643" y="10890"/>
                    </a:cubicBezTo>
                    <a:cubicBezTo>
                      <a:pt x="70935" y="10795"/>
                      <a:pt x="71223" y="10704"/>
                      <a:pt x="71497" y="10566"/>
                    </a:cubicBezTo>
                    <a:cubicBezTo>
                      <a:pt x="71768" y="10426"/>
                      <a:pt x="72001" y="10252"/>
                      <a:pt x="72217" y="10038"/>
                    </a:cubicBezTo>
                    <a:cubicBezTo>
                      <a:pt x="72311" y="9945"/>
                      <a:pt x="72391" y="9844"/>
                      <a:pt x="72477" y="9744"/>
                    </a:cubicBezTo>
                    <a:cubicBezTo>
                      <a:pt x="72572" y="9632"/>
                      <a:pt x="72689" y="9545"/>
                      <a:pt x="72799" y="9448"/>
                    </a:cubicBezTo>
                    <a:cubicBezTo>
                      <a:pt x="72903" y="9353"/>
                      <a:pt x="72996" y="9232"/>
                      <a:pt x="73113" y="9153"/>
                    </a:cubicBezTo>
                    <a:cubicBezTo>
                      <a:pt x="73228" y="9071"/>
                      <a:pt x="73355" y="9033"/>
                      <a:pt x="73464" y="8937"/>
                    </a:cubicBezTo>
                    <a:cubicBezTo>
                      <a:pt x="73717" y="8712"/>
                      <a:pt x="73978" y="8503"/>
                      <a:pt x="74216" y="8262"/>
                    </a:cubicBezTo>
                    <a:cubicBezTo>
                      <a:pt x="74435" y="8039"/>
                      <a:pt x="74681" y="7847"/>
                      <a:pt x="74830" y="7568"/>
                    </a:cubicBezTo>
                    <a:cubicBezTo>
                      <a:pt x="74958" y="7328"/>
                      <a:pt x="75174" y="7157"/>
                      <a:pt x="75393" y="7001"/>
                    </a:cubicBezTo>
                    <a:cubicBezTo>
                      <a:pt x="75497" y="6926"/>
                      <a:pt x="75609" y="6852"/>
                      <a:pt x="75730" y="6807"/>
                    </a:cubicBezTo>
                    <a:cubicBezTo>
                      <a:pt x="75858" y="6759"/>
                      <a:pt x="75996" y="6763"/>
                      <a:pt x="76129" y="6755"/>
                    </a:cubicBezTo>
                    <a:cubicBezTo>
                      <a:pt x="76425" y="6733"/>
                      <a:pt x="76762" y="6781"/>
                      <a:pt x="77039" y="6893"/>
                    </a:cubicBezTo>
                    <a:cubicBezTo>
                      <a:pt x="77186" y="6951"/>
                      <a:pt x="77325" y="6973"/>
                      <a:pt x="77476" y="7016"/>
                    </a:cubicBezTo>
                    <a:cubicBezTo>
                      <a:pt x="77636" y="7058"/>
                      <a:pt x="77788" y="7124"/>
                      <a:pt x="77952" y="7159"/>
                    </a:cubicBezTo>
                    <a:cubicBezTo>
                      <a:pt x="78240" y="7222"/>
                      <a:pt x="78530" y="7298"/>
                      <a:pt x="78821" y="7354"/>
                    </a:cubicBezTo>
                    <a:cubicBezTo>
                      <a:pt x="79114" y="7412"/>
                      <a:pt x="79379" y="7579"/>
                      <a:pt x="79633" y="7732"/>
                    </a:cubicBezTo>
                    <a:cubicBezTo>
                      <a:pt x="79896" y="7888"/>
                      <a:pt x="80121" y="8057"/>
                      <a:pt x="80336" y="8273"/>
                    </a:cubicBezTo>
                    <a:cubicBezTo>
                      <a:pt x="80381" y="8319"/>
                      <a:pt x="80416" y="8373"/>
                      <a:pt x="80459" y="8420"/>
                    </a:cubicBezTo>
                    <a:cubicBezTo>
                      <a:pt x="80509" y="8476"/>
                      <a:pt x="80563" y="8502"/>
                      <a:pt x="80626" y="8541"/>
                    </a:cubicBezTo>
                    <a:cubicBezTo>
                      <a:pt x="80770" y="8626"/>
                      <a:pt x="80902" y="8745"/>
                      <a:pt x="81034" y="8851"/>
                    </a:cubicBezTo>
                    <a:cubicBezTo>
                      <a:pt x="81290" y="9054"/>
                      <a:pt x="81538" y="9257"/>
                      <a:pt x="81820" y="9424"/>
                    </a:cubicBezTo>
                    <a:cubicBezTo>
                      <a:pt x="82081" y="9578"/>
                      <a:pt x="82278" y="9803"/>
                      <a:pt x="82527" y="9975"/>
                    </a:cubicBezTo>
                    <a:cubicBezTo>
                      <a:pt x="82648" y="10058"/>
                      <a:pt x="82784" y="10121"/>
                      <a:pt x="82903" y="10209"/>
                    </a:cubicBezTo>
                    <a:cubicBezTo>
                      <a:pt x="83040" y="10306"/>
                      <a:pt x="83159" y="10393"/>
                      <a:pt x="83321" y="10447"/>
                    </a:cubicBezTo>
                    <a:cubicBezTo>
                      <a:pt x="83453" y="10493"/>
                      <a:pt x="83543" y="10585"/>
                      <a:pt x="83665" y="10638"/>
                    </a:cubicBezTo>
                    <a:cubicBezTo>
                      <a:pt x="83810" y="10702"/>
                      <a:pt x="83954" y="10730"/>
                      <a:pt x="84102" y="10771"/>
                    </a:cubicBezTo>
                    <a:cubicBezTo>
                      <a:pt x="84391" y="10852"/>
                      <a:pt x="84621" y="11042"/>
                      <a:pt x="84921" y="11074"/>
                    </a:cubicBezTo>
                    <a:cubicBezTo>
                      <a:pt x="85242" y="11105"/>
                      <a:pt x="85553" y="11124"/>
                      <a:pt x="85871" y="11189"/>
                    </a:cubicBezTo>
                    <a:cubicBezTo>
                      <a:pt x="86187" y="11254"/>
                      <a:pt x="86498" y="11250"/>
                      <a:pt x="86819" y="11239"/>
                    </a:cubicBezTo>
                    <a:cubicBezTo>
                      <a:pt x="87156" y="11228"/>
                      <a:pt x="87506" y="11215"/>
                      <a:pt x="87840" y="11170"/>
                    </a:cubicBezTo>
                    <a:cubicBezTo>
                      <a:pt x="88151" y="11129"/>
                      <a:pt x="88454" y="11038"/>
                      <a:pt x="88768" y="11031"/>
                    </a:cubicBezTo>
                    <a:cubicBezTo>
                      <a:pt x="89114" y="11023"/>
                      <a:pt x="89457" y="11066"/>
                      <a:pt x="89804" y="11044"/>
                    </a:cubicBezTo>
                    <a:cubicBezTo>
                      <a:pt x="90135" y="11022"/>
                      <a:pt x="90459" y="10964"/>
                      <a:pt x="90786" y="10927"/>
                    </a:cubicBezTo>
                    <a:cubicBezTo>
                      <a:pt x="91073" y="10895"/>
                      <a:pt x="91359" y="10943"/>
                      <a:pt x="91597" y="10748"/>
                    </a:cubicBezTo>
                    <a:cubicBezTo>
                      <a:pt x="91612" y="10735"/>
                      <a:pt x="91629" y="10733"/>
                      <a:pt x="91642" y="10737"/>
                    </a:cubicBezTo>
                    <a:cubicBezTo>
                      <a:pt x="91932" y="10545"/>
                      <a:pt x="92222" y="10361"/>
                      <a:pt x="92553" y="10242"/>
                    </a:cubicBezTo>
                    <a:cubicBezTo>
                      <a:pt x="92763" y="10166"/>
                      <a:pt x="92977" y="10092"/>
                      <a:pt x="93197" y="10043"/>
                    </a:cubicBezTo>
                    <a:cubicBezTo>
                      <a:pt x="93401" y="9997"/>
                      <a:pt x="93613" y="9986"/>
                      <a:pt x="93821" y="9976"/>
                    </a:cubicBezTo>
                    <a:cubicBezTo>
                      <a:pt x="94039" y="9969"/>
                      <a:pt x="94206" y="10019"/>
                      <a:pt x="94389" y="10133"/>
                    </a:cubicBezTo>
                    <a:cubicBezTo>
                      <a:pt x="94584" y="10255"/>
                      <a:pt x="94792" y="10343"/>
                      <a:pt x="95012" y="10413"/>
                    </a:cubicBezTo>
                    <a:cubicBezTo>
                      <a:pt x="95164" y="10464"/>
                      <a:pt x="95408" y="10586"/>
                      <a:pt x="95562" y="10499"/>
                    </a:cubicBezTo>
                    <a:cubicBezTo>
                      <a:pt x="95692" y="10426"/>
                      <a:pt x="95761" y="10265"/>
                      <a:pt x="95839" y="10148"/>
                    </a:cubicBezTo>
                    <a:cubicBezTo>
                      <a:pt x="95897" y="10062"/>
                      <a:pt x="95960" y="9984"/>
                      <a:pt x="96018" y="9900"/>
                    </a:cubicBezTo>
                    <a:cubicBezTo>
                      <a:pt x="96081" y="9811"/>
                      <a:pt x="96128" y="9716"/>
                      <a:pt x="96180" y="9621"/>
                    </a:cubicBezTo>
                    <a:cubicBezTo>
                      <a:pt x="96293" y="9420"/>
                      <a:pt x="96392" y="9221"/>
                      <a:pt x="96483" y="9009"/>
                    </a:cubicBezTo>
                    <a:cubicBezTo>
                      <a:pt x="96658" y="8606"/>
                      <a:pt x="96864" y="8208"/>
                      <a:pt x="97165" y="7882"/>
                    </a:cubicBezTo>
                    <a:cubicBezTo>
                      <a:pt x="97305" y="7732"/>
                      <a:pt x="97446" y="7637"/>
                      <a:pt x="97621" y="7535"/>
                    </a:cubicBezTo>
                    <a:cubicBezTo>
                      <a:pt x="97705" y="7486"/>
                      <a:pt x="97779" y="7425"/>
                      <a:pt x="97863" y="7376"/>
                    </a:cubicBezTo>
                    <a:cubicBezTo>
                      <a:pt x="97954" y="7323"/>
                      <a:pt x="98056" y="7293"/>
                      <a:pt x="98158" y="7270"/>
                    </a:cubicBezTo>
                    <a:cubicBezTo>
                      <a:pt x="98367" y="7226"/>
                      <a:pt x="98575" y="7174"/>
                      <a:pt x="98783" y="7131"/>
                    </a:cubicBezTo>
                    <a:cubicBezTo>
                      <a:pt x="99005" y="7086"/>
                      <a:pt x="99217" y="7044"/>
                      <a:pt x="99429" y="6969"/>
                    </a:cubicBezTo>
                    <a:cubicBezTo>
                      <a:pt x="99523" y="6936"/>
                      <a:pt x="99620" y="6908"/>
                      <a:pt x="99700" y="6846"/>
                    </a:cubicBezTo>
                    <a:cubicBezTo>
                      <a:pt x="99778" y="6791"/>
                      <a:pt x="99847" y="6720"/>
                      <a:pt x="99920" y="6657"/>
                    </a:cubicBezTo>
                    <a:cubicBezTo>
                      <a:pt x="100083" y="6515"/>
                      <a:pt x="100210" y="6335"/>
                      <a:pt x="100368" y="6184"/>
                    </a:cubicBezTo>
                    <a:cubicBezTo>
                      <a:pt x="100528" y="6028"/>
                      <a:pt x="100671" y="5853"/>
                      <a:pt x="100835" y="5701"/>
                    </a:cubicBezTo>
                    <a:cubicBezTo>
                      <a:pt x="100987" y="5559"/>
                      <a:pt x="101162" y="5440"/>
                      <a:pt x="101342" y="5336"/>
                    </a:cubicBezTo>
                    <a:cubicBezTo>
                      <a:pt x="101517" y="5234"/>
                      <a:pt x="101705" y="5126"/>
                      <a:pt x="101897" y="5059"/>
                    </a:cubicBezTo>
                    <a:cubicBezTo>
                      <a:pt x="102077" y="4998"/>
                      <a:pt x="102270" y="4985"/>
                      <a:pt x="102460" y="5003"/>
                    </a:cubicBezTo>
                    <a:cubicBezTo>
                      <a:pt x="102652" y="5024"/>
                      <a:pt x="102841" y="5070"/>
                      <a:pt x="103025" y="5124"/>
                    </a:cubicBezTo>
                    <a:cubicBezTo>
                      <a:pt x="103228" y="5180"/>
                      <a:pt x="103412" y="5277"/>
                      <a:pt x="103611" y="5340"/>
                    </a:cubicBezTo>
                    <a:cubicBezTo>
                      <a:pt x="103712" y="5373"/>
                      <a:pt x="103814" y="5390"/>
                      <a:pt x="103913" y="5431"/>
                    </a:cubicBezTo>
                    <a:cubicBezTo>
                      <a:pt x="104017" y="5472"/>
                      <a:pt x="104117" y="5524"/>
                      <a:pt x="104227" y="5552"/>
                    </a:cubicBezTo>
                    <a:cubicBezTo>
                      <a:pt x="104424" y="5606"/>
                      <a:pt x="104632" y="5677"/>
                      <a:pt x="104835" y="5705"/>
                    </a:cubicBezTo>
                    <a:cubicBezTo>
                      <a:pt x="105054" y="5732"/>
                      <a:pt x="105265" y="5749"/>
                      <a:pt x="105465" y="5853"/>
                    </a:cubicBezTo>
                    <a:cubicBezTo>
                      <a:pt x="105625" y="5937"/>
                      <a:pt x="105770" y="6050"/>
                      <a:pt x="105886" y="6192"/>
                    </a:cubicBezTo>
                    <a:cubicBezTo>
                      <a:pt x="106148" y="6515"/>
                      <a:pt x="106152" y="6952"/>
                      <a:pt x="106243" y="7345"/>
                    </a:cubicBezTo>
                    <a:cubicBezTo>
                      <a:pt x="106295" y="7564"/>
                      <a:pt x="106373" y="7773"/>
                      <a:pt x="106433" y="7990"/>
                    </a:cubicBezTo>
                    <a:cubicBezTo>
                      <a:pt x="106449" y="8053"/>
                      <a:pt x="106462" y="8128"/>
                      <a:pt x="106501" y="8184"/>
                    </a:cubicBezTo>
                    <a:cubicBezTo>
                      <a:pt x="106524" y="8213"/>
                      <a:pt x="106522" y="8215"/>
                      <a:pt x="106548" y="8210"/>
                    </a:cubicBezTo>
                    <a:cubicBezTo>
                      <a:pt x="106578" y="8204"/>
                      <a:pt x="106628" y="8130"/>
                      <a:pt x="106654" y="8109"/>
                    </a:cubicBezTo>
                    <a:cubicBezTo>
                      <a:pt x="106723" y="8059"/>
                      <a:pt x="106803" y="8035"/>
                      <a:pt x="106875" y="7998"/>
                    </a:cubicBezTo>
                    <a:cubicBezTo>
                      <a:pt x="106964" y="7951"/>
                      <a:pt x="107041" y="7879"/>
                      <a:pt x="107106" y="7804"/>
                    </a:cubicBezTo>
                    <a:cubicBezTo>
                      <a:pt x="107238" y="7648"/>
                      <a:pt x="107364" y="7475"/>
                      <a:pt x="107465" y="7296"/>
                    </a:cubicBezTo>
                    <a:cubicBezTo>
                      <a:pt x="107645" y="6977"/>
                      <a:pt x="107995" y="6623"/>
                      <a:pt x="108404" y="6705"/>
                    </a:cubicBezTo>
                    <a:cubicBezTo>
                      <a:pt x="108586" y="6742"/>
                      <a:pt x="108674" y="6898"/>
                      <a:pt x="108813" y="7004"/>
                    </a:cubicBezTo>
                    <a:cubicBezTo>
                      <a:pt x="108977" y="7131"/>
                      <a:pt x="109170" y="7211"/>
                      <a:pt x="109336" y="7339"/>
                    </a:cubicBezTo>
                    <a:cubicBezTo>
                      <a:pt x="109674" y="7605"/>
                      <a:pt x="109960" y="7938"/>
                      <a:pt x="110210" y="8288"/>
                    </a:cubicBezTo>
                    <a:cubicBezTo>
                      <a:pt x="110308" y="8425"/>
                      <a:pt x="110398" y="8570"/>
                      <a:pt x="110487" y="8714"/>
                    </a:cubicBezTo>
                    <a:cubicBezTo>
                      <a:pt x="110557" y="8693"/>
                      <a:pt x="110630" y="8675"/>
                      <a:pt x="110703" y="8665"/>
                    </a:cubicBezTo>
                    <a:cubicBezTo>
                      <a:pt x="110814" y="8650"/>
                      <a:pt x="110933" y="8676"/>
                      <a:pt x="111043" y="8650"/>
                    </a:cubicBezTo>
                    <a:cubicBezTo>
                      <a:pt x="111143" y="8626"/>
                      <a:pt x="111233" y="8557"/>
                      <a:pt x="111320" y="8503"/>
                    </a:cubicBezTo>
                    <a:cubicBezTo>
                      <a:pt x="111420" y="8440"/>
                      <a:pt x="111526" y="8390"/>
                      <a:pt x="111634" y="8342"/>
                    </a:cubicBezTo>
                    <a:cubicBezTo>
                      <a:pt x="111852" y="8247"/>
                      <a:pt x="112066" y="8146"/>
                      <a:pt x="112285" y="8057"/>
                    </a:cubicBezTo>
                    <a:cubicBezTo>
                      <a:pt x="112510" y="7966"/>
                      <a:pt x="112722" y="7851"/>
                      <a:pt x="112949" y="7765"/>
                    </a:cubicBezTo>
                    <a:cubicBezTo>
                      <a:pt x="113159" y="7687"/>
                      <a:pt x="113379" y="7601"/>
                      <a:pt x="113557" y="7464"/>
                    </a:cubicBezTo>
                    <a:cubicBezTo>
                      <a:pt x="113643" y="7397"/>
                      <a:pt x="113741" y="7354"/>
                      <a:pt x="113836" y="7302"/>
                    </a:cubicBezTo>
                    <a:cubicBezTo>
                      <a:pt x="113940" y="7244"/>
                      <a:pt x="114041" y="7185"/>
                      <a:pt x="114147" y="7133"/>
                    </a:cubicBezTo>
                    <a:cubicBezTo>
                      <a:pt x="114337" y="7044"/>
                      <a:pt x="114508" y="6921"/>
                      <a:pt x="114692" y="6817"/>
                    </a:cubicBezTo>
                    <a:cubicBezTo>
                      <a:pt x="114891" y="6701"/>
                      <a:pt x="115118" y="6651"/>
                      <a:pt x="115320" y="6541"/>
                    </a:cubicBezTo>
                    <a:cubicBezTo>
                      <a:pt x="115503" y="6441"/>
                      <a:pt x="115661" y="6335"/>
                      <a:pt x="115806" y="6192"/>
                    </a:cubicBezTo>
                    <a:cubicBezTo>
                      <a:pt x="115863" y="6136"/>
                      <a:pt x="115934" y="6063"/>
                      <a:pt x="116014" y="6024"/>
                    </a:cubicBezTo>
                    <a:cubicBezTo>
                      <a:pt x="116018" y="6019"/>
                      <a:pt x="116020" y="6015"/>
                      <a:pt x="116025" y="6008"/>
                    </a:cubicBezTo>
                    <a:cubicBezTo>
                      <a:pt x="116135" y="5853"/>
                      <a:pt x="116276" y="5770"/>
                      <a:pt x="116468" y="5764"/>
                    </a:cubicBezTo>
                    <a:cubicBezTo>
                      <a:pt x="116697" y="5758"/>
                      <a:pt x="116914" y="5777"/>
                      <a:pt x="117143" y="5740"/>
                    </a:cubicBezTo>
                    <a:cubicBezTo>
                      <a:pt x="117364" y="5703"/>
                      <a:pt x="117580" y="5639"/>
                      <a:pt x="117805" y="5636"/>
                    </a:cubicBezTo>
                    <a:cubicBezTo>
                      <a:pt x="117904" y="5634"/>
                      <a:pt x="117987" y="5632"/>
                      <a:pt x="118082" y="5591"/>
                    </a:cubicBezTo>
                    <a:cubicBezTo>
                      <a:pt x="118177" y="5552"/>
                      <a:pt x="118268" y="5502"/>
                      <a:pt x="118367" y="5465"/>
                    </a:cubicBezTo>
                    <a:cubicBezTo>
                      <a:pt x="118571" y="5385"/>
                      <a:pt x="118748" y="5266"/>
                      <a:pt x="118917" y="5124"/>
                    </a:cubicBezTo>
                    <a:cubicBezTo>
                      <a:pt x="119081" y="4988"/>
                      <a:pt x="119276" y="4894"/>
                      <a:pt x="119458" y="4786"/>
                    </a:cubicBezTo>
                    <a:cubicBezTo>
                      <a:pt x="119642" y="4676"/>
                      <a:pt x="119849" y="4581"/>
                      <a:pt x="120063" y="4553"/>
                    </a:cubicBezTo>
                    <a:cubicBezTo>
                      <a:pt x="120260" y="4527"/>
                      <a:pt x="120451" y="4568"/>
                      <a:pt x="120649" y="4561"/>
                    </a:cubicBezTo>
                    <a:cubicBezTo>
                      <a:pt x="120745" y="4557"/>
                      <a:pt x="120844" y="4540"/>
                      <a:pt x="120933" y="4507"/>
                    </a:cubicBezTo>
                    <a:cubicBezTo>
                      <a:pt x="121024" y="4471"/>
                      <a:pt x="121084" y="4408"/>
                      <a:pt x="121164" y="4360"/>
                    </a:cubicBezTo>
                    <a:cubicBezTo>
                      <a:pt x="121342" y="4250"/>
                      <a:pt x="121578" y="4265"/>
                      <a:pt x="121779" y="4278"/>
                    </a:cubicBezTo>
                    <a:cubicBezTo>
                      <a:pt x="122006" y="4293"/>
                      <a:pt x="122229" y="4302"/>
                      <a:pt x="122451" y="4362"/>
                    </a:cubicBezTo>
                    <a:cubicBezTo>
                      <a:pt x="122659" y="4418"/>
                      <a:pt x="122858" y="4509"/>
                      <a:pt x="123066" y="4568"/>
                    </a:cubicBezTo>
                    <a:cubicBezTo>
                      <a:pt x="123301" y="4633"/>
                      <a:pt x="123514" y="4607"/>
                      <a:pt x="123749" y="4555"/>
                    </a:cubicBezTo>
                    <a:cubicBezTo>
                      <a:pt x="123972" y="4507"/>
                      <a:pt x="124182" y="4486"/>
                      <a:pt x="124411" y="4481"/>
                    </a:cubicBezTo>
                    <a:cubicBezTo>
                      <a:pt x="124632" y="4473"/>
                      <a:pt x="124837" y="4388"/>
                      <a:pt x="125060" y="4377"/>
                    </a:cubicBezTo>
                    <a:cubicBezTo>
                      <a:pt x="125274" y="4365"/>
                      <a:pt x="125516" y="4373"/>
                      <a:pt x="125729" y="4408"/>
                    </a:cubicBezTo>
                    <a:cubicBezTo>
                      <a:pt x="125834" y="4427"/>
                      <a:pt x="125932" y="4468"/>
                      <a:pt x="126038" y="4486"/>
                    </a:cubicBezTo>
                    <a:cubicBezTo>
                      <a:pt x="126142" y="4503"/>
                      <a:pt x="126246" y="4511"/>
                      <a:pt x="126349" y="4550"/>
                    </a:cubicBezTo>
                    <a:cubicBezTo>
                      <a:pt x="126516" y="4613"/>
                      <a:pt x="126650" y="4730"/>
                      <a:pt x="126775" y="4856"/>
                    </a:cubicBezTo>
                    <a:cubicBezTo>
                      <a:pt x="126925" y="5011"/>
                      <a:pt x="127108" y="5122"/>
                      <a:pt x="127267" y="5266"/>
                    </a:cubicBezTo>
                    <a:cubicBezTo>
                      <a:pt x="127347" y="5336"/>
                      <a:pt x="127424" y="5385"/>
                      <a:pt x="127520" y="5435"/>
                    </a:cubicBezTo>
                    <a:cubicBezTo>
                      <a:pt x="127612" y="5483"/>
                      <a:pt x="127684" y="5552"/>
                      <a:pt x="127766" y="5613"/>
                    </a:cubicBezTo>
                    <a:cubicBezTo>
                      <a:pt x="127848" y="5677"/>
                      <a:pt x="127946" y="5703"/>
                      <a:pt x="128036" y="5753"/>
                    </a:cubicBezTo>
                    <a:cubicBezTo>
                      <a:pt x="128125" y="5803"/>
                      <a:pt x="128199" y="5874"/>
                      <a:pt x="128281" y="5933"/>
                    </a:cubicBezTo>
                    <a:cubicBezTo>
                      <a:pt x="128460" y="6060"/>
                      <a:pt x="128655" y="6156"/>
                      <a:pt x="128828" y="6292"/>
                    </a:cubicBezTo>
                    <a:cubicBezTo>
                      <a:pt x="129004" y="6428"/>
                      <a:pt x="129176" y="6564"/>
                      <a:pt x="129371" y="6672"/>
                    </a:cubicBezTo>
                    <a:cubicBezTo>
                      <a:pt x="129572" y="6781"/>
                      <a:pt x="129782" y="6872"/>
                      <a:pt x="129979" y="6988"/>
                    </a:cubicBezTo>
                    <a:cubicBezTo>
                      <a:pt x="130163" y="7094"/>
                      <a:pt x="130314" y="7244"/>
                      <a:pt x="130489" y="7365"/>
                    </a:cubicBezTo>
                    <a:cubicBezTo>
                      <a:pt x="130665" y="7486"/>
                      <a:pt x="130848" y="7607"/>
                      <a:pt x="131028" y="7720"/>
                    </a:cubicBezTo>
                    <a:cubicBezTo>
                      <a:pt x="131402" y="7955"/>
                      <a:pt x="131829" y="8091"/>
                      <a:pt x="132216" y="8297"/>
                    </a:cubicBezTo>
                    <a:cubicBezTo>
                      <a:pt x="132410" y="8399"/>
                      <a:pt x="132594" y="8516"/>
                      <a:pt x="132759" y="8660"/>
                    </a:cubicBezTo>
                    <a:cubicBezTo>
                      <a:pt x="132932" y="8808"/>
                      <a:pt x="133089" y="8976"/>
                      <a:pt x="133265" y="9121"/>
                    </a:cubicBezTo>
                    <a:cubicBezTo>
                      <a:pt x="133622" y="9418"/>
                      <a:pt x="134031" y="9636"/>
                      <a:pt x="134407" y="9908"/>
                    </a:cubicBezTo>
                    <a:cubicBezTo>
                      <a:pt x="134604" y="10047"/>
                      <a:pt x="134796" y="10198"/>
                      <a:pt x="134985" y="10348"/>
                    </a:cubicBezTo>
                    <a:cubicBezTo>
                      <a:pt x="135136" y="10469"/>
                      <a:pt x="135281" y="10625"/>
                      <a:pt x="135480" y="10648"/>
                    </a:cubicBezTo>
                    <a:cubicBezTo>
                      <a:pt x="135698" y="10674"/>
                      <a:pt x="135917" y="10618"/>
                      <a:pt x="136129" y="10573"/>
                    </a:cubicBezTo>
                    <a:cubicBezTo>
                      <a:pt x="136362" y="10521"/>
                      <a:pt x="136596" y="10488"/>
                      <a:pt x="136830" y="10449"/>
                    </a:cubicBezTo>
                    <a:cubicBezTo>
                      <a:pt x="137067" y="10410"/>
                      <a:pt x="137279" y="10404"/>
                      <a:pt x="137515" y="10430"/>
                    </a:cubicBezTo>
                    <a:cubicBezTo>
                      <a:pt x="137745" y="10456"/>
                      <a:pt x="137980" y="10458"/>
                      <a:pt x="138210" y="10492"/>
                    </a:cubicBezTo>
                    <a:cubicBezTo>
                      <a:pt x="138433" y="10523"/>
                      <a:pt x="138653" y="10594"/>
                      <a:pt x="138865" y="10666"/>
                    </a:cubicBezTo>
                    <a:cubicBezTo>
                      <a:pt x="138956" y="10694"/>
                      <a:pt x="139040" y="10730"/>
                      <a:pt x="139110" y="10795"/>
                    </a:cubicBezTo>
                    <a:cubicBezTo>
                      <a:pt x="139177" y="10852"/>
                      <a:pt x="139283" y="10862"/>
                      <a:pt x="139367" y="10897"/>
                    </a:cubicBezTo>
                    <a:cubicBezTo>
                      <a:pt x="139536" y="10964"/>
                      <a:pt x="139726" y="11046"/>
                      <a:pt x="139912" y="11038"/>
                    </a:cubicBezTo>
                    <a:cubicBezTo>
                      <a:pt x="139912" y="11036"/>
                      <a:pt x="139914" y="11036"/>
                      <a:pt x="139914" y="11036"/>
                    </a:cubicBezTo>
                    <a:cubicBezTo>
                      <a:pt x="139932" y="10988"/>
                      <a:pt x="140011" y="10994"/>
                      <a:pt x="140020" y="11040"/>
                    </a:cubicBezTo>
                    <a:cubicBezTo>
                      <a:pt x="140057" y="11029"/>
                      <a:pt x="140094" y="11018"/>
                      <a:pt x="140131" y="11005"/>
                    </a:cubicBezTo>
                    <a:cubicBezTo>
                      <a:pt x="140250" y="10964"/>
                      <a:pt x="140364" y="10910"/>
                      <a:pt x="140476" y="10856"/>
                    </a:cubicBezTo>
                    <a:cubicBezTo>
                      <a:pt x="140715" y="10739"/>
                      <a:pt x="140953" y="10635"/>
                      <a:pt x="141206" y="10551"/>
                    </a:cubicBezTo>
                    <a:cubicBezTo>
                      <a:pt x="141333" y="10508"/>
                      <a:pt x="141467" y="10477"/>
                      <a:pt x="141590" y="10426"/>
                    </a:cubicBezTo>
                    <a:cubicBezTo>
                      <a:pt x="141699" y="10382"/>
                      <a:pt x="141800" y="10317"/>
                      <a:pt x="141908" y="10267"/>
                    </a:cubicBezTo>
                    <a:cubicBezTo>
                      <a:pt x="142012" y="10218"/>
                      <a:pt x="142123" y="10187"/>
                      <a:pt x="142218" y="10121"/>
                    </a:cubicBezTo>
                    <a:cubicBezTo>
                      <a:pt x="142324" y="10051"/>
                      <a:pt x="142419" y="9963"/>
                      <a:pt x="142518" y="9883"/>
                    </a:cubicBezTo>
                    <a:cubicBezTo>
                      <a:pt x="142620" y="9800"/>
                      <a:pt x="142724" y="9716"/>
                      <a:pt x="142834" y="9642"/>
                    </a:cubicBezTo>
                    <a:cubicBezTo>
                      <a:pt x="142936" y="9569"/>
                      <a:pt x="143029" y="9485"/>
                      <a:pt x="143133" y="9415"/>
                    </a:cubicBezTo>
                    <a:cubicBezTo>
                      <a:pt x="143237" y="9344"/>
                      <a:pt x="143321" y="9253"/>
                      <a:pt x="143416" y="9169"/>
                    </a:cubicBezTo>
                    <a:cubicBezTo>
                      <a:pt x="143514" y="9084"/>
                      <a:pt x="143628" y="9011"/>
                      <a:pt x="143738" y="8939"/>
                    </a:cubicBezTo>
                    <a:cubicBezTo>
                      <a:pt x="143964" y="8784"/>
                      <a:pt x="144195" y="8636"/>
                      <a:pt x="144435" y="8503"/>
                    </a:cubicBezTo>
                    <a:cubicBezTo>
                      <a:pt x="144671" y="8371"/>
                      <a:pt x="144909" y="8232"/>
                      <a:pt x="145149" y="8107"/>
                    </a:cubicBezTo>
                    <a:cubicBezTo>
                      <a:pt x="145380" y="7988"/>
                      <a:pt x="145629" y="7899"/>
                      <a:pt x="145871" y="7806"/>
                    </a:cubicBezTo>
                    <a:cubicBezTo>
                      <a:pt x="146088" y="7724"/>
                      <a:pt x="146310" y="7644"/>
                      <a:pt x="146496" y="7501"/>
                    </a:cubicBezTo>
                    <a:cubicBezTo>
                      <a:pt x="146594" y="7425"/>
                      <a:pt x="146689" y="7347"/>
                      <a:pt x="146791" y="7278"/>
                    </a:cubicBezTo>
                    <a:cubicBezTo>
                      <a:pt x="146894" y="7209"/>
                      <a:pt x="147000" y="7159"/>
                      <a:pt x="147107" y="7103"/>
                    </a:cubicBezTo>
                    <a:cubicBezTo>
                      <a:pt x="147325" y="6995"/>
                      <a:pt x="147524" y="6856"/>
                      <a:pt x="147732" y="6733"/>
                    </a:cubicBezTo>
                    <a:cubicBezTo>
                      <a:pt x="147838" y="6672"/>
                      <a:pt x="147946" y="6614"/>
                      <a:pt x="148060" y="6567"/>
                    </a:cubicBezTo>
                    <a:cubicBezTo>
                      <a:pt x="148177" y="6519"/>
                      <a:pt x="148285" y="6502"/>
                      <a:pt x="148409" y="6489"/>
                    </a:cubicBezTo>
                    <a:cubicBezTo>
                      <a:pt x="148532" y="6476"/>
                      <a:pt x="148647" y="6434"/>
                      <a:pt x="148770" y="6426"/>
                    </a:cubicBezTo>
                    <a:cubicBezTo>
                      <a:pt x="148887" y="6419"/>
                      <a:pt x="149006" y="6411"/>
                      <a:pt x="149125" y="6409"/>
                    </a:cubicBezTo>
                    <a:cubicBezTo>
                      <a:pt x="149261" y="6406"/>
                      <a:pt x="149384" y="6447"/>
                      <a:pt x="149514" y="6480"/>
                    </a:cubicBezTo>
                    <a:cubicBezTo>
                      <a:pt x="149648" y="6515"/>
                      <a:pt x="149782" y="6538"/>
                      <a:pt x="149918" y="6562"/>
                    </a:cubicBezTo>
                    <a:cubicBezTo>
                      <a:pt x="150040" y="6584"/>
                      <a:pt x="150161" y="6601"/>
                      <a:pt x="150284" y="6616"/>
                    </a:cubicBezTo>
                    <a:cubicBezTo>
                      <a:pt x="150366" y="6538"/>
                      <a:pt x="150448" y="6458"/>
                      <a:pt x="150531" y="6383"/>
                    </a:cubicBezTo>
                    <a:cubicBezTo>
                      <a:pt x="150652" y="6275"/>
                      <a:pt x="150792" y="6195"/>
                      <a:pt x="150922" y="6099"/>
                    </a:cubicBezTo>
                    <a:cubicBezTo>
                      <a:pt x="151050" y="6004"/>
                      <a:pt x="151151" y="5889"/>
                      <a:pt x="151249" y="5764"/>
                    </a:cubicBezTo>
                    <a:cubicBezTo>
                      <a:pt x="151457" y="5498"/>
                      <a:pt x="151697" y="5258"/>
                      <a:pt x="151915" y="5002"/>
                    </a:cubicBezTo>
                    <a:cubicBezTo>
                      <a:pt x="152008" y="4888"/>
                      <a:pt x="152110" y="4756"/>
                      <a:pt x="152252" y="4704"/>
                    </a:cubicBezTo>
                    <a:cubicBezTo>
                      <a:pt x="152315" y="4680"/>
                      <a:pt x="152371" y="4659"/>
                      <a:pt x="152428" y="4624"/>
                    </a:cubicBezTo>
                    <a:cubicBezTo>
                      <a:pt x="152490" y="4585"/>
                      <a:pt x="152553" y="4551"/>
                      <a:pt x="152625" y="4542"/>
                    </a:cubicBezTo>
                    <a:cubicBezTo>
                      <a:pt x="152705" y="4535"/>
                      <a:pt x="152772" y="4559"/>
                      <a:pt x="152841" y="4590"/>
                    </a:cubicBezTo>
                    <a:cubicBezTo>
                      <a:pt x="152917" y="4626"/>
                      <a:pt x="152994" y="4628"/>
                      <a:pt x="153077" y="4631"/>
                    </a:cubicBezTo>
                    <a:cubicBezTo>
                      <a:pt x="153248" y="4635"/>
                      <a:pt x="153393" y="4657"/>
                      <a:pt x="153542" y="4741"/>
                    </a:cubicBezTo>
                    <a:cubicBezTo>
                      <a:pt x="153672" y="4814"/>
                      <a:pt x="153784" y="4914"/>
                      <a:pt x="153910" y="4992"/>
                    </a:cubicBezTo>
                    <a:cubicBezTo>
                      <a:pt x="154046" y="5078"/>
                      <a:pt x="154193" y="5147"/>
                      <a:pt x="154333" y="5230"/>
                    </a:cubicBezTo>
                    <a:cubicBezTo>
                      <a:pt x="154476" y="5314"/>
                      <a:pt x="154612" y="5407"/>
                      <a:pt x="154734" y="5517"/>
                    </a:cubicBezTo>
                    <a:cubicBezTo>
                      <a:pt x="154852" y="5621"/>
                      <a:pt x="154959" y="5732"/>
                      <a:pt x="155093" y="5812"/>
                    </a:cubicBezTo>
                    <a:cubicBezTo>
                      <a:pt x="155385" y="5985"/>
                      <a:pt x="155627" y="6236"/>
                      <a:pt x="155845" y="6495"/>
                    </a:cubicBezTo>
                    <a:cubicBezTo>
                      <a:pt x="155954" y="6627"/>
                      <a:pt x="156058" y="6763"/>
                      <a:pt x="156157" y="6902"/>
                    </a:cubicBezTo>
                    <a:cubicBezTo>
                      <a:pt x="156246" y="7029"/>
                      <a:pt x="156328" y="7146"/>
                      <a:pt x="156455" y="7237"/>
                    </a:cubicBezTo>
                    <a:cubicBezTo>
                      <a:pt x="156512" y="7280"/>
                      <a:pt x="156574" y="7311"/>
                      <a:pt x="156635" y="7347"/>
                    </a:cubicBezTo>
                    <a:cubicBezTo>
                      <a:pt x="156708" y="7391"/>
                      <a:pt x="156769" y="7451"/>
                      <a:pt x="156832" y="7505"/>
                    </a:cubicBezTo>
                    <a:cubicBezTo>
                      <a:pt x="156959" y="7613"/>
                      <a:pt x="157104" y="7691"/>
                      <a:pt x="157249" y="7767"/>
                    </a:cubicBezTo>
                    <a:cubicBezTo>
                      <a:pt x="157310" y="7800"/>
                      <a:pt x="157368" y="7836"/>
                      <a:pt x="157437" y="7849"/>
                    </a:cubicBezTo>
                    <a:cubicBezTo>
                      <a:pt x="157522" y="7867"/>
                      <a:pt x="157598" y="7888"/>
                      <a:pt x="157680" y="7923"/>
                    </a:cubicBezTo>
                    <a:cubicBezTo>
                      <a:pt x="157835" y="7992"/>
                      <a:pt x="157983" y="8074"/>
                      <a:pt x="158132" y="8152"/>
                    </a:cubicBezTo>
                    <a:cubicBezTo>
                      <a:pt x="158279" y="8230"/>
                      <a:pt x="158435" y="8290"/>
                      <a:pt x="158580" y="8370"/>
                    </a:cubicBezTo>
                    <a:cubicBezTo>
                      <a:pt x="158731" y="8453"/>
                      <a:pt x="158850" y="8583"/>
                      <a:pt x="158980" y="8691"/>
                    </a:cubicBezTo>
                    <a:cubicBezTo>
                      <a:pt x="159103" y="8792"/>
                      <a:pt x="159228" y="8890"/>
                      <a:pt x="159365" y="8970"/>
                    </a:cubicBezTo>
                    <a:cubicBezTo>
                      <a:pt x="159510" y="9052"/>
                      <a:pt x="159629" y="9154"/>
                      <a:pt x="159748" y="9268"/>
                    </a:cubicBezTo>
                    <a:cubicBezTo>
                      <a:pt x="159867" y="9381"/>
                      <a:pt x="159983" y="9491"/>
                      <a:pt x="160130" y="9564"/>
                    </a:cubicBezTo>
                    <a:cubicBezTo>
                      <a:pt x="160282" y="9642"/>
                      <a:pt x="160436" y="9714"/>
                      <a:pt x="160585" y="9800"/>
                    </a:cubicBezTo>
                    <a:cubicBezTo>
                      <a:pt x="160730" y="9882"/>
                      <a:pt x="160873" y="9969"/>
                      <a:pt x="161028" y="10034"/>
                    </a:cubicBezTo>
                    <a:cubicBezTo>
                      <a:pt x="161191" y="10103"/>
                      <a:pt x="161363" y="10134"/>
                      <a:pt x="161535" y="10168"/>
                    </a:cubicBezTo>
                    <a:cubicBezTo>
                      <a:pt x="161710" y="10201"/>
                      <a:pt x="161887" y="10235"/>
                      <a:pt x="162058" y="10285"/>
                    </a:cubicBezTo>
                    <a:cubicBezTo>
                      <a:pt x="162136" y="10309"/>
                      <a:pt x="162211" y="10341"/>
                      <a:pt x="162285" y="10369"/>
                    </a:cubicBezTo>
                    <a:cubicBezTo>
                      <a:pt x="162367" y="10400"/>
                      <a:pt x="162451" y="10412"/>
                      <a:pt x="162534" y="10434"/>
                    </a:cubicBezTo>
                    <a:cubicBezTo>
                      <a:pt x="162690" y="10473"/>
                      <a:pt x="162824" y="10547"/>
                      <a:pt x="162984" y="10568"/>
                    </a:cubicBezTo>
                    <a:cubicBezTo>
                      <a:pt x="163068" y="10579"/>
                      <a:pt x="163150" y="10585"/>
                      <a:pt x="163233" y="10594"/>
                    </a:cubicBezTo>
                    <a:cubicBezTo>
                      <a:pt x="163321" y="10603"/>
                      <a:pt x="163393" y="10618"/>
                      <a:pt x="163481" y="10599"/>
                    </a:cubicBezTo>
                    <a:cubicBezTo>
                      <a:pt x="163583" y="10577"/>
                      <a:pt x="163711" y="10553"/>
                      <a:pt x="163812" y="10583"/>
                    </a:cubicBezTo>
                    <a:cubicBezTo>
                      <a:pt x="163821" y="10585"/>
                      <a:pt x="163827" y="10588"/>
                      <a:pt x="163832" y="10594"/>
                    </a:cubicBezTo>
                    <a:cubicBezTo>
                      <a:pt x="163873" y="10585"/>
                      <a:pt x="163916" y="10577"/>
                      <a:pt x="163959" y="10570"/>
                    </a:cubicBezTo>
                    <a:cubicBezTo>
                      <a:pt x="164241" y="10514"/>
                      <a:pt x="164519" y="10467"/>
                      <a:pt x="164788" y="10360"/>
                    </a:cubicBezTo>
                    <a:cubicBezTo>
                      <a:pt x="165039" y="10259"/>
                      <a:pt x="165281" y="10161"/>
                      <a:pt x="165549" y="10120"/>
                    </a:cubicBezTo>
                    <a:cubicBezTo>
                      <a:pt x="165837" y="10077"/>
                      <a:pt x="166103" y="9980"/>
                      <a:pt x="166382" y="9906"/>
                    </a:cubicBezTo>
                    <a:cubicBezTo>
                      <a:pt x="166646" y="9839"/>
                      <a:pt x="166888" y="9703"/>
                      <a:pt x="167152" y="9629"/>
                    </a:cubicBezTo>
                    <a:cubicBezTo>
                      <a:pt x="167424" y="9552"/>
                      <a:pt x="167688" y="9452"/>
                      <a:pt x="167944" y="9335"/>
                    </a:cubicBezTo>
                    <a:cubicBezTo>
                      <a:pt x="168205" y="9218"/>
                      <a:pt x="168459" y="9087"/>
                      <a:pt x="168729" y="8991"/>
                    </a:cubicBezTo>
                    <a:cubicBezTo>
                      <a:pt x="169001" y="8890"/>
                      <a:pt x="169294" y="8831"/>
                      <a:pt x="169557" y="8712"/>
                    </a:cubicBezTo>
                    <a:cubicBezTo>
                      <a:pt x="169657" y="8667"/>
                      <a:pt x="169745" y="8600"/>
                      <a:pt x="169839" y="8546"/>
                    </a:cubicBezTo>
                    <a:cubicBezTo>
                      <a:pt x="169953" y="8481"/>
                      <a:pt x="170077" y="8446"/>
                      <a:pt x="170193" y="8384"/>
                    </a:cubicBezTo>
                    <a:cubicBezTo>
                      <a:pt x="170425" y="8265"/>
                      <a:pt x="170635" y="8113"/>
                      <a:pt x="170879" y="8012"/>
                    </a:cubicBezTo>
                    <a:cubicBezTo>
                      <a:pt x="171128" y="7912"/>
                      <a:pt x="171364" y="7774"/>
                      <a:pt x="171641" y="7780"/>
                    </a:cubicBezTo>
                    <a:cubicBezTo>
                      <a:pt x="171920" y="7787"/>
                      <a:pt x="172203" y="7825"/>
                      <a:pt x="172480" y="7849"/>
                    </a:cubicBezTo>
                    <a:cubicBezTo>
                      <a:pt x="172754" y="7871"/>
                      <a:pt x="172953" y="7827"/>
                      <a:pt x="173185" y="7678"/>
                    </a:cubicBezTo>
                    <a:cubicBezTo>
                      <a:pt x="173280" y="7616"/>
                      <a:pt x="173377" y="7562"/>
                      <a:pt x="173490" y="7551"/>
                    </a:cubicBezTo>
                    <a:cubicBezTo>
                      <a:pt x="173617" y="7538"/>
                      <a:pt x="173739" y="7572"/>
                      <a:pt x="173864" y="7579"/>
                    </a:cubicBezTo>
                    <a:cubicBezTo>
                      <a:pt x="173996" y="7587"/>
                      <a:pt x="174126" y="7583"/>
                      <a:pt x="174254" y="7614"/>
                    </a:cubicBezTo>
                    <a:cubicBezTo>
                      <a:pt x="174385" y="7646"/>
                      <a:pt x="174511" y="7704"/>
                      <a:pt x="174636" y="7754"/>
                    </a:cubicBezTo>
                    <a:cubicBezTo>
                      <a:pt x="174744" y="7800"/>
                      <a:pt x="174846" y="7854"/>
                      <a:pt x="174928" y="7942"/>
                    </a:cubicBezTo>
                    <a:cubicBezTo>
                      <a:pt x="175026" y="8050"/>
                      <a:pt x="175093" y="8185"/>
                      <a:pt x="175188" y="8295"/>
                    </a:cubicBezTo>
                    <a:cubicBezTo>
                      <a:pt x="175264" y="8384"/>
                      <a:pt x="175363" y="8427"/>
                      <a:pt x="175454" y="8494"/>
                    </a:cubicBezTo>
                    <a:cubicBezTo>
                      <a:pt x="175502" y="8529"/>
                      <a:pt x="175540" y="8580"/>
                      <a:pt x="175592" y="8609"/>
                    </a:cubicBezTo>
                    <a:cubicBezTo>
                      <a:pt x="175655" y="8641"/>
                      <a:pt x="175724" y="8656"/>
                      <a:pt x="175783" y="8697"/>
                    </a:cubicBezTo>
                    <a:cubicBezTo>
                      <a:pt x="175889" y="8768"/>
                      <a:pt x="175980" y="8861"/>
                      <a:pt x="176083" y="8933"/>
                    </a:cubicBezTo>
                    <a:cubicBezTo>
                      <a:pt x="176192" y="9011"/>
                      <a:pt x="176324" y="9047"/>
                      <a:pt x="176432" y="9125"/>
                    </a:cubicBezTo>
                    <a:cubicBezTo>
                      <a:pt x="176542" y="9203"/>
                      <a:pt x="176635" y="9299"/>
                      <a:pt x="176747" y="9374"/>
                    </a:cubicBezTo>
                    <a:cubicBezTo>
                      <a:pt x="176853" y="9446"/>
                      <a:pt x="176962" y="9504"/>
                      <a:pt x="177057" y="9590"/>
                    </a:cubicBezTo>
                    <a:cubicBezTo>
                      <a:pt x="177137" y="9660"/>
                      <a:pt x="177243" y="9785"/>
                      <a:pt x="177358" y="9789"/>
                    </a:cubicBezTo>
                    <a:cubicBezTo>
                      <a:pt x="177414" y="9790"/>
                      <a:pt x="177479" y="9770"/>
                      <a:pt x="177533" y="9763"/>
                    </a:cubicBezTo>
                    <a:cubicBezTo>
                      <a:pt x="177619" y="9751"/>
                      <a:pt x="177706" y="9740"/>
                      <a:pt x="177790" y="9727"/>
                    </a:cubicBezTo>
                    <a:cubicBezTo>
                      <a:pt x="177935" y="9707"/>
                      <a:pt x="178082" y="9690"/>
                      <a:pt x="178223" y="9658"/>
                    </a:cubicBezTo>
                    <a:cubicBezTo>
                      <a:pt x="178357" y="9629"/>
                      <a:pt x="178469" y="9549"/>
                      <a:pt x="178597" y="9502"/>
                    </a:cubicBezTo>
                    <a:cubicBezTo>
                      <a:pt x="178720" y="9456"/>
                      <a:pt x="178820" y="9405"/>
                      <a:pt x="178928" y="9331"/>
                    </a:cubicBezTo>
                    <a:cubicBezTo>
                      <a:pt x="179034" y="9259"/>
                      <a:pt x="179140" y="9180"/>
                      <a:pt x="179257" y="9126"/>
                    </a:cubicBezTo>
                    <a:cubicBezTo>
                      <a:pt x="179361" y="9076"/>
                      <a:pt x="179473" y="9054"/>
                      <a:pt x="179579" y="9009"/>
                    </a:cubicBezTo>
                    <a:cubicBezTo>
                      <a:pt x="179698" y="8959"/>
                      <a:pt x="179802" y="8894"/>
                      <a:pt x="179927" y="8859"/>
                    </a:cubicBezTo>
                    <a:cubicBezTo>
                      <a:pt x="180163" y="8792"/>
                      <a:pt x="180407" y="8734"/>
                      <a:pt x="180646" y="8686"/>
                    </a:cubicBezTo>
                    <a:cubicBezTo>
                      <a:pt x="180918" y="8630"/>
                      <a:pt x="181188" y="8658"/>
                      <a:pt x="181446" y="8546"/>
                    </a:cubicBezTo>
                    <a:cubicBezTo>
                      <a:pt x="181695" y="8440"/>
                      <a:pt x="181922" y="8303"/>
                      <a:pt x="182069" y="8074"/>
                    </a:cubicBezTo>
                    <a:cubicBezTo>
                      <a:pt x="182138" y="7968"/>
                      <a:pt x="182220" y="7879"/>
                      <a:pt x="182298" y="7782"/>
                    </a:cubicBezTo>
                    <a:cubicBezTo>
                      <a:pt x="182387" y="7674"/>
                      <a:pt x="182456" y="7553"/>
                      <a:pt x="182545" y="7445"/>
                    </a:cubicBezTo>
                    <a:cubicBezTo>
                      <a:pt x="182679" y="7285"/>
                      <a:pt x="182791" y="7042"/>
                      <a:pt x="182986" y="6947"/>
                    </a:cubicBezTo>
                    <a:cubicBezTo>
                      <a:pt x="183150" y="6869"/>
                      <a:pt x="183304" y="6956"/>
                      <a:pt x="183419" y="7071"/>
                    </a:cubicBezTo>
                    <a:cubicBezTo>
                      <a:pt x="183527" y="7179"/>
                      <a:pt x="183613" y="7369"/>
                      <a:pt x="183793" y="7300"/>
                    </a:cubicBezTo>
                    <a:cubicBezTo>
                      <a:pt x="183884" y="7265"/>
                      <a:pt x="183962" y="7192"/>
                      <a:pt x="184042" y="7138"/>
                    </a:cubicBezTo>
                    <a:cubicBezTo>
                      <a:pt x="184156" y="7064"/>
                      <a:pt x="184267" y="6991"/>
                      <a:pt x="184375" y="6910"/>
                    </a:cubicBezTo>
                    <a:cubicBezTo>
                      <a:pt x="184578" y="6753"/>
                      <a:pt x="184786" y="6606"/>
                      <a:pt x="184991" y="6456"/>
                    </a:cubicBezTo>
                    <a:cubicBezTo>
                      <a:pt x="185181" y="6315"/>
                      <a:pt x="185294" y="6108"/>
                      <a:pt x="185489" y="5974"/>
                    </a:cubicBezTo>
                    <a:cubicBezTo>
                      <a:pt x="185580" y="5913"/>
                      <a:pt x="185677" y="5861"/>
                      <a:pt x="185765" y="5790"/>
                    </a:cubicBezTo>
                    <a:cubicBezTo>
                      <a:pt x="185863" y="5708"/>
                      <a:pt x="185919" y="5593"/>
                      <a:pt x="186003" y="5498"/>
                    </a:cubicBezTo>
                    <a:cubicBezTo>
                      <a:pt x="186073" y="5418"/>
                      <a:pt x="186146" y="5355"/>
                      <a:pt x="186198" y="5258"/>
                    </a:cubicBezTo>
                    <a:cubicBezTo>
                      <a:pt x="186261" y="5137"/>
                      <a:pt x="186334" y="5020"/>
                      <a:pt x="186401" y="4901"/>
                    </a:cubicBezTo>
                    <a:cubicBezTo>
                      <a:pt x="186460" y="4795"/>
                      <a:pt x="186508" y="4682"/>
                      <a:pt x="186579" y="4583"/>
                    </a:cubicBezTo>
                    <a:cubicBezTo>
                      <a:pt x="186650" y="4486"/>
                      <a:pt x="186743" y="4406"/>
                      <a:pt x="186838" y="4334"/>
                    </a:cubicBezTo>
                    <a:cubicBezTo>
                      <a:pt x="187014" y="4198"/>
                      <a:pt x="187185" y="4036"/>
                      <a:pt x="187410" y="3984"/>
                    </a:cubicBezTo>
                    <a:cubicBezTo>
                      <a:pt x="187507" y="3960"/>
                      <a:pt x="187608" y="3958"/>
                      <a:pt x="187706" y="3949"/>
                    </a:cubicBezTo>
                    <a:cubicBezTo>
                      <a:pt x="187851" y="3934"/>
                      <a:pt x="187993" y="3889"/>
                      <a:pt x="188139" y="3880"/>
                    </a:cubicBezTo>
                    <a:cubicBezTo>
                      <a:pt x="188262" y="3871"/>
                      <a:pt x="188385" y="3893"/>
                      <a:pt x="188508" y="3906"/>
                    </a:cubicBezTo>
                    <a:cubicBezTo>
                      <a:pt x="188662" y="3921"/>
                      <a:pt x="188815" y="3936"/>
                      <a:pt x="188967" y="3949"/>
                    </a:cubicBezTo>
                    <a:cubicBezTo>
                      <a:pt x="189259" y="3975"/>
                      <a:pt x="189519" y="4081"/>
                      <a:pt x="189806" y="4126"/>
                    </a:cubicBezTo>
                    <a:cubicBezTo>
                      <a:pt x="190087" y="4170"/>
                      <a:pt x="190373" y="4185"/>
                      <a:pt x="190658" y="4219"/>
                    </a:cubicBezTo>
                    <a:cubicBezTo>
                      <a:pt x="190669" y="4220"/>
                      <a:pt x="190680" y="4224"/>
                      <a:pt x="190689" y="4232"/>
                    </a:cubicBezTo>
                    <a:cubicBezTo>
                      <a:pt x="190782" y="4142"/>
                      <a:pt x="190875" y="4051"/>
                      <a:pt x="190970" y="3964"/>
                    </a:cubicBezTo>
                    <a:cubicBezTo>
                      <a:pt x="191102" y="3841"/>
                      <a:pt x="191245" y="3739"/>
                      <a:pt x="191405" y="3651"/>
                    </a:cubicBezTo>
                    <a:cubicBezTo>
                      <a:pt x="191569" y="3562"/>
                      <a:pt x="191734" y="3478"/>
                      <a:pt x="191881" y="3363"/>
                    </a:cubicBezTo>
                    <a:cubicBezTo>
                      <a:pt x="192032" y="3248"/>
                      <a:pt x="192201" y="3158"/>
                      <a:pt x="192354" y="3045"/>
                    </a:cubicBezTo>
                    <a:cubicBezTo>
                      <a:pt x="192495" y="2941"/>
                      <a:pt x="192612" y="2807"/>
                      <a:pt x="192765" y="2718"/>
                    </a:cubicBezTo>
                    <a:cubicBezTo>
                      <a:pt x="192899" y="2638"/>
                      <a:pt x="193038" y="2602"/>
                      <a:pt x="193153" y="2493"/>
                    </a:cubicBezTo>
                    <a:cubicBezTo>
                      <a:pt x="193282" y="2374"/>
                      <a:pt x="193364" y="2210"/>
                      <a:pt x="193483" y="2082"/>
                    </a:cubicBezTo>
                    <a:cubicBezTo>
                      <a:pt x="193607" y="1948"/>
                      <a:pt x="193763" y="1847"/>
                      <a:pt x="193892" y="1717"/>
                    </a:cubicBezTo>
                    <a:cubicBezTo>
                      <a:pt x="194018" y="1587"/>
                      <a:pt x="194132" y="1442"/>
                      <a:pt x="194238" y="1291"/>
                    </a:cubicBezTo>
                    <a:cubicBezTo>
                      <a:pt x="194345" y="1139"/>
                      <a:pt x="194453" y="997"/>
                      <a:pt x="194598" y="877"/>
                    </a:cubicBezTo>
                    <a:cubicBezTo>
                      <a:pt x="194736" y="763"/>
                      <a:pt x="194883" y="644"/>
                      <a:pt x="195047" y="572"/>
                    </a:cubicBezTo>
                    <a:cubicBezTo>
                      <a:pt x="195233" y="492"/>
                      <a:pt x="195409" y="510"/>
                      <a:pt x="195605" y="532"/>
                    </a:cubicBezTo>
                    <a:cubicBezTo>
                      <a:pt x="195792" y="553"/>
                      <a:pt x="195991" y="534"/>
                      <a:pt x="196172" y="603"/>
                    </a:cubicBezTo>
                    <a:cubicBezTo>
                      <a:pt x="196263" y="638"/>
                      <a:pt x="196347" y="694"/>
                      <a:pt x="196425" y="750"/>
                    </a:cubicBezTo>
                    <a:cubicBezTo>
                      <a:pt x="196505" y="806"/>
                      <a:pt x="196583" y="843"/>
                      <a:pt x="196670" y="888"/>
                    </a:cubicBezTo>
                    <a:cubicBezTo>
                      <a:pt x="196745" y="925"/>
                      <a:pt x="196819" y="966"/>
                      <a:pt x="196884" y="1018"/>
                    </a:cubicBezTo>
                    <a:cubicBezTo>
                      <a:pt x="196971" y="1087"/>
                      <a:pt x="197051" y="1161"/>
                      <a:pt x="197144" y="1226"/>
                    </a:cubicBezTo>
                    <a:cubicBezTo>
                      <a:pt x="197288" y="1328"/>
                      <a:pt x="197468" y="1384"/>
                      <a:pt x="197600" y="1503"/>
                    </a:cubicBezTo>
                    <a:cubicBezTo>
                      <a:pt x="197608" y="1511"/>
                      <a:pt x="197647" y="1550"/>
                      <a:pt x="197665" y="1580"/>
                    </a:cubicBezTo>
                    <a:cubicBezTo>
                      <a:pt x="197687" y="1583"/>
                      <a:pt x="197717" y="1596"/>
                      <a:pt x="197734" y="1606"/>
                    </a:cubicBezTo>
                    <a:cubicBezTo>
                      <a:pt x="197810" y="1648"/>
                      <a:pt x="197873" y="1728"/>
                      <a:pt x="197959" y="1749"/>
                    </a:cubicBezTo>
                    <a:cubicBezTo>
                      <a:pt x="197968" y="1747"/>
                      <a:pt x="197976" y="1743"/>
                      <a:pt x="197985" y="1741"/>
                    </a:cubicBezTo>
                    <a:cubicBezTo>
                      <a:pt x="198005" y="1719"/>
                      <a:pt x="198039" y="1713"/>
                      <a:pt x="198065" y="1721"/>
                    </a:cubicBezTo>
                    <a:cubicBezTo>
                      <a:pt x="198234" y="1680"/>
                      <a:pt x="198407" y="1648"/>
                      <a:pt x="198573" y="1587"/>
                    </a:cubicBezTo>
                    <a:cubicBezTo>
                      <a:pt x="198794" y="1505"/>
                      <a:pt x="198971" y="1373"/>
                      <a:pt x="199153" y="1226"/>
                    </a:cubicBezTo>
                    <a:cubicBezTo>
                      <a:pt x="199339" y="1079"/>
                      <a:pt x="199529" y="964"/>
                      <a:pt x="199748" y="873"/>
                    </a:cubicBezTo>
                    <a:cubicBezTo>
                      <a:pt x="199862" y="826"/>
                      <a:pt x="199975" y="774"/>
                      <a:pt x="200096" y="750"/>
                    </a:cubicBezTo>
                    <a:cubicBezTo>
                      <a:pt x="200219" y="728"/>
                      <a:pt x="200328" y="717"/>
                      <a:pt x="200442" y="665"/>
                    </a:cubicBezTo>
                    <a:cubicBezTo>
                      <a:pt x="200553" y="616"/>
                      <a:pt x="200661" y="568"/>
                      <a:pt x="200775" y="523"/>
                    </a:cubicBezTo>
                    <a:cubicBezTo>
                      <a:pt x="200897" y="475"/>
                      <a:pt x="201009" y="410"/>
                      <a:pt x="201137" y="378"/>
                    </a:cubicBezTo>
                    <a:cubicBezTo>
                      <a:pt x="201381" y="317"/>
                      <a:pt x="201604" y="185"/>
                      <a:pt x="201846" y="108"/>
                    </a:cubicBezTo>
                    <a:cubicBezTo>
                      <a:pt x="201943" y="77"/>
                      <a:pt x="202039" y="84"/>
                      <a:pt x="202138" y="69"/>
                    </a:cubicBezTo>
                    <a:cubicBezTo>
                      <a:pt x="202259" y="49"/>
                      <a:pt x="202374" y="1"/>
                      <a:pt x="202499" y="10"/>
                    </a:cubicBezTo>
                    <a:cubicBezTo>
                      <a:pt x="202592" y="17"/>
                      <a:pt x="202677" y="62"/>
                      <a:pt x="202772" y="69"/>
                    </a:cubicBezTo>
                    <a:cubicBezTo>
                      <a:pt x="202906" y="82"/>
                      <a:pt x="203014" y="110"/>
                      <a:pt x="203138" y="164"/>
                    </a:cubicBezTo>
                    <a:cubicBezTo>
                      <a:pt x="203248" y="211"/>
                      <a:pt x="203363" y="222"/>
                      <a:pt x="203479" y="248"/>
                    </a:cubicBezTo>
                    <a:cubicBezTo>
                      <a:pt x="203600" y="276"/>
                      <a:pt x="203721" y="294"/>
                      <a:pt x="203841" y="317"/>
                    </a:cubicBezTo>
                    <a:cubicBezTo>
                      <a:pt x="204091" y="360"/>
                      <a:pt x="204334" y="428"/>
                      <a:pt x="204582" y="479"/>
                    </a:cubicBezTo>
                    <a:cubicBezTo>
                      <a:pt x="204844" y="532"/>
                      <a:pt x="205104" y="590"/>
                      <a:pt x="205361" y="665"/>
                    </a:cubicBezTo>
                    <a:cubicBezTo>
                      <a:pt x="205604" y="737"/>
                      <a:pt x="205839" y="830"/>
                      <a:pt x="206077" y="925"/>
                    </a:cubicBezTo>
                    <a:cubicBezTo>
                      <a:pt x="206307" y="1014"/>
                      <a:pt x="206547" y="1081"/>
                      <a:pt x="206774" y="1187"/>
                    </a:cubicBezTo>
                    <a:cubicBezTo>
                      <a:pt x="206878" y="1237"/>
                      <a:pt x="206979" y="1295"/>
                      <a:pt x="207087" y="1341"/>
                    </a:cubicBezTo>
                    <a:cubicBezTo>
                      <a:pt x="207196" y="1388"/>
                      <a:pt x="207317" y="1414"/>
                      <a:pt x="207427" y="1466"/>
                    </a:cubicBezTo>
                    <a:cubicBezTo>
                      <a:pt x="207520" y="1511"/>
                      <a:pt x="207619" y="1540"/>
                      <a:pt x="207712" y="1587"/>
                    </a:cubicBezTo>
                    <a:cubicBezTo>
                      <a:pt x="207818" y="1643"/>
                      <a:pt x="207916" y="1708"/>
                      <a:pt x="208017" y="1773"/>
                    </a:cubicBezTo>
                    <a:cubicBezTo>
                      <a:pt x="208139" y="1853"/>
                      <a:pt x="208268" y="1922"/>
                      <a:pt x="208405" y="1976"/>
                    </a:cubicBezTo>
                    <a:cubicBezTo>
                      <a:pt x="208530" y="2024"/>
                      <a:pt x="208658" y="2061"/>
                      <a:pt x="208781" y="2119"/>
                    </a:cubicBezTo>
                    <a:cubicBezTo>
                      <a:pt x="209026" y="2234"/>
                      <a:pt x="209283" y="2338"/>
                      <a:pt x="209514" y="2482"/>
                    </a:cubicBezTo>
                    <a:cubicBezTo>
                      <a:pt x="209633" y="2558"/>
                      <a:pt x="209754" y="2615"/>
                      <a:pt x="209884" y="2671"/>
                    </a:cubicBezTo>
                    <a:cubicBezTo>
                      <a:pt x="210001" y="2721"/>
                      <a:pt x="210103" y="2792"/>
                      <a:pt x="210215" y="2852"/>
                    </a:cubicBezTo>
                    <a:cubicBezTo>
                      <a:pt x="210334" y="2913"/>
                      <a:pt x="210460" y="2956"/>
                      <a:pt x="210579" y="3019"/>
                    </a:cubicBezTo>
                    <a:cubicBezTo>
                      <a:pt x="210622" y="3041"/>
                      <a:pt x="210674" y="3075"/>
                      <a:pt x="210724" y="3080"/>
                    </a:cubicBezTo>
                    <a:cubicBezTo>
                      <a:pt x="210780" y="3088"/>
                      <a:pt x="210834" y="3062"/>
                      <a:pt x="210883" y="3041"/>
                    </a:cubicBezTo>
                    <a:cubicBezTo>
                      <a:pt x="210903" y="3034"/>
                      <a:pt x="210923" y="3038"/>
                      <a:pt x="210938" y="3049"/>
                    </a:cubicBezTo>
                    <a:cubicBezTo>
                      <a:pt x="211037" y="2980"/>
                      <a:pt x="211132" y="2898"/>
                      <a:pt x="211232" y="2839"/>
                    </a:cubicBezTo>
                    <a:cubicBezTo>
                      <a:pt x="211478" y="2695"/>
                      <a:pt x="211742" y="2588"/>
                      <a:pt x="211997" y="2461"/>
                    </a:cubicBezTo>
                    <a:cubicBezTo>
                      <a:pt x="212123" y="2398"/>
                      <a:pt x="212244" y="2322"/>
                      <a:pt x="212368" y="2253"/>
                    </a:cubicBezTo>
                    <a:cubicBezTo>
                      <a:pt x="212480" y="2190"/>
                      <a:pt x="212608" y="2162"/>
                      <a:pt x="212716" y="2097"/>
                    </a:cubicBezTo>
                    <a:cubicBezTo>
                      <a:pt x="212820" y="2035"/>
                      <a:pt x="212902" y="1940"/>
                      <a:pt x="213005" y="1875"/>
                    </a:cubicBezTo>
                    <a:cubicBezTo>
                      <a:pt x="213112" y="1808"/>
                      <a:pt x="213200" y="1752"/>
                      <a:pt x="213282" y="1654"/>
                    </a:cubicBezTo>
                    <a:cubicBezTo>
                      <a:pt x="213434" y="1470"/>
                      <a:pt x="213698" y="1301"/>
                      <a:pt x="213942" y="1288"/>
                    </a:cubicBezTo>
                    <a:cubicBezTo>
                      <a:pt x="214217" y="1275"/>
                      <a:pt x="214492" y="1340"/>
                      <a:pt x="214760" y="1405"/>
                    </a:cubicBezTo>
                    <a:cubicBezTo>
                      <a:pt x="214890" y="1436"/>
                      <a:pt x="215009" y="1501"/>
                      <a:pt x="215143" y="1513"/>
                    </a:cubicBezTo>
                    <a:cubicBezTo>
                      <a:pt x="215277" y="1526"/>
                      <a:pt x="215396" y="1544"/>
                      <a:pt x="215515" y="1607"/>
                    </a:cubicBezTo>
                    <a:cubicBezTo>
                      <a:pt x="215588" y="1646"/>
                      <a:pt x="215657" y="1691"/>
                      <a:pt x="215727" y="17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125" y="4435397"/>
            <a:ext cx="9144171" cy="1048283"/>
          </a:xfrm>
          <a:custGeom>
            <a:avLst/>
            <a:gdLst/>
            <a:ahLst/>
            <a:cxnLst/>
            <a:rect l="l" t="t" r="r" b="b"/>
            <a:pathLst>
              <a:path w="215728" h="88444" extrusionOk="0">
                <a:moveTo>
                  <a:pt x="215725" y="1734"/>
                </a:moveTo>
                <a:lnTo>
                  <a:pt x="215725" y="83372"/>
                </a:lnTo>
                <a:lnTo>
                  <a:pt x="215489" y="83413"/>
                </a:lnTo>
                <a:cubicBezTo>
                  <a:pt x="212294" y="83956"/>
                  <a:pt x="209093" y="84393"/>
                  <a:pt x="205891" y="84884"/>
                </a:cubicBezTo>
                <a:cubicBezTo>
                  <a:pt x="202528" y="85400"/>
                  <a:pt x="199146" y="85744"/>
                  <a:pt x="195794" y="86322"/>
                </a:cubicBezTo>
                <a:cubicBezTo>
                  <a:pt x="192612" y="86869"/>
                  <a:pt x="189452" y="87544"/>
                  <a:pt x="186289" y="88185"/>
                </a:cubicBezTo>
                <a:cubicBezTo>
                  <a:pt x="185859" y="88273"/>
                  <a:pt x="185432" y="88358"/>
                  <a:pt x="185002" y="88444"/>
                </a:cubicBezTo>
                <a:lnTo>
                  <a:pt x="0" y="73134"/>
                </a:lnTo>
                <a:lnTo>
                  <a:pt x="0" y="11284"/>
                </a:lnTo>
                <a:cubicBezTo>
                  <a:pt x="134" y="11310"/>
                  <a:pt x="266" y="11341"/>
                  <a:pt x="398" y="11382"/>
                </a:cubicBezTo>
                <a:cubicBezTo>
                  <a:pt x="677" y="11468"/>
                  <a:pt x="960" y="11581"/>
                  <a:pt x="1200" y="11749"/>
                </a:cubicBezTo>
                <a:cubicBezTo>
                  <a:pt x="1304" y="11821"/>
                  <a:pt x="1402" y="11907"/>
                  <a:pt x="1477" y="12011"/>
                </a:cubicBezTo>
                <a:cubicBezTo>
                  <a:pt x="1503" y="12046"/>
                  <a:pt x="1529" y="12128"/>
                  <a:pt x="1562" y="12152"/>
                </a:cubicBezTo>
                <a:cubicBezTo>
                  <a:pt x="1631" y="12203"/>
                  <a:pt x="1722" y="12141"/>
                  <a:pt x="1798" y="12102"/>
                </a:cubicBezTo>
                <a:cubicBezTo>
                  <a:pt x="2120" y="11942"/>
                  <a:pt x="2431" y="11745"/>
                  <a:pt x="2771" y="11628"/>
                </a:cubicBezTo>
                <a:cubicBezTo>
                  <a:pt x="2924" y="11574"/>
                  <a:pt x="3076" y="11546"/>
                  <a:pt x="3238" y="11540"/>
                </a:cubicBezTo>
                <a:cubicBezTo>
                  <a:pt x="3405" y="11533"/>
                  <a:pt x="3595" y="11540"/>
                  <a:pt x="3751" y="11468"/>
                </a:cubicBezTo>
                <a:cubicBezTo>
                  <a:pt x="3891" y="11403"/>
                  <a:pt x="4008" y="11310"/>
                  <a:pt x="4157" y="11256"/>
                </a:cubicBezTo>
                <a:cubicBezTo>
                  <a:pt x="4309" y="11200"/>
                  <a:pt x="4469" y="11165"/>
                  <a:pt x="4625" y="11122"/>
                </a:cubicBezTo>
                <a:cubicBezTo>
                  <a:pt x="4768" y="11083"/>
                  <a:pt x="4900" y="11018"/>
                  <a:pt x="5042" y="10977"/>
                </a:cubicBezTo>
                <a:cubicBezTo>
                  <a:pt x="5187" y="10938"/>
                  <a:pt x="5347" y="10953"/>
                  <a:pt x="5496" y="10973"/>
                </a:cubicBezTo>
                <a:cubicBezTo>
                  <a:pt x="5825" y="11016"/>
                  <a:pt x="6156" y="11185"/>
                  <a:pt x="6442" y="11349"/>
                </a:cubicBezTo>
                <a:cubicBezTo>
                  <a:pt x="6578" y="11427"/>
                  <a:pt x="6738" y="11451"/>
                  <a:pt x="6877" y="11526"/>
                </a:cubicBezTo>
                <a:cubicBezTo>
                  <a:pt x="7049" y="11617"/>
                  <a:pt x="7212" y="11721"/>
                  <a:pt x="7372" y="11829"/>
                </a:cubicBezTo>
                <a:cubicBezTo>
                  <a:pt x="7699" y="12050"/>
                  <a:pt x="8081" y="12314"/>
                  <a:pt x="8497" y="12221"/>
                </a:cubicBezTo>
                <a:cubicBezTo>
                  <a:pt x="8819" y="12150"/>
                  <a:pt x="9081" y="11922"/>
                  <a:pt x="9427" y="11972"/>
                </a:cubicBezTo>
                <a:cubicBezTo>
                  <a:pt x="9790" y="12022"/>
                  <a:pt x="10119" y="12243"/>
                  <a:pt x="10430" y="12420"/>
                </a:cubicBezTo>
                <a:cubicBezTo>
                  <a:pt x="10742" y="12599"/>
                  <a:pt x="11075" y="12710"/>
                  <a:pt x="11376" y="12911"/>
                </a:cubicBezTo>
                <a:cubicBezTo>
                  <a:pt x="11529" y="13013"/>
                  <a:pt x="11692" y="13073"/>
                  <a:pt x="11852" y="13158"/>
                </a:cubicBezTo>
                <a:cubicBezTo>
                  <a:pt x="12029" y="13253"/>
                  <a:pt x="12194" y="13367"/>
                  <a:pt x="12373" y="13460"/>
                </a:cubicBezTo>
                <a:cubicBezTo>
                  <a:pt x="12671" y="13618"/>
                  <a:pt x="12884" y="13914"/>
                  <a:pt x="13199" y="14040"/>
                </a:cubicBezTo>
                <a:cubicBezTo>
                  <a:pt x="13537" y="14178"/>
                  <a:pt x="13863" y="14325"/>
                  <a:pt x="14194" y="14484"/>
                </a:cubicBezTo>
                <a:cubicBezTo>
                  <a:pt x="14523" y="14644"/>
                  <a:pt x="14848" y="14756"/>
                  <a:pt x="15217" y="14789"/>
                </a:cubicBezTo>
                <a:cubicBezTo>
                  <a:pt x="15590" y="14825"/>
                  <a:pt x="15927" y="14732"/>
                  <a:pt x="16293" y="14682"/>
                </a:cubicBezTo>
                <a:cubicBezTo>
                  <a:pt x="16637" y="14633"/>
                  <a:pt x="16905" y="14410"/>
                  <a:pt x="17199" y="14237"/>
                </a:cubicBezTo>
                <a:cubicBezTo>
                  <a:pt x="17515" y="14051"/>
                  <a:pt x="17872" y="13893"/>
                  <a:pt x="18211" y="13757"/>
                </a:cubicBezTo>
                <a:cubicBezTo>
                  <a:pt x="18529" y="13631"/>
                  <a:pt x="18772" y="13400"/>
                  <a:pt x="19096" y="13278"/>
                </a:cubicBezTo>
                <a:cubicBezTo>
                  <a:pt x="19410" y="13158"/>
                  <a:pt x="19723" y="13106"/>
                  <a:pt x="20059" y="13132"/>
                </a:cubicBezTo>
                <a:cubicBezTo>
                  <a:pt x="20255" y="13147"/>
                  <a:pt x="20459" y="13205"/>
                  <a:pt x="20653" y="13132"/>
                </a:cubicBezTo>
                <a:cubicBezTo>
                  <a:pt x="20826" y="13065"/>
                  <a:pt x="20995" y="12982"/>
                  <a:pt x="21170" y="12913"/>
                </a:cubicBezTo>
                <a:cubicBezTo>
                  <a:pt x="21519" y="12777"/>
                  <a:pt x="21869" y="12638"/>
                  <a:pt x="22233" y="12554"/>
                </a:cubicBezTo>
                <a:cubicBezTo>
                  <a:pt x="22628" y="12465"/>
                  <a:pt x="23003" y="12320"/>
                  <a:pt x="23394" y="12225"/>
                </a:cubicBezTo>
                <a:cubicBezTo>
                  <a:pt x="23552" y="12184"/>
                  <a:pt x="23714" y="12162"/>
                  <a:pt x="23872" y="12124"/>
                </a:cubicBezTo>
                <a:cubicBezTo>
                  <a:pt x="24056" y="12084"/>
                  <a:pt x="24227" y="12013"/>
                  <a:pt x="24406" y="11957"/>
                </a:cubicBezTo>
                <a:cubicBezTo>
                  <a:pt x="24592" y="11899"/>
                  <a:pt x="24776" y="11844"/>
                  <a:pt x="24960" y="11777"/>
                </a:cubicBezTo>
                <a:cubicBezTo>
                  <a:pt x="25146" y="11710"/>
                  <a:pt x="25300" y="11715"/>
                  <a:pt x="25492" y="11695"/>
                </a:cubicBezTo>
                <a:cubicBezTo>
                  <a:pt x="25518" y="11691"/>
                  <a:pt x="25546" y="11689"/>
                  <a:pt x="25572" y="11686"/>
                </a:cubicBezTo>
                <a:cubicBezTo>
                  <a:pt x="25577" y="11659"/>
                  <a:pt x="25598" y="11633"/>
                  <a:pt x="25635" y="11635"/>
                </a:cubicBezTo>
                <a:cubicBezTo>
                  <a:pt x="25804" y="11639"/>
                  <a:pt x="25973" y="11637"/>
                  <a:pt x="26141" y="11646"/>
                </a:cubicBezTo>
                <a:cubicBezTo>
                  <a:pt x="26288" y="11654"/>
                  <a:pt x="26414" y="11697"/>
                  <a:pt x="26554" y="11739"/>
                </a:cubicBezTo>
                <a:cubicBezTo>
                  <a:pt x="26699" y="11782"/>
                  <a:pt x="26859" y="11779"/>
                  <a:pt x="27009" y="11782"/>
                </a:cubicBezTo>
                <a:cubicBezTo>
                  <a:pt x="27175" y="11788"/>
                  <a:pt x="27340" y="11799"/>
                  <a:pt x="27506" y="11808"/>
                </a:cubicBezTo>
                <a:cubicBezTo>
                  <a:pt x="27582" y="11812"/>
                  <a:pt x="27655" y="11818"/>
                  <a:pt x="27727" y="11834"/>
                </a:cubicBezTo>
                <a:cubicBezTo>
                  <a:pt x="27803" y="11851"/>
                  <a:pt x="27869" y="11885"/>
                  <a:pt x="27939" y="11912"/>
                </a:cubicBezTo>
                <a:cubicBezTo>
                  <a:pt x="28081" y="11966"/>
                  <a:pt x="28228" y="11940"/>
                  <a:pt x="28374" y="11933"/>
                </a:cubicBezTo>
                <a:cubicBezTo>
                  <a:pt x="28527" y="11925"/>
                  <a:pt x="28678" y="11927"/>
                  <a:pt x="28828" y="11916"/>
                </a:cubicBezTo>
                <a:cubicBezTo>
                  <a:pt x="28994" y="11903"/>
                  <a:pt x="29139" y="11940"/>
                  <a:pt x="29284" y="12018"/>
                </a:cubicBezTo>
                <a:cubicBezTo>
                  <a:pt x="29418" y="12089"/>
                  <a:pt x="29559" y="12145"/>
                  <a:pt x="29699" y="12206"/>
                </a:cubicBezTo>
                <a:cubicBezTo>
                  <a:pt x="29838" y="12266"/>
                  <a:pt x="29968" y="12340"/>
                  <a:pt x="30111" y="12394"/>
                </a:cubicBezTo>
                <a:cubicBezTo>
                  <a:pt x="30255" y="12448"/>
                  <a:pt x="30387" y="12509"/>
                  <a:pt x="30513" y="12593"/>
                </a:cubicBezTo>
                <a:cubicBezTo>
                  <a:pt x="30565" y="12627"/>
                  <a:pt x="30615" y="12662"/>
                  <a:pt x="30673" y="12684"/>
                </a:cubicBezTo>
                <a:cubicBezTo>
                  <a:pt x="30742" y="12712"/>
                  <a:pt x="30816" y="12718"/>
                  <a:pt x="30891" y="12723"/>
                </a:cubicBezTo>
                <a:cubicBezTo>
                  <a:pt x="31047" y="12736"/>
                  <a:pt x="31203" y="12747"/>
                  <a:pt x="31358" y="12759"/>
                </a:cubicBezTo>
                <a:cubicBezTo>
                  <a:pt x="31506" y="12768"/>
                  <a:pt x="31644" y="12766"/>
                  <a:pt x="31782" y="12703"/>
                </a:cubicBezTo>
                <a:cubicBezTo>
                  <a:pt x="32042" y="12580"/>
                  <a:pt x="32328" y="12463"/>
                  <a:pt x="32620" y="12452"/>
                </a:cubicBezTo>
                <a:cubicBezTo>
                  <a:pt x="32762" y="12446"/>
                  <a:pt x="32899" y="12491"/>
                  <a:pt x="33035" y="12528"/>
                </a:cubicBezTo>
                <a:cubicBezTo>
                  <a:pt x="33182" y="12569"/>
                  <a:pt x="33314" y="12575"/>
                  <a:pt x="33457" y="12519"/>
                </a:cubicBezTo>
                <a:cubicBezTo>
                  <a:pt x="33708" y="12422"/>
                  <a:pt x="33913" y="12234"/>
                  <a:pt x="34171" y="12160"/>
                </a:cubicBezTo>
                <a:cubicBezTo>
                  <a:pt x="34236" y="12141"/>
                  <a:pt x="34302" y="12126"/>
                  <a:pt x="34361" y="12095"/>
                </a:cubicBezTo>
                <a:cubicBezTo>
                  <a:pt x="34409" y="12067"/>
                  <a:pt x="34452" y="12030"/>
                  <a:pt x="34497" y="11996"/>
                </a:cubicBezTo>
                <a:cubicBezTo>
                  <a:pt x="34597" y="11924"/>
                  <a:pt x="34713" y="11888"/>
                  <a:pt x="34833" y="11866"/>
                </a:cubicBezTo>
                <a:cubicBezTo>
                  <a:pt x="35131" y="11810"/>
                  <a:pt x="35393" y="11864"/>
                  <a:pt x="35657" y="12007"/>
                </a:cubicBezTo>
                <a:cubicBezTo>
                  <a:pt x="35923" y="12152"/>
                  <a:pt x="36146" y="12357"/>
                  <a:pt x="36392" y="12528"/>
                </a:cubicBezTo>
                <a:cubicBezTo>
                  <a:pt x="36503" y="12606"/>
                  <a:pt x="36613" y="12682"/>
                  <a:pt x="36706" y="12783"/>
                </a:cubicBezTo>
                <a:cubicBezTo>
                  <a:pt x="36795" y="12880"/>
                  <a:pt x="36874" y="12959"/>
                  <a:pt x="36991" y="13023"/>
                </a:cubicBezTo>
                <a:cubicBezTo>
                  <a:pt x="37126" y="13095"/>
                  <a:pt x="37259" y="13171"/>
                  <a:pt x="37392" y="13246"/>
                </a:cubicBezTo>
                <a:cubicBezTo>
                  <a:pt x="37528" y="13318"/>
                  <a:pt x="37673" y="13408"/>
                  <a:pt x="37824" y="13443"/>
                </a:cubicBezTo>
                <a:cubicBezTo>
                  <a:pt x="37973" y="13475"/>
                  <a:pt x="38127" y="13465"/>
                  <a:pt x="38276" y="13499"/>
                </a:cubicBezTo>
                <a:cubicBezTo>
                  <a:pt x="38415" y="13530"/>
                  <a:pt x="38545" y="13601"/>
                  <a:pt x="38665" y="13685"/>
                </a:cubicBezTo>
                <a:cubicBezTo>
                  <a:pt x="38886" y="13843"/>
                  <a:pt x="39066" y="14049"/>
                  <a:pt x="39291" y="14200"/>
                </a:cubicBezTo>
                <a:cubicBezTo>
                  <a:pt x="39544" y="14367"/>
                  <a:pt x="39821" y="14484"/>
                  <a:pt x="40059" y="14674"/>
                </a:cubicBezTo>
                <a:cubicBezTo>
                  <a:pt x="40284" y="14855"/>
                  <a:pt x="40482" y="15065"/>
                  <a:pt x="40708" y="15245"/>
                </a:cubicBezTo>
                <a:cubicBezTo>
                  <a:pt x="40813" y="15327"/>
                  <a:pt x="40922" y="15403"/>
                  <a:pt x="41041" y="15461"/>
                </a:cubicBezTo>
                <a:cubicBezTo>
                  <a:pt x="41177" y="15526"/>
                  <a:pt x="41326" y="15571"/>
                  <a:pt x="41467" y="15623"/>
                </a:cubicBezTo>
                <a:cubicBezTo>
                  <a:pt x="41605" y="15671"/>
                  <a:pt x="41726" y="15645"/>
                  <a:pt x="41867" y="15651"/>
                </a:cubicBezTo>
                <a:cubicBezTo>
                  <a:pt x="41904" y="15651"/>
                  <a:pt x="41925" y="15678"/>
                  <a:pt x="41928" y="15708"/>
                </a:cubicBezTo>
                <a:cubicBezTo>
                  <a:pt x="42023" y="15690"/>
                  <a:pt x="42120" y="15667"/>
                  <a:pt x="42215" y="15651"/>
                </a:cubicBezTo>
                <a:cubicBezTo>
                  <a:pt x="42391" y="15619"/>
                  <a:pt x="42563" y="15623"/>
                  <a:pt x="42741" y="15626"/>
                </a:cubicBezTo>
                <a:cubicBezTo>
                  <a:pt x="42916" y="15632"/>
                  <a:pt x="43091" y="15623"/>
                  <a:pt x="43264" y="15600"/>
                </a:cubicBezTo>
                <a:cubicBezTo>
                  <a:pt x="43429" y="15582"/>
                  <a:pt x="43595" y="15559"/>
                  <a:pt x="43762" y="15572"/>
                </a:cubicBezTo>
                <a:cubicBezTo>
                  <a:pt x="43835" y="15578"/>
                  <a:pt x="43909" y="15593"/>
                  <a:pt x="43983" y="15593"/>
                </a:cubicBezTo>
                <a:cubicBezTo>
                  <a:pt x="44067" y="15595"/>
                  <a:pt x="44153" y="15571"/>
                  <a:pt x="44236" y="15569"/>
                </a:cubicBezTo>
                <a:cubicBezTo>
                  <a:pt x="44322" y="15565"/>
                  <a:pt x="44406" y="15576"/>
                  <a:pt x="44489" y="15574"/>
                </a:cubicBezTo>
                <a:cubicBezTo>
                  <a:pt x="44579" y="15574"/>
                  <a:pt x="44670" y="15567"/>
                  <a:pt x="44759" y="15565"/>
                </a:cubicBezTo>
                <a:cubicBezTo>
                  <a:pt x="44938" y="15565"/>
                  <a:pt x="45112" y="15587"/>
                  <a:pt x="45291" y="15572"/>
                </a:cubicBezTo>
                <a:cubicBezTo>
                  <a:pt x="45466" y="15558"/>
                  <a:pt x="45631" y="15526"/>
                  <a:pt x="45808" y="15546"/>
                </a:cubicBezTo>
                <a:cubicBezTo>
                  <a:pt x="45890" y="15556"/>
                  <a:pt x="45972" y="15572"/>
                  <a:pt x="46055" y="15576"/>
                </a:cubicBezTo>
                <a:cubicBezTo>
                  <a:pt x="46133" y="15580"/>
                  <a:pt x="46184" y="15550"/>
                  <a:pt x="46251" y="15513"/>
                </a:cubicBezTo>
                <a:cubicBezTo>
                  <a:pt x="46317" y="15476"/>
                  <a:pt x="46388" y="15452"/>
                  <a:pt x="46459" y="15422"/>
                </a:cubicBezTo>
                <a:cubicBezTo>
                  <a:pt x="46541" y="15388"/>
                  <a:pt x="46617" y="15340"/>
                  <a:pt x="46697" y="15303"/>
                </a:cubicBezTo>
                <a:cubicBezTo>
                  <a:pt x="46857" y="15227"/>
                  <a:pt x="47013" y="15152"/>
                  <a:pt x="47164" y="15065"/>
                </a:cubicBezTo>
                <a:cubicBezTo>
                  <a:pt x="47318" y="14974"/>
                  <a:pt x="47476" y="14918"/>
                  <a:pt x="47645" y="14862"/>
                </a:cubicBezTo>
                <a:cubicBezTo>
                  <a:pt x="47978" y="14752"/>
                  <a:pt x="48315" y="14637"/>
                  <a:pt x="48655" y="14551"/>
                </a:cubicBezTo>
                <a:cubicBezTo>
                  <a:pt x="48815" y="14512"/>
                  <a:pt x="48968" y="14524"/>
                  <a:pt x="49131" y="14531"/>
                </a:cubicBezTo>
                <a:cubicBezTo>
                  <a:pt x="49301" y="14538"/>
                  <a:pt x="49460" y="14555"/>
                  <a:pt x="49620" y="14618"/>
                </a:cubicBezTo>
                <a:cubicBezTo>
                  <a:pt x="49767" y="14676"/>
                  <a:pt x="49916" y="14737"/>
                  <a:pt x="50067" y="14788"/>
                </a:cubicBezTo>
                <a:cubicBezTo>
                  <a:pt x="50225" y="14842"/>
                  <a:pt x="50400" y="14808"/>
                  <a:pt x="50560" y="14864"/>
                </a:cubicBezTo>
                <a:cubicBezTo>
                  <a:pt x="50599" y="14879"/>
                  <a:pt x="50636" y="14897"/>
                  <a:pt x="50679" y="14903"/>
                </a:cubicBezTo>
                <a:cubicBezTo>
                  <a:pt x="50718" y="14909"/>
                  <a:pt x="50757" y="14903"/>
                  <a:pt x="50798" y="14909"/>
                </a:cubicBezTo>
                <a:cubicBezTo>
                  <a:pt x="50876" y="14920"/>
                  <a:pt x="50943" y="14961"/>
                  <a:pt x="51004" y="15007"/>
                </a:cubicBezTo>
                <a:cubicBezTo>
                  <a:pt x="51142" y="15113"/>
                  <a:pt x="51298" y="15186"/>
                  <a:pt x="51445" y="15277"/>
                </a:cubicBezTo>
                <a:cubicBezTo>
                  <a:pt x="51594" y="15370"/>
                  <a:pt x="51744" y="15431"/>
                  <a:pt x="51904" y="15500"/>
                </a:cubicBezTo>
                <a:cubicBezTo>
                  <a:pt x="52049" y="15561"/>
                  <a:pt x="52183" y="15649"/>
                  <a:pt x="52345" y="15664"/>
                </a:cubicBezTo>
                <a:cubicBezTo>
                  <a:pt x="52503" y="15677"/>
                  <a:pt x="52665" y="15630"/>
                  <a:pt x="52819" y="15598"/>
                </a:cubicBezTo>
                <a:cubicBezTo>
                  <a:pt x="52979" y="15567"/>
                  <a:pt x="53122" y="15487"/>
                  <a:pt x="53284" y="15465"/>
                </a:cubicBezTo>
                <a:cubicBezTo>
                  <a:pt x="53366" y="15453"/>
                  <a:pt x="53429" y="15439"/>
                  <a:pt x="53505" y="15403"/>
                </a:cubicBezTo>
                <a:cubicBezTo>
                  <a:pt x="53565" y="15375"/>
                  <a:pt x="53628" y="15351"/>
                  <a:pt x="53693" y="15333"/>
                </a:cubicBezTo>
                <a:cubicBezTo>
                  <a:pt x="53859" y="15282"/>
                  <a:pt x="54028" y="15243"/>
                  <a:pt x="54194" y="15193"/>
                </a:cubicBezTo>
                <a:cubicBezTo>
                  <a:pt x="54526" y="15087"/>
                  <a:pt x="54867" y="14974"/>
                  <a:pt x="55168" y="14795"/>
                </a:cubicBezTo>
                <a:cubicBezTo>
                  <a:pt x="55317" y="14708"/>
                  <a:pt x="55419" y="14594"/>
                  <a:pt x="55527" y="14462"/>
                </a:cubicBezTo>
                <a:cubicBezTo>
                  <a:pt x="55618" y="14351"/>
                  <a:pt x="55720" y="14243"/>
                  <a:pt x="55858" y="14191"/>
                </a:cubicBezTo>
                <a:cubicBezTo>
                  <a:pt x="56126" y="14090"/>
                  <a:pt x="56407" y="14185"/>
                  <a:pt x="56673" y="14243"/>
                </a:cubicBezTo>
                <a:cubicBezTo>
                  <a:pt x="56833" y="14278"/>
                  <a:pt x="56987" y="14319"/>
                  <a:pt x="57138" y="14384"/>
                </a:cubicBezTo>
                <a:cubicBezTo>
                  <a:pt x="57294" y="14451"/>
                  <a:pt x="57444" y="14537"/>
                  <a:pt x="57603" y="14600"/>
                </a:cubicBezTo>
                <a:cubicBezTo>
                  <a:pt x="57682" y="14631"/>
                  <a:pt x="57768" y="14652"/>
                  <a:pt x="57844" y="14689"/>
                </a:cubicBezTo>
                <a:cubicBezTo>
                  <a:pt x="57915" y="14724"/>
                  <a:pt x="57969" y="14771"/>
                  <a:pt x="58025" y="14823"/>
                </a:cubicBezTo>
                <a:cubicBezTo>
                  <a:pt x="58160" y="14949"/>
                  <a:pt x="58309" y="15059"/>
                  <a:pt x="58449" y="15182"/>
                </a:cubicBezTo>
                <a:cubicBezTo>
                  <a:pt x="58562" y="15282"/>
                  <a:pt x="58651" y="15411"/>
                  <a:pt x="58770" y="15502"/>
                </a:cubicBezTo>
                <a:cubicBezTo>
                  <a:pt x="58906" y="15606"/>
                  <a:pt x="59079" y="15565"/>
                  <a:pt x="59232" y="15625"/>
                </a:cubicBezTo>
                <a:cubicBezTo>
                  <a:pt x="59276" y="15641"/>
                  <a:pt x="59315" y="15675"/>
                  <a:pt x="59364" y="15688"/>
                </a:cubicBezTo>
                <a:cubicBezTo>
                  <a:pt x="59444" y="15706"/>
                  <a:pt x="59529" y="15699"/>
                  <a:pt x="59609" y="15721"/>
                </a:cubicBezTo>
                <a:cubicBezTo>
                  <a:pt x="59672" y="15738"/>
                  <a:pt x="59730" y="15771"/>
                  <a:pt x="59795" y="15783"/>
                </a:cubicBezTo>
                <a:cubicBezTo>
                  <a:pt x="59879" y="15797"/>
                  <a:pt x="59951" y="15814"/>
                  <a:pt x="60030" y="15846"/>
                </a:cubicBezTo>
                <a:cubicBezTo>
                  <a:pt x="60176" y="15781"/>
                  <a:pt x="60325" y="15716"/>
                  <a:pt x="60474" y="15647"/>
                </a:cubicBezTo>
                <a:cubicBezTo>
                  <a:pt x="60764" y="15515"/>
                  <a:pt x="61052" y="15433"/>
                  <a:pt x="61357" y="15344"/>
                </a:cubicBezTo>
                <a:cubicBezTo>
                  <a:pt x="61484" y="15307"/>
                  <a:pt x="61588" y="15223"/>
                  <a:pt x="61722" y="15201"/>
                </a:cubicBezTo>
                <a:cubicBezTo>
                  <a:pt x="61891" y="15173"/>
                  <a:pt x="61979" y="15109"/>
                  <a:pt x="62111" y="15002"/>
                </a:cubicBezTo>
                <a:cubicBezTo>
                  <a:pt x="62345" y="14812"/>
                  <a:pt x="62613" y="14650"/>
                  <a:pt x="62871" y="14492"/>
                </a:cubicBezTo>
                <a:cubicBezTo>
                  <a:pt x="63440" y="14144"/>
                  <a:pt x="64024" y="13822"/>
                  <a:pt x="64619" y="13523"/>
                </a:cubicBezTo>
                <a:cubicBezTo>
                  <a:pt x="64761" y="13452"/>
                  <a:pt x="64898" y="13372"/>
                  <a:pt x="65043" y="13311"/>
                </a:cubicBezTo>
                <a:cubicBezTo>
                  <a:pt x="65179" y="13255"/>
                  <a:pt x="65317" y="13227"/>
                  <a:pt x="65460" y="13192"/>
                </a:cubicBezTo>
                <a:cubicBezTo>
                  <a:pt x="65601" y="13157"/>
                  <a:pt x="65694" y="13054"/>
                  <a:pt x="65821" y="12987"/>
                </a:cubicBezTo>
                <a:cubicBezTo>
                  <a:pt x="65960" y="12913"/>
                  <a:pt x="66113" y="12861"/>
                  <a:pt x="66254" y="12792"/>
                </a:cubicBezTo>
                <a:cubicBezTo>
                  <a:pt x="66542" y="12651"/>
                  <a:pt x="66814" y="12487"/>
                  <a:pt x="67110" y="12361"/>
                </a:cubicBezTo>
                <a:cubicBezTo>
                  <a:pt x="67405" y="12234"/>
                  <a:pt x="67695" y="12119"/>
                  <a:pt x="67997" y="12007"/>
                </a:cubicBezTo>
                <a:cubicBezTo>
                  <a:pt x="68138" y="11957"/>
                  <a:pt x="68268" y="11883"/>
                  <a:pt x="68406" y="11819"/>
                </a:cubicBezTo>
                <a:cubicBezTo>
                  <a:pt x="68551" y="11752"/>
                  <a:pt x="68703" y="11702"/>
                  <a:pt x="68850" y="11633"/>
                </a:cubicBezTo>
                <a:cubicBezTo>
                  <a:pt x="69146" y="11494"/>
                  <a:pt x="69459" y="11395"/>
                  <a:pt x="69758" y="11265"/>
                </a:cubicBezTo>
                <a:cubicBezTo>
                  <a:pt x="70054" y="11135"/>
                  <a:pt x="70334" y="10990"/>
                  <a:pt x="70643" y="10890"/>
                </a:cubicBezTo>
                <a:cubicBezTo>
                  <a:pt x="70935" y="10795"/>
                  <a:pt x="71223" y="10704"/>
                  <a:pt x="71497" y="10566"/>
                </a:cubicBezTo>
                <a:cubicBezTo>
                  <a:pt x="71768" y="10426"/>
                  <a:pt x="72001" y="10252"/>
                  <a:pt x="72217" y="10038"/>
                </a:cubicBezTo>
                <a:cubicBezTo>
                  <a:pt x="72311" y="9945"/>
                  <a:pt x="72391" y="9844"/>
                  <a:pt x="72477" y="9744"/>
                </a:cubicBezTo>
                <a:cubicBezTo>
                  <a:pt x="72572" y="9632"/>
                  <a:pt x="72689" y="9545"/>
                  <a:pt x="72799" y="9448"/>
                </a:cubicBezTo>
                <a:cubicBezTo>
                  <a:pt x="72903" y="9353"/>
                  <a:pt x="72996" y="9232"/>
                  <a:pt x="73113" y="9153"/>
                </a:cubicBezTo>
                <a:cubicBezTo>
                  <a:pt x="73228" y="9071"/>
                  <a:pt x="73355" y="9033"/>
                  <a:pt x="73464" y="8937"/>
                </a:cubicBezTo>
                <a:cubicBezTo>
                  <a:pt x="73717" y="8712"/>
                  <a:pt x="73978" y="8503"/>
                  <a:pt x="74216" y="8262"/>
                </a:cubicBezTo>
                <a:cubicBezTo>
                  <a:pt x="74435" y="8039"/>
                  <a:pt x="74681" y="7847"/>
                  <a:pt x="74830" y="7568"/>
                </a:cubicBezTo>
                <a:cubicBezTo>
                  <a:pt x="74958" y="7328"/>
                  <a:pt x="75174" y="7157"/>
                  <a:pt x="75393" y="7001"/>
                </a:cubicBezTo>
                <a:cubicBezTo>
                  <a:pt x="75497" y="6926"/>
                  <a:pt x="75609" y="6852"/>
                  <a:pt x="75730" y="6807"/>
                </a:cubicBezTo>
                <a:cubicBezTo>
                  <a:pt x="75858" y="6759"/>
                  <a:pt x="75996" y="6763"/>
                  <a:pt x="76129" y="6755"/>
                </a:cubicBezTo>
                <a:cubicBezTo>
                  <a:pt x="76425" y="6733"/>
                  <a:pt x="76762" y="6781"/>
                  <a:pt x="77039" y="6893"/>
                </a:cubicBezTo>
                <a:cubicBezTo>
                  <a:pt x="77186" y="6951"/>
                  <a:pt x="77325" y="6973"/>
                  <a:pt x="77476" y="7016"/>
                </a:cubicBezTo>
                <a:cubicBezTo>
                  <a:pt x="77636" y="7058"/>
                  <a:pt x="77788" y="7124"/>
                  <a:pt x="77952" y="7159"/>
                </a:cubicBezTo>
                <a:cubicBezTo>
                  <a:pt x="78240" y="7222"/>
                  <a:pt x="78530" y="7298"/>
                  <a:pt x="78821" y="7354"/>
                </a:cubicBezTo>
                <a:cubicBezTo>
                  <a:pt x="79114" y="7412"/>
                  <a:pt x="79379" y="7579"/>
                  <a:pt x="79633" y="7732"/>
                </a:cubicBezTo>
                <a:cubicBezTo>
                  <a:pt x="79896" y="7888"/>
                  <a:pt x="80121" y="8057"/>
                  <a:pt x="80336" y="8273"/>
                </a:cubicBezTo>
                <a:cubicBezTo>
                  <a:pt x="80381" y="8319"/>
                  <a:pt x="80416" y="8373"/>
                  <a:pt x="80459" y="8420"/>
                </a:cubicBezTo>
                <a:cubicBezTo>
                  <a:pt x="80509" y="8476"/>
                  <a:pt x="80563" y="8502"/>
                  <a:pt x="80626" y="8541"/>
                </a:cubicBezTo>
                <a:cubicBezTo>
                  <a:pt x="80770" y="8626"/>
                  <a:pt x="80902" y="8745"/>
                  <a:pt x="81034" y="8851"/>
                </a:cubicBezTo>
                <a:cubicBezTo>
                  <a:pt x="81290" y="9054"/>
                  <a:pt x="81538" y="9257"/>
                  <a:pt x="81820" y="9424"/>
                </a:cubicBezTo>
                <a:cubicBezTo>
                  <a:pt x="82081" y="9578"/>
                  <a:pt x="82278" y="9803"/>
                  <a:pt x="82527" y="9975"/>
                </a:cubicBezTo>
                <a:cubicBezTo>
                  <a:pt x="82648" y="10058"/>
                  <a:pt x="82784" y="10121"/>
                  <a:pt x="82903" y="10209"/>
                </a:cubicBezTo>
                <a:cubicBezTo>
                  <a:pt x="83040" y="10306"/>
                  <a:pt x="83159" y="10393"/>
                  <a:pt x="83321" y="10447"/>
                </a:cubicBezTo>
                <a:cubicBezTo>
                  <a:pt x="83453" y="10493"/>
                  <a:pt x="83543" y="10585"/>
                  <a:pt x="83665" y="10638"/>
                </a:cubicBezTo>
                <a:cubicBezTo>
                  <a:pt x="83810" y="10702"/>
                  <a:pt x="83954" y="10730"/>
                  <a:pt x="84102" y="10771"/>
                </a:cubicBezTo>
                <a:cubicBezTo>
                  <a:pt x="84391" y="10852"/>
                  <a:pt x="84621" y="11042"/>
                  <a:pt x="84921" y="11074"/>
                </a:cubicBezTo>
                <a:cubicBezTo>
                  <a:pt x="85242" y="11105"/>
                  <a:pt x="85553" y="11124"/>
                  <a:pt x="85871" y="11189"/>
                </a:cubicBezTo>
                <a:cubicBezTo>
                  <a:pt x="86187" y="11254"/>
                  <a:pt x="86498" y="11250"/>
                  <a:pt x="86819" y="11239"/>
                </a:cubicBezTo>
                <a:cubicBezTo>
                  <a:pt x="87156" y="11228"/>
                  <a:pt x="87506" y="11215"/>
                  <a:pt x="87840" y="11170"/>
                </a:cubicBezTo>
                <a:cubicBezTo>
                  <a:pt x="88151" y="11129"/>
                  <a:pt x="88454" y="11038"/>
                  <a:pt x="88768" y="11031"/>
                </a:cubicBezTo>
                <a:cubicBezTo>
                  <a:pt x="89114" y="11023"/>
                  <a:pt x="89457" y="11066"/>
                  <a:pt x="89804" y="11044"/>
                </a:cubicBezTo>
                <a:cubicBezTo>
                  <a:pt x="90135" y="11022"/>
                  <a:pt x="90459" y="10964"/>
                  <a:pt x="90786" y="10927"/>
                </a:cubicBezTo>
                <a:cubicBezTo>
                  <a:pt x="91073" y="10895"/>
                  <a:pt x="91359" y="10943"/>
                  <a:pt x="91597" y="10748"/>
                </a:cubicBezTo>
                <a:cubicBezTo>
                  <a:pt x="91612" y="10735"/>
                  <a:pt x="91629" y="10733"/>
                  <a:pt x="91642" y="10737"/>
                </a:cubicBezTo>
                <a:cubicBezTo>
                  <a:pt x="91932" y="10545"/>
                  <a:pt x="92222" y="10361"/>
                  <a:pt x="92553" y="10242"/>
                </a:cubicBezTo>
                <a:cubicBezTo>
                  <a:pt x="92763" y="10166"/>
                  <a:pt x="92977" y="10092"/>
                  <a:pt x="93197" y="10043"/>
                </a:cubicBezTo>
                <a:cubicBezTo>
                  <a:pt x="93401" y="9997"/>
                  <a:pt x="93613" y="9986"/>
                  <a:pt x="93821" y="9976"/>
                </a:cubicBezTo>
                <a:cubicBezTo>
                  <a:pt x="94039" y="9969"/>
                  <a:pt x="94206" y="10019"/>
                  <a:pt x="94389" y="10133"/>
                </a:cubicBezTo>
                <a:cubicBezTo>
                  <a:pt x="94584" y="10255"/>
                  <a:pt x="94792" y="10343"/>
                  <a:pt x="95012" y="10413"/>
                </a:cubicBezTo>
                <a:cubicBezTo>
                  <a:pt x="95164" y="10464"/>
                  <a:pt x="95408" y="10586"/>
                  <a:pt x="95562" y="10499"/>
                </a:cubicBezTo>
                <a:cubicBezTo>
                  <a:pt x="95692" y="10426"/>
                  <a:pt x="95761" y="10265"/>
                  <a:pt x="95839" y="10148"/>
                </a:cubicBezTo>
                <a:cubicBezTo>
                  <a:pt x="95897" y="10062"/>
                  <a:pt x="95960" y="9984"/>
                  <a:pt x="96018" y="9900"/>
                </a:cubicBezTo>
                <a:cubicBezTo>
                  <a:pt x="96081" y="9811"/>
                  <a:pt x="96128" y="9716"/>
                  <a:pt x="96180" y="9621"/>
                </a:cubicBezTo>
                <a:cubicBezTo>
                  <a:pt x="96293" y="9420"/>
                  <a:pt x="96392" y="9221"/>
                  <a:pt x="96483" y="9009"/>
                </a:cubicBezTo>
                <a:cubicBezTo>
                  <a:pt x="96658" y="8606"/>
                  <a:pt x="96864" y="8208"/>
                  <a:pt x="97165" y="7882"/>
                </a:cubicBezTo>
                <a:cubicBezTo>
                  <a:pt x="97305" y="7732"/>
                  <a:pt x="97446" y="7637"/>
                  <a:pt x="97621" y="7535"/>
                </a:cubicBezTo>
                <a:cubicBezTo>
                  <a:pt x="97705" y="7486"/>
                  <a:pt x="97779" y="7425"/>
                  <a:pt x="97863" y="7376"/>
                </a:cubicBezTo>
                <a:cubicBezTo>
                  <a:pt x="97954" y="7323"/>
                  <a:pt x="98056" y="7293"/>
                  <a:pt x="98158" y="7270"/>
                </a:cubicBezTo>
                <a:cubicBezTo>
                  <a:pt x="98367" y="7226"/>
                  <a:pt x="98575" y="7174"/>
                  <a:pt x="98783" y="7131"/>
                </a:cubicBezTo>
                <a:cubicBezTo>
                  <a:pt x="99005" y="7086"/>
                  <a:pt x="99217" y="7044"/>
                  <a:pt x="99429" y="6969"/>
                </a:cubicBezTo>
                <a:cubicBezTo>
                  <a:pt x="99523" y="6936"/>
                  <a:pt x="99620" y="6908"/>
                  <a:pt x="99700" y="6846"/>
                </a:cubicBezTo>
                <a:cubicBezTo>
                  <a:pt x="99778" y="6791"/>
                  <a:pt x="99847" y="6720"/>
                  <a:pt x="99920" y="6657"/>
                </a:cubicBezTo>
                <a:cubicBezTo>
                  <a:pt x="100083" y="6515"/>
                  <a:pt x="100210" y="6335"/>
                  <a:pt x="100368" y="6184"/>
                </a:cubicBezTo>
                <a:cubicBezTo>
                  <a:pt x="100528" y="6028"/>
                  <a:pt x="100671" y="5853"/>
                  <a:pt x="100835" y="5701"/>
                </a:cubicBezTo>
                <a:cubicBezTo>
                  <a:pt x="100987" y="5559"/>
                  <a:pt x="101162" y="5440"/>
                  <a:pt x="101342" y="5336"/>
                </a:cubicBezTo>
                <a:cubicBezTo>
                  <a:pt x="101517" y="5234"/>
                  <a:pt x="101705" y="5126"/>
                  <a:pt x="101897" y="5059"/>
                </a:cubicBezTo>
                <a:cubicBezTo>
                  <a:pt x="102077" y="4998"/>
                  <a:pt x="102270" y="4985"/>
                  <a:pt x="102460" y="5003"/>
                </a:cubicBezTo>
                <a:cubicBezTo>
                  <a:pt x="102652" y="5024"/>
                  <a:pt x="102841" y="5070"/>
                  <a:pt x="103025" y="5124"/>
                </a:cubicBezTo>
                <a:cubicBezTo>
                  <a:pt x="103228" y="5180"/>
                  <a:pt x="103412" y="5277"/>
                  <a:pt x="103611" y="5340"/>
                </a:cubicBezTo>
                <a:cubicBezTo>
                  <a:pt x="103712" y="5373"/>
                  <a:pt x="103814" y="5390"/>
                  <a:pt x="103913" y="5431"/>
                </a:cubicBezTo>
                <a:cubicBezTo>
                  <a:pt x="104017" y="5472"/>
                  <a:pt x="104117" y="5524"/>
                  <a:pt x="104227" y="5552"/>
                </a:cubicBezTo>
                <a:cubicBezTo>
                  <a:pt x="104424" y="5606"/>
                  <a:pt x="104632" y="5677"/>
                  <a:pt x="104835" y="5705"/>
                </a:cubicBezTo>
                <a:cubicBezTo>
                  <a:pt x="105054" y="5732"/>
                  <a:pt x="105265" y="5749"/>
                  <a:pt x="105465" y="5853"/>
                </a:cubicBezTo>
                <a:cubicBezTo>
                  <a:pt x="105625" y="5937"/>
                  <a:pt x="105770" y="6050"/>
                  <a:pt x="105886" y="6192"/>
                </a:cubicBezTo>
                <a:cubicBezTo>
                  <a:pt x="106148" y="6515"/>
                  <a:pt x="106152" y="6952"/>
                  <a:pt x="106243" y="7345"/>
                </a:cubicBezTo>
                <a:cubicBezTo>
                  <a:pt x="106295" y="7564"/>
                  <a:pt x="106373" y="7773"/>
                  <a:pt x="106433" y="7990"/>
                </a:cubicBezTo>
                <a:cubicBezTo>
                  <a:pt x="106449" y="8053"/>
                  <a:pt x="106462" y="8128"/>
                  <a:pt x="106501" y="8184"/>
                </a:cubicBezTo>
                <a:cubicBezTo>
                  <a:pt x="106524" y="8213"/>
                  <a:pt x="106522" y="8215"/>
                  <a:pt x="106548" y="8210"/>
                </a:cubicBezTo>
                <a:cubicBezTo>
                  <a:pt x="106578" y="8204"/>
                  <a:pt x="106628" y="8130"/>
                  <a:pt x="106654" y="8109"/>
                </a:cubicBezTo>
                <a:cubicBezTo>
                  <a:pt x="106723" y="8059"/>
                  <a:pt x="106803" y="8035"/>
                  <a:pt x="106875" y="7998"/>
                </a:cubicBezTo>
                <a:cubicBezTo>
                  <a:pt x="106964" y="7951"/>
                  <a:pt x="107041" y="7879"/>
                  <a:pt x="107106" y="7804"/>
                </a:cubicBezTo>
                <a:cubicBezTo>
                  <a:pt x="107238" y="7648"/>
                  <a:pt x="107364" y="7475"/>
                  <a:pt x="107465" y="7296"/>
                </a:cubicBezTo>
                <a:cubicBezTo>
                  <a:pt x="107645" y="6977"/>
                  <a:pt x="107995" y="6623"/>
                  <a:pt x="108404" y="6705"/>
                </a:cubicBezTo>
                <a:cubicBezTo>
                  <a:pt x="108586" y="6742"/>
                  <a:pt x="108674" y="6898"/>
                  <a:pt x="108813" y="7004"/>
                </a:cubicBezTo>
                <a:cubicBezTo>
                  <a:pt x="108977" y="7131"/>
                  <a:pt x="109170" y="7211"/>
                  <a:pt x="109336" y="7339"/>
                </a:cubicBezTo>
                <a:cubicBezTo>
                  <a:pt x="109674" y="7605"/>
                  <a:pt x="109960" y="7938"/>
                  <a:pt x="110210" y="8288"/>
                </a:cubicBezTo>
                <a:cubicBezTo>
                  <a:pt x="110308" y="8425"/>
                  <a:pt x="110398" y="8570"/>
                  <a:pt x="110487" y="8714"/>
                </a:cubicBezTo>
                <a:cubicBezTo>
                  <a:pt x="110557" y="8693"/>
                  <a:pt x="110630" y="8675"/>
                  <a:pt x="110703" y="8665"/>
                </a:cubicBezTo>
                <a:cubicBezTo>
                  <a:pt x="110814" y="8650"/>
                  <a:pt x="110933" y="8676"/>
                  <a:pt x="111043" y="8650"/>
                </a:cubicBezTo>
                <a:cubicBezTo>
                  <a:pt x="111143" y="8626"/>
                  <a:pt x="111233" y="8557"/>
                  <a:pt x="111320" y="8503"/>
                </a:cubicBezTo>
                <a:cubicBezTo>
                  <a:pt x="111420" y="8440"/>
                  <a:pt x="111526" y="8390"/>
                  <a:pt x="111634" y="8342"/>
                </a:cubicBezTo>
                <a:cubicBezTo>
                  <a:pt x="111852" y="8247"/>
                  <a:pt x="112066" y="8146"/>
                  <a:pt x="112285" y="8057"/>
                </a:cubicBezTo>
                <a:cubicBezTo>
                  <a:pt x="112510" y="7966"/>
                  <a:pt x="112722" y="7851"/>
                  <a:pt x="112949" y="7765"/>
                </a:cubicBezTo>
                <a:cubicBezTo>
                  <a:pt x="113159" y="7687"/>
                  <a:pt x="113379" y="7601"/>
                  <a:pt x="113557" y="7464"/>
                </a:cubicBezTo>
                <a:cubicBezTo>
                  <a:pt x="113643" y="7397"/>
                  <a:pt x="113741" y="7354"/>
                  <a:pt x="113836" y="7302"/>
                </a:cubicBezTo>
                <a:cubicBezTo>
                  <a:pt x="113940" y="7244"/>
                  <a:pt x="114041" y="7185"/>
                  <a:pt x="114147" y="7133"/>
                </a:cubicBezTo>
                <a:cubicBezTo>
                  <a:pt x="114337" y="7044"/>
                  <a:pt x="114508" y="6921"/>
                  <a:pt x="114692" y="6817"/>
                </a:cubicBezTo>
                <a:cubicBezTo>
                  <a:pt x="114891" y="6701"/>
                  <a:pt x="115118" y="6651"/>
                  <a:pt x="115320" y="6541"/>
                </a:cubicBezTo>
                <a:cubicBezTo>
                  <a:pt x="115503" y="6441"/>
                  <a:pt x="115661" y="6335"/>
                  <a:pt x="115806" y="6192"/>
                </a:cubicBezTo>
                <a:cubicBezTo>
                  <a:pt x="115863" y="6136"/>
                  <a:pt x="115934" y="6063"/>
                  <a:pt x="116014" y="6024"/>
                </a:cubicBezTo>
                <a:cubicBezTo>
                  <a:pt x="116018" y="6019"/>
                  <a:pt x="116020" y="6015"/>
                  <a:pt x="116025" y="6008"/>
                </a:cubicBezTo>
                <a:cubicBezTo>
                  <a:pt x="116135" y="5853"/>
                  <a:pt x="116276" y="5770"/>
                  <a:pt x="116468" y="5764"/>
                </a:cubicBezTo>
                <a:cubicBezTo>
                  <a:pt x="116697" y="5758"/>
                  <a:pt x="116914" y="5777"/>
                  <a:pt x="117143" y="5740"/>
                </a:cubicBezTo>
                <a:cubicBezTo>
                  <a:pt x="117364" y="5703"/>
                  <a:pt x="117580" y="5639"/>
                  <a:pt x="117805" y="5636"/>
                </a:cubicBezTo>
                <a:cubicBezTo>
                  <a:pt x="117904" y="5634"/>
                  <a:pt x="117987" y="5632"/>
                  <a:pt x="118082" y="5591"/>
                </a:cubicBezTo>
                <a:cubicBezTo>
                  <a:pt x="118177" y="5552"/>
                  <a:pt x="118268" y="5502"/>
                  <a:pt x="118367" y="5465"/>
                </a:cubicBezTo>
                <a:cubicBezTo>
                  <a:pt x="118571" y="5385"/>
                  <a:pt x="118748" y="5266"/>
                  <a:pt x="118917" y="5124"/>
                </a:cubicBezTo>
                <a:cubicBezTo>
                  <a:pt x="119081" y="4988"/>
                  <a:pt x="119276" y="4894"/>
                  <a:pt x="119458" y="4786"/>
                </a:cubicBezTo>
                <a:cubicBezTo>
                  <a:pt x="119642" y="4676"/>
                  <a:pt x="119849" y="4581"/>
                  <a:pt x="120063" y="4553"/>
                </a:cubicBezTo>
                <a:cubicBezTo>
                  <a:pt x="120260" y="4527"/>
                  <a:pt x="120451" y="4568"/>
                  <a:pt x="120649" y="4561"/>
                </a:cubicBezTo>
                <a:cubicBezTo>
                  <a:pt x="120745" y="4557"/>
                  <a:pt x="120844" y="4540"/>
                  <a:pt x="120933" y="4507"/>
                </a:cubicBezTo>
                <a:cubicBezTo>
                  <a:pt x="121024" y="4471"/>
                  <a:pt x="121084" y="4408"/>
                  <a:pt x="121164" y="4360"/>
                </a:cubicBezTo>
                <a:cubicBezTo>
                  <a:pt x="121342" y="4250"/>
                  <a:pt x="121578" y="4265"/>
                  <a:pt x="121779" y="4278"/>
                </a:cubicBezTo>
                <a:cubicBezTo>
                  <a:pt x="122006" y="4293"/>
                  <a:pt x="122229" y="4302"/>
                  <a:pt x="122451" y="4362"/>
                </a:cubicBezTo>
                <a:cubicBezTo>
                  <a:pt x="122659" y="4418"/>
                  <a:pt x="122858" y="4509"/>
                  <a:pt x="123066" y="4568"/>
                </a:cubicBezTo>
                <a:cubicBezTo>
                  <a:pt x="123301" y="4633"/>
                  <a:pt x="123514" y="4607"/>
                  <a:pt x="123749" y="4555"/>
                </a:cubicBezTo>
                <a:cubicBezTo>
                  <a:pt x="123972" y="4507"/>
                  <a:pt x="124182" y="4486"/>
                  <a:pt x="124411" y="4481"/>
                </a:cubicBezTo>
                <a:cubicBezTo>
                  <a:pt x="124632" y="4473"/>
                  <a:pt x="124837" y="4388"/>
                  <a:pt x="125060" y="4377"/>
                </a:cubicBezTo>
                <a:cubicBezTo>
                  <a:pt x="125274" y="4365"/>
                  <a:pt x="125516" y="4373"/>
                  <a:pt x="125729" y="4408"/>
                </a:cubicBezTo>
                <a:cubicBezTo>
                  <a:pt x="125834" y="4427"/>
                  <a:pt x="125932" y="4468"/>
                  <a:pt x="126038" y="4486"/>
                </a:cubicBezTo>
                <a:cubicBezTo>
                  <a:pt x="126142" y="4503"/>
                  <a:pt x="126246" y="4511"/>
                  <a:pt x="126349" y="4550"/>
                </a:cubicBezTo>
                <a:cubicBezTo>
                  <a:pt x="126516" y="4613"/>
                  <a:pt x="126650" y="4730"/>
                  <a:pt x="126775" y="4856"/>
                </a:cubicBezTo>
                <a:cubicBezTo>
                  <a:pt x="126925" y="5011"/>
                  <a:pt x="127108" y="5122"/>
                  <a:pt x="127267" y="5266"/>
                </a:cubicBezTo>
                <a:cubicBezTo>
                  <a:pt x="127347" y="5336"/>
                  <a:pt x="127424" y="5385"/>
                  <a:pt x="127520" y="5435"/>
                </a:cubicBezTo>
                <a:cubicBezTo>
                  <a:pt x="127612" y="5483"/>
                  <a:pt x="127684" y="5552"/>
                  <a:pt x="127766" y="5613"/>
                </a:cubicBezTo>
                <a:cubicBezTo>
                  <a:pt x="127848" y="5677"/>
                  <a:pt x="127946" y="5703"/>
                  <a:pt x="128036" y="5753"/>
                </a:cubicBezTo>
                <a:cubicBezTo>
                  <a:pt x="128125" y="5803"/>
                  <a:pt x="128199" y="5874"/>
                  <a:pt x="128281" y="5933"/>
                </a:cubicBezTo>
                <a:cubicBezTo>
                  <a:pt x="128460" y="6060"/>
                  <a:pt x="128655" y="6156"/>
                  <a:pt x="128828" y="6292"/>
                </a:cubicBezTo>
                <a:cubicBezTo>
                  <a:pt x="129004" y="6428"/>
                  <a:pt x="129176" y="6564"/>
                  <a:pt x="129371" y="6672"/>
                </a:cubicBezTo>
                <a:cubicBezTo>
                  <a:pt x="129572" y="6781"/>
                  <a:pt x="129782" y="6872"/>
                  <a:pt x="129979" y="6988"/>
                </a:cubicBezTo>
                <a:cubicBezTo>
                  <a:pt x="130163" y="7094"/>
                  <a:pt x="130314" y="7244"/>
                  <a:pt x="130489" y="7365"/>
                </a:cubicBezTo>
                <a:cubicBezTo>
                  <a:pt x="130665" y="7486"/>
                  <a:pt x="130848" y="7607"/>
                  <a:pt x="131028" y="7720"/>
                </a:cubicBezTo>
                <a:cubicBezTo>
                  <a:pt x="131402" y="7955"/>
                  <a:pt x="131829" y="8091"/>
                  <a:pt x="132216" y="8297"/>
                </a:cubicBezTo>
                <a:cubicBezTo>
                  <a:pt x="132410" y="8399"/>
                  <a:pt x="132594" y="8516"/>
                  <a:pt x="132759" y="8660"/>
                </a:cubicBezTo>
                <a:cubicBezTo>
                  <a:pt x="132932" y="8808"/>
                  <a:pt x="133089" y="8976"/>
                  <a:pt x="133265" y="9121"/>
                </a:cubicBezTo>
                <a:cubicBezTo>
                  <a:pt x="133622" y="9418"/>
                  <a:pt x="134031" y="9636"/>
                  <a:pt x="134407" y="9908"/>
                </a:cubicBezTo>
                <a:cubicBezTo>
                  <a:pt x="134604" y="10047"/>
                  <a:pt x="134796" y="10198"/>
                  <a:pt x="134985" y="10348"/>
                </a:cubicBezTo>
                <a:cubicBezTo>
                  <a:pt x="135136" y="10469"/>
                  <a:pt x="135281" y="10625"/>
                  <a:pt x="135480" y="10648"/>
                </a:cubicBezTo>
                <a:cubicBezTo>
                  <a:pt x="135698" y="10674"/>
                  <a:pt x="135917" y="10618"/>
                  <a:pt x="136129" y="10573"/>
                </a:cubicBezTo>
                <a:cubicBezTo>
                  <a:pt x="136362" y="10521"/>
                  <a:pt x="136596" y="10488"/>
                  <a:pt x="136830" y="10449"/>
                </a:cubicBezTo>
                <a:cubicBezTo>
                  <a:pt x="137067" y="10410"/>
                  <a:pt x="137279" y="10404"/>
                  <a:pt x="137515" y="10430"/>
                </a:cubicBezTo>
                <a:cubicBezTo>
                  <a:pt x="137745" y="10456"/>
                  <a:pt x="137980" y="10458"/>
                  <a:pt x="138210" y="10492"/>
                </a:cubicBezTo>
                <a:cubicBezTo>
                  <a:pt x="138433" y="10523"/>
                  <a:pt x="138653" y="10594"/>
                  <a:pt x="138865" y="10666"/>
                </a:cubicBezTo>
                <a:cubicBezTo>
                  <a:pt x="138956" y="10694"/>
                  <a:pt x="139040" y="10730"/>
                  <a:pt x="139110" y="10795"/>
                </a:cubicBezTo>
                <a:cubicBezTo>
                  <a:pt x="139177" y="10852"/>
                  <a:pt x="139283" y="10862"/>
                  <a:pt x="139367" y="10897"/>
                </a:cubicBezTo>
                <a:cubicBezTo>
                  <a:pt x="139536" y="10964"/>
                  <a:pt x="139726" y="11046"/>
                  <a:pt x="139912" y="11038"/>
                </a:cubicBezTo>
                <a:cubicBezTo>
                  <a:pt x="139912" y="11036"/>
                  <a:pt x="139914" y="11036"/>
                  <a:pt x="139914" y="11036"/>
                </a:cubicBezTo>
                <a:cubicBezTo>
                  <a:pt x="139932" y="10988"/>
                  <a:pt x="140011" y="10994"/>
                  <a:pt x="140020" y="11040"/>
                </a:cubicBezTo>
                <a:cubicBezTo>
                  <a:pt x="140057" y="11029"/>
                  <a:pt x="140094" y="11018"/>
                  <a:pt x="140131" y="11005"/>
                </a:cubicBezTo>
                <a:cubicBezTo>
                  <a:pt x="140250" y="10964"/>
                  <a:pt x="140364" y="10910"/>
                  <a:pt x="140476" y="10856"/>
                </a:cubicBezTo>
                <a:cubicBezTo>
                  <a:pt x="140715" y="10739"/>
                  <a:pt x="140953" y="10635"/>
                  <a:pt x="141206" y="10551"/>
                </a:cubicBezTo>
                <a:cubicBezTo>
                  <a:pt x="141333" y="10508"/>
                  <a:pt x="141467" y="10477"/>
                  <a:pt x="141590" y="10426"/>
                </a:cubicBezTo>
                <a:cubicBezTo>
                  <a:pt x="141699" y="10382"/>
                  <a:pt x="141800" y="10317"/>
                  <a:pt x="141908" y="10267"/>
                </a:cubicBezTo>
                <a:cubicBezTo>
                  <a:pt x="142012" y="10218"/>
                  <a:pt x="142123" y="10187"/>
                  <a:pt x="142218" y="10121"/>
                </a:cubicBezTo>
                <a:cubicBezTo>
                  <a:pt x="142324" y="10051"/>
                  <a:pt x="142419" y="9963"/>
                  <a:pt x="142518" y="9883"/>
                </a:cubicBezTo>
                <a:cubicBezTo>
                  <a:pt x="142620" y="9800"/>
                  <a:pt x="142724" y="9716"/>
                  <a:pt x="142834" y="9642"/>
                </a:cubicBezTo>
                <a:cubicBezTo>
                  <a:pt x="142936" y="9569"/>
                  <a:pt x="143029" y="9485"/>
                  <a:pt x="143133" y="9415"/>
                </a:cubicBezTo>
                <a:cubicBezTo>
                  <a:pt x="143237" y="9344"/>
                  <a:pt x="143321" y="9253"/>
                  <a:pt x="143416" y="9169"/>
                </a:cubicBezTo>
                <a:cubicBezTo>
                  <a:pt x="143514" y="9084"/>
                  <a:pt x="143628" y="9011"/>
                  <a:pt x="143738" y="8939"/>
                </a:cubicBezTo>
                <a:cubicBezTo>
                  <a:pt x="143964" y="8784"/>
                  <a:pt x="144195" y="8636"/>
                  <a:pt x="144435" y="8503"/>
                </a:cubicBezTo>
                <a:cubicBezTo>
                  <a:pt x="144671" y="8371"/>
                  <a:pt x="144909" y="8232"/>
                  <a:pt x="145149" y="8107"/>
                </a:cubicBezTo>
                <a:cubicBezTo>
                  <a:pt x="145380" y="7988"/>
                  <a:pt x="145629" y="7899"/>
                  <a:pt x="145871" y="7806"/>
                </a:cubicBezTo>
                <a:cubicBezTo>
                  <a:pt x="146088" y="7724"/>
                  <a:pt x="146310" y="7644"/>
                  <a:pt x="146496" y="7501"/>
                </a:cubicBezTo>
                <a:cubicBezTo>
                  <a:pt x="146594" y="7425"/>
                  <a:pt x="146689" y="7347"/>
                  <a:pt x="146791" y="7278"/>
                </a:cubicBezTo>
                <a:cubicBezTo>
                  <a:pt x="146894" y="7209"/>
                  <a:pt x="147000" y="7159"/>
                  <a:pt x="147107" y="7103"/>
                </a:cubicBezTo>
                <a:cubicBezTo>
                  <a:pt x="147325" y="6995"/>
                  <a:pt x="147524" y="6856"/>
                  <a:pt x="147732" y="6733"/>
                </a:cubicBezTo>
                <a:cubicBezTo>
                  <a:pt x="147838" y="6672"/>
                  <a:pt x="147946" y="6614"/>
                  <a:pt x="148060" y="6567"/>
                </a:cubicBezTo>
                <a:cubicBezTo>
                  <a:pt x="148177" y="6519"/>
                  <a:pt x="148285" y="6502"/>
                  <a:pt x="148409" y="6489"/>
                </a:cubicBezTo>
                <a:cubicBezTo>
                  <a:pt x="148532" y="6476"/>
                  <a:pt x="148647" y="6434"/>
                  <a:pt x="148770" y="6426"/>
                </a:cubicBezTo>
                <a:cubicBezTo>
                  <a:pt x="148887" y="6419"/>
                  <a:pt x="149006" y="6411"/>
                  <a:pt x="149125" y="6409"/>
                </a:cubicBezTo>
                <a:cubicBezTo>
                  <a:pt x="149261" y="6406"/>
                  <a:pt x="149384" y="6447"/>
                  <a:pt x="149514" y="6480"/>
                </a:cubicBezTo>
                <a:cubicBezTo>
                  <a:pt x="149648" y="6515"/>
                  <a:pt x="149782" y="6538"/>
                  <a:pt x="149918" y="6562"/>
                </a:cubicBezTo>
                <a:cubicBezTo>
                  <a:pt x="150040" y="6584"/>
                  <a:pt x="150161" y="6601"/>
                  <a:pt x="150284" y="6616"/>
                </a:cubicBezTo>
                <a:cubicBezTo>
                  <a:pt x="150366" y="6538"/>
                  <a:pt x="150448" y="6458"/>
                  <a:pt x="150531" y="6383"/>
                </a:cubicBezTo>
                <a:cubicBezTo>
                  <a:pt x="150652" y="6275"/>
                  <a:pt x="150792" y="6195"/>
                  <a:pt x="150922" y="6099"/>
                </a:cubicBezTo>
                <a:cubicBezTo>
                  <a:pt x="151050" y="6004"/>
                  <a:pt x="151151" y="5889"/>
                  <a:pt x="151249" y="5764"/>
                </a:cubicBezTo>
                <a:cubicBezTo>
                  <a:pt x="151457" y="5498"/>
                  <a:pt x="151697" y="5258"/>
                  <a:pt x="151915" y="5002"/>
                </a:cubicBezTo>
                <a:cubicBezTo>
                  <a:pt x="152008" y="4888"/>
                  <a:pt x="152110" y="4756"/>
                  <a:pt x="152252" y="4704"/>
                </a:cubicBezTo>
                <a:cubicBezTo>
                  <a:pt x="152315" y="4680"/>
                  <a:pt x="152371" y="4659"/>
                  <a:pt x="152428" y="4624"/>
                </a:cubicBezTo>
                <a:cubicBezTo>
                  <a:pt x="152490" y="4585"/>
                  <a:pt x="152553" y="4551"/>
                  <a:pt x="152625" y="4542"/>
                </a:cubicBezTo>
                <a:cubicBezTo>
                  <a:pt x="152705" y="4535"/>
                  <a:pt x="152772" y="4559"/>
                  <a:pt x="152841" y="4590"/>
                </a:cubicBezTo>
                <a:cubicBezTo>
                  <a:pt x="152917" y="4626"/>
                  <a:pt x="152994" y="4628"/>
                  <a:pt x="153077" y="4631"/>
                </a:cubicBezTo>
                <a:cubicBezTo>
                  <a:pt x="153248" y="4635"/>
                  <a:pt x="153393" y="4657"/>
                  <a:pt x="153542" y="4741"/>
                </a:cubicBezTo>
                <a:cubicBezTo>
                  <a:pt x="153672" y="4814"/>
                  <a:pt x="153784" y="4914"/>
                  <a:pt x="153910" y="4992"/>
                </a:cubicBezTo>
                <a:cubicBezTo>
                  <a:pt x="154046" y="5078"/>
                  <a:pt x="154193" y="5147"/>
                  <a:pt x="154333" y="5230"/>
                </a:cubicBezTo>
                <a:cubicBezTo>
                  <a:pt x="154476" y="5314"/>
                  <a:pt x="154612" y="5407"/>
                  <a:pt x="154734" y="5517"/>
                </a:cubicBezTo>
                <a:cubicBezTo>
                  <a:pt x="154852" y="5621"/>
                  <a:pt x="154959" y="5732"/>
                  <a:pt x="155093" y="5812"/>
                </a:cubicBezTo>
                <a:cubicBezTo>
                  <a:pt x="155385" y="5985"/>
                  <a:pt x="155627" y="6236"/>
                  <a:pt x="155845" y="6495"/>
                </a:cubicBezTo>
                <a:cubicBezTo>
                  <a:pt x="155954" y="6627"/>
                  <a:pt x="156058" y="6763"/>
                  <a:pt x="156157" y="6902"/>
                </a:cubicBezTo>
                <a:cubicBezTo>
                  <a:pt x="156246" y="7029"/>
                  <a:pt x="156328" y="7146"/>
                  <a:pt x="156455" y="7237"/>
                </a:cubicBezTo>
                <a:cubicBezTo>
                  <a:pt x="156512" y="7280"/>
                  <a:pt x="156574" y="7311"/>
                  <a:pt x="156635" y="7347"/>
                </a:cubicBezTo>
                <a:cubicBezTo>
                  <a:pt x="156708" y="7391"/>
                  <a:pt x="156769" y="7451"/>
                  <a:pt x="156832" y="7505"/>
                </a:cubicBezTo>
                <a:cubicBezTo>
                  <a:pt x="156959" y="7613"/>
                  <a:pt x="157104" y="7691"/>
                  <a:pt x="157249" y="7767"/>
                </a:cubicBezTo>
                <a:cubicBezTo>
                  <a:pt x="157310" y="7800"/>
                  <a:pt x="157368" y="7836"/>
                  <a:pt x="157437" y="7849"/>
                </a:cubicBezTo>
                <a:cubicBezTo>
                  <a:pt x="157522" y="7867"/>
                  <a:pt x="157598" y="7888"/>
                  <a:pt x="157680" y="7923"/>
                </a:cubicBezTo>
                <a:cubicBezTo>
                  <a:pt x="157835" y="7992"/>
                  <a:pt x="157983" y="8074"/>
                  <a:pt x="158132" y="8152"/>
                </a:cubicBezTo>
                <a:cubicBezTo>
                  <a:pt x="158279" y="8230"/>
                  <a:pt x="158435" y="8290"/>
                  <a:pt x="158580" y="8370"/>
                </a:cubicBezTo>
                <a:cubicBezTo>
                  <a:pt x="158731" y="8453"/>
                  <a:pt x="158850" y="8583"/>
                  <a:pt x="158980" y="8691"/>
                </a:cubicBezTo>
                <a:cubicBezTo>
                  <a:pt x="159103" y="8792"/>
                  <a:pt x="159228" y="8890"/>
                  <a:pt x="159365" y="8970"/>
                </a:cubicBezTo>
                <a:cubicBezTo>
                  <a:pt x="159510" y="9052"/>
                  <a:pt x="159629" y="9154"/>
                  <a:pt x="159748" y="9268"/>
                </a:cubicBezTo>
                <a:cubicBezTo>
                  <a:pt x="159867" y="9381"/>
                  <a:pt x="159983" y="9491"/>
                  <a:pt x="160130" y="9564"/>
                </a:cubicBezTo>
                <a:cubicBezTo>
                  <a:pt x="160282" y="9642"/>
                  <a:pt x="160436" y="9714"/>
                  <a:pt x="160585" y="9800"/>
                </a:cubicBezTo>
                <a:cubicBezTo>
                  <a:pt x="160730" y="9882"/>
                  <a:pt x="160873" y="9969"/>
                  <a:pt x="161028" y="10034"/>
                </a:cubicBezTo>
                <a:cubicBezTo>
                  <a:pt x="161191" y="10103"/>
                  <a:pt x="161363" y="10134"/>
                  <a:pt x="161535" y="10168"/>
                </a:cubicBezTo>
                <a:cubicBezTo>
                  <a:pt x="161710" y="10201"/>
                  <a:pt x="161887" y="10235"/>
                  <a:pt x="162058" y="10285"/>
                </a:cubicBezTo>
                <a:cubicBezTo>
                  <a:pt x="162136" y="10309"/>
                  <a:pt x="162211" y="10341"/>
                  <a:pt x="162285" y="10369"/>
                </a:cubicBezTo>
                <a:cubicBezTo>
                  <a:pt x="162367" y="10400"/>
                  <a:pt x="162451" y="10412"/>
                  <a:pt x="162534" y="10434"/>
                </a:cubicBezTo>
                <a:cubicBezTo>
                  <a:pt x="162690" y="10473"/>
                  <a:pt x="162824" y="10547"/>
                  <a:pt x="162984" y="10568"/>
                </a:cubicBezTo>
                <a:cubicBezTo>
                  <a:pt x="163068" y="10579"/>
                  <a:pt x="163150" y="10585"/>
                  <a:pt x="163233" y="10594"/>
                </a:cubicBezTo>
                <a:cubicBezTo>
                  <a:pt x="163321" y="10603"/>
                  <a:pt x="163393" y="10618"/>
                  <a:pt x="163481" y="10599"/>
                </a:cubicBezTo>
                <a:cubicBezTo>
                  <a:pt x="163583" y="10577"/>
                  <a:pt x="163711" y="10553"/>
                  <a:pt x="163812" y="10583"/>
                </a:cubicBezTo>
                <a:cubicBezTo>
                  <a:pt x="163821" y="10585"/>
                  <a:pt x="163827" y="10588"/>
                  <a:pt x="163832" y="10594"/>
                </a:cubicBezTo>
                <a:cubicBezTo>
                  <a:pt x="163873" y="10585"/>
                  <a:pt x="163916" y="10577"/>
                  <a:pt x="163959" y="10570"/>
                </a:cubicBezTo>
                <a:cubicBezTo>
                  <a:pt x="164241" y="10514"/>
                  <a:pt x="164519" y="10467"/>
                  <a:pt x="164788" y="10360"/>
                </a:cubicBezTo>
                <a:cubicBezTo>
                  <a:pt x="165039" y="10259"/>
                  <a:pt x="165281" y="10161"/>
                  <a:pt x="165549" y="10120"/>
                </a:cubicBezTo>
                <a:cubicBezTo>
                  <a:pt x="165837" y="10077"/>
                  <a:pt x="166103" y="9980"/>
                  <a:pt x="166382" y="9906"/>
                </a:cubicBezTo>
                <a:cubicBezTo>
                  <a:pt x="166646" y="9839"/>
                  <a:pt x="166888" y="9703"/>
                  <a:pt x="167152" y="9629"/>
                </a:cubicBezTo>
                <a:cubicBezTo>
                  <a:pt x="167424" y="9552"/>
                  <a:pt x="167688" y="9452"/>
                  <a:pt x="167944" y="9335"/>
                </a:cubicBezTo>
                <a:cubicBezTo>
                  <a:pt x="168205" y="9218"/>
                  <a:pt x="168459" y="9087"/>
                  <a:pt x="168729" y="8991"/>
                </a:cubicBezTo>
                <a:cubicBezTo>
                  <a:pt x="169001" y="8890"/>
                  <a:pt x="169294" y="8831"/>
                  <a:pt x="169557" y="8712"/>
                </a:cubicBezTo>
                <a:cubicBezTo>
                  <a:pt x="169657" y="8667"/>
                  <a:pt x="169745" y="8600"/>
                  <a:pt x="169839" y="8546"/>
                </a:cubicBezTo>
                <a:cubicBezTo>
                  <a:pt x="169953" y="8481"/>
                  <a:pt x="170077" y="8446"/>
                  <a:pt x="170193" y="8384"/>
                </a:cubicBezTo>
                <a:cubicBezTo>
                  <a:pt x="170425" y="8265"/>
                  <a:pt x="170635" y="8113"/>
                  <a:pt x="170879" y="8012"/>
                </a:cubicBezTo>
                <a:cubicBezTo>
                  <a:pt x="171128" y="7912"/>
                  <a:pt x="171364" y="7774"/>
                  <a:pt x="171641" y="7780"/>
                </a:cubicBezTo>
                <a:cubicBezTo>
                  <a:pt x="171920" y="7787"/>
                  <a:pt x="172203" y="7825"/>
                  <a:pt x="172480" y="7849"/>
                </a:cubicBezTo>
                <a:cubicBezTo>
                  <a:pt x="172754" y="7871"/>
                  <a:pt x="172953" y="7827"/>
                  <a:pt x="173185" y="7678"/>
                </a:cubicBezTo>
                <a:cubicBezTo>
                  <a:pt x="173280" y="7616"/>
                  <a:pt x="173377" y="7562"/>
                  <a:pt x="173490" y="7551"/>
                </a:cubicBezTo>
                <a:cubicBezTo>
                  <a:pt x="173617" y="7538"/>
                  <a:pt x="173739" y="7572"/>
                  <a:pt x="173864" y="7579"/>
                </a:cubicBezTo>
                <a:cubicBezTo>
                  <a:pt x="173996" y="7587"/>
                  <a:pt x="174126" y="7583"/>
                  <a:pt x="174254" y="7614"/>
                </a:cubicBezTo>
                <a:cubicBezTo>
                  <a:pt x="174385" y="7646"/>
                  <a:pt x="174511" y="7704"/>
                  <a:pt x="174636" y="7754"/>
                </a:cubicBezTo>
                <a:cubicBezTo>
                  <a:pt x="174744" y="7800"/>
                  <a:pt x="174846" y="7854"/>
                  <a:pt x="174928" y="7942"/>
                </a:cubicBezTo>
                <a:cubicBezTo>
                  <a:pt x="175026" y="8050"/>
                  <a:pt x="175093" y="8185"/>
                  <a:pt x="175188" y="8295"/>
                </a:cubicBezTo>
                <a:cubicBezTo>
                  <a:pt x="175264" y="8384"/>
                  <a:pt x="175363" y="8427"/>
                  <a:pt x="175454" y="8494"/>
                </a:cubicBezTo>
                <a:cubicBezTo>
                  <a:pt x="175502" y="8529"/>
                  <a:pt x="175540" y="8580"/>
                  <a:pt x="175592" y="8609"/>
                </a:cubicBezTo>
                <a:cubicBezTo>
                  <a:pt x="175655" y="8641"/>
                  <a:pt x="175724" y="8656"/>
                  <a:pt x="175783" y="8697"/>
                </a:cubicBezTo>
                <a:cubicBezTo>
                  <a:pt x="175889" y="8768"/>
                  <a:pt x="175980" y="8861"/>
                  <a:pt x="176083" y="8933"/>
                </a:cubicBezTo>
                <a:cubicBezTo>
                  <a:pt x="176192" y="9011"/>
                  <a:pt x="176324" y="9047"/>
                  <a:pt x="176432" y="9125"/>
                </a:cubicBezTo>
                <a:cubicBezTo>
                  <a:pt x="176542" y="9203"/>
                  <a:pt x="176635" y="9299"/>
                  <a:pt x="176747" y="9374"/>
                </a:cubicBezTo>
                <a:cubicBezTo>
                  <a:pt x="176853" y="9446"/>
                  <a:pt x="176962" y="9504"/>
                  <a:pt x="177057" y="9590"/>
                </a:cubicBezTo>
                <a:cubicBezTo>
                  <a:pt x="177137" y="9660"/>
                  <a:pt x="177243" y="9785"/>
                  <a:pt x="177358" y="9789"/>
                </a:cubicBezTo>
                <a:cubicBezTo>
                  <a:pt x="177414" y="9790"/>
                  <a:pt x="177479" y="9770"/>
                  <a:pt x="177533" y="9763"/>
                </a:cubicBezTo>
                <a:cubicBezTo>
                  <a:pt x="177619" y="9751"/>
                  <a:pt x="177706" y="9740"/>
                  <a:pt x="177790" y="9727"/>
                </a:cubicBezTo>
                <a:cubicBezTo>
                  <a:pt x="177935" y="9707"/>
                  <a:pt x="178082" y="9690"/>
                  <a:pt x="178223" y="9658"/>
                </a:cubicBezTo>
                <a:cubicBezTo>
                  <a:pt x="178357" y="9629"/>
                  <a:pt x="178469" y="9549"/>
                  <a:pt x="178597" y="9502"/>
                </a:cubicBezTo>
                <a:cubicBezTo>
                  <a:pt x="178720" y="9456"/>
                  <a:pt x="178820" y="9405"/>
                  <a:pt x="178928" y="9331"/>
                </a:cubicBezTo>
                <a:cubicBezTo>
                  <a:pt x="179034" y="9259"/>
                  <a:pt x="179140" y="9180"/>
                  <a:pt x="179257" y="9126"/>
                </a:cubicBezTo>
                <a:cubicBezTo>
                  <a:pt x="179361" y="9076"/>
                  <a:pt x="179473" y="9054"/>
                  <a:pt x="179579" y="9009"/>
                </a:cubicBezTo>
                <a:cubicBezTo>
                  <a:pt x="179698" y="8959"/>
                  <a:pt x="179802" y="8894"/>
                  <a:pt x="179927" y="8859"/>
                </a:cubicBezTo>
                <a:cubicBezTo>
                  <a:pt x="180163" y="8792"/>
                  <a:pt x="180407" y="8734"/>
                  <a:pt x="180646" y="8686"/>
                </a:cubicBezTo>
                <a:cubicBezTo>
                  <a:pt x="180918" y="8630"/>
                  <a:pt x="181188" y="8658"/>
                  <a:pt x="181446" y="8546"/>
                </a:cubicBezTo>
                <a:cubicBezTo>
                  <a:pt x="181695" y="8440"/>
                  <a:pt x="181922" y="8303"/>
                  <a:pt x="182069" y="8074"/>
                </a:cubicBezTo>
                <a:cubicBezTo>
                  <a:pt x="182138" y="7968"/>
                  <a:pt x="182220" y="7879"/>
                  <a:pt x="182298" y="7782"/>
                </a:cubicBezTo>
                <a:cubicBezTo>
                  <a:pt x="182387" y="7674"/>
                  <a:pt x="182456" y="7553"/>
                  <a:pt x="182545" y="7445"/>
                </a:cubicBezTo>
                <a:cubicBezTo>
                  <a:pt x="182679" y="7285"/>
                  <a:pt x="182791" y="7042"/>
                  <a:pt x="182986" y="6947"/>
                </a:cubicBezTo>
                <a:cubicBezTo>
                  <a:pt x="183150" y="6869"/>
                  <a:pt x="183304" y="6956"/>
                  <a:pt x="183419" y="7071"/>
                </a:cubicBezTo>
                <a:cubicBezTo>
                  <a:pt x="183527" y="7179"/>
                  <a:pt x="183613" y="7369"/>
                  <a:pt x="183793" y="7300"/>
                </a:cubicBezTo>
                <a:cubicBezTo>
                  <a:pt x="183884" y="7265"/>
                  <a:pt x="183962" y="7192"/>
                  <a:pt x="184042" y="7138"/>
                </a:cubicBezTo>
                <a:cubicBezTo>
                  <a:pt x="184156" y="7064"/>
                  <a:pt x="184267" y="6991"/>
                  <a:pt x="184375" y="6910"/>
                </a:cubicBezTo>
                <a:cubicBezTo>
                  <a:pt x="184578" y="6753"/>
                  <a:pt x="184786" y="6606"/>
                  <a:pt x="184991" y="6456"/>
                </a:cubicBezTo>
                <a:cubicBezTo>
                  <a:pt x="185181" y="6315"/>
                  <a:pt x="185294" y="6108"/>
                  <a:pt x="185489" y="5974"/>
                </a:cubicBezTo>
                <a:cubicBezTo>
                  <a:pt x="185580" y="5913"/>
                  <a:pt x="185677" y="5861"/>
                  <a:pt x="185765" y="5790"/>
                </a:cubicBezTo>
                <a:cubicBezTo>
                  <a:pt x="185863" y="5708"/>
                  <a:pt x="185919" y="5593"/>
                  <a:pt x="186003" y="5498"/>
                </a:cubicBezTo>
                <a:cubicBezTo>
                  <a:pt x="186073" y="5418"/>
                  <a:pt x="186146" y="5355"/>
                  <a:pt x="186198" y="5258"/>
                </a:cubicBezTo>
                <a:cubicBezTo>
                  <a:pt x="186261" y="5137"/>
                  <a:pt x="186334" y="5020"/>
                  <a:pt x="186401" y="4901"/>
                </a:cubicBezTo>
                <a:cubicBezTo>
                  <a:pt x="186460" y="4795"/>
                  <a:pt x="186508" y="4682"/>
                  <a:pt x="186579" y="4583"/>
                </a:cubicBezTo>
                <a:cubicBezTo>
                  <a:pt x="186650" y="4486"/>
                  <a:pt x="186743" y="4406"/>
                  <a:pt x="186838" y="4334"/>
                </a:cubicBezTo>
                <a:cubicBezTo>
                  <a:pt x="187014" y="4198"/>
                  <a:pt x="187185" y="4036"/>
                  <a:pt x="187410" y="3984"/>
                </a:cubicBezTo>
                <a:cubicBezTo>
                  <a:pt x="187507" y="3960"/>
                  <a:pt x="187608" y="3958"/>
                  <a:pt x="187706" y="3949"/>
                </a:cubicBezTo>
                <a:cubicBezTo>
                  <a:pt x="187851" y="3934"/>
                  <a:pt x="187993" y="3889"/>
                  <a:pt x="188139" y="3880"/>
                </a:cubicBezTo>
                <a:cubicBezTo>
                  <a:pt x="188262" y="3871"/>
                  <a:pt x="188385" y="3893"/>
                  <a:pt x="188508" y="3906"/>
                </a:cubicBezTo>
                <a:cubicBezTo>
                  <a:pt x="188662" y="3921"/>
                  <a:pt x="188815" y="3936"/>
                  <a:pt x="188967" y="3949"/>
                </a:cubicBezTo>
                <a:cubicBezTo>
                  <a:pt x="189259" y="3975"/>
                  <a:pt x="189519" y="4081"/>
                  <a:pt x="189806" y="4126"/>
                </a:cubicBezTo>
                <a:cubicBezTo>
                  <a:pt x="190087" y="4170"/>
                  <a:pt x="190373" y="4185"/>
                  <a:pt x="190658" y="4219"/>
                </a:cubicBezTo>
                <a:cubicBezTo>
                  <a:pt x="190669" y="4220"/>
                  <a:pt x="190680" y="4224"/>
                  <a:pt x="190689" y="4232"/>
                </a:cubicBezTo>
                <a:cubicBezTo>
                  <a:pt x="190782" y="4142"/>
                  <a:pt x="190875" y="4051"/>
                  <a:pt x="190970" y="3964"/>
                </a:cubicBezTo>
                <a:cubicBezTo>
                  <a:pt x="191102" y="3841"/>
                  <a:pt x="191245" y="3739"/>
                  <a:pt x="191405" y="3651"/>
                </a:cubicBezTo>
                <a:cubicBezTo>
                  <a:pt x="191569" y="3562"/>
                  <a:pt x="191734" y="3478"/>
                  <a:pt x="191881" y="3363"/>
                </a:cubicBezTo>
                <a:cubicBezTo>
                  <a:pt x="192032" y="3248"/>
                  <a:pt x="192201" y="3158"/>
                  <a:pt x="192354" y="3045"/>
                </a:cubicBezTo>
                <a:cubicBezTo>
                  <a:pt x="192495" y="2941"/>
                  <a:pt x="192612" y="2807"/>
                  <a:pt x="192765" y="2718"/>
                </a:cubicBezTo>
                <a:cubicBezTo>
                  <a:pt x="192899" y="2638"/>
                  <a:pt x="193038" y="2602"/>
                  <a:pt x="193153" y="2493"/>
                </a:cubicBezTo>
                <a:cubicBezTo>
                  <a:pt x="193282" y="2374"/>
                  <a:pt x="193364" y="2210"/>
                  <a:pt x="193483" y="2082"/>
                </a:cubicBezTo>
                <a:cubicBezTo>
                  <a:pt x="193607" y="1948"/>
                  <a:pt x="193763" y="1847"/>
                  <a:pt x="193892" y="1717"/>
                </a:cubicBezTo>
                <a:cubicBezTo>
                  <a:pt x="194018" y="1587"/>
                  <a:pt x="194132" y="1442"/>
                  <a:pt x="194238" y="1291"/>
                </a:cubicBezTo>
                <a:cubicBezTo>
                  <a:pt x="194345" y="1139"/>
                  <a:pt x="194453" y="997"/>
                  <a:pt x="194598" y="877"/>
                </a:cubicBezTo>
                <a:cubicBezTo>
                  <a:pt x="194736" y="763"/>
                  <a:pt x="194883" y="644"/>
                  <a:pt x="195047" y="572"/>
                </a:cubicBezTo>
                <a:cubicBezTo>
                  <a:pt x="195233" y="492"/>
                  <a:pt x="195409" y="510"/>
                  <a:pt x="195605" y="532"/>
                </a:cubicBezTo>
                <a:cubicBezTo>
                  <a:pt x="195792" y="553"/>
                  <a:pt x="195991" y="534"/>
                  <a:pt x="196172" y="603"/>
                </a:cubicBezTo>
                <a:cubicBezTo>
                  <a:pt x="196263" y="638"/>
                  <a:pt x="196347" y="694"/>
                  <a:pt x="196425" y="750"/>
                </a:cubicBezTo>
                <a:cubicBezTo>
                  <a:pt x="196505" y="806"/>
                  <a:pt x="196583" y="843"/>
                  <a:pt x="196670" y="888"/>
                </a:cubicBezTo>
                <a:cubicBezTo>
                  <a:pt x="196745" y="925"/>
                  <a:pt x="196819" y="966"/>
                  <a:pt x="196884" y="1018"/>
                </a:cubicBezTo>
                <a:cubicBezTo>
                  <a:pt x="196971" y="1087"/>
                  <a:pt x="197051" y="1161"/>
                  <a:pt x="197144" y="1226"/>
                </a:cubicBezTo>
                <a:cubicBezTo>
                  <a:pt x="197288" y="1328"/>
                  <a:pt x="197468" y="1384"/>
                  <a:pt x="197600" y="1503"/>
                </a:cubicBezTo>
                <a:cubicBezTo>
                  <a:pt x="197608" y="1511"/>
                  <a:pt x="197647" y="1550"/>
                  <a:pt x="197665" y="1580"/>
                </a:cubicBezTo>
                <a:cubicBezTo>
                  <a:pt x="197687" y="1583"/>
                  <a:pt x="197717" y="1596"/>
                  <a:pt x="197734" y="1606"/>
                </a:cubicBezTo>
                <a:cubicBezTo>
                  <a:pt x="197810" y="1648"/>
                  <a:pt x="197873" y="1728"/>
                  <a:pt x="197959" y="1749"/>
                </a:cubicBezTo>
                <a:cubicBezTo>
                  <a:pt x="197968" y="1747"/>
                  <a:pt x="197976" y="1743"/>
                  <a:pt x="197985" y="1741"/>
                </a:cubicBezTo>
                <a:cubicBezTo>
                  <a:pt x="198005" y="1719"/>
                  <a:pt x="198039" y="1713"/>
                  <a:pt x="198065" y="1721"/>
                </a:cubicBezTo>
                <a:cubicBezTo>
                  <a:pt x="198234" y="1680"/>
                  <a:pt x="198407" y="1648"/>
                  <a:pt x="198573" y="1587"/>
                </a:cubicBezTo>
                <a:cubicBezTo>
                  <a:pt x="198794" y="1505"/>
                  <a:pt x="198971" y="1373"/>
                  <a:pt x="199153" y="1226"/>
                </a:cubicBezTo>
                <a:cubicBezTo>
                  <a:pt x="199339" y="1079"/>
                  <a:pt x="199529" y="964"/>
                  <a:pt x="199748" y="873"/>
                </a:cubicBezTo>
                <a:cubicBezTo>
                  <a:pt x="199862" y="826"/>
                  <a:pt x="199975" y="774"/>
                  <a:pt x="200096" y="750"/>
                </a:cubicBezTo>
                <a:cubicBezTo>
                  <a:pt x="200219" y="728"/>
                  <a:pt x="200328" y="717"/>
                  <a:pt x="200442" y="665"/>
                </a:cubicBezTo>
                <a:cubicBezTo>
                  <a:pt x="200553" y="616"/>
                  <a:pt x="200661" y="568"/>
                  <a:pt x="200775" y="523"/>
                </a:cubicBezTo>
                <a:cubicBezTo>
                  <a:pt x="200897" y="475"/>
                  <a:pt x="201009" y="410"/>
                  <a:pt x="201137" y="378"/>
                </a:cubicBezTo>
                <a:cubicBezTo>
                  <a:pt x="201381" y="317"/>
                  <a:pt x="201604" y="185"/>
                  <a:pt x="201846" y="108"/>
                </a:cubicBezTo>
                <a:cubicBezTo>
                  <a:pt x="201943" y="77"/>
                  <a:pt x="202039" y="84"/>
                  <a:pt x="202138" y="69"/>
                </a:cubicBezTo>
                <a:cubicBezTo>
                  <a:pt x="202259" y="49"/>
                  <a:pt x="202374" y="1"/>
                  <a:pt x="202499" y="10"/>
                </a:cubicBezTo>
                <a:cubicBezTo>
                  <a:pt x="202592" y="17"/>
                  <a:pt x="202677" y="62"/>
                  <a:pt x="202772" y="69"/>
                </a:cubicBezTo>
                <a:cubicBezTo>
                  <a:pt x="202906" y="82"/>
                  <a:pt x="203014" y="110"/>
                  <a:pt x="203138" y="164"/>
                </a:cubicBezTo>
                <a:cubicBezTo>
                  <a:pt x="203248" y="211"/>
                  <a:pt x="203363" y="222"/>
                  <a:pt x="203479" y="248"/>
                </a:cubicBezTo>
                <a:cubicBezTo>
                  <a:pt x="203600" y="276"/>
                  <a:pt x="203721" y="294"/>
                  <a:pt x="203841" y="317"/>
                </a:cubicBezTo>
                <a:cubicBezTo>
                  <a:pt x="204091" y="360"/>
                  <a:pt x="204334" y="428"/>
                  <a:pt x="204582" y="479"/>
                </a:cubicBezTo>
                <a:cubicBezTo>
                  <a:pt x="204844" y="532"/>
                  <a:pt x="205104" y="590"/>
                  <a:pt x="205361" y="665"/>
                </a:cubicBezTo>
                <a:cubicBezTo>
                  <a:pt x="205604" y="737"/>
                  <a:pt x="205839" y="830"/>
                  <a:pt x="206077" y="925"/>
                </a:cubicBezTo>
                <a:cubicBezTo>
                  <a:pt x="206307" y="1014"/>
                  <a:pt x="206547" y="1081"/>
                  <a:pt x="206774" y="1187"/>
                </a:cubicBezTo>
                <a:cubicBezTo>
                  <a:pt x="206878" y="1237"/>
                  <a:pt x="206979" y="1295"/>
                  <a:pt x="207087" y="1341"/>
                </a:cubicBezTo>
                <a:cubicBezTo>
                  <a:pt x="207196" y="1388"/>
                  <a:pt x="207317" y="1414"/>
                  <a:pt x="207427" y="1466"/>
                </a:cubicBezTo>
                <a:cubicBezTo>
                  <a:pt x="207520" y="1511"/>
                  <a:pt x="207619" y="1540"/>
                  <a:pt x="207712" y="1587"/>
                </a:cubicBezTo>
                <a:cubicBezTo>
                  <a:pt x="207818" y="1643"/>
                  <a:pt x="207916" y="1708"/>
                  <a:pt x="208017" y="1773"/>
                </a:cubicBezTo>
                <a:cubicBezTo>
                  <a:pt x="208139" y="1853"/>
                  <a:pt x="208268" y="1922"/>
                  <a:pt x="208405" y="1976"/>
                </a:cubicBezTo>
                <a:cubicBezTo>
                  <a:pt x="208530" y="2024"/>
                  <a:pt x="208658" y="2061"/>
                  <a:pt x="208781" y="2119"/>
                </a:cubicBezTo>
                <a:cubicBezTo>
                  <a:pt x="209026" y="2234"/>
                  <a:pt x="209283" y="2338"/>
                  <a:pt x="209514" y="2482"/>
                </a:cubicBezTo>
                <a:cubicBezTo>
                  <a:pt x="209633" y="2558"/>
                  <a:pt x="209754" y="2615"/>
                  <a:pt x="209884" y="2671"/>
                </a:cubicBezTo>
                <a:cubicBezTo>
                  <a:pt x="210001" y="2721"/>
                  <a:pt x="210103" y="2792"/>
                  <a:pt x="210215" y="2852"/>
                </a:cubicBezTo>
                <a:cubicBezTo>
                  <a:pt x="210334" y="2913"/>
                  <a:pt x="210460" y="2956"/>
                  <a:pt x="210579" y="3019"/>
                </a:cubicBezTo>
                <a:cubicBezTo>
                  <a:pt x="210622" y="3041"/>
                  <a:pt x="210674" y="3075"/>
                  <a:pt x="210724" y="3080"/>
                </a:cubicBezTo>
                <a:cubicBezTo>
                  <a:pt x="210780" y="3088"/>
                  <a:pt x="210834" y="3062"/>
                  <a:pt x="210883" y="3041"/>
                </a:cubicBezTo>
                <a:cubicBezTo>
                  <a:pt x="210903" y="3034"/>
                  <a:pt x="210923" y="3038"/>
                  <a:pt x="210938" y="3049"/>
                </a:cubicBezTo>
                <a:cubicBezTo>
                  <a:pt x="211037" y="2980"/>
                  <a:pt x="211132" y="2898"/>
                  <a:pt x="211232" y="2839"/>
                </a:cubicBezTo>
                <a:cubicBezTo>
                  <a:pt x="211478" y="2695"/>
                  <a:pt x="211742" y="2588"/>
                  <a:pt x="211997" y="2461"/>
                </a:cubicBezTo>
                <a:cubicBezTo>
                  <a:pt x="212123" y="2398"/>
                  <a:pt x="212244" y="2322"/>
                  <a:pt x="212368" y="2253"/>
                </a:cubicBezTo>
                <a:cubicBezTo>
                  <a:pt x="212480" y="2190"/>
                  <a:pt x="212608" y="2162"/>
                  <a:pt x="212716" y="2097"/>
                </a:cubicBezTo>
                <a:cubicBezTo>
                  <a:pt x="212820" y="2035"/>
                  <a:pt x="212902" y="1940"/>
                  <a:pt x="213005" y="1875"/>
                </a:cubicBezTo>
                <a:cubicBezTo>
                  <a:pt x="213112" y="1808"/>
                  <a:pt x="213200" y="1752"/>
                  <a:pt x="213282" y="1654"/>
                </a:cubicBezTo>
                <a:cubicBezTo>
                  <a:pt x="213434" y="1470"/>
                  <a:pt x="213698" y="1301"/>
                  <a:pt x="213942" y="1288"/>
                </a:cubicBezTo>
                <a:cubicBezTo>
                  <a:pt x="214217" y="1275"/>
                  <a:pt x="214492" y="1340"/>
                  <a:pt x="214760" y="1405"/>
                </a:cubicBezTo>
                <a:cubicBezTo>
                  <a:pt x="214890" y="1436"/>
                  <a:pt x="215009" y="1501"/>
                  <a:pt x="215143" y="1513"/>
                </a:cubicBezTo>
                <a:cubicBezTo>
                  <a:pt x="215277" y="1526"/>
                  <a:pt x="215396" y="1544"/>
                  <a:pt x="215515" y="1607"/>
                </a:cubicBezTo>
                <a:cubicBezTo>
                  <a:pt x="215588" y="1646"/>
                  <a:pt x="215657" y="1691"/>
                  <a:pt x="215727" y="173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4784350" y="4155802"/>
            <a:ext cx="4359654" cy="987743"/>
          </a:xfrm>
          <a:custGeom>
            <a:avLst/>
            <a:gdLst/>
            <a:ahLst/>
            <a:cxnLst/>
            <a:rect l="l" t="t" r="r" b="b"/>
            <a:pathLst>
              <a:path w="105204" h="60265" extrusionOk="0">
                <a:moveTo>
                  <a:pt x="3460" y="60265"/>
                </a:moveTo>
                <a:cubicBezTo>
                  <a:pt x="2450" y="59482"/>
                  <a:pt x="1453" y="58684"/>
                  <a:pt x="465" y="57882"/>
                </a:cubicBezTo>
                <a:cubicBezTo>
                  <a:pt x="445" y="57893"/>
                  <a:pt x="423" y="57905"/>
                  <a:pt x="402" y="57916"/>
                </a:cubicBezTo>
                <a:cubicBezTo>
                  <a:pt x="186" y="58031"/>
                  <a:pt x="0" y="57713"/>
                  <a:pt x="211" y="57590"/>
                </a:cubicBezTo>
                <a:cubicBezTo>
                  <a:pt x="240" y="57574"/>
                  <a:pt x="270" y="57555"/>
                  <a:pt x="298" y="57538"/>
                </a:cubicBezTo>
                <a:cubicBezTo>
                  <a:pt x="503" y="57412"/>
                  <a:pt x="698" y="57272"/>
                  <a:pt x="897" y="57138"/>
                </a:cubicBezTo>
                <a:cubicBezTo>
                  <a:pt x="1109" y="56997"/>
                  <a:pt x="1315" y="56845"/>
                  <a:pt x="1511" y="56675"/>
                </a:cubicBezTo>
                <a:cubicBezTo>
                  <a:pt x="1894" y="56346"/>
                  <a:pt x="2232" y="55965"/>
                  <a:pt x="2463" y="55513"/>
                </a:cubicBezTo>
                <a:cubicBezTo>
                  <a:pt x="2697" y="55052"/>
                  <a:pt x="2755" y="54553"/>
                  <a:pt x="2777" y="54042"/>
                </a:cubicBezTo>
                <a:cubicBezTo>
                  <a:pt x="2790" y="53746"/>
                  <a:pt x="2794" y="53447"/>
                  <a:pt x="2837" y="53153"/>
                </a:cubicBezTo>
                <a:cubicBezTo>
                  <a:pt x="2878" y="52880"/>
                  <a:pt x="3069" y="52682"/>
                  <a:pt x="3357" y="52703"/>
                </a:cubicBezTo>
                <a:cubicBezTo>
                  <a:pt x="3636" y="52723"/>
                  <a:pt x="3921" y="52803"/>
                  <a:pt x="4196" y="52855"/>
                </a:cubicBezTo>
                <a:cubicBezTo>
                  <a:pt x="4350" y="52885"/>
                  <a:pt x="4507" y="52913"/>
                  <a:pt x="4663" y="52943"/>
                </a:cubicBezTo>
                <a:cubicBezTo>
                  <a:pt x="4668" y="52945"/>
                  <a:pt x="4732" y="52952"/>
                  <a:pt x="4776" y="52959"/>
                </a:cubicBezTo>
                <a:cubicBezTo>
                  <a:pt x="4799" y="52658"/>
                  <a:pt x="4795" y="52355"/>
                  <a:pt x="4804" y="52054"/>
                </a:cubicBezTo>
                <a:cubicBezTo>
                  <a:pt x="4814" y="51801"/>
                  <a:pt x="4877" y="51529"/>
                  <a:pt x="5165" y="51472"/>
                </a:cubicBezTo>
                <a:cubicBezTo>
                  <a:pt x="5306" y="51444"/>
                  <a:pt x="5433" y="51496"/>
                  <a:pt x="5572" y="51511"/>
                </a:cubicBezTo>
                <a:cubicBezTo>
                  <a:pt x="5641" y="51520"/>
                  <a:pt x="5671" y="51509"/>
                  <a:pt x="5716" y="51466"/>
                </a:cubicBezTo>
                <a:cubicBezTo>
                  <a:pt x="5849" y="51345"/>
                  <a:pt x="5844" y="51148"/>
                  <a:pt x="5794" y="50983"/>
                </a:cubicBezTo>
                <a:cubicBezTo>
                  <a:pt x="5719" y="50744"/>
                  <a:pt x="5576" y="50536"/>
                  <a:pt x="5487" y="50304"/>
                </a:cubicBezTo>
                <a:cubicBezTo>
                  <a:pt x="5403" y="50081"/>
                  <a:pt x="5368" y="49815"/>
                  <a:pt x="5444" y="49584"/>
                </a:cubicBezTo>
                <a:cubicBezTo>
                  <a:pt x="5533" y="49324"/>
                  <a:pt x="5768" y="49100"/>
                  <a:pt x="6060" y="49160"/>
                </a:cubicBezTo>
                <a:cubicBezTo>
                  <a:pt x="6264" y="49203"/>
                  <a:pt x="6411" y="49404"/>
                  <a:pt x="6586" y="49456"/>
                </a:cubicBezTo>
                <a:cubicBezTo>
                  <a:pt x="6777" y="49513"/>
                  <a:pt x="7008" y="49454"/>
                  <a:pt x="7161" y="49318"/>
                </a:cubicBezTo>
                <a:cubicBezTo>
                  <a:pt x="7157" y="49311"/>
                  <a:pt x="7153" y="49303"/>
                  <a:pt x="7151" y="49294"/>
                </a:cubicBezTo>
                <a:cubicBezTo>
                  <a:pt x="7019" y="48849"/>
                  <a:pt x="7427" y="48474"/>
                  <a:pt x="7843" y="48431"/>
                </a:cubicBezTo>
                <a:cubicBezTo>
                  <a:pt x="8202" y="48394"/>
                  <a:pt x="8509" y="48611"/>
                  <a:pt x="8760" y="48855"/>
                </a:cubicBezTo>
                <a:cubicBezTo>
                  <a:pt x="8766" y="48797"/>
                  <a:pt x="8764" y="48738"/>
                  <a:pt x="8762" y="48697"/>
                </a:cubicBezTo>
                <a:cubicBezTo>
                  <a:pt x="8754" y="48503"/>
                  <a:pt x="8723" y="48308"/>
                  <a:pt x="8780" y="48120"/>
                </a:cubicBezTo>
                <a:cubicBezTo>
                  <a:pt x="8844" y="47912"/>
                  <a:pt x="9037" y="47728"/>
                  <a:pt x="9249" y="47693"/>
                </a:cubicBezTo>
                <a:cubicBezTo>
                  <a:pt x="9229" y="47415"/>
                  <a:pt x="9227" y="47137"/>
                  <a:pt x="9297" y="46867"/>
                </a:cubicBezTo>
                <a:cubicBezTo>
                  <a:pt x="9309" y="46820"/>
                  <a:pt x="9323" y="46776"/>
                  <a:pt x="9340" y="46731"/>
                </a:cubicBezTo>
                <a:cubicBezTo>
                  <a:pt x="9400" y="46564"/>
                  <a:pt x="9601" y="46540"/>
                  <a:pt x="9703" y="46683"/>
                </a:cubicBezTo>
                <a:cubicBezTo>
                  <a:pt x="9900" y="46958"/>
                  <a:pt x="10371" y="47023"/>
                  <a:pt x="10631" y="46813"/>
                </a:cubicBezTo>
                <a:cubicBezTo>
                  <a:pt x="10763" y="46705"/>
                  <a:pt x="11008" y="46761"/>
                  <a:pt x="10997" y="46964"/>
                </a:cubicBezTo>
                <a:cubicBezTo>
                  <a:pt x="10994" y="47016"/>
                  <a:pt x="10992" y="47068"/>
                  <a:pt x="10988" y="47118"/>
                </a:cubicBezTo>
                <a:cubicBezTo>
                  <a:pt x="10975" y="47356"/>
                  <a:pt x="10960" y="47592"/>
                  <a:pt x="10945" y="47830"/>
                </a:cubicBezTo>
                <a:cubicBezTo>
                  <a:pt x="11005" y="47821"/>
                  <a:pt x="11062" y="47812"/>
                  <a:pt x="11122" y="47802"/>
                </a:cubicBezTo>
                <a:cubicBezTo>
                  <a:pt x="11219" y="47787"/>
                  <a:pt x="11315" y="47767"/>
                  <a:pt x="11414" y="47752"/>
                </a:cubicBezTo>
                <a:cubicBezTo>
                  <a:pt x="11429" y="47590"/>
                  <a:pt x="11455" y="47425"/>
                  <a:pt x="11542" y="47289"/>
                </a:cubicBezTo>
                <a:cubicBezTo>
                  <a:pt x="11639" y="47138"/>
                  <a:pt x="11803" y="47027"/>
                  <a:pt x="11987" y="47029"/>
                </a:cubicBezTo>
                <a:cubicBezTo>
                  <a:pt x="12152" y="47031"/>
                  <a:pt x="12282" y="47127"/>
                  <a:pt x="12401" y="47235"/>
                </a:cubicBezTo>
                <a:cubicBezTo>
                  <a:pt x="12442" y="47270"/>
                  <a:pt x="12522" y="47373"/>
                  <a:pt x="12597" y="47410"/>
                </a:cubicBezTo>
                <a:cubicBezTo>
                  <a:pt x="12532" y="47230"/>
                  <a:pt x="12466" y="47051"/>
                  <a:pt x="12401" y="46871"/>
                </a:cubicBezTo>
                <a:cubicBezTo>
                  <a:pt x="12245" y="46677"/>
                  <a:pt x="12106" y="46439"/>
                  <a:pt x="12130" y="46188"/>
                </a:cubicBezTo>
                <a:cubicBezTo>
                  <a:pt x="12165" y="45842"/>
                  <a:pt x="12466" y="45719"/>
                  <a:pt x="12770" y="45680"/>
                </a:cubicBezTo>
                <a:cubicBezTo>
                  <a:pt x="12978" y="45652"/>
                  <a:pt x="13138" y="45600"/>
                  <a:pt x="13242" y="45409"/>
                </a:cubicBezTo>
                <a:cubicBezTo>
                  <a:pt x="13339" y="45228"/>
                  <a:pt x="13355" y="45009"/>
                  <a:pt x="13342" y="44808"/>
                </a:cubicBezTo>
                <a:cubicBezTo>
                  <a:pt x="13324" y="44516"/>
                  <a:pt x="13233" y="44233"/>
                  <a:pt x="13205" y="43941"/>
                </a:cubicBezTo>
                <a:cubicBezTo>
                  <a:pt x="13177" y="43662"/>
                  <a:pt x="13194" y="43298"/>
                  <a:pt x="13398" y="43084"/>
                </a:cubicBezTo>
                <a:cubicBezTo>
                  <a:pt x="13582" y="42891"/>
                  <a:pt x="13885" y="42948"/>
                  <a:pt x="14038" y="42712"/>
                </a:cubicBezTo>
                <a:cubicBezTo>
                  <a:pt x="14187" y="42482"/>
                  <a:pt x="14060" y="42217"/>
                  <a:pt x="14005" y="41978"/>
                </a:cubicBezTo>
                <a:cubicBezTo>
                  <a:pt x="13943" y="41708"/>
                  <a:pt x="13960" y="41453"/>
                  <a:pt x="14150" y="41237"/>
                </a:cubicBezTo>
                <a:cubicBezTo>
                  <a:pt x="14230" y="41146"/>
                  <a:pt x="14339" y="41077"/>
                  <a:pt x="14455" y="41055"/>
                </a:cubicBezTo>
                <a:cubicBezTo>
                  <a:pt x="14469" y="40875"/>
                  <a:pt x="14559" y="40705"/>
                  <a:pt x="14704" y="40581"/>
                </a:cubicBezTo>
                <a:cubicBezTo>
                  <a:pt x="14964" y="40356"/>
                  <a:pt x="15329" y="40352"/>
                  <a:pt x="15645" y="40443"/>
                </a:cubicBezTo>
                <a:cubicBezTo>
                  <a:pt x="15922" y="40523"/>
                  <a:pt x="16264" y="40670"/>
                  <a:pt x="16355" y="40975"/>
                </a:cubicBezTo>
                <a:cubicBezTo>
                  <a:pt x="16357" y="40983"/>
                  <a:pt x="16359" y="40990"/>
                  <a:pt x="16361" y="40999"/>
                </a:cubicBezTo>
                <a:cubicBezTo>
                  <a:pt x="16407" y="41033"/>
                  <a:pt x="16439" y="41089"/>
                  <a:pt x="16445" y="41154"/>
                </a:cubicBezTo>
                <a:cubicBezTo>
                  <a:pt x="16500" y="41773"/>
                  <a:pt x="16450" y="42396"/>
                  <a:pt x="16298" y="42999"/>
                </a:cubicBezTo>
                <a:cubicBezTo>
                  <a:pt x="16459" y="42948"/>
                  <a:pt x="16627" y="42920"/>
                  <a:pt x="16798" y="42917"/>
                </a:cubicBezTo>
                <a:cubicBezTo>
                  <a:pt x="16887" y="42915"/>
                  <a:pt x="16986" y="43000"/>
                  <a:pt x="16976" y="43095"/>
                </a:cubicBezTo>
                <a:cubicBezTo>
                  <a:pt x="16962" y="43255"/>
                  <a:pt x="16895" y="43393"/>
                  <a:pt x="16787" y="43493"/>
                </a:cubicBezTo>
                <a:cubicBezTo>
                  <a:pt x="16915" y="43638"/>
                  <a:pt x="17042" y="43785"/>
                  <a:pt x="17170" y="43934"/>
                </a:cubicBezTo>
                <a:cubicBezTo>
                  <a:pt x="17254" y="44031"/>
                  <a:pt x="17227" y="44193"/>
                  <a:pt x="17092" y="44228"/>
                </a:cubicBezTo>
                <a:cubicBezTo>
                  <a:pt x="16770" y="44312"/>
                  <a:pt x="16653" y="44763"/>
                  <a:pt x="16995" y="44912"/>
                </a:cubicBezTo>
                <a:cubicBezTo>
                  <a:pt x="17257" y="45026"/>
                  <a:pt x="17477" y="44750"/>
                  <a:pt x="17376" y="44520"/>
                </a:cubicBezTo>
                <a:cubicBezTo>
                  <a:pt x="17367" y="44498"/>
                  <a:pt x="17354" y="44475"/>
                  <a:pt x="17335" y="44453"/>
                </a:cubicBezTo>
                <a:cubicBezTo>
                  <a:pt x="17291" y="44393"/>
                  <a:pt x="17313" y="44291"/>
                  <a:pt x="17363" y="44243"/>
                </a:cubicBezTo>
                <a:cubicBezTo>
                  <a:pt x="17421" y="44185"/>
                  <a:pt x="17503" y="44183"/>
                  <a:pt x="17573" y="44215"/>
                </a:cubicBezTo>
                <a:cubicBezTo>
                  <a:pt x="17609" y="44232"/>
                  <a:pt x="17644" y="44248"/>
                  <a:pt x="17679" y="44265"/>
                </a:cubicBezTo>
                <a:cubicBezTo>
                  <a:pt x="17709" y="44131"/>
                  <a:pt x="17724" y="43995"/>
                  <a:pt x="17724" y="43858"/>
                </a:cubicBezTo>
                <a:cubicBezTo>
                  <a:pt x="17659" y="43752"/>
                  <a:pt x="17691" y="43609"/>
                  <a:pt x="17798" y="43525"/>
                </a:cubicBezTo>
                <a:cubicBezTo>
                  <a:pt x="17890" y="43454"/>
                  <a:pt x="17992" y="43523"/>
                  <a:pt x="18033" y="43610"/>
                </a:cubicBezTo>
                <a:cubicBezTo>
                  <a:pt x="18096" y="43573"/>
                  <a:pt x="18159" y="43514"/>
                  <a:pt x="18204" y="43480"/>
                </a:cubicBezTo>
                <a:cubicBezTo>
                  <a:pt x="18295" y="43413"/>
                  <a:pt x="18382" y="43343"/>
                  <a:pt x="18466" y="43270"/>
                </a:cubicBezTo>
                <a:cubicBezTo>
                  <a:pt x="18606" y="43153"/>
                  <a:pt x="18741" y="43026"/>
                  <a:pt x="18866" y="42894"/>
                </a:cubicBezTo>
                <a:cubicBezTo>
                  <a:pt x="18600" y="42561"/>
                  <a:pt x="18382" y="42121"/>
                  <a:pt x="18663" y="41730"/>
                </a:cubicBezTo>
                <a:cubicBezTo>
                  <a:pt x="18793" y="41548"/>
                  <a:pt x="19005" y="41421"/>
                  <a:pt x="19234" y="41461"/>
                </a:cubicBezTo>
                <a:cubicBezTo>
                  <a:pt x="19348" y="41481"/>
                  <a:pt x="19435" y="41540"/>
                  <a:pt x="19530" y="41600"/>
                </a:cubicBezTo>
                <a:cubicBezTo>
                  <a:pt x="19491" y="41475"/>
                  <a:pt x="19493" y="41332"/>
                  <a:pt x="19530" y="41211"/>
                </a:cubicBezTo>
                <a:cubicBezTo>
                  <a:pt x="19625" y="40901"/>
                  <a:pt x="19920" y="40758"/>
                  <a:pt x="20103" y="40510"/>
                </a:cubicBezTo>
                <a:cubicBezTo>
                  <a:pt x="20173" y="40417"/>
                  <a:pt x="20283" y="40399"/>
                  <a:pt x="20374" y="40475"/>
                </a:cubicBezTo>
                <a:cubicBezTo>
                  <a:pt x="20445" y="40538"/>
                  <a:pt x="20538" y="40545"/>
                  <a:pt x="20620" y="40519"/>
                </a:cubicBezTo>
                <a:cubicBezTo>
                  <a:pt x="20568" y="40227"/>
                  <a:pt x="20616" y="39928"/>
                  <a:pt x="20763" y="39666"/>
                </a:cubicBezTo>
                <a:cubicBezTo>
                  <a:pt x="20800" y="39603"/>
                  <a:pt x="20880" y="39573"/>
                  <a:pt x="20951" y="39591"/>
                </a:cubicBezTo>
                <a:cubicBezTo>
                  <a:pt x="21256" y="39670"/>
                  <a:pt x="21581" y="39664"/>
                  <a:pt x="21879" y="39565"/>
                </a:cubicBezTo>
                <a:cubicBezTo>
                  <a:pt x="21771" y="39283"/>
                  <a:pt x="21834" y="38941"/>
                  <a:pt x="22108" y="38764"/>
                </a:cubicBezTo>
                <a:cubicBezTo>
                  <a:pt x="22334" y="38617"/>
                  <a:pt x="22626" y="38660"/>
                  <a:pt x="22822" y="38821"/>
                </a:cubicBezTo>
                <a:cubicBezTo>
                  <a:pt x="22956" y="38712"/>
                  <a:pt x="23169" y="38686"/>
                  <a:pt x="23331" y="38755"/>
                </a:cubicBezTo>
                <a:cubicBezTo>
                  <a:pt x="23487" y="38820"/>
                  <a:pt x="23603" y="38941"/>
                  <a:pt x="23740" y="39033"/>
                </a:cubicBezTo>
                <a:cubicBezTo>
                  <a:pt x="23791" y="39065"/>
                  <a:pt x="23859" y="39100"/>
                  <a:pt x="23928" y="39113"/>
                </a:cubicBezTo>
                <a:cubicBezTo>
                  <a:pt x="23908" y="38957"/>
                  <a:pt x="23856" y="38805"/>
                  <a:pt x="23774" y="38662"/>
                </a:cubicBezTo>
                <a:cubicBezTo>
                  <a:pt x="23463" y="38113"/>
                  <a:pt x="22846" y="37641"/>
                  <a:pt x="22922" y="36945"/>
                </a:cubicBezTo>
                <a:cubicBezTo>
                  <a:pt x="22937" y="36815"/>
                  <a:pt x="23034" y="36731"/>
                  <a:pt x="23168" y="36759"/>
                </a:cubicBezTo>
                <a:cubicBezTo>
                  <a:pt x="23415" y="36809"/>
                  <a:pt x="23841" y="36910"/>
                  <a:pt x="23990" y="36621"/>
                </a:cubicBezTo>
                <a:cubicBezTo>
                  <a:pt x="24051" y="36502"/>
                  <a:pt x="23988" y="36354"/>
                  <a:pt x="23980" y="36229"/>
                </a:cubicBezTo>
                <a:cubicBezTo>
                  <a:pt x="23971" y="36063"/>
                  <a:pt x="24036" y="35930"/>
                  <a:pt x="24151" y="35816"/>
                </a:cubicBezTo>
                <a:cubicBezTo>
                  <a:pt x="24257" y="35716"/>
                  <a:pt x="24291" y="35639"/>
                  <a:pt x="24233" y="35498"/>
                </a:cubicBezTo>
                <a:cubicBezTo>
                  <a:pt x="24174" y="35357"/>
                  <a:pt x="24068" y="35249"/>
                  <a:pt x="23971" y="35134"/>
                </a:cubicBezTo>
                <a:cubicBezTo>
                  <a:pt x="23761" y="34881"/>
                  <a:pt x="23599" y="34589"/>
                  <a:pt x="23739" y="34263"/>
                </a:cubicBezTo>
                <a:cubicBezTo>
                  <a:pt x="23763" y="34207"/>
                  <a:pt x="23835" y="34176"/>
                  <a:pt x="23889" y="34176"/>
                </a:cubicBezTo>
                <a:cubicBezTo>
                  <a:pt x="24079" y="34179"/>
                  <a:pt x="24287" y="34176"/>
                  <a:pt x="24455" y="34073"/>
                </a:cubicBezTo>
                <a:cubicBezTo>
                  <a:pt x="24542" y="34020"/>
                  <a:pt x="24631" y="33882"/>
                  <a:pt x="24600" y="33796"/>
                </a:cubicBezTo>
                <a:cubicBezTo>
                  <a:pt x="24555" y="33679"/>
                  <a:pt x="24322" y="33657"/>
                  <a:pt x="24222" y="33612"/>
                </a:cubicBezTo>
                <a:cubicBezTo>
                  <a:pt x="24055" y="33538"/>
                  <a:pt x="23906" y="33389"/>
                  <a:pt x="23880" y="33201"/>
                </a:cubicBezTo>
                <a:cubicBezTo>
                  <a:pt x="23865" y="33092"/>
                  <a:pt x="23897" y="32986"/>
                  <a:pt x="23964" y="32898"/>
                </a:cubicBezTo>
                <a:cubicBezTo>
                  <a:pt x="24010" y="32837"/>
                  <a:pt x="24077" y="32798"/>
                  <a:pt x="24125" y="32738"/>
                </a:cubicBezTo>
                <a:cubicBezTo>
                  <a:pt x="24138" y="32721"/>
                  <a:pt x="24144" y="32701"/>
                  <a:pt x="24142" y="32686"/>
                </a:cubicBezTo>
                <a:cubicBezTo>
                  <a:pt x="24137" y="32623"/>
                  <a:pt x="24110" y="32558"/>
                  <a:pt x="24088" y="32498"/>
                </a:cubicBezTo>
                <a:cubicBezTo>
                  <a:pt x="23986" y="32206"/>
                  <a:pt x="23915" y="31864"/>
                  <a:pt x="24226" y="31667"/>
                </a:cubicBezTo>
                <a:cubicBezTo>
                  <a:pt x="24391" y="31563"/>
                  <a:pt x="24559" y="31561"/>
                  <a:pt x="24719" y="31613"/>
                </a:cubicBezTo>
                <a:cubicBezTo>
                  <a:pt x="24760" y="31490"/>
                  <a:pt x="24840" y="31394"/>
                  <a:pt x="24919" y="31293"/>
                </a:cubicBezTo>
                <a:cubicBezTo>
                  <a:pt x="24994" y="31198"/>
                  <a:pt x="25076" y="31102"/>
                  <a:pt x="25024" y="30977"/>
                </a:cubicBezTo>
                <a:cubicBezTo>
                  <a:pt x="24964" y="30834"/>
                  <a:pt x="24853" y="30707"/>
                  <a:pt x="24771" y="30577"/>
                </a:cubicBezTo>
                <a:cubicBezTo>
                  <a:pt x="24611" y="30320"/>
                  <a:pt x="24494" y="30019"/>
                  <a:pt x="24600" y="29720"/>
                </a:cubicBezTo>
                <a:cubicBezTo>
                  <a:pt x="24678" y="29500"/>
                  <a:pt x="24836" y="29342"/>
                  <a:pt x="25024" y="29210"/>
                </a:cubicBezTo>
                <a:cubicBezTo>
                  <a:pt x="25204" y="29084"/>
                  <a:pt x="25401" y="28985"/>
                  <a:pt x="25583" y="28861"/>
                </a:cubicBezTo>
                <a:cubicBezTo>
                  <a:pt x="25782" y="28725"/>
                  <a:pt x="25801" y="28451"/>
                  <a:pt x="25769" y="28236"/>
                </a:cubicBezTo>
                <a:cubicBezTo>
                  <a:pt x="25725" y="27916"/>
                  <a:pt x="25604" y="27611"/>
                  <a:pt x="25721" y="27289"/>
                </a:cubicBezTo>
                <a:cubicBezTo>
                  <a:pt x="25773" y="27142"/>
                  <a:pt x="25864" y="27014"/>
                  <a:pt x="25998" y="26932"/>
                </a:cubicBezTo>
                <a:cubicBezTo>
                  <a:pt x="26104" y="26865"/>
                  <a:pt x="26251" y="26856"/>
                  <a:pt x="26312" y="26737"/>
                </a:cubicBezTo>
                <a:cubicBezTo>
                  <a:pt x="26443" y="26493"/>
                  <a:pt x="26290" y="26182"/>
                  <a:pt x="26236" y="25939"/>
                </a:cubicBezTo>
                <a:cubicBezTo>
                  <a:pt x="26166" y="25625"/>
                  <a:pt x="26195" y="25312"/>
                  <a:pt x="26350" y="25028"/>
                </a:cubicBezTo>
                <a:cubicBezTo>
                  <a:pt x="26638" y="24494"/>
                  <a:pt x="27317" y="24272"/>
                  <a:pt x="27836" y="24626"/>
                </a:cubicBezTo>
                <a:cubicBezTo>
                  <a:pt x="28077" y="24791"/>
                  <a:pt x="28245" y="25044"/>
                  <a:pt x="28260" y="25344"/>
                </a:cubicBezTo>
                <a:cubicBezTo>
                  <a:pt x="28269" y="25530"/>
                  <a:pt x="28213" y="25712"/>
                  <a:pt x="28118" y="25870"/>
                </a:cubicBezTo>
                <a:cubicBezTo>
                  <a:pt x="28081" y="25931"/>
                  <a:pt x="28033" y="25991"/>
                  <a:pt x="28007" y="26058"/>
                </a:cubicBezTo>
                <a:cubicBezTo>
                  <a:pt x="27999" y="26075"/>
                  <a:pt x="27996" y="26089"/>
                  <a:pt x="27994" y="26106"/>
                </a:cubicBezTo>
                <a:cubicBezTo>
                  <a:pt x="27992" y="26112"/>
                  <a:pt x="27992" y="26117"/>
                  <a:pt x="27992" y="26125"/>
                </a:cubicBezTo>
                <a:cubicBezTo>
                  <a:pt x="27992" y="26125"/>
                  <a:pt x="27994" y="26129"/>
                  <a:pt x="27994" y="26136"/>
                </a:cubicBezTo>
                <a:cubicBezTo>
                  <a:pt x="27996" y="26143"/>
                  <a:pt x="28005" y="26162"/>
                  <a:pt x="28005" y="26166"/>
                </a:cubicBezTo>
                <a:lnTo>
                  <a:pt x="28005" y="26166"/>
                </a:lnTo>
                <a:lnTo>
                  <a:pt x="28005" y="26168"/>
                </a:lnTo>
                <a:cubicBezTo>
                  <a:pt x="28009" y="26173"/>
                  <a:pt x="28012" y="26179"/>
                  <a:pt x="28016" y="26182"/>
                </a:cubicBezTo>
                <a:cubicBezTo>
                  <a:pt x="28020" y="26190"/>
                  <a:pt x="28023" y="26197"/>
                  <a:pt x="28029" y="26203"/>
                </a:cubicBezTo>
                <a:lnTo>
                  <a:pt x="28029" y="26203"/>
                </a:lnTo>
                <a:cubicBezTo>
                  <a:pt x="28029" y="26205"/>
                  <a:pt x="28031" y="26207"/>
                  <a:pt x="28035" y="26210"/>
                </a:cubicBezTo>
                <a:cubicBezTo>
                  <a:pt x="28070" y="26251"/>
                  <a:pt x="28109" y="26287"/>
                  <a:pt x="28150" y="26320"/>
                </a:cubicBezTo>
                <a:cubicBezTo>
                  <a:pt x="28235" y="26394"/>
                  <a:pt x="28328" y="26460"/>
                  <a:pt x="28408" y="26538"/>
                </a:cubicBezTo>
                <a:cubicBezTo>
                  <a:pt x="28633" y="26759"/>
                  <a:pt x="28678" y="27023"/>
                  <a:pt x="28648" y="27328"/>
                </a:cubicBezTo>
                <a:cubicBezTo>
                  <a:pt x="28635" y="27447"/>
                  <a:pt x="28609" y="27587"/>
                  <a:pt x="28659" y="27702"/>
                </a:cubicBezTo>
                <a:cubicBezTo>
                  <a:pt x="28699" y="27793"/>
                  <a:pt x="28806" y="27840"/>
                  <a:pt x="28894" y="27877"/>
                </a:cubicBezTo>
                <a:cubicBezTo>
                  <a:pt x="29124" y="27972"/>
                  <a:pt x="29364" y="28061"/>
                  <a:pt x="29550" y="28238"/>
                </a:cubicBezTo>
                <a:cubicBezTo>
                  <a:pt x="29720" y="28397"/>
                  <a:pt x="29844" y="28604"/>
                  <a:pt x="29978" y="28794"/>
                </a:cubicBezTo>
                <a:cubicBezTo>
                  <a:pt x="30041" y="28883"/>
                  <a:pt x="30078" y="28942"/>
                  <a:pt x="30164" y="29019"/>
                </a:cubicBezTo>
                <a:cubicBezTo>
                  <a:pt x="30173" y="29026"/>
                  <a:pt x="30224" y="29061"/>
                  <a:pt x="30242" y="29069"/>
                </a:cubicBezTo>
                <a:cubicBezTo>
                  <a:pt x="30261" y="29078"/>
                  <a:pt x="30320" y="29091"/>
                  <a:pt x="30335" y="29091"/>
                </a:cubicBezTo>
                <a:cubicBezTo>
                  <a:pt x="30482" y="29102"/>
                  <a:pt x="30627" y="29275"/>
                  <a:pt x="30521" y="29418"/>
                </a:cubicBezTo>
                <a:cubicBezTo>
                  <a:pt x="30437" y="29536"/>
                  <a:pt x="30289" y="29710"/>
                  <a:pt x="30359" y="29863"/>
                </a:cubicBezTo>
                <a:cubicBezTo>
                  <a:pt x="30395" y="29939"/>
                  <a:pt x="30450" y="30006"/>
                  <a:pt x="30486" y="30082"/>
                </a:cubicBezTo>
                <a:cubicBezTo>
                  <a:pt x="30527" y="30174"/>
                  <a:pt x="30555" y="30268"/>
                  <a:pt x="30569" y="30365"/>
                </a:cubicBezTo>
                <a:cubicBezTo>
                  <a:pt x="30612" y="30644"/>
                  <a:pt x="30545" y="30981"/>
                  <a:pt x="30703" y="31228"/>
                </a:cubicBezTo>
                <a:cubicBezTo>
                  <a:pt x="30729" y="31269"/>
                  <a:pt x="30759" y="31304"/>
                  <a:pt x="30802" y="31327"/>
                </a:cubicBezTo>
                <a:cubicBezTo>
                  <a:pt x="30819" y="31336"/>
                  <a:pt x="30835" y="31340"/>
                  <a:pt x="30854" y="31345"/>
                </a:cubicBezTo>
                <a:cubicBezTo>
                  <a:pt x="30858" y="31345"/>
                  <a:pt x="30860" y="31347"/>
                  <a:pt x="30861" y="31347"/>
                </a:cubicBezTo>
                <a:lnTo>
                  <a:pt x="30861" y="31347"/>
                </a:lnTo>
                <a:cubicBezTo>
                  <a:pt x="30871" y="31347"/>
                  <a:pt x="30882" y="31347"/>
                  <a:pt x="30893" y="31347"/>
                </a:cubicBezTo>
                <a:cubicBezTo>
                  <a:pt x="30900" y="31347"/>
                  <a:pt x="30910" y="31347"/>
                  <a:pt x="30919" y="31347"/>
                </a:cubicBezTo>
                <a:lnTo>
                  <a:pt x="30919" y="31347"/>
                </a:lnTo>
                <a:cubicBezTo>
                  <a:pt x="30921" y="31345"/>
                  <a:pt x="30923" y="31345"/>
                  <a:pt x="30928" y="31343"/>
                </a:cubicBezTo>
                <a:cubicBezTo>
                  <a:pt x="30949" y="31338"/>
                  <a:pt x="30967" y="31332"/>
                  <a:pt x="30988" y="31325"/>
                </a:cubicBezTo>
                <a:cubicBezTo>
                  <a:pt x="30992" y="31323"/>
                  <a:pt x="31040" y="31302"/>
                  <a:pt x="31034" y="31306"/>
                </a:cubicBezTo>
                <a:cubicBezTo>
                  <a:pt x="31053" y="31299"/>
                  <a:pt x="31070" y="31289"/>
                  <a:pt x="31086" y="31280"/>
                </a:cubicBezTo>
                <a:cubicBezTo>
                  <a:pt x="31382" y="31113"/>
                  <a:pt x="31676" y="30737"/>
                  <a:pt x="32039" y="30774"/>
                </a:cubicBezTo>
                <a:cubicBezTo>
                  <a:pt x="32057" y="30763"/>
                  <a:pt x="32076" y="30756"/>
                  <a:pt x="32096" y="30748"/>
                </a:cubicBezTo>
                <a:cubicBezTo>
                  <a:pt x="32163" y="30726"/>
                  <a:pt x="32238" y="30717"/>
                  <a:pt x="32308" y="30702"/>
                </a:cubicBezTo>
                <a:cubicBezTo>
                  <a:pt x="32442" y="30672"/>
                  <a:pt x="32576" y="30648"/>
                  <a:pt x="32710" y="30624"/>
                </a:cubicBezTo>
                <a:cubicBezTo>
                  <a:pt x="32879" y="30594"/>
                  <a:pt x="33047" y="30564"/>
                  <a:pt x="33214" y="30532"/>
                </a:cubicBezTo>
                <a:cubicBezTo>
                  <a:pt x="33024" y="30267"/>
                  <a:pt x="32872" y="29965"/>
                  <a:pt x="32911" y="29636"/>
                </a:cubicBezTo>
                <a:cubicBezTo>
                  <a:pt x="32943" y="29353"/>
                  <a:pt x="33115" y="29071"/>
                  <a:pt x="33367" y="28942"/>
                </a:cubicBezTo>
                <a:cubicBezTo>
                  <a:pt x="33331" y="28848"/>
                  <a:pt x="33309" y="28745"/>
                  <a:pt x="33300" y="28634"/>
                </a:cubicBezTo>
                <a:cubicBezTo>
                  <a:pt x="33285" y="28423"/>
                  <a:pt x="33324" y="28206"/>
                  <a:pt x="33378" y="28005"/>
                </a:cubicBezTo>
                <a:cubicBezTo>
                  <a:pt x="33430" y="27815"/>
                  <a:pt x="33497" y="27622"/>
                  <a:pt x="33582" y="27447"/>
                </a:cubicBezTo>
                <a:cubicBezTo>
                  <a:pt x="33636" y="27336"/>
                  <a:pt x="33727" y="27244"/>
                  <a:pt x="33846" y="27207"/>
                </a:cubicBezTo>
                <a:cubicBezTo>
                  <a:pt x="33960" y="27170"/>
                  <a:pt x="34068" y="27198"/>
                  <a:pt x="34181" y="27213"/>
                </a:cubicBezTo>
                <a:cubicBezTo>
                  <a:pt x="34285" y="27226"/>
                  <a:pt x="34373" y="27176"/>
                  <a:pt x="34427" y="27068"/>
                </a:cubicBezTo>
                <a:cubicBezTo>
                  <a:pt x="34486" y="26951"/>
                  <a:pt x="34423" y="26856"/>
                  <a:pt x="34321" y="26763"/>
                </a:cubicBezTo>
                <a:cubicBezTo>
                  <a:pt x="34187" y="26638"/>
                  <a:pt x="34025" y="26545"/>
                  <a:pt x="33906" y="26406"/>
                </a:cubicBezTo>
                <a:cubicBezTo>
                  <a:pt x="33779" y="26255"/>
                  <a:pt x="33683" y="26052"/>
                  <a:pt x="33733" y="25850"/>
                </a:cubicBezTo>
                <a:cubicBezTo>
                  <a:pt x="33774" y="25677"/>
                  <a:pt x="33919" y="25524"/>
                  <a:pt x="34092" y="25474"/>
                </a:cubicBezTo>
                <a:cubicBezTo>
                  <a:pt x="34189" y="25446"/>
                  <a:pt x="34293" y="25452"/>
                  <a:pt x="34384" y="25496"/>
                </a:cubicBezTo>
                <a:cubicBezTo>
                  <a:pt x="34415" y="25513"/>
                  <a:pt x="34447" y="25533"/>
                  <a:pt x="34475" y="25558"/>
                </a:cubicBezTo>
                <a:cubicBezTo>
                  <a:pt x="34494" y="25524"/>
                  <a:pt x="34508" y="25487"/>
                  <a:pt x="34518" y="25465"/>
                </a:cubicBezTo>
                <a:cubicBezTo>
                  <a:pt x="34542" y="25409"/>
                  <a:pt x="34559" y="25344"/>
                  <a:pt x="34570" y="25282"/>
                </a:cubicBezTo>
                <a:cubicBezTo>
                  <a:pt x="34592" y="25147"/>
                  <a:pt x="34579" y="25007"/>
                  <a:pt x="34536" y="24877"/>
                </a:cubicBezTo>
                <a:cubicBezTo>
                  <a:pt x="34434" y="24551"/>
                  <a:pt x="34118" y="24406"/>
                  <a:pt x="33869" y="24209"/>
                </a:cubicBezTo>
                <a:cubicBezTo>
                  <a:pt x="33608" y="24003"/>
                  <a:pt x="33402" y="23674"/>
                  <a:pt x="33493" y="23331"/>
                </a:cubicBezTo>
                <a:cubicBezTo>
                  <a:pt x="33575" y="23013"/>
                  <a:pt x="33861" y="22855"/>
                  <a:pt x="34122" y="22703"/>
                </a:cubicBezTo>
                <a:cubicBezTo>
                  <a:pt x="34207" y="22653"/>
                  <a:pt x="34295" y="22597"/>
                  <a:pt x="34293" y="22498"/>
                </a:cubicBezTo>
                <a:cubicBezTo>
                  <a:pt x="34291" y="22383"/>
                  <a:pt x="34222" y="22256"/>
                  <a:pt x="34183" y="22147"/>
                </a:cubicBezTo>
                <a:cubicBezTo>
                  <a:pt x="34088" y="21875"/>
                  <a:pt x="34107" y="21568"/>
                  <a:pt x="34363" y="21394"/>
                </a:cubicBezTo>
                <a:cubicBezTo>
                  <a:pt x="34587" y="21241"/>
                  <a:pt x="34888" y="21265"/>
                  <a:pt x="35137" y="21319"/>
                </a:cubicBezTo>
                <a:cubicBezTo>
                  <a:pt x="35306" y="21356"/>
                  <a:pt x="35472" y="21410"/>
                  <a:pt x="35637" y="21460"/>
                </a:cubicBezTo>
                <a:cubicBezTo>
                  <a:pt x="35801" y="21509"/>
                  <a:pt x="35996" y="21544"/>
                  <a:pt x="36136" y="21648"/>
                </a:cubicBezTo>
                <a:cubicBezTo>
                  <a:pt x="36273" y="21752"/>
                  <a:pt x="36277" y="21907"/>
                  <a:pt x="36258" y="22065"/>
                </a:cubicBezTo>
                <a:cubicBezTo>
                  <a:pt x="36247" y="22162"/>
                  <a:pt x="36260" y="22234"/>
                  <a:pt x="36327" y="22309"/>
                </a:cubicBezTo>
                <a:cubicBezTo>
                  <a:pt x="36400" y="22390"/>
                  <a:pt x="36521" y="22452"/>
                  <a:pt x="36638" y="22461"/>
                </a:cubicBezTo>
                <a:cubicBezTo>
                  <a:pt x="36681" y="22398"/>
                  <a:pt x="36759" y="22364"/>
                  <a:pt x="36831" y="22411"/>
                </a:cubicBezTo>
                <a:cubicBezTo>
                  <a:pt x="36837" y="22407"/>
                  <a:pt x="36842" y="22403"/>
                  <a:pt x="36850" y="22398"/>
                </a:cubicBezTo>
                <a:cubicBezTo>
                  <a:pt x="36891" y="22362"/>
                  <a:pt x="36937" y="22372"/>
                  <a:pt x="36965" y="22402"/>
                </a:cubicBezTo>
                <a:cubicBezTo>
                  <a:pt x="36978" y="22392"/>
                  <a:pt x="36991" y="22379"/>
                  <a:pt x="37001" y="22366"/>
                </a:cubicBezTo>
                <a:cubicBezTo>
                  <a:pt x="37064" y="22281"/>
                  <a:pt x="37045" y="22136"/>
                  <a:pt x="37045" y="22037"/>
                </a:cubicBezTo>
                <a:cubicBezTo>
                  <a:pt x="37047" y="21782"/>
                  <a:pt x="37092" y="21501"/>
                  <a:pt x="37317" y="21347"/>
                </a:cubicBezTo>
                <a:cubicBezTo>
                  <a:pt x="37426" y="21273"/>
                  <a:pt x="37551" y="21284"/>
                  <a:pt x="37661" y="21248"/>
                </a:cubicBezTo>
                <a:cubicBezTo>
                  <a:pt x="37666" y="21248"/>
                  <a:pt x="37670" y="21239"/>
                  <a:pt x="37672" y="21237"/>
                </a:cubicBezTo>
                <a:cubicBezTo>
                  <a:pt x="37674" y="21237"/>
                  <a:pt x="37674" y="21237"/>
                  <a:pt x="37674" y="21237"/>
                </a:cubicBezTo>
                <a:cubicBezTo>
                  <a:pt x="37676" y="21226"/>
                  <a:pt x="37679" y="21213"/>
                  <a:pt x="37681" y="21204"/>
                </a:cubicBezTo>
                <a:cubicBezTo>
                  <a:pt x="37681" y="21193"/>
                  <a:pt x="37676" y="21139"/>
                  <a:pt x="37668" y="21107"/>
                </a:cubicBezTo>
                <a:cubicBezTo>
                  <a:pt x="37620" y="20904"/>
                  <a:pt x="37477" y="20741"/>
                  <a:pt x="37430" y="20534"/>
                </a:cubicBezTo>
                <a:cubicBezTo>
                  <a:pt x="37384" y="20332"/>
                  <a:pt x="37399" y="20101"/>
                  <a:pt x="37570" y="19960"/>
                </a:cubicBezTo>
                <a:cubicBezTo>
                  <a:pt x="37692" y="19859"/>
                  <a:pt x="37824" y="19861"/>
                  <a:pt x="37973" y="19846"/>
                </a:cubicBezTo>
                <a:cubicBezTo>
                  <a:pt x="37986" y="19844"/>
                  <a:pt x="37997" y="19844"/>
                  <a:pt x="38010" y="19841"/>
                </a:cubicBezTo>
                <a:lnTo>
                  <a:pt x="38010" y="19841"/>
                </a:lnTo>
                <a:cubicBezTo>
                  <a:pt x="38012" y="19839"/>
                  <a:pt x="38031" y="19833"/>
                  <a:pt x="38038" y="19829"/>
                </a:cubicBezTo>
                <a:cubicBezTo>
                  <a:pt x="38038" y="19828"/>
                  <a:pt x="38066" y="19803"/>
                  <a:pt x="38066" y="19805"/>
                </a:cubicBezTo>
                <a:cubicBezTo>
                  <a:pt x="38163" y="19683"/>
                  <a:pt x="38196" y="19515"/>
                  <a:pt x="38276" y="19381"/>
                </a:cubicBezTo>
                <a:cubicBezTo>
                  <a:pt x="38390" y="19192"/>
                  <a:pt x="38570" y="19074"/>
                  <a:pt x="38797" y="19082"/>
                </a:cubicBezTo>
                <a:cubicBezTo>
                  <a:pt x="38909" y="19084"/>
                  <a:pt x="39039" y="19134"/>
                  <a:pt x="39147" y="19087"/>
                </a:cubicBezTo>
                <a:cubicBezTo>
                  <a:pt x="39199" y="19065"/>
                  <a:pt x="39243" y="19020"/>
                  <a:pt x="39277" y="18976"/>
                </a:cubicBezTo>
                <a:cubicBezTo>
                  <a:pt x="39400" y="18808"/>
                  <a:pt x="39420" y="18596"/>
                  <a:pt x="39433" y="18397"/>
                </a:cubicBezTo>
                <a:cubicBezTo>
                  <a:pt x="39465" y="17951"/>
                  <a:pt x="39537" y="17469"/>
                  <a:pt x="39987" y="17257"/>
                </a:cubicBezTo>
                <a:cubicBezTo>
                  <a:pt x="40343" y="17092"/>
                  <a:pt x="40781" y="17124"/>
                  <a:pt x="41086" y="17376"/>
                </a:cubicBezTo>
                <a:cubicBezTo>
                  <a:pt x="41166" y="17443"/>
                  <a:pt x="41231" y="17527"/>
                  <a:pt x="41284" y="17616"/>
                </a:cubicBezTo>
                <a:cubicBezTo>
                  <a:pt x="41330" y="17696"/>
                  <a:pt x="41365" y="17793"/>
                  <a:pt x="41443" y="17847"/>
                </a:cubicBezTo>
                <a:cubicBezTo>
                  <a:pt x="41548" y="17921"/>
                  <a:pt x="41663" y="17959"/>
                  <a:pt x="41748" y="18059"/>
                </a:cubicBezTo>
                <a:cubicBezTo>
                  <a:pt x="41815" y="18139"/>
                  <a:pt x="41856" y="18232"/>
                  <a:pt x="41873" y="18334"/>
                </a:cubicBezTo>
                <a:cubicBezTo>
                  <a:pt x="41910" y="18544"/>
                  <a:pt x="41843" y="18749"/>
                  <a:pt x="41866" y="18957"/>
                </a:cubicBezTo>
                <a:cubicBezTo>
                  <a:pt x="41875" y="19043"/>
                  <a:pt x="41921" y="19100"/>
                  <a:pt x="41975" y="19173"/>
                </a:cubicBezTo>
                <a:cubicBezTo>
                  <a:pt x="42055" y="19283"/>
                  <a:pt x="42091" y="19409"/>
                  <a:pt x="42068" y="19543"/>
                </a:cubicBezTo>
                <a:cubicBezTo>
                  <a:pt x="42050" y="19657"/>
                  <a:pt x="41994" y="19753"/>
                  <a:pt x="41947" y="19856"/>
                </a:cubicBezTo>
                <a:cubicBezTo>
                  <a:pt x="41918" y="19924"/>
                  <a:pt x="41907" y="19975"/>
                  <a:pt x="41936" y="20021"/>
                </a:cubicBezTo>
                <a:cubicBezTo>
                  <a:pt x="42013" y="20155"/>
                  <a:pt x="42217" y="20224"/>
                  <a:pt x="42357" y="20272"/>
                </a:cubicBezTo>
                <a:cubicBezTo>
                  <a:pt x="42468" y="20309"/>
                  <a:pt x="42544" y="20445"/>
                  <a:pt x="42472" y="20555"/>
                </a:cubicBezTo>
                <a:cubicBezTo>
                  <a:pt x="42301" y="20813"/>
                  <a:pt x="42161" y="21124"/>
                  <a:pt x="42106" y="21429"/>
                </a:cubicBezTo>
                <a:cubicBezTo>
                  <a:pt x="42085" y="21539"/>
                  <a:pt x="42087" y="21632"/>
                  <a:pt x="42210" y="21659"/>
                </a:cubicBezTo>
                <a:cubicBezTo>
                  <a:pt x="42340" y="21689"/>
                  <a:pt x="42465" y="21691"/>
                  <a:pt x="42584" y="21764"/>
                </a:cubicBezTo>
                <a:cubicBezTo>
                  <a:pt x="42799" y="21898"/>
                  <a:pt x="42911" y="22130"/>
                  <a:pt x="43026" y="22346"/>
                </a:cubicBezTo>
                <a:cubicBezTo>
                  <a:pt x="43099" y="22483"/>
                  <a:pt x="43221" y="22651"/>
                  <a:pt x="43374" y="22712"/>
                </a:cubicBezTo>
                <a:cubicBezTo>
                  <a:pt x="43422" y="22554"/>
                  <a:pt x="43495" y="22403"/>
                  <a:pt x="43590" y="22264"/>
                </a:cubicBezTo>
                <a:cubicBezTo>
                  <a:pt x="43441" y="21901"/>
                  <a:pt x="43420" y="21498"/>
                  <a:pt x="43521" y="21116"/>
                </a:cubicBezTo>
                <a:cubicBezTo>
                  <a:pt x="43552" y="21001"/>
                  <a:pt x="43670" y="20947"/>
                  <a:pt x="43781" y="20970"/>
                </a:cubicBezTo>
                <a:cubicBezTo>
                  <a:pt x="43982" y="21009"/>
                  <a:pt x="44216" y="21061"/>
                  <a:pt x="44415" y="20981"/>
                </a:cubicBezTo>
                <a:cubicBezTo>
                  <a:pt x="44538" y="20932"/>
                  <a:pt x="44670" y="20797"/>
                  <a:pt x="44629" y="20655"/>
                </a:cubicBezTo>
                <a:cubicBezTo>
                  <a:pt x="44605" y="20579"/>
                  <a:pt x="44547" y="20510"/>
                  <a:pt x="44512" y="20438"/>
                </a:cubicBezTo>
                <a:cubicBezTo>
                  <a:pt x="44469" y="20352"/>
                  <a:pt x="44440" y="20265"/>
                  <a:pt x="44436" y="20168"/>
                </a:cubicBezTo>
                <a:cubicBezTo>
                  <a:pt x="44430" y="20021"/>
                  <a:pt x="44495" y="19887"/>
                  <a:pt x="44590" y="19779"/>
                </a:cubicBezTo>
                <a:cubicBezTo>
                  <a:pt x="44754" y="19590"/>
                  <a:pt x="45031" y="19500"/>
                  <a:pt x="45169" y="19307"/>
                </a:cubicBezTo>
                <a:cubicBezTo>
                  <a:pt x="45252" y="19190"/>
                  <a:pt x="45237" y="18996"/>
                  <a:pt x="45265" y="18851"/>
                </a:cubicBezTo>
                <a:cubicBezTo>
                  <a:pt x="45301" y="18673"/>
                  <a:pt x="45407" y="18511"/>
                  <a:pt x="45567" y="18418"/>
                </a:cubicBezTo>
                <a:cubicBezTo>
                  <a:pt x="45754" y="18308"/>
                  <a:pt x="45978" y="18297"/>
                  <a:pt x="46195" y="18327"/>
                </a:cubicBezTo>
                <a:cubicBezTo>
                  <a:pt x="46214" y="18158"/>
                  <a:pt x="46296" y="17996"/>
                  <a:pt x="46422" y="17871"/>
                </a:cubicBezTo>
                <a:cubicBezTo>
                  <a:pt x="46669" y="17629"/>
                  <a:pt x="47032" y="17592"/>
                  <a:pt x="47359" y="17566"/>
                </a:cubicBezTo>
                <a:cubicBezTo>
                  <a:pt x="47488" y="17557"/>
                  <a:pt x="47597" y="17706"/>
                  <a:pt x="47557" y="17825"/>
                </a:cubicBezTo>
                <a:cubicBezTo>
                  <a:pt x="47555" y="17836"/>
                  <a:pt x="47551" y="17843"/>
                  <a:pt x="47549" y="17847"/>
                </a:cubicBezTo>
                <a:cubicBezTo>
                  <a:pt x="47557" y="17867"/>
                  <a:pt x="47573" y="17890"/>
                  <a:pt x="47586" y="17905"/>
                </a:cubicBezTo>
                <a:cubicBezTo>
                  <a:pt x="47627" y="17955"/>
                  <a:pt x="47677" y="17994"/>
                  <a:pt x="47726" y="18031"/>
                </a:cubicBezTo>
                <a:cubicBezTo>
                  <a:pt x="47839" y="18126"/>
                  <a:pt x="47953" y="18219"/>
                  <a:pt x="48066" y="18314"/>
                </a:cubicBezTo>
                <a:cubicBezTo>
                  <a:pt x="48302" y="18511"/>
                  <a:pt x="48538" y="18710"/>
                  <a:pt x="48775" y="18909"/>
                </a:cubicBezTo>
                <a:cubicBezTo>
                  <a:pt x="48821" y="18946"/>
                  <a:pt x="48832" y="19013"/>
                  <a:pt x="48823" y="19069"/>
                </a:cubicBezTo>
                <a:cubicBezTo>
                  <a:pt x="48873" y="18993"/>
                  <a:pt x="48933" y="18922"/>
                  <a:pt x="48989" y="18848"/>
                </a:cubicBezTo>
                <a:cubicBezTo>
                  <a:pt x="49024" y="18799"/>
                  <a:pt x="49076" y="18738"/>
                  <a:pt x="49080" y="18675"/>
                </a:cubicBezTo>
                <a:cubicBezTo>
                  <a:pt x="49083" y="18621"/>
                  <a:pt x="49044" y="18567"/>
                  <a:pt x="49015" y="18522"/>
                </a:cubicBezTo>
                <a:cubicBezTo>
                  <a:pt x="48914" y="18370"/>
                  <a:pt x="48810" y="18230"/>
                  <a:pt x="48810" y="18037"/>
                </a:cubicBezTo>
                <a:cubicBezTo>
                  <a:pt x="48810" y="17938"/>
                  <a:pt x="48845" y="17836"/>
                  <a:pt x="48914" y="17761"/>
                </a:cubicBezTo>
                <a:cubicBezTo>
                  <a:pt x="48983" y="17687"/>
                  <a:pt x="49072" y="17659"/>
                  <a:pt x="49163" y="17624"/>
                </a:cubicBezTo>
                <a:cubicBezTo>
                  <a:pt x="49247" y="17590"/>
                  <a:pt x="49305" y="17521"/>
                  <a:pt x="49314" y="17438"/>
                </a:cubicBezTo>
                <a:cubicBezTo>
                  <a:pt x="49318" y="17412"/>
                  <a:pt x="49316" y="17386"/>
                  <a:pt x="49308" y="17356"/>
                </a:cubicBezTo>
                <a:cubicBezTo>
                  <a:pt x="49260" y="17166"/>
                  <a:pt x="49500" y="17021"/>
                  <a:pt x="49641" y="17163"/>
                </a:cubicBezTo>
                <a:cubicBezTo>
                  <a:pt x="49662" y="17183"/>
                  <a:pt x="49682" y="17202"/>
                  <a:pt x="49703" y="17220"/>
                </a:cubicBezTo>
                <a:cubicBezTo>
                  <a:pt x="49851" y="17347"/>
                  <a:pt x="50034" y="17423"/>
                  <a:pt x="50231" y="17434"/>
                </a:cubicBezTo>
                <a:cubicBezTo>
                  <a:pt x="50313" y="17440"/>
                  <a:pt x="50406" y="17492"/>
                  <a:pt x="50422" y="17579"/>
                </a:cubicBezTo>
                <a:cubicBezTo>
                  <a:pt x="50538" y="18204"/>
                  <a:pt x="50822" y="18820"/>
                  <a:pt x="51272" y="19273"/>
                </a:cubicBezTo>
                <a:cubicBezTo>
                  <a:pt x="51412" y="19415"/>
                  <a:pt x="51626" y="19575"/>
                  <a:pt x="51828" y="19463"/>
                </a:cubicBezTo>
                <a:cubicBezTo>
                  <a:pt x="52059" y="19337"/>
                  <a:pt x="51797" y="19033"/>
                  <a:pt x="51748" y="18870"/>
                </a:cubicBezTo>
                <a:cubicBezTo>
                  <a:pt x="51685" y="18654"/>
                  <a:pt x="51739" y="18368"/>
                  <a:pt x="51947" y="18249"/>
                </a:cubicBezTo>
                <a:cubicBezTo>
                  <a:pt x="52089" y="18169"/>
                  <a:pt x="52239" y="18210"/>
                  <a:pt x="52375" y="18278"/>
                </a:cubicBezTo>
                <a:cubicBezTo>
                  <a:pt x="52392" y="18286"/>
                  <a:pt x="52438" y="18314"/>
                  <a:pt x="52442" y="18314"/>
                </a:cubicBezTo>
                <a:cubicBezTo>
                  <a:pt x="52490" y="18308"/>
                  <a:pt x="52578" y="18187"/>
                  <a:pt x="52613" y="18156"/>
                </a:cubicBezTo>
                <a:cubicBezTo>
                  <a:pt x="52742" y="18035"/>
                  <a:pt x="52870" y="17914"/>
                  <a:pt x="52998" y="17791"/>
                </a:cubicBezTo>
                <a:cubicBezTo>
                  <a:pt x="53099" y="17696"/>
                  <a:pt x="53218" y="17603"/>
                  <a:pt x="53301" y="17492"/>
                </a:cubicBezTo>
                <a:cubicBezTo>
                  <a:pt x="53448" y="17296"/>
                  <a:pt x="53283" y="17081"/>
                  <a:pt x="53201" y="16893"/>
                </a:cubicBezTo>
                <a:cubicBezTo>
                  <a:pt x="53099" y="16653"/>
                  <a:pt x="53065" y="16391"/>
                  <a:pt x="53229" y="16169"/>
                </a:cubicBezTo>
                <a:cubicBezTo>
                  <a:pt x="53331" y="16032"/>
                  <a:pt x="53480" y="15937"/>
                  <a:pt x="53644" y="15905"/>
                </a:cubicBezTo>
                <a:cubicBezTo>
                  <a:pt x="53627" y="15760"/>
                  <a:pt x="53642" y="15613"/>
                  <a:pt x="53701" y="15481"/>
                </a:cubicBezTo>
                <a:cubicBezTo>
                  <a:pt x="53805" y="15253"/>
                  <a:pt x="54036" y="15160"/>
                  <a:pt x="54237" y="15039"/>
                </a:cubicBezTo>
                <a:cubicBezTo>
                  <a:pt x="54549" y="14849"/>
                  <a:pt x="54964" y="14596"/>
                  <a:pt x="55059" y="14217"/>
                </a:cubicBezTo>
                <a:cubicBezTo>
                  <a:pt x="55152" y="13841"/>
                  <a:pt x="55018" y="13447"/>
                  <a:pt x="55113" y="13067"/>
                </a:cubicBezTo>
                <a:cubicBezTo>
                  <a:pt x="55213" y="12664"/>
                  <a:pt x="55544" y="12463"/>
                  <a:pt x="55860" y="12238"/>
                </a:cubicBezTo>
                <a:cubicBezTo>
                  <a:pt x="56026" y="12121"/>
                  <a:pt x="56255" y="11868"/>
                  <a:pt x="56236" y="11641"/>
                </a:cubicBezTo>
                <a:cubicBezTo>
                  <a:pt x="56204" y="11611"/>
                  <a:pt x="56186" y="11568"/>
                  <a:pt x="56201" y="11520"/>
                </a:cubicBezTo>
                <a:cubicBezTo>
                  <a:pt x="56186" y="11494"/>
                  <a:pt x="56169" y="11470"/>
                  <a:pt x="56145" y="11447"/>
                </a:cubicBezTo>
                <a:cubicBezTo>
                  <a:pt x="56074" y="11375"/>
                  <a:pt x="56173" y="11235"/>
                  <a:pt x="56258" y="11301"/>
                </a:cubicBezTo>
                <a:cubicBezTo>
                  <a:pt x="56264" y="11304"/>
                  <a:pt x="56268" y="11308"/>
                  <a:pt x="56271" y="11312"/>
                </a:cubicBezTo>
                <a:cubicBezTo>
                  <a:pt x="56329" y="11142"/>
                  <a:pt x="56389" y="10975"/>
                  <a:pt x="56452" y="10810"/>
                </a:cubicBezTo>
                <a:cubicBezTo>
                  <a:pt x="56537" y="10585"/>
                  <a:pt x="56610" y="10354"/>
                  <a:pt x="56662" y="10118"/>
                </a:cubicBezTo>
                <a:cubicBezTo>
                  <a:pt x="56757" y="9684"/>
                  <a:pt x="56790" y="9218"/>
                  <a:pt x="57062" y="8849"/>
                </a:cubicBezTo>
                <a:cubicBezTo>
                  <a:pt x="57166" y="8708"/>
                  <a:pt x="57294" y="8580"/>
                  <a:pt x="57452" y="8500"/>
                </a:cubicBezTo>
                <a:cubicBezTo>
                  <a:pt x="57609" y="8420"/>
                  <a:pt x="57772" y="8399"/>
                  <a:pt x="57947" y="8388"/>
                </a:cubicBezTo>
                <a:cubicBezTo>
                  <a:pt x="58049" y="8381"/>
                  <a:pt x="58220" y="8392"/>
                  <a:pt x="58293" y="8301"/>
                </a:cubicBezTo>
                <a:cubicBezTo>
                  <a:pt x="58352" y="8223"/>
                  <a:pt x="58304" y="8109"/>
                  <a:pt x="58267" y="8022"/>
                </a:cubicBezTo>
                <a:cubicBezTo>
                  <a:pt x="58152" y="7748"/>
                  <a:pt x="57981" y="7471"/>
                  <a:pt x="58127" y="7172"/>
                </a:cubicBezTo>
                <a:cubicBezTo>
                  <a:pt x="58207" y="7014"/>
                  <a:pt x="58362" y="6932"/>
                  <a:pt x="58319" y="6737"/>
                </a:cubicBezTo>
                <a:cubicBezTo>
                  <a:pt x="58276" y="6553"/>
                  <a:pt x="58233" y="6387"/>
                  <a:pt x="58269" y="6195"/>
                </a:cubicBezTo>
                <a:cubicBezTo>
                  <a:pt x="58328" y="5872"/>
                  <a:pt x="58591" y="5576"/>
                  <a:pt x="58933" y="5565"/>
                </a:cubicBezTo>
                <a:cubicBezTo>
                  <a:pt x="59262" y="5554"/>
                  <a:pt x="59600" y="5827"/>
                  <a:pt x="59597" y="6168"/>
                </a:cubicBezTo>
                <a:cubicBezTo>
                  <a:pt x="59595" y="6333"/>
                  <a:pt x="59513" y="6484"/>
                  <a:pt x="59431" y="6621"/>
                </a:cubicBezTo>
                <a:cubicBezTo>
                  <a:pt x="59390" y="6690"/>
                  <a:pt x="59271" y="6837"/>
                  <a:pt x="59316" y="6915"/>
                </a:cubicBezTo>
                <a:cubicBezTo>
                  <a:pt x="59364" y="6997"/>
                  <a:pt x="59533" y="6999"/>
                  <a:pt x="59615" y="7019"/>
                </a:cubicBezTo>
                <a:cubicBezTo>
                  <a:pt x="59771" y="7055"/>
                  <a:pt x="59902" y="7120"/>
                  <a:pt x="59995" y="7254"/>
                </a:cubicBezTo>
                <a:cubicBezTo>
                  <a:pt x="60026" y="7302"/>
                  <a:pt x="60030" y="7391"/>
                  <a:pt x="59995" y="7440"/>
                </a:cubicBezTo>
                <a:cubicBezTo>
                  <a:pt x="59690" y="7832"/>
                  <a:pt x="59526" y="8321"/>
                  <a:pt x="59546" y="8812"/>
                </a:cubicBezTo>
                <a:cubicBezTo>
                  <a:pt x="59669" y="8743"/>
                  <a:pt x="59807" y="8701"/>
                  <a:pt x="59948" y="8684"/>
                </a:cubicBezTo>
                <a:cubicBezTo>
                  <a:pt x="60075" y="8669"/>
                  <a:pt x="60194" y="8686"/>
                  <a:pt x="60318" y="8702"/>
                </a:cubicBezTo>
                <a:cubicBezTo>
                  <a:pt x="60391" y="8712"/>
                  <a:pt x="60512" y="8740"/>
                  <a:pt x="60567" y="8676"/>
                </a:cubicBezTo>
                <a:cubicBezTo>
                  <a:pt x="60621" y="8613"/>
                  <a:pt x="60603" y="8487"/>
                  <a:pt x="60599" y="8412"/>
                </a:cubicBezTo>
                <a:cubicBezTo>
                  <a:pt x="60592" y="8297"/>
                  <a:pt x="60586" y="8189"/>
                  <a:pt x="60612" y="8076"/>
                </a:cubicBezTo>
                <a:cubicBezTo>
                  <a:pt x="60659" y="7866"/>
                  <a:pt x="60815" y="7672"/>
                  <a:pt x="61045" y="7681"/>
                </a:cubicBezTo>
                <a:cubicBezTo>
                  <a:pt x="61129" y="7685"/>
                  <a:pt x="61198" y="7737"/>
                  <a:pt x="61222" y="7815"/>
                </a:cubicBezTo>
                <a:cubicBezTo>
                  <a:pt x="61272" y="7972"/>
                  <a:pt x="61499" y="8018"/>
                  <a:pt x="61635" y="7960"/>
                </a:cubicBezTo>
                <a:cubicBezTo>
                  <a:pt x="61698" y="7933"/>
                  <a:pt x="61780" y="7847"/>
                  <a:pt x="61756" y="7782"/>
                </a:cubicBezTo>
                <a:cubicBezTo>
                  <a:pt x="61735" y="7730"/>
                  <a:pt x="61616" y="7691"/>
                  <a:pt x="61546" y="7661"/>
                </a:cubicBezTo>
                <a:cubicBezTo>
                  <a:pt x="61300" y="7561"/>
                  <a:pt x="61038" y="7384"/>
                  <a:pt x="61111" y="7075"/>
                </a:cubicBezTo>
                <a:cubicBezTo>
                  <a:pt x="61159" y="6869"/>
                  <a:pt x="61341" y="6731"/>
                  <a:pt x="61536" y="6646"/>
                </a:cubicBezTo>
                <a:cubicBezTo>
                  <a:pt x="61529" y="6601"/>
                  <a:pt x="61527" y="6554"/>
                  <a:pt x="61531" y="6508"/>
                </a:cubicBezTo>
                <a:cubicBezTo>
                  <a:pt x="61555" y="6309"/>
                  <a:pt x="61672" y="6186"/>
                  <a:pt x="61823" y="6065"/>
                </a:cubicBezTo>
                <a:cubicBezTo>
                  <a:pt x="61929" y="5982"/>
                  <a:pt x="62020" y="5913"/>
                  <a:pt x="61970" y="5770"/>
                </a:cubicBezTo>
                <a:cubicBezTo>
                  <a:pt x="61916" y="5619"/>
                  <a:pt x="61817" y="5491"/>
                  <a:pt x="61793" y="5329"/>
                </a:cubicBezTo>
                <a:cubicBezTo>
                  <a:pt x="61769" y="5171"/>
                  <a:pt x="61819" y="5016"/>
                  <a:pt x="61934" y="4905"/>
                </a:cubicBezTo>
                <a:cubicBezTo>
                  <a:pt x="62037" y="4804"/>
                  <a:pt x="62169" y="4750"/>
                  <a:pt x="62286" y="4674"/>
                </a:cubicBezTo>
                <a:cubicBezTo>
                  <a:pt x="62424" y="4587"/>
                  <a:pt x="62405" y="4483"/>
                  <a:pt x="62422" y="4330"/>
                </a:cubicBezTo>
                <a:cubicBezTo>
                  <a:pt x="62440" y="4159"/>
                  <a:pt x="62515" y="4020"/>
                  <a:pt x="62656" y="3919"/>
                </a:cubicBezTo>
                <a:cubicBezTo>
                  <a:pt x="62803" y="3815"/>
                  <a:pt x="62998" y="3780"/>
                  <a:pt x="63171" y="3822"/>
                </a:cubicBezTo>
                <a:cubicBezTo>
                  <a:pt x="63186" y="3700"/>
                  <a:pt x="63201" y="3577"/>
                  <a:pt x="63214" y="3454"/>
                </a:cubicBezTo>
                <a:cubicBezTo>
                  <a:pt x="63227" y="3341"/>
                  <a:pt x="63314" y="3257"/>
                  <a:pt x="63435" y="3285"/>
                </a:cubicBezTo>
                <a:cubicBezTo>
                  <a:pt x="63644" y="3337"/>
                  <a:pt x="63854" y="3389"/>
                  <a:pt x="64064" y="3441"/>
                </a:cubicBezTo>
                <a:cubicBezTo>
                  <a:pt x="64155" y="3463"/>
                  <a:pt x="64248" y="3486"/>
                  <a:pt x="64339" y="3508"/>
                </a:cubicBezTo>
                <a:cubicBezTo>
                  <a:pt x="64333" y="3504"/>
                  <a:pt x="64326" y="3501"/>
                  <a:pt x="64320" y="3495"/>
                </a:cubicBezTo>
                <a:cubicBezTo>
                  <a:pt x="64207" y="3419"/>
                  <a:pt x="64131" y="3294"/>
                  <a:pt x="64107" y="3158"/>
                </a:cubicBezTo>
                <a:cubicBezTo>
                  <a:pt x="64082" y="3015"/>
                  <a:pt x="64097" y="2870"/>
                  <a:pt x="64131" y="2729"/>
                </a:cubicBezTo>
                <a:cubicBezTo>
                  <a:pt x="64162" y="2597"/>
                  <a:pt x="64201" y="2428"/>
                  <a:pt x="64322" y="2349"/>
                </a:cubicBezTo>
                <a:cubicBezTo>
                  <a:pt x="64495" y="2236"/>
                  <a:pt x="64692" y="2374"/>
                  <a:pt x="64849" y="2450"/>
                </a:cubicBezTo>
                <a:cubicBezTo>
                  <a:pt x="64975" y="2511"/>
                  <a:pt x="65103" y="2571"/>
                  <a:pt x="65230" y="2636"/>
                </a:cubicBezTo>
                <a:cubicBezTo>
                  <a:pt x="65267" y="2472"/>
                  <a:pt x="65306" y="2312"/>
                  <a:pt x="65353" y="2154"/>
                </a:cubicBezTo>
                <a:cubicBezTo>
                  <a:pt x="65284" y="2098"/>
                  <a:pt x="65247" y="1987"/>
                  <a:pt x="65321" y="1898"/>
                </a:cubicBezTo>
                <a:cubicBezTo>
                  <a:pt x="65394" y="1808"/>
                  <a:pt x="65462" y="1715"/>
                  <a:pt x="65524" y="1620"/>
                </a:cubicBezTo>
                <a:cubicBezTo>
                  <a:pt x="65712" y="1334"/>
                  <a:pt x="65853" y="1018"/>
                  <a:pt x="65946" y="685"/>
                </a:cubicBezTo>
                <a:cubicBezTo>
                  <a:pt x="65976" y="581"/>
                  <a:pt x="66097" y="532"/>
                  <a:pt x="66191" y="586"/>
                </a:cubicBezTo>
                <a:cubicBezTo>
                  <a:pt x="66251" y="620"/>
                  <a:pt x="66310" y="653"/>
                  <a:pt x="66370" y="687"/>
                </a:cubicBezTo>
                <a:cubicBezTo>
                  <a:pt x="66392" y="516"/>
                  <a:pt x="66416" y="343"/>
                  <a:pt x="66439" y="170"/>
                </a:cubicBezTo>
                <a:cubicBezTo>
                  <a:pt x="66452" y="81"/>
                  <a:pt x="66508" y="1"/>
                  <a:pt x="66606" y="2"/>
                </a:cubicBezTo>
                <a:cubicBezTo>
                  <a:pt x="66872" y="8"/>
                  <a:pt x="67008" y="211"/>
                  <a:pt x="67090" y="439"/>
                </a:cubicBezTo>
                <a:cubicBezTo>
                  <a:pt x="67147" y="603"/>
                  <a:pt x="67173" y="819"/>
                  <a:pt x="67298" y="953"/>
                </a:cubicBezTo>
                <a:cubicBezTo>
                  <a:pt x="67391" y="1055"/>
                  <a:pt x="67555" y="1031"/>
                  <a:pt x="67677" y="1070"/>
                </a:cubicBezTo>
                <a:cubicBezTo>
                  <a:pt x="67808" y="1113"/>
                  <a:pt x="67917" y="1189"/>
                  <a:pt x="68001" y="1297"/>
                </a:cubicBezTo>
                <a:cubicBezTo>
                  <a:pt x="68168" y="1511"/>
                  <a:pt x="68217" y="1805"/>
                  <a:pt x="68152" y="2067"/>
                </a:cubicBezTo>
                <a:cubicBezTo>
                  <a:pt x="68103" y="2266"/>
                  <a:pt x="68001" y="2441"/>
                  <a:pt x="67880" y="2602"/>
                </a:cubicBezTo>
                <a:cubicBezTo>
                  <a:pt x="68085" y="2597"/>
                  <a:pt x="68287" y="2593"/>
                  <a:pt x="68490" y="2588"/>
                </a:cubicBezTo>
                <a:cubicBezTo>
                  <a:pt x="68559" y="2586"/>
                  <a:pt x="68639" y="2641"/>
                  <a:pt x="68654" y="2710"/>
                </a:cubicBezTo>
                <a:cubicBezTo>
                  <a:pt x="68745" y="3190"/>
                  <a:pt x="68840" y="3670"/>
                  <a:pt x="68935" y="4148"/>
                </a:cubicBezTo>
                <a:cubicBezTo>
                  <a:pt x="69217" y="4077"/>
                  <a:pt x="69507" y="4072"/>
                  <a:pt x="69797" y="4122"/>
                </a:cubicBezTo>
                <a:cubicBezTo>
                  <a:pt x="69900" y="4140"/>
                  <a:pt x="69956" y="4285"/>
                  <a:pt x="69898" y="4367"/>
                </a:cubicBezTo>
                <a:cubicBezTo>
                  <a:pt x="69831" y="4464"/>
                  <a:pt x="69764" y="4559"/>
                  <a:pt x="69697" y="4656"/>
                </a:cubicBezTo>
                <a:cubicBezTo>
                  <a:pt x="70060" y="4836"/>
                  <a:pt x="70261" y="5314"/>
                  <a:pt x="70076" y="5701"/>
                </a:cubicBezTo>
                <a:cubicBezTo>
                  <a:pt x="70049" y="5762"/>
                  <a:pt x="70009" y="5812"/>
                  <a:pt x="69965" y="5864"/>
                </a:cubicBezTo>
                <a:cubicBezTo>
                  <a:pt x="69937" y="5898"/>
                  <a:pt x="69868" y="5954"/>
                  <a:pt x="69872" y="6000"/>
                </a:cubicBezTo>
                <a:cubicBezTo>
                  <a:pt x="69874" y="6045"/>
                  <a:pt x="69991" y="6138"/>
                  <a:pt x="70017" y="6171"/>
                </a:cubicBezTo>
                <a:cubicBezTo>
                  <a:pt x="70067" y="6231"/>
                  <a:pt x="70114" y="6296"/>
                  <a:pt x="70155" y="6363"/>
                </a:cubicBezTo>
                <a:cubicBezTo>
                  <a:pt x="70251" y="6515"/>
                  <a:pt x="70320" y="6685"/>
                  <a:pt x="70363" y="6859"/>
                </a:cubicBezTo>
                <a:cubicBezTo>
                  <a:pt x="70590" y="6802"/>
                  <a:pt x="70794" y="6949"/>
                  <a:pt x="70887" y="7161"/>
                </a:cubicBezTo>
                <a:cubicBezTo>
                  <a:pt x="70995" y="7408"/>
                  <a:pt x="70997" y="7732"/>
                  <a:pt x="70956" y="7996"/>
                </a:cubicBezTo>
                <a:cubicBezTo>
                  <a:pt x="70932" y="8148"/>
                  <a:pt x="70865" y="8273"/>
                  <a:pt x="70791" y="8405"/>
                </a:cubicBezTo>
                <a:cubicBezTo>
                  <a:pt x="70774" y="8438"/>
                  <a:pt x="70731" y="8500"/>
                  <a:pt x="70740" y="8541"/>
                </a:cubicBezTo>
                <a:cubicBezTo>
                  <a:pt x="70742" y="8546"/>
                  <a:pt x="70746" y="8552"/>
                  <a:pt x="70752" y="8557"/>
                </a:cubicBezTo>
                <a:cubicBezTo>
                  <a:pt x="70856" y="8500"/>
                  <a:pt x="71010" y="8602"/>
                  <a:pt x="71001" y="8719"/>
                </a:cubicBezTo>
                <a:cubicBezTo>
                  <a:pt x="70997" y="8764"/>
                  <a:pt x="70993" y="8807"/>
                  <a:pt x="70988" y="8849"/>
                </a:cubicBezTo>
                <a:cubicBezTo>
                  <a:pt x="70975" y="8974"/>
                  <a:pt x="70952" y="9097"/>
                  <a:pt x="70919" y="9219"/>
                </a:cubicBezTo>
                <a:cubicBezTo>
                  <a:pt x="71049" y="9244"/>
                  <a:pt x="71170" y="9309"/>
                  <a:pt x="71270" y="9402"/>
                </a:cubicBezTo>
                <a:cubicBezTo>
                  <a:pt x="71445" y="9567"/>
                  <a:pt x="71518" y="9803"/>
                  <a:pt x="71538" y="10036"/>
                </a:cubicBezTo>
                <a:cubicBezTo>
                  <a:pt x="71557" y="10246"/>
                  <a:pt x="71546" y="10479"/>
                  <a:pt x="71495" y="10683"/>
                </a:cubicBezTo>
                <a:cubicBezTo>
                  <a:pt x="71443" y="10891"/>
                  <a:pt x="71328" y="11018"/>
                  <a:pt x="71155" y="11135"/>
                </a:cubicBezTo>
                <a:cubicBezTo>
                  <a:pt x="71112" y="11163"/>
                  <a:pt x="71081" y="11183"/>
                  <a:pt x="71097" y="11230"/>
                </a:cubicBezTo>
                <a:cubicBezTo>
                  <a:pt x="71120" y="11293"/>
                  <a:pt x="71203" y="11349"/>
                  <a:pt x="71252" y="11390"/>
                </a:cubicBezTo>
                <a:cubicBezTo>
                  <a:pt x="71375" y="11496"/>
                  <a:pt x="71514" y="11596"/>
                  <a:pt x="71592" y="11743"/>
                </a:cubicBezTo>
                <a:cubicBezTo>
                  <a:pt x="71739" y="12020"/>
                  <a:pt x="71654" y="12340"/>
                  <a:pt x="71570" y="12623"/>
                </a:cubicBezTo>
                <a:cubicBezTo>
                  <a:pt x="71512" y="12814"/>
                  <a:pt x="71389" y="13101"/>
                  <a:pt x="71486" y="13302"/>
                </a:cubicBezTo>
                <a:cubicBezTo>
                  <a:pt x="71717" y="13196"/>
                  <a:pt x="71873" y="12943"/>
                  <a:pt x="72120" y="12852"/>
                </a:cubicBezTo>
                <a:cubicBezTo>
                  <a:pt x="72423" y="12736"/>
                  <a:pt x="72736" y="12894"/>
                  <a:pt x="72901" y="13157"/>
                </a:cubicBezTo>
                <a:cubicBezTo>
                  <a:pt x="73082" y="13439"/>
                  <a:pt x="73046" y="13787"/>
                  <a:pt x="72840" y="14044"/>
                </a:cubicBezTo>
                <a:cubicBezTo>
                  <a:pt x="72675" y="14250"/>
                  <a:pt x="72420" y="14380"/>
                  <a:pt x="72159" y="14421"/>
                </a:cubicBezTo>
                <a:cubicBezTo>
                  <a:pt x="72187" y="14600"/>
                  <a:pt x="72422" y="14739"/>
                  <a:pt x="72554" y="14834"/>
                </a:cubicBezTo>
                <a:cubicBezTo>
                  <a:pt x="72773" y="14992"/>
                  <a:pt x="72965" y="15161"/>
                  <a:pt x="73108" y="15398"/>
                </a:cubicBezTo>
                <a:cubicBezTo>
                  <a:pt x="73346" y="15790"/>
                  <a:pt x="73426" y="16281"/>
                  <a:pt x="73314" y="16727"/>
                </a:cubicBezTo>
                <a:cubicBezTo>
                  <a:pt x="73588" y="16776"/>
                  <a:pt x="73829" y="16978"/>
                  <a:pt x="73922" y="17248"/>
                </a:cubicBezTo>
                <a:cubicBezTo>
                  <a:pt x="74058" y="17641"/>
                  <a:pt x="73770" y="17985"/>
                  <a:pt x="73599" y="18310"/>
                </a:cubicBezTo>
                <a:cubicBezTo>
                  <a:pt x="73528" y="18446"/>
                  <a:pt x="73457" y="18611"/>
                  <a:pt x="73487" y="18768"/>
                </a:cubicBezTo>
                <a:cubicBezTo>
                  <a:pt x="73515" y="18911"/>
                  <a:pt x="73647" y="18963"/>
                  <a:pt x="73772" y="19002"/>
                </a:cubicBezTo>
                <a:cubicBezTo>
                  <a:pt x="74099" y="19099"/>
                  <a:pt x="74441" y="19195"/>
                  <a:pt x="74490" y="19593"/>
                </a:cubicBezTo>
                <a:cubicBezTo>
                  <a:pt x="74512" y="19777"/>
                  <a:pt x="74451" y="19954"/>
                  <a:pt x="74454" y="20136"/>
                </a:cubicBezTo>
                <a:cubicBezTo>
                  <a:pt x="74456" y="20227"/>
                  <a:pt x="74488" y="20400"/>
                  <a:pt x="74605" y="20399"/>
                </a:cubicBezTo>
                <a:cubicBezTo>
                  <a:pt x="74718" y="20397"/>
                  <a:pt x="74826" y="20545"/>
                  <a:pt x="74746" y="20648"/>
                </a:cubicBezTo>
                <a:cubicBezTo>
                  <a:pt x="74324" y="21198"/>
                  <a:pt x="74162" y="21864"/>
                  <a:pt x="74108" y="22547"/>
                </a:cubicBezTo>
                <a:cubicBezTo>
                  <a:pt x="74108" y="22948"/>
                  <a:pt x="74107" y="23348"/>
                  <a:pt x="74112" y="23750"/>
                </a:cubicBezTo>
                <a:cubicBezTo>
                  <a:pt x="74136" y="23759"/>
                  <a:pt x="74162" y="23767"/>
                  <a:pt x="74196" y="23776"/>
                </a:cubicBezTo>
                <a:cubicBezTo>
                  <a:pt x="74350" y="23817"/>
                  <a:pt x="74514" y="23804"/>
                  <a:pt x="74670" y="23808"/>
                </a:cubicBezTo>
                <a:cubicBezTo>
                  <a:pt x="74956" y="23811"/>
                  <a:pt x="75226" y="23871"/>
                  <a:pt x="75473" y="24014"/>
                </a:cubicBezTo>
                <a:cubicBezTo>
                  <a:pt x="75578" y="24073"/>
                  <a:pt x="75672" y="24144"/>
                  <a:pt x="75764" y="24220"/>
                </a:cubicBezTo>
                <a:cubicBezTo>
                  <a:pt x="76020" y="23363"/>
                  <a:pt x="76232" y="22493"/>
                  <a:pt x="76627" y="21682"/>
                </a:cubicBezTo>
                <a:cubicBezTo>
                  <a:pt x="76764" y="21401"/>
                  <a:pt x="76907" y="21120"/>
                  <a:pt x="77069" y="20854"/>
                </a:cubicBezTo>
                <a:cubicBezTo>
                  <a:pt x="77238" y="20575"/>
                  <a:pt x="77430" y="20309"/>
                  <a:pt x="77620" y="20043"/>
                </a:cubicBezTo>
                <a:cubicBezTo>
                  <a:pt x="77934" y="19601"/>
                  <a:pt x="78256" y="19115"/>
                  <a:pt x="78736" y="18836"/>
                </a:cubicBezTo>
                <a:cubicBezTo>
                  <a:pt x="78983" y="18691"/>
                  <a:pt x="79254" y="18634"/>
                  <a:pt x="79539" y="18630"/>
                </a:cubicBezTo>
                <a:cubicBezTo>
                  <a:pt x="79697" y="18626"/>
                  <a:pt x="79859" y="18639"/>
                  <a:pt x="80013" y="18598"/>
                </a:cubicBezTo>
                <a:cubicBezTo>
                  <a:pt x="80099" y="18576"/>
                  <a:pt x="80140" y="18559"/>
                  <a:pt x="80218" y="18511"/>
                </a:cubicBezTo>
                <a:cubicBezTo>
                  <a:pt x="80484" y="18351"/>
                  <a:pt x="80653" y="18042"/>
                  <a:pt x="80800" y="17748"/>
                </a:cubicBezTo>
                <a:cubicBezTo>
                  <a:pt x="81058" y="17237"/>
                  <a:pt x="81376" y="16313"/>
                  <a:pt x="82064" y="16309"/>
                </a:cubicBezTo>
                <a:cubicBezTo>
                  <a:pt x="82241" y="16101"/>
                  <a:pt x="82557" y="16130"/>
                  <a:pt x="82766" y="16287"/>
                </a:cubicBezTo>
                <a:cubicBezTo>
                  <a:pt x="82864" y="16359"/>
                  <a:pt x="82929" y="16450"/>
                  <a:pt x="82974" y="16554"/>
                </a:cubicBezTo>
                <a:cubicBezTo>
                  <a:pt x="83022" y="16514"/>
                  <a:pt x="83091" y="16463"/>
                  <a:pt x="83112" y="16407"/>
                </a:cubicBezTo>
                <a:cubicBezTo>
                  <a:pt x="83128" y="16361"/>
                  <a:pt x="83097" y="16341"/>
                  <a:pt x="83054" y="16313"/>
                </a:cubicBezTo>
                <a:cubicBezTo>
                  <a:pt x="82881" y="16195"/>
                  <a:pt x="82766" y="16069"/>
                  <a:pt x="82714" y="15861"/>
                </a:cubicBezTo>
                <a:cubicBezTo>
                  <a:pt x="82663" y="15656"/>
                  <a:pt x="82652" y="15424"/>
                  <a:pt x="82671" y="15214"/>
                </a:cubicBezTo>
                <a:cubicBezTo>
                  <a:pt x="82691" y="14981"/>
                  <a:pt x="82764" y="14745"/>
                  <a:pt x="82939" y="14579"/>
                </a:cubicBezTo>
                <a:cubicBezTo>
                  <a:pt x="83039" y="14486"/>
                  <a:pt x="83160" y="14421"/>
                  <a:pt x="83288" y="14397"/>
                </a:cubicBezTo>
                <a:cubicBezTo>
                  <a:pt x="83257" y="14276"/>
                  <a:pt x="83234" y="14152"/>
                  <a:pt x="83221" y="14027"/>
                </a:cubicBezTo>
                <a:cubicBezTo>
                  <a:pt x="83216" y="13984"/>
                  <a:pt x="83212" y="13941"/>
                  <a:pt x="83208" y="13897"/>
                </a:cubicBezTo>
                <a:cubicBezTo>
                  <a:pt x="83199" y="13780"/>
                  <a:pt x="83351" y="13675"/>
                  <a:pt x="83457" y="13735"/>
                </a:cubicBezTo>
                <a:cubicBezTo>
                  <a:pt x="83463" y="13729"/>
                  <a:pt x="83467" y="13724"/>
                  <a:pt x="83469" y="13718"/>
                </a:cubicBezTo>
                <a:cubicBezTo>
                  <a:pt x="83478" y="13679"/>
                  <a:pt x="83435" y="13616"/>
                  <a:pt x="83417" y="13584"/>
                </a:cubicBezTo>
                <a:cubicBezTo>
                  <a:pt x="83344" y="13450"/>
                  <a:pt x="83277" y="13324"/>
                  <a:pt x="83253" y="13171"/>
                </a:cubicBezTo>
                <a:cubicBezTo>
                  <a:pt x="83212" y="12909"/>
                  <a:pt x="83216" y="12586"/>
                  <a:pt x="83322" y="12338"/>
                </a:cubicBezTo>
                <a:cubicBezTo>
                  <a:pt x="83415" y="12126"/>
                  <a:pt x="83619" y="11979"/>
                  <a:pt x="83846" y="12037"/>
                </a:cubicBezTo>
                <a:cubicBezTo>
                  <a:pt x="83889" y="11862"/>
                  <a:pt x="83960" y="11693"/>
                  <a:pt x="84054" y="11540"/>
                </a:cubicBezTo>
                <a:cubicBezTo>
                  <a:pt x="84095" y="11474"/>
                  <a:pt x="84142" y="11408"/>
                  <a:pt x="84192" y="11347"/>
                </a:cubicBezTo>
                <a:cubicBezTo>
                  <a:pt x="84218" y="11315"/>
                  <a:pt x="84335" y="11222"/>
                  <a:pt x="84337" y="11176"/>
                </a:cubicBezTo>
                <a:cubicBezTo>
                  <a:pt x="84341" y="11131"/>
                  <a:pt x="84272" y="11076"/>
                  <a:pt x="84244" y="11042"/>
                </a:cubicBezTo>
                <a:cubicBezTo>
                  <a:pt x="84200" y="10990"/>
                  <a:pt x="84160" y="10938"/>
                  <a:pt x="84131" y="10878"/>
                </a:cubicBezTo>
                <a:cubicBezTo>
                  <a:pt x="83948" y="10492"/>
                  <a:pt x="84149" y="10014"/>
                  <a:pt x="84512" y="9831"/>
                </a:cubicBezTo>
                <a:cubicBezTo>
                  <a:pt x="84445" y="9736"/>
                  <a:pt x="84378" y="9642"/>
                  <a:pt x="84311" y="9545"/>
                </a:cubicBezTo>
                <a:cubicBezTo>
                  <a:pt x="84253" y="9463"/>
                  <a:pt x="84309" y="9318"/>
                  <a:pt x="84412" y="9299"/>
                </a:cubicBezTo>
                <a:cubicBezTo>
                  <a:pt x="84700" y="9249"/>
                  <a:pt x="84992" y="9255"/>
                  <a:pt x="85274" y="9325"/>
                </a:cubicBezTo>
                <a:cubicBezTo>
                  <a:pt x="85369" y="8848"/>
                  <a:pt x="85464" y="8368"/>
                  <a:pt x="85555" y="7888"/>
                </a:cubicBezTo>
                <a:cubicBezTo>
                  <a:pt x="85568" y="7819"/>
                  <a:pt x="85648" y="7763"/>
                  <a:pt x="85719" y="7765"/>
                </a:cubicBezTo>
                <a:cubicBezTo>
                  <a:pt x="85922" y="7771"/>
                  <a:pt x="86124" y="7774"/>
                  <a:pt x="86329" y="7782"/>
                </a:cubicBezTo>
                <a:cubicBezTo>
                  <a:pt x="86206" y="7618"/>
                  <a:pt x="86104" y="7443"/>
                  <a:pt x="86057" y="7246"/>
                </a:cubicBezTo>
                <a:cubicBezTo>
                  <a:pt x="85992" y="6982"/>
                  <a:pt x="86039" y="6688"/>
                  <a:pt x="86208" y="6474"/>
                </a:cubicBezTo>
                <a:cubicBezTo>
                  <a:pt x="86292" y="6367"/>
                  <a:pt x="86401" y="6290"/>
                  <a:pt x="86532" y="6248"/>
                </a:cubicBezTo>
                <a:cubicBezTo>
                  <a:pt x="86654" y="6208"/>
                  <a:pt x="86816" y="6233"/>
                  <a:pt x="86911" y="6130"/>
                </a:cubicBezTo>
                <a:cubicBezTo>
                  <a:pt x="87034" y="5996"/>
                  <a:pt x="87060" y="5783"/>
                  <a:pt x="87119" y="5617"/>
                </a:cubicBezTo>
                <a:cubicBezTo>
                  <a:pt x="87201" y="5388"/>
                  <a:pt x="87335" y="5186"/>
                  <a:pt x="87603" y="5180"/>
                </a:cubicBezTo>
                <a:cubicBezTo>
                  <a:pt x="87701" y="5178"/>
                  <a:pt x="87757" y="5258"/>
                  <a:pt x="87768" y="5347"/>
                </a:cubicBezTo>
                <a:cubicBezTo>
                  <a:pt x="87793" y="5519"/>
                  <a:pt x="87815" y="5693"/>
                  <a:pt x="87839" y="5866"/>
                </a:cubicBezTo>
                <a:cubicBezTo>
                  <a:pt x="87899" y="5831"/>
                  <a:pt x="87958" y="5797"/>
                  <a:pt x="88018" y="5764"/>
                </a:cubicBezTo>
                <a:cubicBezTo>
                  <a:pt x="88111" y="5710"/>
                  <a:pt x="88233" y="5758"/>
                  <a:pt x="88263" y="5864"/>
                </a:cubicBezTo>
                <a:cubicBezTo>
                  <a:pt x="88354" y="6195"/>
                  <a:pt x="88496" y="6512"/>
                  <a:pt x="88683" y="6798"/>
                </a:cubicBezTo>
                <a:cubicBezTo>
                  <a:pt x="88747" y="6893"/>
                  <a:pt x="88815" y="6986"/>
                  <a:pt x="88888" y="7075"/>
                </a:cubicBezTo>
                <a:cubicBezTo>
                  <a:pt x="88960" y="7164"/>
                  <a:pt x="88925" y="7276"/>
                  <a:pt x="88854" y="7332"/>
                </a:cubicBezTo>
                <a:cubicBezTo>
                  <a:pt x="88903" y="7490"/>
                  <a:pt x="88942" y="7650"/>
                  <a:pt x="88979" y="7813"/>
                </a:cubicBezTo>
                <a:cubicBezTo>
                  <a:pt x="89104" y="7748"/>
                  <a:pt x="89234" y="7689"/>
                  <a:pt x="89360" y="7628"/>
                </a:cubicBezTo>
                <a:cubicBezTo>
                  <a:pt x="89517" y="7549"/>
                  <a:pt x="89712" y="7414"/>
                  <a:pt x="89887" y="7527"/>
                </a:cubicBezTo>
                <a:cubicBezTo>
                  <a:pt x="90006" y="7605"/>
                  <a:pt x="90047" y="7776"/>
                  <a:pt x="90078" y="7906"/>
                </a:cubicBezTo>
                <a:cubicBezTo>
                  <a:pt x="90110" y="8048"/>
                  <a:pt x="90127" y="8193"/>
                  <a:pt x="90102" y="8336"/>
                </a:cubicBezTo>
                <a:cubicBezTo>
                  <a:pt x="90078" y="8472"/>
                  <a:pt x="90002" y="8596"/>
                  <a:pt x="89887" y="8675"/>
                </a:cubicBezTo>
                <a:cubicBezTo>
                  <a:pt x="89881" y="8678"/>
                  <a:pt x="89876" y="8682"/>
                  <a:pt x="89868" y="8686"/>
                </a:cubicBezTo>
                <a:cubicBezTo>
                  <a:pt x="89961" y="8663"/>
                  <a:pt x="90052" y="8641"/>
                  <a:pt x="90145" y="8619"/>
                </a:cubicBezTo>
                <a:cubicBezTo>
                  <a:pt x="90353" y="8567"/>
                  <a:pt x="90564" y="8515"/>
                  <a:pt x="90774" y="8463"/>
                </a:cubicBezTo>
                <a:cubicBezTo>
                  <a:pt x="90893" y="8435"/>
                  <a:pt x="90982" y="8518"/>
                  <a:pt x="90995" y="8630"/>
                </a:cubicBezTo>
                <a:cubicBezTo>
                  <a:pt x="91008" y="8755"/>
                  <a:pt x="91023" y="8877"/>
                  <a:pt x="91036" y="9000"/>
                </a:cubicBezTo>
                <a:cubicBezTo>
                  <a:pt x="91211" y="8957"/>
                  <a:pt x="91406" y="8993"/>
                  <a:pt x="91553" y="9097"/>
                </a:cubicBezTo>
                <a:cubicBezTo>
                  <a:pt x="91692" y="9197"/>
                  <a:pt x="91769" y="9337"/>
                  <a:pt x="91787" y="9508"/>
                </a:cubicBezTo>
                <a:cubicBezTo>
                  <a:pt x="91802" y="9660"/>
                  <a:pt x="91784" y="9764"/>
                  <a:pt x="91921" y="9852"/>
                </a:cubicBezTo>
                <a:cubicBezTo>
                  <a:pt x="92040" y="9928"/>
                  <a:pt x="92172" y="9984"/>
                  <a:pt x="92273" y="10082"/>
                </a:cubicBezTo>
                <a:cubicBezTo>
                  <a:pt x="92388" y="10194"/>
                  <a:pt x="92438" y="10348"/>
                  <a:pt x="92416" y="10506"/>
                </a:cubicBezTo>
                <a:cubicBezTo>
                  <a:pt x="92390" y="10668"/>
                  <a:pt x="92291" y="10797"/>
                  <a:pt x="92237" y="10947"/>
                </a:cubicBezTo>
                <a:cubicBezTo>
                  <a:pt x="92187" y="11090"/>
                  <a:pt x="92280" y="11159"/>
                  <a:pt x="92386" y="11243"/>
                </a:cubicBezTo>
                <a:cubicBezTo>
                  <a:pt x="92535" y="11364"/>
                  <a:pt x="92654" y="11487"/>
                  <a:pt x="92676" y="11687"/>
                </a:cubicBezTo>
                <a:cubicBezTo>
                  <a:pt x="92682" y="11734"/>
                  <a:pt x="92680" y="11779"/>
                  <a:pt x="92671" y="11823"/>
                </a:cubicBezTo>
                <a:cubicBezTo>
                  <a:pt x="92868" y="11909"/>
                  <a:pt x="93050" y="12048"/>
                  <a:pt x="93098" y="12253"/>
                </a:cubicBezTo>
                <a:cubicBezTo>
                  <a:pt x="93171" y="12561"/>
                  <a:pt x="92907" y="12738"/>
                  <a:pt x="92663" y="12839"/>
                </a:cubicBezTo>
                <a:cubicBezTo>
                  <a:pt x="92591" y="12868"/>
                  <a:pt x="92472" y="12907"/>
                  <a:pt x="92451" y="12959"/>
                </a:cubicBezTo>
                <a:cubicBezTo>
                  <a:pt x="92427" y="13025"/>
                  <a:pt x="92509" y="13110"/>
                  <a:pt x="92574" y="13138"/>
                </a:cubicBezTo>
                <a:cubicBezTo>
                  <a:pt x="92710" y="13196"/>
                  <a:pt x="92937" y="13151"/>
                  <a:pt x="92985" y="12993"/>
                </a:cubicBezTo>
                <a:cubicBezTo>
                  <a:pt x="93011" y="12915"/>
                  <a:pt x="93078" y="12863"/>
                  <a:pt x="93162" y="12859"/>
                </a:cubicBezTo>
                <a:cubicBezTo>
                  <a:pt x="93394" y="12850"/>
                  <a:pt x="93549" y="13045"/>
                  <a:pt x="93597" y="13253"/>
                </a:cubicBezTo>
                <a:cubicBezTo>
                  <a:pt x="93623" y="13367"/>
                  <a:pt x="93615" y="13475"/>
                  <a:pt x="93610" y="13590"/>
                </a:cubicBezTo>
                <a:cubicBezTo>
                  <a:pt x="93604" y="13664"/>
                  <a:pt x="93586" y="13791"/>
                  <a:pt x="93642" y="13854"/>
                </a:cubicBezTo>
                <a:cubicBezTo>
                  <a:pt x="93697" y="13917"/>
                  <a:pt x="93816" y="13889"/>
                  <a:pt x="93891" y="13880"/>
                </a:cubicBezTo>
                <a:cubicBezTo>
                  <a:pt x="94015" y="13863"/>
                  <a:pt x="94133" y="13847"/>
                  <a:pt x="94259" y="13861"/>
                </a:cubicBezTo>
                <a:cubicBezTo>
                  <a:pt x="94402" y="13878"/>
                  <a:pt x="94538" y="13923"/>
                  <a:pt x="94663" y="13990"/>
                </a:cubicBezTo>
                <a:cubicBezTo>
                  <a:pt x="94681" y="13497"/>
                  <a:pt x="94517" y="13010"/>
                  <a:pt x="94214" y="12615"/>
                </a:cubicBezTo>
                <a:cubicBezTo>
                  <a:pt x="94177" y="12569"/>
                  <a:pt x="94181" y="12480"/>
                  <a:pt x="94214" y="12431"/>
                </a:cubicBezTo>
                <a:cubicBezTo>
                  <a:pt x="94305" y="12297"/>
                  <a:pt x="94438" y="12232"/>
                  <a:pt x="94592" y="12197"/>
                </a:cubicBezTo>
                <a:cubicBezTo>
                  <a:pt x="94674" y="12178"/>
                  <a:pt x="94845" y="12175"/>
                  <a:pt x="94891" y="12093"/>
                </a:cubicBezTo>
                <a:cubicBezTo>
                  <a:pt x="94938" y="12015"/>
                  <a:pt x="94819" y="11868"/>
                  <a:pt x="94778" y="11799"/>
                </a:cubicBezTo>
                <a:cubicBezTo>
                  <a:pt x="94696" y="11661"/>
                  <a:pt x="94612" y="11511"/>
                  <a:pt x="94610" y="11347"/>
                </a:cubicBezTo>
                <a:cubicBezTo>
                  <a:pt x="94609" y="11005"/>
                  <a:pt x="94947" y="10731"/>
                  <a:pt x="95274" y="10743"/>
                </a:cubicBezTo>
                <a:cubicBezTo>
                  <a:pt x="95618" y="10754"/>
                  <a:pt x="95881" y="11049"/>
                  <a:pt x="95940" y="11373"/>
                </a:cubicBezTo>
                <a:cubicBezTo>
                  <a:pt x="95976" y="11563"/>
                  <a:pt x="95931" y="11730"/>
                  <a:pt x="95890" y="11914"/>
                </a:cubicBezTo>
                <a:cubicBezTo>
                  <a:pt x="95845" y="12110"/>
                  <a:pt x="96002" y="12191"/>
                  <a:pt x="96080" y="12349"/>
                </a:cubicBezTo>
                <a:cubicBezTo>
                  <a:pt x="96228" y="12647"/>
                  <a:pt x="96057" y="12926"/>
                  <a:pt x="95942" y="13199"/>
                </a:cubicBezTo>
                <a:cubicBezTo>
                  <a:pt x="95905" y="13287"/>
                  <a:pt x="95855" y="13400"/>
                  <a:pt x="95916" y="13478"/>
                </a:cubicBezTo>
                <a:cubicBezTo>
                  <a:pt x="95987" y="13569"/>
                  <a:pt x="96160" y="13558"/>
                  <a:pt x="96262" y="13566"/>
                </a:cubicBezTo>
                <a:cubicBezTo>
                  <a:pt x="96435" y="13575"/>
                  <a:pt x="96600" y="13597"/>
                  <a:pt x="96757" y="13677"/>
                </a:cubicBezTo>
                <a:cubicBezTo>
                  <a:pt x="96915" y="13757"/>
                  <a:pt x="97043" y="13886"/>
                  <a:pt x="97145" y="14027"/>
                </a:cubicBezTo>
                <a:cubicBezTo>
                  <a:pt x="97419" y="14395"/>
                  <a:pt x="97452" y="14862"/>
                  <a:pt x="97547" y="15295"/>
                </a:cubicBezTo>
                <a:cubicBezTo>
                  <a:pt x="97597" y="15532"/>
                  <a:pt x="97672" y="15762"/>
                  <a:pt x="97757" y="15987"/>
                </a:cubicBezTo>
                <a:cubicBezTo>
                  <a:pt x="97820" y="16153"/>
                  <a:pt x="97878" y="16322"/>
                  <a:pt x="97936" y="16487"/>
                </a:cubicBezTo>
                <a:cubicBezTo>
                  <a:pt x="97941" y="16486"/>
                  <a:pt x="97945" y="16482"/>
                  <a:pt x="97949" y="16478"/>
                </a:cubicBezTo>
                <a:cubicBezTo>
                  <a:pt x="98036" y="16413"/>
                  <a:pt x="98135" y="16551"/>
                  <a:pt x="98062" y="16625"/>
                </a:cubicBezTo>
                <a:cubicBezTo>
                  <a:pt x="98040" y="16647"/>
                  <a:pt x="98021" y="16672"/>
                  <a:pt x="98008" y="16696"/>
                </a:cubicBezTo>
                <a:cubicBezTo>
                  <a:pt x="98021" y="16746"/>
                  <a:pt x="98005" y="16789"/>
                  <a:pt x="97971" y="16819"/>
                </a:cubicBezTo>
                <a:cubicBezTo>
                  <a:pt x="97954" y="17045"/>
                  <a:pt x="98183" y="17298"/>
                  <a:pt x="98349" y="17415"/>
                </a:cubicBezTo>
                <a:cubicBezTo>
                  <a:pt x="98665" y="17641"/>
                  <a:pt x="98996" y="17841"/>
                  <a:pt x="99096" y="18245"/>
                </a:cubicBezTo>
                <a:cubicBezTo>
                  <a:pt x="99191" y="18624"/>
                  <a:pt x="99057" y="19019"/>
                  <a:pt x="99150" y="19394"/>
                </a:cubicBezTo>
                <a:cubicBezTo>
                  <a:pt x="99243" y="19774"/>
                  <a:pt x="99658" y="20027"/>
                  <a:pt x="99970" y="20214"/>
                </a:cubicBezTo>
                <a:cubicBezTo>
                  <a:pt x="100171" y="20337"/>
                  <a:pt x="100402" y="20430"/>
                  <a:pt x="100506" y="20657"/>
                </a:cubicBezTo>
                <a:cubicBezTo>
                  <a:pt x="100567" y="20791"/>
                  <a:pt x="100582" y="20938"/>
                  <a:pt x="100565" y="21081"/>
                </a:cubicBezTo>
                <a:cubicBezTo>
                  <a:pt x="100727" y="21115"/>
                  <a:pt x="100878" y="21209"/>
                  <a:pt x="100980" y="21347"/>
                </a:cubicBezTo>
                <a:cubicBezTo>
                  <a:pt x="101144" y="21568"/>
                  <a:pt x="101110" y="21831"/>
                  <a:pt x="101006" y="22069"/>
                </a:cubicBezTo>
                <a:cubicBezTo>
                  <a:pt x="100924" y="22258"/>
                  <a:pt x="100759" y="22472"/>
                  <a:pt x="100906" y="22669"/>
                </a:cubicBezTo>
                <a:cubicBezTo>
                  <a:pt x="100989" y="22781"/>
                  <a:pt x="101108" y="22874"/>
                  <a:pt x="101211" y="22969"/>
                </a:cubicBezTo>
                <a:cubicBezTo>
                  <a:pt x="101339" y="23090"/>
                  <a:pt x="101466" y="23211"/>
                  <a:pt x="101594" y="23331"/>
                </a:cubicBezTo>
                <a:cubicBezTo>
                  <a:pt x="101629" y="23365"/>
                  <a:pt x="101718" y="23484"/>
                  <a:pt x="101767" y="23490"/>
                </a:cubicBezTo>
                <a:cubicBezTo>
                  <a:pt x="101771" y="23490"/>
                  <a:pt x="101817" y="23463"/>
                  <a:pt x="101834" y="23454"/>
                </a:cubicBezTo>
                <a:cubicBezTo>
                  <a:pt x="101970" y="23387"/>
                  <a:pt x="102120" y="23346"/>
                  <a:pt x="102262" y="23426"/>
                </a:cubicBezTo>
                <a:cubicBezTo>
                  <a:pt x="102468" y="23543"/>
                  <a:pt x="102524" y="23832"/>
                  <a:pt x="102461" y="24047"/>
                </a:cubicBezTo>
                <a:cubicBezTo>
                  <a:pt x="102412" y="24211"/>
                  <a:pt x="102148" y="24514"/>
                  <a:pt x="102379" y="24641"/>
                </a:cubicBezTo>
                <a:cubicBezTo>
                  <a:pt x="102583" y="24752"/>
                  <a:pt x="102795" y="24592"/>
                  <a:pt x="102935" y="24451"/>
                </a:cubicBezTo>
                <a:cubicBezTo>
                  <a:pt x="103385" y="23997"/>
                  <a:pt x="103669" y="23382"/>
                  <a:pt x="103787" y="22757"/>
                </a:cubicBezTo>
                <a:cubicBezTo>
                  <a:pt x="103801" y="22669"/>
                  <a:pt x="103894" y="22615"/>
                  <a:pt x="103976" y="22612"/>
                </a:cubicBezTo>
                <a:cubicBezTo>
                  <a:pt x="104173" y="22601"/>
                  <a:pt x="104357" y="22524"/>
                  <a:pt x="104504" y="22398"/>
                </a:cubicBezTo>
                <a:cubicBezTo>
                  <a:pt x="104527" y="22379"/>
                  <a:pt x="104547" y="22361"/>
                  <a:pt x="104566" y="22340"/>
                </a:cubicBezTo>
                <a:cubicBezTo>
                  <a:pt x="104709" y="22197"/>
                  <a:pt x="104947" y="22344"/>
                  <a:pt x="104899" y="22534"/>
                </a:cubicBezTo>
                <a:cubicBezTo>
                  <a:pt x="104891" y="22563"/>
                  <a:pt x="104889" y="22589"/>
                  <a:pt x="104893" y="22617"/>
                </a:cubicBezTo>
                <a:cubicBezTo>
                  <a:pt x="104902" y="22699"/>
                  <a:pt x="104960" y="22768"/>
                  <a:pt x="105044" y="22801"/>
                </a:cubicBezTo>
                <a:cubicBezTo>
                  <a:pt x="105100" y="22822"/>
                  <a:pt x="105155" y="22840"/>
                  <a:pt x="105204" y="22868"/>
                </a:cubicBezTo>
                <a:lnTo>
                  <a:pt x="105204" y="23683"/>
                </a:lnTo>
                <a:lnTo>
                  <a:pt x="105193" y="23700"/>
                </a:lnTo>
                <a:cubicBezTo>
                  <a:pt x="105163" y="23744"/>
                  <a:pt x="105126" y="23796"/>
                  <a:pt x="105127" y="23852"/>
                </a:cubicBezTo>
                <a:cubicBezTo>
                  <a:pt x="105131" y="23906"/>
                  <a:pt x="105170" y="23960"/>
                  <a:pt x="105204" y="24005"/>
                </a:cubicBezTo>
                <a:lnTo>
                  <a:pt x="105204" y="60265"/>
                </a:lnTo>
                <a:lnTo>
                  <a:pt x="3460" y="60265"/>
                </a:lnTo>
                <a:close/>
                <a:moveTo>
                  <a:pt x="102076" y="23772"/>
                </a:moveTo>
                <a:lnTo>
                  <a:pt x="102076" y="23772"/>
                </a:lnTo>
                <a:cubicBezTo>
                  <a:pt x="102072" y="23765"/>
                  <a:pt x="102066" y="23761"/>
                  <a:pt x="102061" y="23759"/>
                </a:cubicBezTo>
                <a:cubicBezTo>
                  <a:pt x="102064" y="23759"/>
                  <a:pt x="102070" y="23770"/>
                  <a:pt x="102076" y="23772"/>
                </a:cubicBezTo>
                <a:close/>
                <a:moveTo>
                  <a:pt x="92323" y="11749"/>
                </a:moveTo>
                <a:lnTo>
                  <a:pt x="92323" y="11749"/>
                </a:lnTo>
                <a:cubicBezTo>
                  <a:pt x="92317" y="11754"/>
                  <a:pt x="92323" y="11762"/>
                  <a:pt x="92323" y="11749"/>
                </a:cubicBezTo>
                <a:close/>
                <a:moveTo>
                  <a:pt x="89691" y="8708"/>
                </a:moveTo>
                <a:lnTo>
                  <a:pt x="89691" y="8708"/>
                </a:lnTo>
                <a:cubicBezTo>
                  <a:pt x="89684" y="8682"/>
                  <a:pt x="89660" y="8710"/>
                  <a:pt x="89691" y="8708"/>
                </a:cubicBezTo>
                <a:close/>
                <a:moveTo>
                  <a:pt x="34189" y="25885"/>
                </a:moveTo>
                <a:cubicBezTo>
                  <a:pt x="34179" y="25872"/>
                  <a:pt x="34179" y="25877"/>
                  <a:pt x="34189" y="25885"/>
                </a:cubicBezTo>
                <a:close/>
                <a:moveTo>
                  <a:pt x="3290" y="53147"/>
                </a:moveTo>
                <a:cubicBezTo>
                  <a:pt x="3316" y="53136"/>
                  <a:pt x="3298" y="53112"/>
                  <a:pt x="3290" y="53147"/>
                </a:cubicBezTo>
                <a:close/>
                <a:moveTo>
                  <a:pt x="25092" y="31866"/>
                </a:moveTo>
                <a:cubicBezTo>
                  <a:pt x="25092" y="31870"/>
                  <a:pt x="25092" y="31873"/>
                  <a:pt x="25094" y="31868"/>
                </a:cubicBezTo>
                <a:cubicBezTo>
                  <a:pt x="25094" y="31868"/>
                  <a:pt x="25094" y="31866"/>
                  <a:pt x="25092" y="31866"/>
                </a:cubicBezTo>
                <a:close/>
                <a:moveTo>
                  <a:pt x="33995" y="27655"/>
                </a:moveTo>
                <a:cubicBezTo>
                  <a:pt x="33949" y="27652"/>
                  <a:pt x="33980" y="27661"/>
                  <a:pt x="33995" y="27655"/>
                </a:cubicBezTo>
                <a:close/>
                <a:moveTo>
                  <a:pt x="34533" y="25623"/>
                </a:moveTo>
                <a:cubicBezTo>
                  <a:pt x="34549" y="25641"/>
                  <a:pt x="34551" y="25626"/>
                  <a:pt x="34533" y="25623"/>
                </a:cubicBezTo>
                <a:close/>
                <a:moveTo>
                  <a:pt x="48832" y="20177"/>
                </a:moveTo>
                <a:cubicBezTo>
                  <a:pt x="48881" y="20069"/>
                  <a:pt x="48814" y="19900"/>
                  <a:pt x="48777" y="19777"/>
                </a:cubicBezTo>
                <a:cubicBezTo>
                  <a:pt x="48752" y="19697"/>
                  <a:pt x="48732" y="19616"/>
                  <a:pt x="48721" y="19532"/>
                </a:cubicBezTo>
                <a:cubicBezTo>
                  <a:pt x="48654" y="19829"/>
                  <a:pt x="48591" y="20129"/>
                  <a:pt x="48531" y="20428"/>
                </a:cubicBezTo>
                <a:cubicBezTo>
                  <a:pt x="48557" y="20412"/>
                  <a:pt x="48581" y="20397"/>
                  <a:pt x="48609" y="20380"/>
                </a:cubicBezTo>
                <a:cubicBezTo>
                  <a:pt x="48698" y="20324"/>
                  <a:pt x="48791" y="20265"/>
                  <a:pt x="48832" y="20175"/>
                </a:cubicBezTo>
                <a:lnTo>
                  <a:pt x="48832" y="20175"/>
                </a:lnTo>
                <a:close/>
                <a:moveTo>
                  <a:pt x="52137" y="18593"/>
                </a:moveTo>
                <a:cubicBezTo>
                  <a:pt x="52143" y="18593"/>
                  <a:pt x="52148" y="18582"/>
                  <a:pt x="52150" y="18582"/>
                </a:cubicBezTo>
                <a:cubicBezTo>
                  <a:pt x="52145" y="18583"/>
                  <a:pt x="52141" y="18587"/>
                  <a:pt x="52137" y="18593"/>
                </a:cubicBezTo>
                <a:close/>
                <a:moveTo>
                  <a:pt x="61888" y="6571"/>
                </a:moveTo>
                <a:cubicBezTo>
                  <a:pt x="61888" y="6584"/>
                  <a:pt x="61895" y="6577"/>
                  <a:pt x="61888" y="6571"/>
                </a:cubicBezTo>
                <a:close/>
                <a:moveTo>
                  <a:pt x="64519" y="3529"/>
                </a:moveTo>
                <a:cubicBezTo>
                  <a:pt x="64553" y="3532"/>
                  <a:pt x="64527" y="3504"/>
                  <a:pt x="64519" y="35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" name="Google Shape;52;p6"/>
          <p:cNvGrpSpPr/>
          <p:nvPr/>
        </p:nvGrpSpPr>
        <p:grpSpPr>
          <a:xfrm>
            <a:off x="5041745" y="4316536"/>
            <a:ext cx="411948" cy="708086"/>
            <a:chOff x="2721669" y="3798665"/>
            <a:chExt cx="263849" cy="453523"/>
          </a:xfrm>
        </p:grpSpPr>
        <p:sp>
          <p:nvSpPr>
            <p:cNvPr id="53" name="Google Shape;53;p6"/>
            <p:cNvSpPr/>
            <p:nvPr/>
          </p:nvSpPr>
          <p:spPr>
            <a:xfrm>
              <a:off x="2815868" y="3798665"/>
              <a:ext cx="66176" cy="453523"/>
            </a:xfrm>
            <a:custGeom>
              <a:avLst/>
              <a:gdLst/>
              <a:ahLst/>
              <a:cxnLst/>
              <a:rect l="l" t="t" r="r" b="b"/>
              <a:pathLst>
                <a:path w="2562" h="17558" extrusionOk="0">
                  <a:moveTo>
                    <a:pt x="402" y="17557"/>
                  </a:moveTo>
                  <a:cubicBezTo>
                    <a:pt x="402" y="17557"/>
                    <a:pt x="471" y="12820"/>
                    <a:pt x="977" y="11305"/>
                  </a:cubicBezTo>
                  <a:cubicBezTo>
                    <a:pt x="1481" y="9789"/>
                    <a:pt x="2091" y="8379"/>
                    <a:pt x="1587" y="7159"/>
                  </a:cubicBezTo>
                  <a:cubicBezTo>
                    <a:pt x="1081" y="5939"/>
                    <a:pt x="1" y="4423"/>
                    <a:pt x="107" y="1"/>
                  </a:cubicBezTo>
                  <a:cubicBezTo>
                    <a:pt x="107" y="1"/>
                    <a:pt x="384" y="3919"/>
                    <a:pt x="1395" y="5766"/>
                  </a:cubicBezTo>
                  <a:cubicBezTo>
                    <a:pt x="2405" y="7611"/>
                    <a:pt x="2561" y="9127"/>
                    <a:pt x="2074" y="10295"/>
                  </a:cubicBezTo>
                  <a:cubicBezTo>
                    <a:pt x="1587" y="11461"/>
                    <a:pt x="1620" y="12471"/>
                    <a:pt x="1587" y="14074"/>
                  </a:cubicBezTo>
                  <a:cubicBezTo>
                    <a:pt x="1552" y="15677"/>
                    <a:pt x="1587" y="17540"/>
                    <a:pt x="1587" y="1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2850996" y="4051739"/>
              <a:ext cx="117656" cy="67933"/>
            </a:xfrm>
            <a:custGeom>
              <a:avLst/>
              <a:gdLst/>
              <a:ahLst/>
              <a:cxnLst/>
              <a:rect l="l" t="t" r="r" b="b"/>
              <a:pathLst>
                <a:path w="4555" h="2630" extrusionOk="0">
                  <a:moveTo>
                    <a:pt x="0" y="2369"/>
                  </a:moveTo>
                  <a:cubicBezTo>
                    <a:pt x="0" y="2369"/>
                    <a:pt x="2708" y="2630"/>
                    <a:pt x="4555" y="0"/>
                  </a:cubicBezTo>
                  <a:cubicBezTo>
                    <a:pt x="4555" y="0"/>
                    <a:pt x="2500" y="2195"/>
                    <a:pt x="78" y="1984"/>
                  </a:cubicBezTo>
                  <a:lnTo>
                    <a:pt x="0" y="23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2721669" y="3961286"/>
              <a:ext cx="124630" cy="153120"/>
            </a:xfrm>
            <a:custGeom>
              <a:avLst/>
              <a:gdLst/>
              <a:ahLst/>
              <a:cxnLst/>
              <a:rect l="l" t="t" r="r" b="b"/>
              <a:pathLst>
                <a:path w="4825" h="5928" extrusionOk="0">
                  <a:moveTo>
                    <a:pt x="1" y="0"/>
                  </a:moveTo>
                  <a:cubicBezTo>
                    <a:pt x="1" y="0"/>
                    <a:pt x="767" y="5591"/>
                    <a:pt x="4825" y="5470"/>
                  </a:cubicBezTo>
                  <a:lnTo>
                    <a:pt x="4418" y="5927"/>
                  </a:lnTo>
                  <a:cubicBezTo>
                    <a:pt x="4418" y="5927"/>
                    <a:pt x="348" y="564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2853010" y="4058688"/>
              <a:ext cx="73383" cy="47501"/>
            </a:xfrm>
            <a:custGeom>
              <a:avLst/>
              <a:gdLst/>
              <a:ahLst/>
              <a:cxnLst/>
              <a:rect l="l" t="t" r="r" b="b"/>
              <a:pathLst>
                <a:path w="2841" h="1839" extrusionOk="0">
                  <a:moveTo>
                    <a:pt x="0" y="1715"/>
                  </a:moveTo>
                  <a:cubicBezTo>
                    <a:pt x="0" y="1715"/>
                    <a:pt x="1934" y="1299"/>
                    <a:pt x="2840" y="1"/>
                  </a:cubicBezTo>
                  <a:cubicBezTo>
                    <a:pt x="2840" y="1"/>
                    <a:pt x="2003" y="1437"/>
                    <a:pt x="497" y="18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2855490" y="3958160"/>
              <a:ext cx="130028" cy="116080"/>
            </a:xfrm>
            <a:custGeom>
              <a:avLst/>
              <a:gdLst/>
              <a:ahLst/>
              <a:cxnLst/>
              <a:rect l="l" t="t" r="r" b="b"/>
              <a:pathLst>
                <a:path w="5034" h="4494" extrusionOk="0">
                  <a:moveTo>
                    <a:pt x="1" y="4493"/>
                  </a:moveTo>
                  <a:lnTo>
                    <a:pt x="458" y="4328"/>
                  </a:lnTo>
                  <a:cubicBezTo>
                    <a:pt x="458" y="4328"/>
                    <a:pt x="907" y="3327"/>
                    <a:pt x="2508" y="2561"/>
                  </a:cubicBezTo>
                  <a:cubicBezTo>
                    <a:pt x="4111" y="1793"/>
                    <a:pt x="4842" y="1010"/>
                    <a:pt x="5033" y="0"/>
                  </a:cubicBezTo>
                  <a:cubicBezTo>
                    <a:pt x="5033" y="0"/>
                    <a:pt x="4511" y="1202"/>
                    <a:pt x="3030" y="1951"/>
                  </a:cubicBezTo>
                  <a:cubicBezTo>
                    <a:pt x="1550" y="2701"/>
                    <a:pt x="855" y="3013"/>
                    <a:pt x="122" y="3902"/>
                  </a:cubicBezTo>
                  <a:lnTo>
                    <a:pt x="1" y="44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2898676" y="3949611"/>
              <a:ext cx="56284" cy="80538"/>
            </a:xfrm>
            <a:custGeom>
              <a:avLst/>
              <a:gdLst/>
              <a:ahLst/>
              <a:cxnLst/>
              <a:rect l="l" t="t" r="r" b="b"/>
              <a:pathLst>
                <a:path w="2179" h="3118" extrusionOk="0">
                  <a:moveTo>
                    <a:pt x="2179" y="0"/>
                  </a:moveTo>
                  <a:cubicBezTo>
                    <a:pt x="2179" y="0"/>
                    <a:pt x="1576" y="1879"/>
                    <a:pt x="1" y="3117"/>
                  </a:cubicBezTo>
                  <a:lnTo>
                    <a:pt x="845" y="2578"/>
                  </a:lnTo>
                  <a:cubicBezTo>
                    <a:pt x="845" y="2578"/>
                    <a:pt x="1689" y="2098"/>
                    <a:pt x="2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2866080" y="3875378"/>
              <a:ext cx="83018" cy="138578"/>
            </a:xfrm>
            <a:custGeom>
              <a:avLst/>
              <a:gdLst/>
              <a:ahLst/>
              <a:cxnLst/>
              <a:rect l="l" t="t" r="r" b="b"/>
              <a:pathLst>
                <a:path w="3214" h="5365" extrusionOk="0">
                  <a:moveTo>
                    <a:pt x="130" y="5364"/>
                  </a:moveTo>
                  <a:lnTo>
                    <a:pt x="298" y="4998"/>
                  </a:lnTo>
                  <a:cubicBezTo>
                    <a:pt x="298" y="4998"/>
                    <a:pt x="426" y="4024"/>
                    <a:pt x="1471" y="3101"/>
                  </a:cubicBezTo>
                  <a:cubicBezTo>
                    <a:pt x="2516" y="2177"/>
                    <a:pt x="3214" y="1550"/>
                    <a:pt x="3214" y="1"/>
                  </a:cubicBezTo>
                  <a:cubicBezTo>
                    <a:pt x="3214" y="1"/>
                    <a:pt x="3100" y="1411"/>
                    <a:pt x="1568" y="2647"/>
                  </a:cubicBezTo>
                  <a:cubicBezTo>
                    <a:pt x="35" y="3884"/>
                    <a:pt x="0" y="4634"/>
                    <a:pt x="0" y="4634"/>
                  </a:cubicBezTo>
                  <a:lnTo>
                    <a:pt x="130" y="536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2881836" y="3852003"/>
              <a:ext cx="32572" cy="116519"/>
            </a:xfrm>
            <a:custGeom>
              <a:avLst/>
              <a:gdLst/>
              <a:ahLst/>
              <a:cxnLst/>
              <a:rect l="l" t="t" r="r" b="b"/>
              <a:pathLst>
                <a:path w="1261" h="4511" extrusionOk="0">
                  <a:moveTo>
                    <a:pt x="854" y="0"/>
                  </a:moveTo>
                  <a:cubicBezTo>
                    <a:pt x="854" y="0"/>
                    <a:pt x="1114" y="2786"/>
                    <a:pt x="0" y="4510"/>
                  </a:cubicBezTo>
                  <a:lnTo>
                    <a:pt x="318" y="4280"/>
                  </a:lnTo>
                  <a:lnTo>
                    <a:pt x="510" y="4010"/>
                  </a:lnTo>
                  <a:lnTo>
                    <a:pt x="591" y="3911"/>
                  </a:lnTo>
                  <a:cubicBezTo>
                    <a:pt x="591" y="3911"/>
                    <a:pt x="1261" y="2239"/>
                    <a:pt x="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2832502" y="3832915"/>
              <a:ext cx="31048" cy="82811"/>
            </a:xfrm>
            <a:custGeom>
              <a:avLst/>
              <a:gdLst/>
              <a:ahLst/>
              <a:cxnLst/>
              <a:rect l="l" t="t" r="r" b="b"/>
              <a:pathLst>
                <a:path w="1202" h="3206" extrusionOk="0">
                  <a:moveTo>
                    <a:pt x="87" y="3205"/>
                  </a:moveTo>
                  <a:cubicBezTo>
                    <a:pt x="87" y="3205"/>
                    <a:pt x="1201" y="2283"/>
                    <a:pt x="958" y="1"/>
                  </a:cubicBezTo>
                  <a:cubicBezTo>
                    <a:pt x="958" y="1"/>
                    <a:pt x="906" y="2177"/>
                    <a:pt x="0" y="2699"/>
                  </a:cubicBezTo>
                  <a:lnTo>
                    <a:pt x="87" y="32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2784356" y="3820284"/>
              <a:ext cx="45228" cy="75217"/>
            </a:xfrm>
            <a:custGeom>
              <a:avLst/>
              <a:gdLst/>
              <a:ahLst/>
              <a:cxnLst/>
              <a:rect l="l" t="t" r="r" b="b"/>
              <a:pathLst>
                <a:path w="1751" h="2912" extrusionOk="0">
                  <a:moveTo>
                    <a:pt x="1" y="1"/>
                  </a:moveTo>
                  <a:cubicBezTo>
                    <a:pt x="1" y="1"/>
                    <a:pt x="984" y="2231"/>
                    <a:pt x="1708" y="2675"/>
                  </a:cubicBezTo>
                  <a:lnTo>
                    <a:pt x="1751" y="2911"/>
                  </a:lnTo>
                  <a:cubicBezTo>
                    <a:pt x="1751" y="2911"/>
                    <a:pt x="897" y="279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823746" y="3903299"/>
              <a:ext cx="42051" cy="154567"/>
            </a:xfrm>
            <a:custGeom>
              <a:avLst/>
              <a:gdLst/>
              <a:ahLst/>
              <a:cxnLst/>
              <a:rect l="l" t="t" r="r" b="b"/>
              <a:pathLst>
                <a:path w="1628" h="5984" extrusionOk="0">
                  <a:moveTo>
                    <a:pt x="1628" y="5288"/>
                  </a:moveTo>
                  <a:cubicBezTo>
                    <a:pt x="1628" y="5288"/>
                    <a:pt x="287" y="2824"/>
                    <a:pt x="1455" y="0"/>
                  </a:cubicBezTo>
                  <a:cubicBezTo>
                    <a:pt x="1455" y="0"/>
                    <a:pt x="1" y="1961"/>
                    <a:pt x="1289" y="5983"/>
                  </a:cubicBezTo>
                  <a:lnTo>
                    <a:pt x="1628" y="52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2749255" y="3892735"/>
              <a:ext cx="28155" cy="188766"/>
            </a:xfrm>
            <a:custGeom>
              <a:avLst/>
              <a:gdLst/>
              <a:ahLst/>
              <a:cxnLst/>
              <a:rect l="l" t="t" r="r" b="b"/>
              <a:pathLst>
                <a:path w="1090" h="7308" extrusionOk="0">
                  <a:moveTo>
                    <a:pt x="688" y="6915"/>
                  </a:moveTo>
                  <a:cubicBezTo>
                    <a:pt x="688" y="6915"/>
                    <a:pt x="149" y="5619"/>
                    <a:pt x="619" y="3668"/>
                  </a:cubicBezTo>
                  <a:cubicBezTo>
                    <a:pt x="1090" y="1717"/>
                    <a:pt x="846" y="714"/>
                    <a:pt x="480" y="0"/>
                  </a:cubicBezTo>
                  <a:cubicBezTo>
                    <a:pt x="480" y="0"/>
                    <a:pt x="1019" y="1585"/>
                    <a:pt x="671" y="2743"/>
                  </a:cubicBezTo>
                  <a:cubicBezTo>
                    <a:pt x="324" y="3902"/>
                    <a:pt x="0" y="5427"/>
                    <a:pt x="288" y="6366"/>
                  </a:cubicBezTo>
                  <a:cubicBezTo>
                    <a:pt x="577" y="7307"/>
                    <a:pt x="690" y="6915"/>
                    <a:pt x="690" y="69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2763667" y="3919494"/>
              <a:ext cx="23660" cy="66848"/>
            </a:xfrm>
            <a:custGeom>
              <a:avLst/>
              <a:gdLst/>
              <a:ahLst/>
              <a:cxnLst/>
              <a:rect l="l" t="t" r="r" b="b"/>
              <a:pathLst>
                <a:path w="916" h="2588" extrusionOk="0">
                  <a:moveTo>
                    <a:pt x="880" y="0"/>
                  </a:moveTo>
                  <a:cubicBezTo>
                    <a:pt x="880" y="0"/>
                    <a:pt x="872" y="1717"/>
                    <a:pt x="45" y="2317"/>
                  </a:cubicBezTo>
                  <a:lnTo>
                    <a:pt x="0" y="2587"/>
                  </a:lnTo>
                  <a:cubicBezTo>
                    <a:pt x="0" y="2587"/>
                    <a:pt x="915" y="2239"/>
                    <a:pt x="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2784589" y="3992591"/>
              <a:ext cx="42310" cy="115228"/>
            </a:xfrm>
            <a:custGeom>
              <a:avLst/>
              <a:gdLst/>
              <a:ahLst/>
              <a:cxnLst/>
              <a:rect l="l" t="t" r="r" b="b"/>
              <a:pathLst>
                <a:path w="1638" h="4461" extrusionOk="0">
                  <a:moveTo>
                    <a:pt x="1637" y="4460"/>
                  </a:moveTo>
                  <a:cubicBezTo>
                    <a:pt x="1637" y="4460"/>
                    <a:pt x="297" y="2283"/>
                    <a:pt x="680" y="1"/>
                  </a:cubicBezTo>
                  <a:cubicBezTo>
                    <a:pt x="680" y="1"/>
                    <a:pt x="1" y="2039"/>
                    <a:pt x="1238" y="4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6"/>
          <p:cNvGrpSpPr/>
          <p:nvPr/>
        </p:nvGrpSpPr>
        <p:grpSpPr>
          <a:xfrm>
            <a:off x="189047" y="3977051"/>
            <a:ext cx="524189" cy="708079"/>
            <a:chOff x="602748" y="3421456"/>
            <a:chExt cx="348878" cy="471267"/>
          </a:xfrm>
        </p:grpSpPr>
        <p:sp>
          <p:nvSpPr>
            <p:cNvPr id="68" name="Google Shape;68;p6"/>
            <p:cNvSpPr/>
            <p:nvPr/>
          </p:nvSpPr>
          <p:spPr>
            <a:xfrm>
              <a:off x="731016" y="3447673"/>
              <a:ext cx="91516" cy="445051"/>
            </a:xfrm>
            <a:custGeom>
              <a:avLst/>
              <a:gdLst/>
              <a:ahLst/>
              <a:cxnLst/>
              <a:rect l="l" t="t" r="r" b="b"/>
              <a:pathLst>
                <a:path w="3543" h="17230" extrusionOk="0">
                  <a:moveTo>
                    <a:pt x="631" y="17229"/>
                  </a:moveTo>
                  <a:lnTo>
                    <a:pt x="2185" y="17229"/>
                  </a:lnTo>
                  <a:cubicBezTo>
                    <a:pt x="2185" y="17229"/>
                    <a:pt x="1968" y="10882"/>
                    <a:pt x="1854" y="9725"/>
                  </a:cubicBezTo>
                  <a:cubicBezTo>
                    <a:pt x="1771" y="8875"/>
                    <a:pt x="1149" y="7735"/>
                    <a:pt x="1564" y="6303"/>
                  </a:cubicBezTo>
                  <a:cubicBezTo>
                    <a:pt x="2204" y="4099"/>
                    <a:pt x="3543" y="4406"/>
                    <a:pt x="3543" y="3142"/>
                  </a:cubicBezTo>
                  <a:cubicBezTo>
                    <a:pt x="3543" y="1877"/>
                    <a:pt x="1492" y="2219"/>
                    <a:pt x="848" y="0"/>
                  </a:cubicBezTo>
                  <a:cubicBezTo>
                    <a:pt x="848" y="0"/>
                    <a:pt x="725" y="1204"/>
                    <a:pt x="1823" y="2002"/>
                  </a:cubicBezTo>
                  <a:cubicBezTo>
                    <a:pt x="2922" y="2799"/>
                    <a:pt x="3284" y="3049"/>
                    <a:pt x="2301" y="4034"/>
                  </a:cubicBezTo>
                  <a:cubicBezTo>
                    <a:pt x="1315" y="5018"/>
                    <a:pt x="0" y="5743"/>
                    <a:pt x="497" y="8769"/>
                  </a:cubicBezTo>
                  <a:cubicBezTo>
                    <a:pt x="995" y="11797"/>
                    <a:pt x="631" y="17229"/>
                    <a:pt x="631" y="172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762863" y="3550757"/>
              <a:ext cx="146999" cy="100195"/>
            </a:xfrm>
            <a:custGeom>
              <a:avLst/>
              <a:gdLst/>
              <a:ahLst/>
              <a:cxnLst/>
              <a:rect l="l" t="t" r="r" b="b"/>
              <a:pathLst>
                <a:path w="5691" h="3879" extrusionOk="0">
                  <a:moveTo>
                    <a:pt x="0" y="3318"/>
                  </a:moveTo>
                  <a:cubicBezTo>
                    <a:pt x="0" y="3318"/>
                    <a:pt x="2498" y="1"/>
                    <a:pt x="5691" y="3878"/>
                  </a:cubicBezTo>
                  <a:cubicBezTo>
                    <a:pt x="5691" y="3878"/>
                    <a:pt x="3855" y="188"/>
                    <a:pt x="125" y="20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845568" y="3568140"/>
              <a:ext cx="106058" cy="47166"/>
            </a:xfrm>
            <a:custGeom>
              <a:avLst/>
              <a:gdLst/>
              <a:ahLst/>
              <a:cxnLst/>
              <a:rect l="l" t="t" r="r" b="b"/>
              <a:pathLst>
                <a:path w="4106" h="1826" extrusionOk="0">
                  <a:moveTo>
                    <a:pt x="374" y="1349"/>
                  </a:moveTo>
                  <a:cubicBezTo>
                    <a:pt x="374" y="1349"/>
                    <a:pt x="2323" y="1825"/>
                    <a:pt x="4105" y="1"/>
                  </a:cubicBezTo>
                  <a:cubicBezTo>
                    <a:pt x="4105" y="1"/>
                    <a:pt x="2240" y="1463"/>
                    <a:pt x="1" y="11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874626" y="3564292"/>
              <a:ext cx="27845" cy="36679"/>
            </a:xfrm>
            <a:custGeom>
              <a:avLst/>
              <a:gdLst/>
              <a:ahLst/>
              <a:cxnLst/>
              <a:rect l="l" t="t" r="r" b="b"/>
              <a:pathLst>
                <a:path w="1078" h="1420" extrusionOk="0">
                  <a:moveTo>
                    <a:pt x="1078" y="1"/>
                  </a:moveTo>
                  <a:cubicBezTo>
                    <a:pt x="1078" y="1"/>
                    <a:pt x="1048" y="1037"/>
                    <a:pt x="239" y="1420"/>
                  </a:cubicBezTo>
                  <a:lnTo>
                    <a:pt x="1" y="1342"/>
                  </a:lnTo>
                  <a:cubicBezTo>
                    <a:pt x="1" y="1342"/>
                    <a:pt x="668" y="1150"/>
                    <a:pt x="10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764206" y="3551816"/>
              <a:ext cx="79221" cy="156401"/>
            </a:xfrm>
            <a:custGeom>
              <a:avLst/>
              <a:gdLst/>
              <a:ahLst/>
              <a:cxnLst/>
              <a:rect l="l" t="t" r="r" b="b"/>
              <a:pathLst>
                <a:path w="3067" h="6055" extrusionOk="0">
                  <a:moveTo>
                    <a:pt x="2550" y="0"/>
                  </a:moveTo>
                  <a:cubicBezTo>
                    <a:pt x="2550" y="0"/>
                    <a:pt x="2695" y="4189"/>
                    <a:pt x="0" y="4998"/>
                  </a:cubicBezTo>
                  <a:lnTo>
                    <a:pt x="331" y="6054"/>
                  </a:lnTo>
                  <a:cubicBezTo>
                    <a:pt x="331" y="6054"/>
                    <a:pt x="3067" y="4417"/>
                    <a:pt x="2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795227" y="3640720"/>
              <a:ext cx="53830" cy="30014"/>
            </a:xfrm>
            <a:custGeom>
              <a:avLst/>
              <a:gdLst/>
              <a:ahLst/>
              <a:cxnLst/>
              <a:rect l="l" t="t" r="r" b="b"/>
              <a:pathLst>
                <a:path w="2084" h="1162" extrusionOk="0">
                  <a:moveTo>
                    <a:pt x="188" y="1161"/>
                  </a:moveTo>
                  <a:cubicBezTo>
                    <a:pt x="188" y="1161"/>
                    <a:pt x="1111" y="187"/>
                    <a:pt x="2083" y="239"/>
                  </a:cubicBezTo>
                  <a:cubicBezTo>
                    <a:pt x="2083" y="239"/>
                    <a:pt x="1286" y="1"/>
                    <a:pt x="644" y="497"/>
                  </a:cubicBezTo>
                  <a:cubicBezTo>
                    <a:pt x="1" y="996"/>
                    <a:pt x="187" y="1161"/>
                    <a:pt x="187" y="1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606261" y="3537352"/>
              <a:ext cx="164640" cy="155626"/>
            </a:xfrm>
            <a:custGeom>
              <a:avLst/>
              <a:gdLst/>
              <a:ahLst/>
              <a:cxnLst/>
              <a:rect l="l" t="t" r="r" b="b"/>
              <a:pathLst>
                <a:path w="6374" h="6025" extrusionOk="0">
                  <a:moveTo>
                    <a:pt x="5907" y="6024"/>
                  </a:moveTo>
                  <a:cubicBezTo>
                    <a:pt x="5907" y="6024"/>
                    <a:pt x="5327" y="4033"/>
                    <a:pt x="3296" y="4055"/>
                  </a:cubicBezTo>
                  <a:cubicBezTo>
                    <a:pt x="1265" y="4075"/>
                    <a:pt x="71" y="4531"/>
                    <a:pt x="290" y="2790"/>
                  </a:cubicBezTo>
                  <a:cubicBezTo>
                    <a:pt x="508" y="1048"/>
                    <a:pt x="404" y="583"/>
                    <a:pt x="0" y="1"/>
                  </a:cubicBezTo>
                  <a:cubicBezTo>
                    <a:pt x="0" y="1"/>
                    <a:pt x="746" y="384"/>
                    <a:pt x="653" y="1660"/>
                  </a:cubicBezTo>
                  <a:cubicBezTo>
                    <a:pt x="558" y="2935"/>
                    <a:pt x="279" y="3867"/>
                    <a:pt x="1866" y="3672"/>
                  </a:cubicBezTo>
                  <a:cubicBezTo>
                    <a:pt x="3450" y="3475"/>
                    <a:pt x="4529" y="3121"/>
                    <a:pt x="5451" y="4064"/>
                  </a:cubicBezTo>
                  <a:cubicBezTo>
                    <a:pt x="6374" y="5007"/>
                    <a:pt x="5979" y="5920"/>
                    <a:pt x="5979" y="5920"/>
                  </a:cubicBezTo>
                  <a:lnTo>
                    <a:pt x="5907" y="60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610781" y="3585291"/>
              <a:ext cx="36963" cy="34871"/>
            </a:xfrm>
            <a:custGeom>
              <a:avLst/>
              <a:gdLst/>
              <a:ahLst/>
              <a:cxnLst/>
              <a:rect l="l" t="t" r="r" b="b"/>
              <a:pathLst>
                <a:path w="1431" h="1350" extrusionOk="0">
                  <a:moveTo>
                    <a:pt x="260" y="1349"/>
                  </a:moveTo>
                  <a:cubicBezTo>
                    <a:pt x="260" y="1349"/>
                    <a:pt x="580" y="135"/>
                    <a:pt x="1430" y="1"/>
                  </a:cubicBezTo>
                  <a:cubicBezTo>
                    <a:pt x="1430" y="1"/>
                    <a:pt x="580" y="84"/>
                    <a:pt x="290" y="622"/>
                  </a:cubicBezTo>
                  <a:cubicBezTo>
                    <a:pt x="0" y="1161"/>
                    <a:pt x="260" y="1349"/>
                    <a:pt x="260" y="13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639968" y="3573538"/>
              <a:ext cx="117294" cy="129563"/>
            </a:xfrm>
            <a:custGeom>
              <a:avLst/>
              <a:gdLst/>
              <a:ahLst/>
              <a:cxnLst/>
              <a:rect l="l" t="t" r="r" b="b"/>
              <a:pathLst>
                <a:path w="4541" h="5016" extrusionOk="0">
                  <a:moveTo>
                    <a:pt x="4457" y="4456"/>
                  </a:moveTo>
                  <a:cubicBezTo>
                    <a:pt x="4457" y="4456"/>
                    <a:pt x="871" y="3855"/>
                    <a:pt x="2571" y="0"/>
                  </a:cubicBezTo>
                  <a:cubicBezTo>
                    <a:pt x="2571" y="0"/>
                    <a:pt x="1" y="3649"/>
                    <a:pt x="4436" y="5016"/>
                  </a:cubicBezTo>
                  <a:lnTo>
                    <a:pt x="4540" y="45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678272" y="3670424"/>
              <a:ext cx="40708" cy="21723"/>
            </a:xfrm>
            <a:custGeom>
              <a:avLst/>
              <a:gdLst/>
              <a:ahLst/>
              <a:cxnLst/>
              <a:rect l="l" t="t" r="r" b="b"/>
              <a:pathLst>
                <a:path w="1576" h="841" extrusionOk="0">
                  <a:moveTo>
                    <a:pt x="1575" y="478"/>
                  </a:moveTo>
                  <a:cubicBezTo>
                    <a:pt x="1575" y="478"/>
                    <a:pt x="809" y="0"/>
                    <a:pt x="0" y="841"/>
                  </a:cubicBezTo>
                  <a:cubicBezTo>
                    <a:pt x="0" y="841"/>
                    <a:pt x="186" y="136"/>
                    <a:pt x="1181" y="73"/>
                  </a:cubicBezTo>
                  <a:lnTo>
                    <a:pt x="1575" y="4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692427" y="3600039"/>
              <a:ext cx="23324" cy="23557"/>
            </a:xfrm>
            <a:custGeom>
              <a:avLst/>
              <a:gdLst/>
              <a:ahLst/>
              <a:cxnLst/>
              <a:rect l="l" t="t" r="r" b="b"/>
              <a:pathLst>
                <a:path w="903" h="912" extrusionOk="0">
                  <a:moveTo>
                    <a:pt x="32" y="912"/>
                  </a:moveTo>
                  <a:cubicBezTo>
                    <a:pt x="32" y="912"/>
                    <a:pt x="374" y="259"/>
                    <a:pt x="903" y="1"/>
                  </a:cubicBezTo>
                  <a:cubicBezTo>
                    <a:pt x="903" y="1"/>
                    <a:pt x="334" y="146"/>
                    <a:pt x="1" y="611"/>
                  </a:cubicBezTo>
                  <a:lnTo>
                    <a:pt x="32" y="9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602748" y="3639919"/>
              <a:ext cx="51996" cy="17409"/>
            </a:xfrm>
            <a:custGeom>
              <a:avLst/>
              <a:gdLst/>
              <a:ahLst/>
              <a:cxnLst/>
              <a:rect l="l" t="t" r="r" b="b"/>
              <a:pathLst>
                <a:path w="2013" h="674" extrusionOk="0">
                  <a:moveTo>
                    <a:pt x="2013" y="10"/>
                  </a:moveTo>
                  <a:cubicBezTo>
                    <a:pt x="2013" y="10"/>
                    <a:pt x="1111" y="674"/>
                    <a:pt x="0" y="207"/>
                  </a:cubicBezTo>
                  <a:cubicBezTo>
                    <a:pt x="0" y="207"/>
                    <a:pt x="1048" y="395"/>
                    <a:pt x="16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756716" y="3528518"/>
              <a:ext cx="24900" cy="62715"/>
            </a:xfrm>
            <a:custGeom>
              <a:avLst/>
              <a:gdLst/>
              <a:ahLst/>
              <a:cxnLst/>
              <a:rect l="l" t="t" r="r" b="b"/>
              <a:pathLst>
                <a:path w="964" h="2428" extrusionOk="0">
                  <a:moveTo>
                    <a:pt x="0" y="2427"/>
                  </a:moveTo>
                  <a:cubicBezTo>
                    <a:pt x="0" y="2427"/>
                    <a:pt x="963" y="1514"/>
                    <a:pt x="93" y="0"/>
                  </a:cubicBezTo>
                  <a:cubicBezTo>
                    <a:pt x="93" y="0"/>
                    <a:pt x="870" y="685"/>
                    <a:pt x="580" y="1804"/>
                  </a:cubicBezTo>
                  <a:cubicBezTo>
                    <a:pt x="580" y="1804"/>
                    <a:pt x="353" y="2323"/>
                    <a:pt x="0" y="24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797396" y="3421456"/>
              <a:ext cx="92678" cy="94512"/>
            </a:xfrm>
            <a:custGeom>
              <a:avLst/>
              <a:gdLst/>
              <a:ahLst/>
              <a:cxnLst/>
              <a:rect l="l" t="t" r="r" b="b"/>
              <a:pathLst>
                <a:path w="3588" h="3659" extrusionOk="0">
                  <a:moveTo>
                    <a:pt x="426" y="3658"/>
                  </a:moveTo>
                  <a:cubicBezTo>
                    <a:pt x="426" y="3658"/>
                    <a:pt x="363" y="2808"/>
                    <a:pt x="1659" y="2498"/>
                  </a:cubicBezTo>
                  <a:cubicBezTo>
                    <a:pt x="2955" y="2187"/>
                    <a:pt x="3588" y="1296"/>
                    <a:pt x="3452" y="0"/>
                  </a:cubicBezTo>
                  <a:cubicBezTo>
                    <a:pt x="3452" y="0"/>
                    <a:pt x="3463" y="1419"/>
                    <a:pt x="2344" y="1979"/>
                  </a:cubicBezTo>
                  <a:cubicBezTo>
                    <a:pt x="1224" y="2539"/>
                    <a:pt x="633" y="2156"/>
                    <a:pt x="0" y="3223"/>
                  </a:cubicBezTo>
                  <a:lnTo>
                    <a:pt x="426" y="36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846059" y="3469964"/>
              <a:ext cx="40553" cy="12088"/>
            </a:xfrm>
            <a:custGeom>
              <a:avLst/>
              <a:gdLst/>
              <a:ahLst/>
              <a:cxnLst/>
              <a:rect l="l" t="t" r="r" b="b"/>
              <a:pathLst>
                <a:path w="1570" h="468" extrusionOk="0">
                  <a:moveTo>
                    <a:pt x="329" y="341"/>
                  </a:moveTo>
                  <a:cubicBezTo>
                    <a:pt x="329" y="341"/>
                    <a:pt x="1322" y="151"/>
                    <a:pt x="1570" y="467"/>
                  </a:cubicBezTo>
                  <a:cubicBezTo>
                    <a:pt x="1570" y="467"/>
                    <a:pt x="1451" y="0"/>
                    <a:pt x="725" y="151"/>
                  </a:cubicBezTo>
                  <a:cubicBezTo>
                    <a:pt x="0" y="302"/>
                    <a:pt x="329" y="339"/>
                    <a:pt x="329" y="3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4195500" cy="196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89" name="Google Shape;89;p8"/>
          <p:cNvGrpSpPr/>
          <p:nvPr/>
        </p:nvGrpSpPr>
        <p:grpSpPr>
          <a:xfrm>
            <a:off x="-475200" y="3212900"/>
            <a:ext cx="10569517" cy="2107650"/>
            <a:chOff x="-475200" y="3212900"/>
            <a:chExt cx="10569517" cy="2107650"/>
          </a:xfrm>
        </p:grpSpPr>
        <p:sp>
          <p:nvSpPr>
            <p:cNvPr id="90" name="Google Shape;90;p8"/>
            <p:cNvSpPr/>
            <p:nvPr/>
          </p:nvSpPr>
          <p:spPr>
            <a:xfrm flipH="1">
              <a:off x="-475200" y="3212900"/>
              <a:ext cx="10569517" cy="2107650"/>
            </a:xfrm>
            <a:custGeom>
              <a:avLst/>
              <a:gdLst/>
              <a:ahLst/>
              <a:cxnLst/>
              <a:rect l="l" t="t" r="r" b="b"/>
              <a:pathLst>
                <a:path w="264304" h="84306" extrusionOk="0">
                  <a:moveTo>
                    <a:pt x="30557" y="1"/>
                  </a:moveTo>
                  <a:cubicBezTo>
                    <a:pt x="28762" y="1"/>
                    <a:pt x="27061" y="848"/>
                    <a:pt x="25451" y="1672"/>
                  </a:cubicBezTo>
                  <a:cubicBezTo>
                    <a:pt x="21058" y="3917"/>
                    <a:pt x="20379" y="6671"/>
                    <a:pt x="21115" y="10991"/>
                  </a:cubicBezTo>
                  <a:cubicBezTo>
                    <a:pt x="21965" y="15986"/>
                    <a:pt x="19533" y="20278"/>
                    <a:pt x="18775" y="25159"/>
                  </a:cubicBezTo>
                  <a:cubicBezTo>
                    <a:pt x="17671" y="32270"/>
                    <a:pt x="15107" y="36462"/>
                    <a:pt x="9246" y="40452"/>
                  </a:cubicBezTo>
                  <a:cubicBezTo>
                    <a:pt x="2966" y="44728"/>
                    <a:pt x="1" y="48743"/>
                    <a:pt x="3623" y="56285"/>
                  </a:cubicBezTo>
                  <a:cubicBezTo>
                    <a:pt x="7596" y="64558"/>
                    <a:pt x="18892" y="67825"/>
                    <a:pt x="26702" y="71112"/>
                  </a:cubicBezTo>
                  <a:cubicBezTo>
                    <a:pt x="48774" y="80398"/>
                    <a:pt x="71247" y="84306"/>
                    <a:pt x="94581" y="84306"/>
                  </a:cubicBezTo>
                  <a:cubicBezTo>
                    <a:pt x="100260" y="84306"/>
                    <a:pt x="105990" y="84074"/>
                    <a:pt x="111778" y="83633"/>
                  </a:cubicBezTo>
                  <a:cubicBezTo>
                    <a:pt x="146699" y="80968"/>
                    <a:pt x="181438" y="82250"/>
                    <a:pt x="216022" y="75846"/>
                  </a:cubicBezTo>
                  <a:cubicBezTo>
                    <a:pt x="223760" y="74413"/>
                    <a:pt x="231463" y="72757"/>
                    <a:pt x="239170" y="71168"/>
                  </a:cubicBezTo>
                  <a:cubicBezTo>
                    <a:pt x="243707" y="70233"/>
                    <a:pt x="248164" y="69395"/>
                    <a:pt x="252209" y="67059"/>
                  </a:cubicBezTo>
                  <a:cubicBezTo>
                    <a:pt x="256549" y="64550"/>
                    <a:pt x="260732" y="61741"/>
                    <a:pt x="261756" y="56667"/>
                  </a:cubicBezTo>
                  <a:cubicBezTo>
                    <a:pt x="262656" y="52219"/>
                    <a:pt x="262250" y="47637"/>
                    <a:pt x="262846" y="43176"/>
                  </a:cubicBezTo>
                  <a:cubicBezTo>
                    <a:pt x="263053" y="41619"/>
                    <a:pt x="264303" y="39075"/>
                    <a:pt x="263571" y="37513"/>
                  </a:cubicBezTo>
                  <a:cubicBezTo>
                    <a:pt x="262523" y="35279"/>
                    <a:pt x="257869" y="34692"/>
                    <a:pt x="256336" y="32952"/>
                  </a:cubicBezTo>
                  <a:cubicBezTo>
                    <a:pt x="254330" y="30673"/>
                    <a:pt x="253869" y="28547"/>
                    <a:pt x="250200" y="28518"/>
                  </a:cubicBezTo>
                  <a:cubicBezTo>
                    <a:pt x="250103" y="28517"/>
                    <a:pt x="250005" y="28517"/>
                    <a:pt x="249906" y="28517"/>
                  </a:cubicBezTo>
                  <a:cubicBezTo>
                    <a:pt x="249587" y="28517"/>
                    <a:pt x="249261" y="28520"/>
                    <a:pt x="248931" y="28520"/>
                  </a:cubicBezTo>
                  <a:cubicBezTo>
                    <a:pt x="246407" y="28520"/>
                    <a:pt x="243708" y="28338"/>
                    <a:pt x="242847" y="25188"/>
                  </a:cubicBezTo>
                  <a:cubicBezTo>
                    <a:pt x="240514" y="25685"/>
                    <a:pt x="237321" y="25607"/>
                    <a:pt x="234968" y="25932"/>
                  </a:cubicBezTo>
                  <a:cubicBezTo>
                    <a:pt x="234079" y="26054"/>
                    <a:pt x="233280" y="26147"/>
                    <a:pt x="232535" y="26147"/>
                  </a:cubicBezTo>
                  <a:cubicBezTo>
                    <a:pt x="231165" y="26147"/>
                    <a:pt x="229981" y="25834"/>
                    <a:pt x="228769" y="24817"/>
                  </a:cubicBezTo>
                  <a:cubicBezTo>
                    <a:pt x="227630" y="23861"/>
                    <a:pt x="226131" y="22009"/>
                    <a:pt x="224302" y="21210"/>
                  </a:cubicBezTo>
                  <a:cubicBezTo>
                    <a:pt x="222687" y="20503"/>
                    <a:pt x="219394" y="20934"/>
                    <a:pt x="219749" y="18660"/>
                  </a:cubicBezTo>
                  <a:cubicBezTo>
                    <a:pt x="218777" y="18386"/>
                    <a:pt x="217805" y="18279"/>
                    <a:pt x="216835" y="18279"/>
                  </a:cubicBezTo>
                  <a:cubicBezTo>
                    <a:pt x="213509" y="18279"/>
                    <a:pt x="210197" y="19547"/>
                    <a:pt x="206926" y="19758"/>
                  </a:cubicBezTo>
                  <a:cubicBezTo>
                    <a:pt x="206795" y="19766"/>
                    <a:pt x="206667" y="19770"/>
                    <a:pt x="206542" y="19770"/>
                  </a:cubicBezTo>
                  <a:cubicBezTo>
                    <a:pt x="203164" y="19770"/>
                    <a:pt x="201859" y="16809"/>
                    <a:pt x="198900" y="16809"/>
                  </a:cubicBezTo>
                  <a:cubicBezTo>
                    <a:pt x="198497" y="16809"/>
                    <a:pt x="198063" y="16864"/>
                    <a:pt x="197589" y="16989"/>
                  </a:cubicBezTo>
                  <a:cubicBezTo>
                    <a:pt x="196122" y="17374"/>
                    <a:pt x="195215" y="18417"/>
                    <a:pt x="193655" y="18633"/>
                  </a:cubicBezTo>
                  <a:cubicBezTo>
                    <a:pt x="193521" y="18651"/>
                    <a:pt x="193378" y="18659"/>
                    <a:pt x="193228" y="18659"/>
                  </a:cubicBezTo>
                  <a:cubicBezTo>
                    <a:pt x="192260" y="18659"/>
                    <a:pt x="190978" y="18330"/>
                    <a:pt x="189961" y="18330"/>
                  </a:cubicBezTo>
                  <a:cubicBezTo>
                    <a:pt x="189879" y="18330"/>
                    <a:pt x="189799" y="18332"/>
                    <a:pt x="189721" y="18337"/>
                  </a:cubicBezTo>
                  <a:cubicBezTo>
                    <a:pt x="185997" y="18557"/>
                    <a:pt x="184562" y="20127"/>
                    <a:pt x="181507" y="21648"/>
                  </a:cubicBezTo>
                  <a:cubicBezTo>
                    <a:pt x="179914" y="22440"/>
                    <a:pt x="178166" y="22212"/>
                    <a:pt x="176496" y="22773"/>
                  </a:cubicBezTo>
                  <a:cubicBezTo>
                    <a:pt x="175511" y="23105"/>
                    <a:pt x="174640" y="24084"/>
                    <a:pt x="173714" y="24315"/>
                  </a:cubicBezTo>
                  <a:cubicBezTo>
                    <a:pt x="173399" y="24394"/>
                    <a:pt x="173089" y="24424"/>
                    <a:pt x="172782" y="24424"/>
                  </a:cubicBezTo>
                  <a:cubicBezTo>
                    <a:pt x="171909" y="24424"/>
                    <a:pt x="171055" y="24189"/>
                    <a:pt x="170160" y="24189"/>
                  </a:cubicBezTo>
                  <a:cubicBezTo>
                    <a:pt x="169938" y="24189"/>
                    <a:pt x="169713" y="24204"/>
                    <a:pt x="169484" y="24240"/>
                  </a:cubicBezTo>
                  <a:cubicBezTo>
                    <a:pt x="168192" y="24446"/>
                    <a:pt x="167365" y="25264"/>
                    <a:pt x="166113" y="25644"/>
                  </a:cubicBezTo>
                  <a:cubicBezTo>
                    <a:pt x="165422" y="25854"/>
                    <a:pt x="164805" y="25949"/>
                    <a:pt x="164247" y="25949"/>
                  </a:cubicBezTo>
                  <a:cubicBezTo>
                    <a:pt x="159717" y="25949"/>
                    <a:pt x="159154" y="19691"/>
                    <a:pt x="154940" y="18112"/>
                  </a:cubicBezTo>
                  <a:cubicBezTo>
                    <a:pt x="154424" y="17918"/>
                    <a:pt x="153875" y="17841"/>
                    <a:pt x="153308" y="17841"/>
                  </a:cubicBezTo>
                  <a:cubicBezTo>
                    <a:pt x="151016" y="17841"/>
                    <a:pt x="148422" y="19109"/>
                    <a:pt x="146400" y="19109"/>
                  </a:cubicBezTo>
                  <a:cubicBezTo>
                    <a:pt x="144994" y="19109"/>
                    <a:pt x="143865" y="18496"/>
                    <a:pt x="143305" y="16418"/>
                  </a:cubicBezTo>
                  <a:cubicBezTo>
                    <a:pt x="142365" y="16071"/>
                    <a:pt x="141345" y="14901"/>
                    <a:pt x="140461" y="14734"/>
                  </a:cubicBezTo>
                  <a:cubicBezTo>
                    <a:pt x="140116" y="14669"/>
                    <a:pt x="139771" y="14642"/>
                    <a:pt x="139425" y="14642"/>
                  </a:cubicBezTo>
                  <a:cubicBezTo>
                    <a:pt x="137818" y="14642"/>
                    <a:pt x="136190" y="15222"/>
                    <a:pt x="134479" y="15222"/>
                  </a:cubicBezTo>
                  <a:cubicBezTo>
                    <a:pt x="133976" y="15222"/>
                    <a:pt x="133466" y="15172"/>
                    <a:pt x="132948" y="15043"/>
                  </a:cubicBezTo>
                  <a:cubicBezTo>
                    <a:pt x="131751" y="14744"/>
                    <a:pt x="130749" y="14621"/>
                    <a:pt x="129815" y="14621"/>
                  </a:cubicBezTo>
                  <a:cubicBezTo>
                    <a:pt x="127782" y="14621"/>
                    <a:pt x="126074" y="15202"/>
                    <a:pt x="123394" y="15816"/>
                  </a:cubicBezTo>
                  <a:cubicBezTo>
                    <a:pt x="120660" y="16441"/>
                    <a:pt x="117819" y="16282"/>
                    <a:pt x="115468" y="17699"/>
                  </a:cubicBezTo>
                  <a:cubicBezTo>
                    <a:pt x="113770" y="18724"/>
                    <a:pt x="112920" y="19089"/>
                    <a:pt x="111840" y="19089"/>
                  </a:cubicBezTo>
                  <a:cubicBezTo>
                    <a:pt x="111066" y="19089"/>
                    <a:pt x="110172" y="18901"/>
                    <a:pt x="108763" y="18634"/>
                  </a:cubicBezTo>
                  <a:cubicBezTo>
                    <a:pt x="107824" y="18457"/>
                    <a:pt x="106903" y="18385"/>
                    <a:pt x="105994" y="18385"/>
                  </a:cubicBezTo>
                  <a:cubicBezTo>
                    <a:pt x="102031" y="18385"/>
                    <a:pt x="98293" y="19756"/>
                    <a:pt x="94329" y="19756"/>
                  </a:cubicBezTo>
                  <a:cubicBezTo>
                    <a:pt x="93809" y="19756"/>
                    <a:pt x="93286" y="19732"/>
                    <a:pt x="92758" y="19679"/>
                  </a:cubicBezTo>
                  <a:cubicBezTo>
                    <a:pt x="87201" y="19120"/>
                    <a:pt x="82744" y="16418"/>
                    <a:pt x="77021" y="16370"/>
                  </a:cubicBezTo>
                  <a:cubicBezTo>
                    <a:pt x="72253" y="16331"/>
                    <a:pt x="69433" y="12351"/>
                    <a:pt x="64730" y="12351"/>
                  </a:cubicBezTo>
                  <a:cubicBezTo>
                    <a:pt x="64344" y="12351"/>
                    <a:pt x="63945" y="12378"/>
                    <a:pt x="63532" y="12436"/>
                  </a:cubicBezTo>
                  <a:cubicBezTo>
                    <a:pt x="63183" y="12485"/>
                    <a:pt x="62845" y="12508"/>
                    <a:pt x="62516" y="12508"/>
                  </a:cubicBezTo>
                  <a:cubicBezTo>
                    <a:pt x="58124" y="12508"/>
                    <a:pt x="55368" y="8441"/>
                    <a:pt x="50307" y="8206"/>
                  </a:cubicBezTo>
                  <a:cubicBezTo>
                    <a:pt x="47289" y="8065"/>
                    <a:pt x="46280" y="7542"/>
                    <a:pt x="43578" y="5628"/>
                  </a:cubicBezTo>
                  <a:cubicBezTo>
                    <a:pt x="40938" y="3759"/>
                    <a:pt x="39839" y="3642"/>
                    <a:pt x="36825" y="2887"/>
                  </a:cubicBezTo>
                  <a:cubicBezTo>
                    <a:pt x="34977" y="2424"/>
                    <a:pt x="33791" y="680"/>
                    <a:pt x="31970" y="187"/>
                  </a:cubicBezTo>
                  <a:cubicBezTo>
                    <a:pt x="31493" y="58"/>
                    <a:pt x="31022" y="1"/>
                    <a:pt x="305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-354350" y="3644050"/>
              <a:ext cx="9992064" cy="1621725"/>
            </a:xfrm>
            <a:custGeom>
              <a:avLst/>
              <a:gdLst/>
              <a:ahLst/>
              <a:cxnLst/>
              <a:rect l="l" t="t" r="r" b="b"/>
              <a:pathLst>
                <a:path w="269837" h="64869" extrusionOk="0">
                  <a:moveTo>
                    <a:pt x="99623" y="0"/>
                  </a:moveTo>
                  <a:lnTo>
                    <a:pt x="99623" y="0"/>
                  </a:lnTo>
                  <a:cubicBezTo>
                    <a:pt x="99360" y="26"/>
                    <a:pt x="99103" y="69"/>
                    <a:pt x="98852" y="130"/>
                  </a:cubicBezTo>
                  <a:cubicBezTo>
                    <a:pt x="98503" y="215"/>
                    <a:pt x="98167" y="334"/>
                    <a:pt x="97844" y="489"/>
                  </a:cubicBezTo>
                  <a:lnTo>
                    <a:pt x="95551" y="423"/>
                  </a:lnTo>
                  <a:cubicBezTo>
                    <a:pt x="95377" y="287"/>
                    <a:pt x="95157" y="230"/>
                    <a:pt x="94904" y="230"/>
                  </a:cubicBezTo>
                  <a:cubicBezTo>
                    <a:pt x="94651" y="230"/>
                    <a:pt x="94363" y="287"/>
                    <a:pt x="94053" y="379"/>
                  </a:cubicBezTo>
                  <a:cubicBezTo>
                    <a:pt x="93743" y="471"/>
                    <a:pt x="93412" y="598"/>
                    <a:pt x="93068" y="738"/>
                  </a:cubicBezTo>
                  <a:cubicBezTo>
                    <a:pt x="92784" y="853"/>
                    <a:pt x="92493" y="979"/>
                    <a:pt x="92199" y="1101"/>
                  </a:cubicBezTo>
                  <a:cubicBezTo>
                    <a:pt x="91890" y="1228"/>
                    <a:pt x="91578" y="1353"/>
                    <a:pt x="91273" y="1461"/>
                  </a:cubicBezTo>
                  <a:lnTo>
                    <a:pt x="90807" y="1448"/>
                  </a:lnTo>
                  <a:cubicBezTo>
                    <a:pt x="90791" y="1437"/>
                    <a:pt x="90773" y="1426"/>
                    <a:pt x="90757" y="1413"/>
                  </a:cubicBezTo>
                  <a:cubicBezTo>
                    <a:pt x="90747" y="1424"/>
                    <a:pt x="90736" y="1434"/>
                    <a:pt x="90725" y="1445"/>
                  </a:cubicBezTo>
                  <a:lnTo>
                    <a:pt x="88576" y="1384"/>
                  </a:lnTo>
                  <a:cubicBezTo>
                    <a:pt x="88501" y="1311"/>
                    <a:pt x="88428" y="1228"/>
                    <a:pt x="88363" y="1133"/>
                  </a:cubicBezTo>
                  <a:cubicBezTo>
                    <a:pt x="88313" y="1217"/>
                    <a:pt x="88258" y="1295"/>
                    <a:pt x="88199" y="1372"/>
                  </a:cubicBezTo>
                  <a:lnTo>
                    <a:pt x="64306" y="689"/>
                  </a:lnTo>
                  <a:cubicBezTo>
                    <a:pt x="64297" y="673"/>
                    <a:pt x="64287" y="657"/>
                    <a:pt x="64279" y="638"/>
                  </a:cubicBezTo>
                  <a:cubicBezTo>
                    <a:pt x="64248" y="654"/>
                    <a:pt x="64220" y="670"/>
                    <a:pt x="64189" y="686"/>
                  </a:cubicBezTo>
                  <a:cubicBezTo>
                    <a:pt x="64007" y="786"/>
                    <a:pt x="63797" y="913"/>
                    <a:pt x="63565" y="1056"/>
                  </a:cubicBezTo>
                  <a:cubicBezTo>
                    <a:pt x="63379" y="1170"/>
                    <a:pt x="63181" y="1295"/>
                    <a:pt x="62972" y="1426"/>
                  </a:cubicBezTo>
                  <a:cubicBezTo>
                    <a:pt x="62776" y="1548"/>
                    <a:pt x="62574" y="1671"/>
                    <a:pt x="62365" y="1795"/>
                  </a:cubicBezTo>
                  <a:cubicBezTo>
                    <a:pt x="62151" y="1922"/>
                    <a:pt x="61931" y="2046"/>
                    <a:pt x="61711" y="2163"/>
                  </a:cubicBezTo>
                  <a:lnTo>
                    <a:pt x="58351" y="2067"/>
                  </a:lnTo>
                  <a:cubicBezTo>
                    <a:pt x="58338" y="2039"/>
                    <a:pt x="58325" y="2012"/>
                    <a:pt x="58314" y="1982"/>
                  </a:cubicBezTo>
                  <a:cubicBezTo>
                    <a:pt x="58203" y="2004"/>
                    <a:pt x="58087" y="2028"/>
                    <a:pt x="57966" y="2055"/>
                  </a:cubicBezTo>
                  <a:lnTo>
                    <a:pt x="29486" y="1242"/>
                  </a:lnTo>
                  <a:cubicBezTo>
                    <a:pt x="29044" y="1180"/>
                    <a:pt x="28619" y="1145"/>
                    <a:pt x="28217" y="1145"/>
                  </a:cubicBezTo>
                  <a:cubicBezTo>
                    <a:pt x="27973" y="1145"/>
                    <a:pt x="27738" y="1158"/>
                    <a:pt x="27512" y="1186"/>
                  </a:cubicBezTo>
                  <a:cubicBezTo>
                    <a:pt x="27315" y="1210"/>
                    <a:pt x="27125" y="1246"/>
                    <a:pt x="26943" y="1294"/>
                  </a:cubicBezTo>
                  <a:cubicBezTo>
                    <a:pt x="26698" y="1360"/>
                    <a:pt x="26466" y="1442"/>
                    <a:pt x="26248" y="1536"/>
                  </a:cubicBezTo>
                  <a:cubicBezTo>
                    <a:pt x="26003" y="1642"/>
                    <a:pt x="25775" y="1766"/>
                    <a:pt x="25561" y="1903"/>
                  </a:cubicBezTo>
                  <a:cubicBezTo>
                    <a:pt x="25385" y="2019"/>
                    <a:pt x="25217" y="2142"/>
                    <a:pt x="25057" y="2276"/>
                  </a:cubicBezTo>
                  <a:cubicBezTo>
                    <a:pt x="24915" y="2395"/>
                    <a:pt x="24780" y="2520"/>
                    <a:pt x="24652" y="2652"/>
                  </a:cubicBezTo>
                  <a:cubicBezTo>
                    <a:pt x="24533" y="2772"/>
                    <a:pt x="24419" y="2898"/>
                    <a:pt x="24308" y="3028"/>
                  </a:cubicBezTo>
                  <a:cubicBezTo>
                    <a:pt x="24205" y="3152"/>
                    <a:pt x="24105" y="3277"/>
                    <a:pt x="24009" y="3407"/>
                  </a:cubicBezTo>
                  <a:cubicBezTo>
                    <a:pt x="23916" y="3529"/>
                    <a:pt x="23827" y="3656"/>
                    <a:pt x="23739" y="3785"/>
                  </a:cubicBezTo>
                  <a:cubicBezTo>
                    <a:pt x="23655" y="3910"/>
                    <a:pt x="23573" y="4037"/>
                    <a:pt x="23493" y="4166"/>
                  </a:cubicBezTo>
                  <a:cubicBezTo>
                    <a:pt x="23414" y="4291"/>
                    <a:pt x="23337" y="4418"/>
                    <a:pt x="23262" y="4545"/>
                  </a:cubicBezTo>
                  <a:cubicBezTo>
                    <a:pt x="23188" y="4672"/>
                    <a:pt x="23114" y="4799"/>
                    <a:pt x="23041" y="4926"/>
                  </a:cubicBezTo>
                  <a:cubicBezTo>
                    <a:pt x="22971" y="5053"/>
                    <a:pt x="22900" y="5180"/>
                    <a:pt x="22829" y="5307"/>
                  </a:cubicBezTo>
                  <a:cubicBezTo>
                    <a:pt x="22759" y="5434"/>
                    <a:pt x="22688" y="5561"/>
                    <a:pt x="22619" y="5687"/>
                  </a:cubicBezTo>
                  <a:cubicBezTo>
                    <a:pt x="22548" y="5814"/>
                    <a:pt x="22477" y="5941"/>
                    <a:pt x="22407" y="6068"/>
                  </a:cubicBezTo>
                  <a:cubicBezTo>
                    <a:pt x="22336" y="6195"/>
                    <a:pt x="22264" y="6322"/>
                    <a:pt x="22191" y="6449"/>
                  </a:cubicBezTo>
                  <a:cubicBezTo>
                    <a:pt x="22117" y="6576"/>
                    <a:pt x="22044" y="6703"/>
                    <a:pt x="21968" y="6828"/>
                  </a:cubicBezTo>
                  <a:cubicBezTo>
                    <a:pt x="21891" y="6957"/>
                    <a:pt x="21812" y="7084"/>
                    <a:pt x="21732" y="7209"/>
                  </a:cubicBezTo>
                  <a:cubicBezTo>
                    <a:pt x="21648" y="7338"/>
                    <a:pt x="21565" y="7465"/>
                    <a:pt x="21476" y="7589"/>
                  </a:cubicBezTo>
                  <a:cubicBezTo>
                    <a:pt x="21386" y="7717"/>
                    <a:pt x="21293" y="7844"/>
                    <a:pt x="21198" y="7968"/>
                  </a:cubicBezTo>
                  <a:cubicBezTo>
                    <a:pt x="21097" y="8096"/>
                    <a:pt x="20992" y="8223"/>
                    <a:pt x="20885" y="8346"/>
                  </a:cubicBezTo>
                  <a:cubicBezTo>
                    <a:pt x="20769" y="8476"/>
                    <a:pt x="20649" y="8601"/>
                    <a:pt x="20523" y="8722"/>
                  </a:cubicBezTo>
                  <a:cubicBezTo>
                    <a:pt x="20385" y="8853"/>
                    <a:pt x="20240" y="8979"/>
                    <a:pt x="20089" y="9096"/>
                  </a:cubicBezTo>
                  <a:cubicBezTo>
                    <a:pt x="19993" y="9172"/>
                    <a:pt x="19895" y="9244"/>
                    <a:pt x="19792" y="9311"/>
                  </a:cubicBezTo>
                  <a:cubicBezTo>
                    <a:pt x="19710" y="9366"/>
                    <a:pt x="19630" y="9417"/>
                    <a:pt x="19548" y="9467"/>
                  </a:cubicBezTo>
                  <a:cubicBezTo>
                    <a:pt x="19323" y="9604"/>
                    <a:pt x="19095" y="9724"/>
                    <a:pt x="18861" y="9835"/>
                  </a:cubicBezTo>
                  <a:cubicBezTo>
                    <a:pt x="18582" y="9967"/>
                    <a:pt x="18296" y="10086"/>
                    <a:pt x="18007" y="10197"/>
                  </a:cubicBezTo>
                  <a:cubicBezTo>
                    <a:pt x="17684" y="10322"/>
                    <a:pt x="17356" y="10438"/>
                    <a:pt x="17028" y="10555"/>
                  </a:cubicBezTo>
                  <a:cubicBezTo>
                    <a:pt x="16710" y="10671"/>
                    <a:pt x="16391" y="10787"/>
                    <a:pt x="16073" y="10915"/>
                  </a:cubicBezTo>
                  <a:cubicBezTo>
                    <a:pt x="15803" y="11026"/>
                    <a:pt x="15533" y="11145"/>
                    <a:pt x="15266" y="11280"/>
                  </a:cubicBezTo>
                  <a:cubicBezTo>
                    <a:pt x="15046" y="11391"/>
                    <a:pt x="14828" y="11512"/>
                    <a:pt x="14612" y="11648"/>
                  </a:cubicBezTo>
                  <a:cubicBezTo>
                    <a:pt x="14600" y="11656"/>
                    <a:pt x="14585" y="11666"/>
                    <a:pt x="14571" y="11674"/>
                  </a:cubicBezTo>
                  <a:cubicBezTo>
                    <a:pt x="14394" y="11788"/>
                    <a:pt x="14219" y="11902"/>
                    <a:pt x="14043" y="12018"/>
                  </a:cubicBezTo>
                  <a:cubicBezTo>
                    <a:pt x="13859" y="12140"/>
                    <a:pt x="13675" y="12265"/>
                    <a:pt x="13492" y="12389"/>
                  </a:cubicBezTo>
                  <a:cubicBezTo>
                    <a:pt x="13312" y="12513"/>
                    <a:pt x="13134" y="12636"/>
                    <a:pt x="12955" y="12760"/>
                  </a:cubicBezTo>
                  <a:cubicBezTo>
                    <a:pt x="12777" y="12884"/>
                    <a:pt x="12600" y="13008"/>
                    <a:pt x="12424" y="13133"/>
                  </a:cubicBezTo>
                  <a:cubicBezTo>
                    <a:pt x="12248" y="13257"/>
                    <a:pt x="12072" y="13381"/>
                    <a:pt x="11895" y="13504"/>
                  </a:cubicBezTo>
                  <a:cubicBezTo>
                    <a:pt x="11718" y="13628"/>
                    <a:pt x="11541" y="13752"/>
                    <a:pt x="11363" y="13876"/>
                  </a:cubicBezTo>
                  <a:cubicBezTo>
                    <a:pt x="11185" y="14001"/>
                    <a:pt x="11005" y="14125"/>
                    <a:pt x="10825" y="14247"/>
                  </a:cubicBezTo>
                  <a:cubicBezTo>
                    <a:pt x="10641" y="14372"/>
                    <a:pt x="10457" y="14496"/>
                    <a:pt x="10272" y="14618"/>
                  </a:cubicBezTo>
                  <a:cubicBezTo>
                    <a:pt x="10082" y="14743"/>
                    <a:pt x="9891" y="14867"/>
                    <a:pt x="9698" y="14989"/>
                  </a:cubicBezTo>
                  <a:cubicBezTo>
                    <a:pt x="8753" y="15587"/>
                    <a:pt x="7774" y="16135"/>
                    <a:pt x="6725" y="16574"/>
                  </a:cubicBezTo>
                  <a:cubicBezTo>
                    <a:pt x="4702" y="17422"/>
                    <a:pt x="893" y="16971"/>
                    <a:pt x="555" y="19520"/>
                  </a:cubicBezTo>
                  <a:cubicBezTo>
                    <a:pt x="1" y="23708"/>
                    <a:pt x="8035" y="30028"/>
                    <a:pt x="10317" y="32772"/>
                  </a:cubicBezTo>
                  <a:cubicBezTo>
                    <a:pt x="15106" y="38522"/>
                    <a:pt x="20234" y="43338"/>
                    <a:pt x="25954" y="48227"/>
                  </a:cubicBezTo>
                  <a:cubicBezTo>
                    <a:pt x="42091" y="62023"/>
                    <a:pt x="64016" y="64869"/>
                    <a:pt x="85742" y="64869"/>
                  </a:cubicBezTo>
                  <a:cubicBezTo>
                    <a:pt x="97104" y="64869"/>
                    <a:pt x="108411" y="64091"/>
                    <a:pt x="118807" y="63693"/>
                  </a:cubicBezTo>
                  <a:cubicBezTo>
                    <a:pt x="143546" y="62747"/>
                    <a:pt x="168273" y="62252"/>
                    <a:pt x="193006" y="61162"/>
                  </a:cubicBezTo>
                  <a:cubicBezTo>
                    <a:pt x="198794" y="60908"/>
                    <a:pt x="202634" y="59508"/>
                    <a:pt x="207808" y="57559"/>
                  </a:cubicBezTo>
                  <a:cubicBezTo>
                    <a:pt x="211828" y="56045"/>
                    <a:pt x="216840" y="56174"/>
                    <a:pt x="221091" y="55690"/>
                  </a:cubicBezTo>
                  <a:cubicBezTo>
                    <a:pt x="231616" y="54491"/>
                    <a:pt x="242905" y="51738"/>
                    <a:pt x="252311" y="46824"/>
                  </a:cubicBezTo>
                  <a:cubicBezTo>
                    <a:pt x="260234" y="42684"/>
                    <a:pt x="269015" y="36449"/>
                    <a:pt x="269711" y="26692"/>
                  </a:cubicBezTo>
                  <a:cubicBezTo>
                    <a:pt x="269837" y="24937"/>
                    <a:pt x="269653" y="23520"/>
                    <a:pt x="269147" y="22401"/>
                  </a:cubicBezTo>
                  <a:lnTo>
                    <a:pt x="269146" y="22403"/>
                  </a:lnTo>
                  <a:cubicBezTo>
                    <a:pt x="269084" y="22268"/>
                    <a:pt x="269019" y="22136"/>
                    <a:pt x="268948" y="22011"/>
                  </a:cubicBezTo>
                  <a:cubicBezTo>
                    <a:pt x="268872" y="21874"/>
                    <a:pt x="268790" y="21742"/>
                    <a:pt x="268704" y="21617"/>
                  </a:cubicBezTo>
                  <a:cubicBezTo>
                    <a:pt x="268609" y="21479"/>
                    <a:pt x="268506" y="21347"/>
                    <a:pt x="268398" y="21221"/>
                  </a:cubicBezTo>
                  <a:cubicBezTo>
                    <a:pt x="268279" y="21082"/>
                    <a:pt x="268151" y="20948"/>
                    <a:pt x="268016" y="20823"/>
                  </a:cubicBezTo>
                  <a:cubicBezTo>
                    <a:pt x="267861" y="20680"/>
                    <a:pt x="267698" y="20547"/>
                    <a:pt x="267522" y="20423"/>
                  </a:cubicBezTo>
                  <a:cubicBezTo>
                    <a:pt x="267318" y="20275"/>
                    <a:pt x="267098" y="20140"/>
                    <a:pt x="266863" y="20016"/>
                  </a:cubicBezTo>
                  <a:cubicBezTo>
                    <a:pt x="266568" y="19860"/>
                    <a:pt x="266250" y="19722"/>
                    <a:pt x="265907" y="19602"/>
                  </a:cubicBezTo>
                  <a:cubicBezTo>
                    <a:pt x="265371" y="19415"/>
                    <a:pt x="264777" y="19269"/>
                    <a:pt x="264127" y="19164"/>
                  </a:cubicBezTo>
                  <a:cubicBezTo>
                    <a:pt x="264048" y="19152"/>
                    <a:pt x="263969" y="19140"/>
                    <a:pt x="263889" y="19127"/>
                  </a:cubicBezTo>
                  <a:cubicBezTo>
                    <a:pt x="263116" y="19018"/>
                    <a:pt x="262341" y="18870"/>
                    <a:pt x="261568" y="18705"/>
                  </a:cubicBezTo>
                  <a:cubicBezTo>
                    <a:pt x="260930" y="18568"/>
                    <a:pt x="260294" y="18417"/>
                    <a:pt x="259654" y="18263"/>
                  </a:cubicBezTo>
                  <a:cubicBezTo>
                    <a:pt x="259053" y="18118"/>
                    <a:pt x="258450" y="17969"/>
                    <a:pt x="257848" y="17824"/>
                  </a:cubicBezTo>
                  <a:cubicBezTo>
                    <a:pt x="257197" y="17668"/>
                    <a:pt x="256544" y="17517"/>
                    <a:pt x="255890" y="17382"/>
                  </a:cubicBezTo>
                  <a:cubicBezTo>
                    <a:pt x="254931" y="17183"/>
                    <a:pt x="253970" y="17016"/>
                    <a:pt x="253004" y="16913"/>
                  </a:cubicBezTo>
                  <a:cubicBezTo>
                    <a:pt x="252334" y="16841"/>
                    <a:pt x="251663" y="16800"/>
                    <a:pt x="250990" y="16800"/>
                  </a:cubicBezTo>
                  <a:cubicBezTo>
                    <a:pt x="250675" y="16800"/>
                    <a:pt x="250359" y="16809"/>
                    <a:pt x="250042" y="16828"/>
                  </a:cubicBezTo>
                  <a:lnTo>
                    <a:pt x="244532" y="16670"/>
                  </a:lnTo>
                  <a:cubicBezTo>
                    <a:pt x="244146" y="16582"/>
                    <a:pt x="243734" y="16469"/>
                    <a:pt x="243281" y="16330"/>
                  </a:cubicBezTo>
                  <a:cubicBezTo>
                    <a:pt x="243178" y="16297"/>
                    <a:pt x="243077" y="16268"/>
                    <a:pt x="242974" y="16240"/>
                  </a:cubicBezTo>
                  <a:cubicBezTo>
                    <a:pt x="242153" y="16010"/>
                    <a:pt x="241335" y="15881"/>
                    <a:pt x="240509" y="15782"/>
                  </a:cubicBezTo>
                  <a:cubicBezTo>
                    <a:pt x="239419" y="15650"/>
                    <a:pt x="238319" y="15568"/>
                    <a:pt x="237187" y="15367"/>
                  </a:cubicBezTo>
                  <a:cubicBezTo>
                    <a:pt x="237065" y="15346"/>
                    <a:pt x="236945" y="15320"/>
                    <a:pt x="236826" y="15290"/>
                  </a:cubicBezTo>
                  <a:cubicBezTo>
                    <a:pt x="236413" y="15187"/>
                    <a:pt x="236012" y="15039"/>
                    <a:pt x="235622" y="14869"/>
                  </a:cubicBezTo>
                  <a:cubicBezTo>
                    <a:pt x="235323" y="14740"/>
                    <a:pt x="235029" y="14599"/>
                    <a:pt x="234736" y="14457"/>
                  </a:cubicBezTo>
                  <a:cubicBezTo>
                    <a:pt x="234449" y="14317"/>
                    <a:pt x="234163" y="14176"/>
                    <a:pt x="233875" y="14046"/>
                  </a:cubicBezTo>
                  <a:cubicBezTo>
                    <a:pt x="233526" y="13887"/>
                    <a:pt x="233174" y="13741"/>
                    <a:pt x="232816" y="13628"/>
                  </a:cubicBezTo>
                  <a:cubicBezTo>
                    <a:pt x="232562" y="13548"/>
                    <a:pt x="232303" y="13483"/>
                    <a:pt x="232040" y="13443"/>
                  </a:cubicBezTo>
                  <a:cubicBezTo>
                    <a:pt x="231921" y="13425"/>
                    <a:pt x="231805" y="13417"/>
                    <a:pt x="231692" y="13417"/>
                  </a:cubicBezTo>
                  <a:cubicBezTo>
                    <a:pt x="231330" y="13417"/>
                    <a:pt x="230997" y="13497"/>
                    <a:pt x="230664" y="13567"/>
                  </a:cubicBezTo>
                  <a:cubicBezTo>
                    <a:pt x="230410" y="13620"/>
                    <a:pt x="230156" y="13667"/>
                    <a:pt x="229890" y="13667"/>
                  </a:cubicBezTo>
                  <a:cubicBezTo>
                    <a:pt x="229663" y="13667"/>
                    <a:pt x="229426" y="13632"/>
                    <a:pt x="229174" y="13538"/>
                  </a:cubicBezTo>
                  <a:cubicBezTo>
                    <a:pt x="229160" y="13533"/>
                    <a:pt x="229147" y="13528"/>
                    <a:pt x="229134" y="13524"/>
                  </a:cubicBezTo>
                  <a:cubicBezTo>
                    <a:pt x="228888" y="13426"/>
                    <a:pt x="228681" y="13283"/>
                    <a:pt x="228491" y="13119"/>
                  </a:cubicBezTo>
                  <a:cubicBezTo>
                    <a:pt x="228350" y="12995"/>
                    <a:pt x="228218" y="12860"/>
                    <a:pt x="228090" y="12720"/>
                  </a:cubicBezTo>
                  <a:cubicBezTo>
                    <a:pt x="227967" y="12588"/>
                    <a:pt x="227847" y="12453"/>
                    <a:pt x="227722" y="12321"/>
                  </a:cubicBezTo>
                  <a:cubicBezTo>
                    <a:pt x="227587" y="12182"/>
                    <a:pt x="227445" y="12045"/>
                    <a:pt x="227289" y="11923"/>
                  </a:cubicBezTo>
                  <a:cubicBezTo>
                    <a:pt x="227074" y="11754"/>
                    <a:pt x="226831" y="11610"/>
                    <a:pt x="226537" y="11515"/>
                  </a:cubicBezTo>
                  <a:cubicBezTo>
                    <a:pt x="226502" y="11503"/>
                    <a:pt x="226468" y="11494"/>
                    <a:pt x="226431" y="11483"/>
                  </a:cubicBezTo>
                  <a:cubicBezTo>
                    <a:pt x="226221" y="11426"/>
                    <a:pt x="226012" y="11403"/>
                    <a:pt x="225804" y="11403"/>
                  </a:cubicBezTo>
                  <a:cubicBezTo>
                    <a:pt x="225571" y="11403"/>
                    <a:pt x="225339" y="11432"/>
                    <a:pt x="225110" y="11475"/>
                  </a:cubicBezTo>
                  <a:cubicBezTo>
                    <a:pt x="224602" y="11566"/>
                    <a:pt x="224106" y="11722"/>
                    <a:pt x="223627" y="11769"/>
                  </a:cubicBezTo>
                  <a:cubicBezTo>
                    <a:pt x="223497" y="11782"/>
                    <a:pt x="223368" y="11794"/>
                    <a:pt x="223241" y="11807"/>
                  </a:cubicBezTo>
                  <a:cubicBezTo>
                    <a:pt x="222325" y="11904"/>
                    <a:pt x="221547" y="12013"/>
                    <a:pt x="220789" y="12124"/>
                  </a:cubicBezTo>
                  <a:cubicBezTo>
                    <a:pt x="220020" y="12236"/>
                    <a:pt x="219272" y="12347"/>
                    <a:pt x="218425" y="12444"/>
                  </a:cubicBezTo>
                  <a:cubicBezTo>
                    <a:pt x="217865" y="12506"/>
                    <a:pt x="217264" y="12563"/>
                    <a:pt x="216583" y="12606"/>
                  </a:cubicBezTo>
                  <a:cubicBezTo>
                    <a:pt x="216438" y="12615"/>
                    <a:pt x="216272" y="12618"/>
                    <a:pt x="216091" y="12618"/>
                  </a:cubicBezTo>
                  <a:cubicBezTo>
                    <a:pt x="215716" y="12618"/>
                    <a:pt x="215275" y="12605"/>
                    <a:pt x="214821" y="12605"/>
                  </a:cubicBezTo>
                  <a:cubicBezTo>
                    <a:pt x="214333" y="12605"/>
                    <a:pt x="213828" y="12621"/>
                    <a:pt x="213374" y="12686"/>
                  </a:cubicBezTo>
                  <a:cubicBezTo>
                    <a:pt x="212938" y="12749"/>
                    <a:pt x="212549" y="12857"/>
                    <a:pt x="212263" y="13041"/>
                  </a:cubicBezTo>
                  <a:cubicBezTo>
                    <a:pt x="212106" y="13141"/>
                    <a:pt x="211979" y="13265"/>
                    <a:pt x="211894" y="13418"/>
                  </a:cubicBezTo>
                  <a:cubicBezTo>
                    <a:pt x="211831" y="13528"/>
                    <a:pt x="211789" y="13655"/>
                    <a:pt x="211775" y="13800"/>
                  </a:cubicBezTo>
                  <a:cubicBezTo>
                    <a:pt x="211768" y="13861"/>
                    <a:pt x="211765" y="13924"/>
                    <a:pt x="211768" y="13990"/>
                  </a:cubicBezTo>
                  <a:cubicBezTo>
                    <a:pt x="211373" y="13888"/>
                    <a:pt x="210998" y="13816"/>
                    <a:pt x="210638" y="13768"/>
                  </a:cubicBezTo>
                  <a:cubicBezTo>
                    <a:pt x="210225" y="13713"/>
                    <a:pt x="209834" y="13690"/>
                    <a:pt x="209455" y="13690"/>
                  </a:cubicBezTo>
                  <a:cubicBezTo>
                    <a:pt x="209220" y="13690"/>
                    <a:pt x="208990" y="13699"/>
                    <a:pt x="208763" y="13715"/>
                  </a:cubicBezTo>
                  <a:cubicBezTo>
                    <a:pt x="207961" y="13769"/>
                    <a:pt x="207196" y="13906"/>
                    <a:pt x="206383" y="14033"/>
                  </a:cubicBezTo>
                  <a:cubicBezTo>
                    <a:pt x="205546" y="14163"/>
                    <a:pt x="204657" y="14282"/>
                    <a:pt x="203627" y="14284"/>
                  </a:cubicBezTo>
                  <a:cubicBezTo>
                    <a:pt x="203445" y="14285"/>
                    <a:pt x="203255" y="14300"/>
                    <a:pt x="203059" y="14326"/>
                  </a:cubicBezTo>
                  <a:cubicBezTo>
                    <a:pt x="202519" y="14395"/>
                    <a:pt x="201933" y="14539"/>
                    <a:pt x="201338" y="14663"/>
                  </a:cubicBezTo>
                  <a:cubicBezTo>
                    <a:pt x="200795" y="14776"/>
                    <a:pt x="200245" y="14869"/>
                    <a:pt x="199718" y="14869"/>
                  </a:cubicBezTo>
                  <a:cubicBezTo>
                    <a:pt x="199238" y="14869"/>
                    <a:pt x="198777" y="14791"/>
                    <a:pt x="198359" y="14578"/>
                  </a:cubicBezTo>
                  <a:cubicBezTo>
                    <a:pt x="198159" y="14475"/>
                    <a:pt x="197971" y="14343"/>
                    <a:pt x="197795" y="14174"/>
                  </a:cubicBezTo>
                  <a:cubicBezTo>
                    <a:pt x="197756" y="14137"/>
                    <a:pt x="197719" y="14101"/>
                    <a:pt x="197682" y="14060"/>
                  </a:cubicBezTo>
                  <a:cubicBezTo>
                    <a:pt x="197652" y="14101"/>
                    <a:pt x="197621" y="14136"/>
                    <a:pt x="197592" y="14168"/>
                  </a:cubicBezTo>
                  <a:cubicBezTo>
                    <a:pt x="197423" y="14354"/>
                    <a:pt x="197260" y="14440"/>
                    <a:pt x="197110" y="14541"/>
                  </a:cubicBezTo>
                  <a:cubicBezTo>
                    <a:pt x="196980" y="14629"/>
                    <a:pt x="196861" y="14729"/>
                    <a:pt x="196758" y="14919"/>
                  </a:cubicBezTo>
                  <a:cubicBezTo>
                    <a:pt x="196703" y="15018"/>
                    <a:pt x="196652" y="15142"/>
                    <a:pt x="196607" y="15301"/>
                  </a:cubicBezTo>
                  <a:lnTo>
                    <a:pt x="194624" y="15245"/>
                  </a:lnTo>
                  <a:cubicBezTo>
                    <a:pt x="192226" y="15119"/>
                    <a:pt x="189767" y="15108"/>
                    <a:pt x="187360" y="14875"/>
                  </a:cubicBezTo>
                  <a:cubicBezTo>
                    <a:pt x="187045" y="14845"/>
                    <a:pt x="186701" y="14748"/>
                    <a:pt x="186349" y="14621"/>
                  </a:cubicBezTo>
                  <a:cubicBezTo>
                    <a:pt x="186020" y="14501"/>
                    <a:pt x="185685" y="14354"/>
                    <a:pt x="185362" y="14205"/>
                  </a:cubicBezTo>
                  <a:cubicBezTo>
                    <a:pt x="185049" y="14062"/>
                    <a:pt x="184748" y="13916"/>
                    <a:pt x="184477" y="13794"/>
                  </a:cubicBezTo>
                  <a:cubicBezTo>
                    <a:pt x="184147" y="13646"/>
                    <a:pt x="183861" y="13532"/>
                    <a:pt x="183651" y="13498"/>
                  </a:cubicBezTo>
                  <a:cubicBezTo>
                    <a:pt x="183538" y="13479"/>
                    <a:pt x="183426" y="13472"/>
                    <a:pt x="183315" y="13472"/>
                  </a:cubicBezTo>
                  <a:cubicBezTo>
                    <a:pt x="182767" y="13472"/>
                    <a:pt x="182250" y="13663"/>
                    <a:pt x="181806" y="13716"/>
                  </a:cubicBezTo>
                  <a:cubicBezTo>
                    <a:pt x="181732" y="13726"/>
                    <a:pt x="181659" y="13731"/>
                    <a:pt x="181588" y="13731"/>
                  </a:cubicBezTo>
                  <a:cubicBezTo>
                    <a:pt x="181502" y="13731"/>
                    <a:pt x="181419" y="13723"/>
                    <a:pt x="181340" y="13704"/>
                  </a:cubicBezTo>
                  <a:cubicBezTo>
                    <a:pt x="181141" y="13655"/>
                    <a:pt x="180965" y="13536"/>
                    <a:pt x="180819" y="13302"/>
                  </a:cubicBezTo>
                  <a:cubicBezTo>
                    <a:pt x="180753" y="13196"/>
                    <a:pt x="180694" y="13067"/>
                    <a:pt x="180639" y="12910"/>
                  </a:cubicBezTo>
                  <a:cubicBezTo>
                    <a:pt x="180613" y="12833"/>
                    <a:pt x="180589" y="12747"/>
                    <a:pt x="180565" y="12656"/>
                  </a:cubicBezTo>
                  <a:cubicBezTo>
                    <a:pt x="180353" y="12763"/>
                    <a:pt x="180104" y="12821"/>
                    <a:pt x="179847" y="12887"/>
                  </a:cubicBezTo>
                  <a:cubicBezTo>
                    <a:pt x="179535" y="12966"/>
                    <a:pt x="179210" y="13054"/>
                    <a:pt x="178920" y="13247"/>
                  </a:cubicBezTo>
                  <a:cubicBezTo>
                    <a:pt x="178820" y="13315"/>
                    <a:pt x="178724" y="13393"/>
                    <a:pt x="178634" y="13488"/>
                  </a:cubicBezTo>
                  <a:cubicBezTo>
                    <a:pt x="178555" y="13382"/>
                    <a:pt x="178486" y="13303"/>
                    <a:pt x="178421" y="13234"/>
                  </a:cubicBezTo>
                  <a:cubicBezTo>
                    <a:pt x="178312" y="13114"/>
                    <a:pt x="178219" y="13017"/>
                    <a:pt x="178122" y="12839"/>
                  </a:cubicBezTo>
                  <a:cubicBezTo>
                    <a:pt x="178092" y="12781"/>
                    <a:pt x="178061" y="12717"/>
                    <a:pt x="178029" y="12640"/>
                  </a:cubicBezTo>
                  <a:cubicBezTo>
                    <a:pt x="177931" y="12736"/>
                    <a:pt x="177566" y="12788"/>
                    <a:pt x="177046" y="12808"/>
                  </a:cubicBezTo>
                  <a:lnTo>
                    <a:pt x="172441" y="12677"/>
                  </a:lnTo>
                  <a:cubicBezTo>
                    <a:pt x="171619" y="12634"/>
                    <a:pt x="170914" y="12600"/>
                    <a:pt x="170511" y="12600"/>
                  </a:cubicBezTo>
                  <a:cubicBezTo>
                    <a:pt x="170378" y="12600"/>
                    <a:pt x="170278" y="12604"/>
                    <a:pt x="170217" y="12612"/>
                  </a:cubicBezTo>
                  <a:cubicBezTo>
                    <a:pt x="170164" y="12620"/>
                    <a:pt x="170142" y="12630"/>
                    <a:pt x="170153" y="12646"/>
                  </a:cubicBezTo>
                  <a:cubicBezTo>
                    <a:pt x="169789" y="12810"/>
                    <a:pt x="169392" y="12898"/>
                    <a:pt x="169014" y="12898"/>
                  </a:cubicBezTo>
                  <a:cubicBezTo>
                    <a:pt x="168587" y="12898"/>
                    <a:pt x="168184" y="12787"/>
                    <a:pt x="167881" y="12546"/>
                  </a:cubicBezTo>
                  <a:cubicBezTo>
                    <a:pt x="167746" y="12439"/>
                    <a:pt x="167632" y="12309"/>
                    <a:pt x="167542" y="12150"/>
                  </a:cubicBezTo>
                  <a:cubicBezTo>
                    <a:pt x="167477" y="12034"/>
                    <a:pt x="167426" y="11904"/>
                    <a:pt x="167390" y="11759"/>
                  </a:cubicBezTo>
                  <a:cubicBezTo>
                    <a:pt x="167373" y="11682"/>
                    <a:pt x="167358" y="11602"/>
                    <a:pt x="167349" y="11516"/>
                  </a:cubicBezTo>
                  <a:cubicBezTo>
                    <a:pt x="167210" y="11597"/>
                    <a:pt x="167042" y="11674"/>
                    <a:pt x="166850" y="11743"/>
                  </a:cubicBezTo>
                  <a:cubicBezTo>
                    <a:pt x="166442" y="11892"/>
                    <a:pt x="165931" y="12013"/>
                    <a:pt x="165386" y="12088"/>
                  </a:cubicBezTo>
                  <a:lnTo>
                    <a:pt x="162679" y="12010"/>
                  </a:lnTo>
                  <a:cubicBezTo>
                    <a:pt x="162319" y="11918"/>
                    <a:pt x="162007" y="11783"/>
                    <a:pt x="161774" y="11598"/>
                  </a:cubicBezTo>
                  <a:cubicBezTo>
                    <a:pt x="161640" y="11492"/>
                    <a:pt x="161531" y="11372"/>
                    <a:pt x="161454" y="11233"/>
                  </a:cubicBezTo>
                  <a:cubicBezTo>
                    <a:pt x="161085" y="11422"/>
                    <a:pt x="160720" y="11511"/>
                    <a:pt x="160372" y="11511"/>
                  </a:cubicBezTo>
                  <a:cubicBezTo>
                    <a:pt x="159954" y="11511"/>
                    <a:pt x="159562" y="11382"/>
                    <a:pt x="159220" y="11139"/>
                  </a:cubicBezTo>
                  <a:cubicBezTo>
                    <a:pt x="159066" y="11028"/>
                    <a:pt x="158921" y="10894"/>
                    <a:pt x="158789" y="10739"/>
                  </a:cubicBezTo>
                  <a:cubicBezTo>
                    <a:pt x="158756" y="10700"/>
                    <a:pt x="158723" y="10660"/>
                    <a:pt x="158691" y="10616"/>
                  </a:cubicBezTo>
                  <a:cubicBezTo>
                    <a:pt x="158542" y="10679"/>
                    <a:pt x="158383" y="10713"/>
                    <a:pt x="158216" y="10722"/>
                  </a:cubicBezTo>
                  <a:lnTo>
                    <a:pt x="157840" y="10711"/>
                  </a:lnTo>
                  <a:cubicBezTo>
                    <a:pt x="157324" y="10657"/>
                    <a:pt x="156771" y="10451"/>
                    <a:pt x="156266" y="10280"/>
                  </a:cubicBezTo>
                  <a:cubicBezTo>
                    <a:pt x="155869" y="10146"/>
                    <a:pt x="155501" y="10034"/>
                    <a:pt x="155205" y="10034"/>
                  </a:cubicBezTo>
                  <a:cubicBezTo>
                    <a:pt x="154996" y="10034"/>
                    <a:pt x="154822" y="10090"/>
                    <a:pt x="154699" y="10235"/>
                  </a:cubicBezTo>
                  <a:lnTo>
                    <a:pt x="151053" y="10131"/>
                  </a:lnTo>
                  <a:cubicBezTo>
                    <a:pt x="150878" y="10041"/>
                    <a:pt x="150723" y="9916"/>
                    <a:pt x="150598" y="9731"/>
                  </a:cubicBezTo>
                  <a:cubicBezTo>
                    <a:pt x="150561" y="9676"/>
                    <a:pt x="150526" y="9615"/>
                    <a:pt x="150494" y="9549"/>
                  </a:cubicBezTo>
                  <a:cubicBezTo>
                    <a:pt x="150399" y="9622"/>
                    <a:pt x="150293" y="9676"/>
                    <a:pt x="150180" y="9720"/>
                  </a:cubicBezTo>
                  <a:lnTo>
                    <a:pt x="148859" y="9681"/>
                  </a:lnTo>
                  <a:cubicBezTo>
                    <a:pt x="148830" y="9549"/>
                    <a:pt x="148790" y="9417"/>
                    <a:pt x="148748" y="9292"/>
                  </a:cubicBezTo>
                  <a:cubicBezTo>
                    <a:pt x="148703" y="9154"/>
                    <a:pt x="148658" y="9022"/>
                    <a:pt x="148629" y="8902"/>
                  </a:cubicBezTo>
                  <a:cubicBezTo>
                    <a:pt x="148612" y="8833"/>
                    <a:pt x="148601" y="8768"/>
                    <a:pt x="148596" y="8707"/>
                  </a:cubicBezTo>
                  <a:cubicBezTo>
                    <a:pt x="148461" y="8773"/>
                    <a:pt x="148321" y="8833"/>
                    <a:pt x="148178" y="8889"/>
                  </a:cubicBezTo>
                  <a:lnTo>
                    <a:pt x="145218" y="8804"/>
                  </a:lnTo>
                  <a:cubicBezTo>
                    <a:pt x="145205" y="8675"/>
                    <a:pt x="145189" y="8545"/>
                    <a:pt x="145177" y="8416"/>
                  </a:cubicBezTo>
                  <a:cubicBezTo>
                    <a:pt x="145168" y="8328"/>
                    <a:pt x="145161" y="8243"/>
                    <a:pt x="145160" y="8159"/>
                  </a:cubicBezTo>
                  <a:cubicBezTo>
                    <a:pt x="144417" y="8209"/>
                    <a:pt x="143623" y="8276"/>
                    <a:pt x="142796" y="8349"/>
                  </a:cubicBezTo>
                  <a:lnTo>
                    <a:pt x="130296" y="7990"/>
                  </a:lnTo>
                  <a:cubicBezTo>
                    <a:pt x="130171" y="7880"/>
                    <a:pt x="130076" y="7740"/>
                    <a:pt x="129965" y="7595"/>
                  </a:cubicBezTo>
                  <a:cubicBezTo>
                    <a:pt x="129860" y="7458"/>
                    <a:pt x="129742" y="7320"/>
                    <a:pt x="129570" y="7197"/>
                  </a:cubicBezTo>
                  <a:cubicBezTo>
                    <a:pt x="129464" y="7121"/>
                    <a:pt x="129338" y="7050"/>
                    <a:pt x="129184" y="6992"/>
                  </a:cubicBezTo>
                  <a:cubicBezTo>
                    <a:pt x="128766" y="6835"/>
                    <a:pt x="127950" y="6867"/>
                    <a:pt x="127496" y="6772"/>
                  </a:cubicBezTo>
                  <a:cubicBezTo>
                    <a:pt x="127451" y="6763"/>
                    <a:pt x="127406" y="6755"/>
                    <a:pt x="127360" y="6747"/>
                  </a:cubicBezTo>
                  <a:cubicBezTo>
                    <a:pt x="127051" y="6692"/>
                    <a:pt x="126751" y="6671"/>
                    <a:pt x="126463" y="6650"/>
                  </a:cubicBezTo>
                  <a:cubicBezTo>
                    <a:pt x="126174" y="6539"/>
                    <a:pt x="125883" y="6427"/>
                    <a:pt x="125592" y="6309"/>
                  </a:cubicBezTo>
                  <a:cubicBezTo>
                    <a:pt x="125301" y="6192"/>
                    <a:pt x="125007" y="6072"/>
                    <a:pt x="124715" y="5948"/>
                  </a:cubicBezTo>
                  <a:cubicBezTo>
                    <a:pt x="124703" y="5930"/>
                    <a:pt x="124692" y="5914"/>
                    <a:pt x="124681" y="5896"/>
                  </a:cubicBezTo>
                  <a:cubicBezTo>
                    <a:pt x="124609" y="5784"/>
                    <a:pt x="124543" y="5655"/>
                    <a:pt x="124485" y="5504"/>
                  </a:cubicBezTo>
                  <a:cubicBezTo>
                    <a:pt x="124464" y="5450"/>
                    <a:pt x="124445" y="5393"/>
                    <a:pt x="124427" y="5332"/>
                  </a:cubicBezTo>
                  <a:cubicBezTo>
                    <a:pt x="124316" y="5401"/>
                    <a:pt x="124191" y="5451"/>
                    <a:pt x="124057" y="5491"/>
                  </a:cubicBezTo>
                  <a:lnTo>
                    <a:pt x="123665" y="5480"/>
                  </a:lnTo>
                  <a:cubicBezTo>
                    <a:pt x="123535" y="5421"/>
                    <a:pt x="123405" y="5361"/>
                    <a:pt x="123275" y="5299"/>
                  </a:cubicBezTo>
                  <a:cubicBezTo>
                    <a:pt x="123119" y="5223"/>
                    <a:pt x="122939" y="5146"/>
                    <a:pt x="122744" y="5067"/>
                  </a:cubicBezTo>
                  <a:cubicBezTo>
                    <a:pt x="122640" y="5025"/>
                    <a:pt x="122532" y="4984"/>
                    <a:pt x="122420" y="4940"/>
                  </a:cubicBezTo>
                  <a:cubicBezTo>
                    <a:pt x="122408" y="4849"/>
                    <a:pt x="122399" y="4759"/>
                    <a:pt x="122396" y="4670"/>
                  </a:cubicBezTo>
                  <a:cubicBezTo>
                    <a:pt x="122392" y="4614"/>
                    <a:pt x="122392" y="4558"/>
                    <a:pt x="122396" y="4505"/>
                  </a:cubicBezTo>
                  <a:lnTo>
                    <a:pt x="122396" y="4505"/>
                  </a:lnTo>
                  <a:cubicBezTo>
                    <a:pt x="122371" y="4506"/>
                    <a:pt x="122346" y="4506"/>
                    <a:pt x="122320" y="4506"/>
                  </a:cubicBezTo>
                  <a:cubicBezTo>
                    <a:pt x="121948" y="4506"/>
                    <a:pt x="121476" y="4395"/>
                    <a:pt x="121079" y="4395"/>
                  </a:cubicBezTo>
                  <a:cubicBezTo>
                    <a:pt x="121039" y="4395"/>
                    <a:pt x="121000" y="4396"/>
                    <a:pt x="120962" y="4399"/>
                  </a:cubicBezTo>
                  <a:cubicBezTo>
                    <a:pt x="120898" y="4374"/>
                    <a:pt x="120835" y="4350"/>
                    <a:pt x="120771" y="4326"/>
                  </a:cubicBezTo>
                  <a:cubicBezTo>
                    <a:pt x="120768" y="4297"/>
                    <a:pt x="120766" y="4267"/>
                    <a:pt x="120764" y="4238"/>
                  </a:cubicBezTo>
                  <a:cubicBezTo>
                    <a:pt x="120764" y="4108"/>
                    <a:pt x="120789" y="3973"/>
                    <a:pt x="120777" y="3851"/>
                  </a:cubicBezTo>
                  <a:cubicBezTo>
                    <a:pt x="120769" y="3781"/>
                    <a:pt x="120752" y="3717"/>
                    <a:pt x="120710" y="3661"/>
                  </a:cubicBezTo>
                  <a:cubicBezTo>
                    <a:pt x="120625" y="3677"/>
                    <a:pt x="120534" y="3683"/>
                    <a:pt x="120440" y="3683"/>
                  </a:cubicBezTo>
                  <a:cubicBezTo>
                    <a:pt x="120018" y="3683"/>
                    <a:pt x="119523" y="3553"/>
                    <a:pt x="119101" y="3553"/>
                  </a:cubicBezTo>
                  <a:cubicBezTo>
                    <a:pt x="119083" y="3553"/>
                    <a:pt x="119066" y="3553"/>
                    <a:pt x="119048" y="3553"/>
                  </a:cubicBezTo>
                  <a:cubicBezTo>
                    <a:pt x="118963" y="3505"/>
                    <a:pt x="118884" y="3457"/>
                    <a:pt x="118809" y="3407"/>
                  </a:cubicBezTo>
                  <a:cubicBezTo>
                    <a:pt x="118805" y="3405"/>
                    <a:pt x="118802" y="3404"/>
                    <a:pt x="118801" y="3402"/>
                  </a:cubicBezTo>
                  <a:cubicBezTo>
                    <a:pt x="118794" y="3272"/>
                    <a:pt x="118802" y="3147"/>
                    <a:pt x="118786" y="3020"/>
                  </a:cubicBezTo>
                  <a:cubicBezTo>
                    <a:pt x="118778" y="2955"/>
                    <a:pt x="118764" y="2890"/>
                    <a:pt x="118736" y="2824"/>
                  </a:cubicBezTo>
                  <a:cubicBezTo>
                    <a:pt x="118661" y="2730"/>
                    <a:pt x="118588" y="2671"/>
                    <a:pt x="118519" y="2626"/>
                  </a:cubicBezTo>
                  <a:cubicBezTo>
                    <a:pt x="118328" y="2501"/>
                    <a:pt x="118161" y="2491"/>
                    <a:pt x="118005" y="2224"/>
                  </a:cubicBezTo>
                  <a:cubicBezTo>
                    <a:pt x="117967" y="2160"/>
                    <a:pt x="117930" y="2081"/>
                    <a:pt x="117893" y="1982"/>
                  </a:cubicBezTo>
                  <a:cubicBezTo>
                    <a:pt x="117158" y="2046"/>
                    <a:pt x="116411" y="2112"/>
                    <a:pt x="115656" y="2157"/>
                  </a:cubicBezTo>
                  <a:lnTo>
                    <a:pt x="112123" y="2055"/>
                  </a:lnTo>
                  <a:cubicBezTo>
                    <a:pt x="112189" y="1938"/>
                    <a:pt x="112253" y="1806"/>
                    <a:pt x="112319" y="1675"/>
                  </a:cubicBezTo>
                  <a:cubicBezTo>
                    <a:pt x="112387" y="1541"/>
                    <a:pt x="112454" y="1408"/>
                    <a:pt x="112522" y="1294"/>
                  </a:cubicBezTo>
                  <a:cubicBezTo>
                    <a:pt x="112539" y="1265"/>
                    <a:pt x="112555" y="1237"/>
                    <a:pt x="112573" y="1210"/>
                  </a:cubicBezTo>
                  <a:lnTo>
                    <a:pt x="112573" y="1210"/>
                  </a:lnTo>
                  <a:cubicBezTo>
                    <a:pt x="112491" y="1233"/>
                    <a:pt x="112408" y="1260"/>
                    <a:pt x="112319" y="1287"/>
                  </a:cubicBezTo>
                  <a:lnTo>
                    <a:pt x="106216" y="1114"/>
                  </a:lnTo>
                  <a:cubicBezTo>
                    <a:pt x="106171" y="1021"/>
                    <a:pt x="106126" y="929"/>
                    <a:pt x="106082" y="852"/>
                  </a:cubicBezTo>
                  <a:cubicBezTo>
                    <a:pt x="105957" y="947"/>
                    <a:pt x="105827" y="1030"/>
                    <a:pt x="105696" y="1099"/>
                  </a:cubicBezTo>
                  <a:lnTo>
                    <a:pt x="103845" y="1046"/>
                  </a:lnTo>
                  <a:cubicBezTo>
                    <a:pt x="103720" y="942"/>
                    <a:pt x="103609" y="810"/>
                    <a:pt x="103517" y="649"/>
                  </a:cubicBezTo>
                  <a:cubicBezTo>
                    <a:pt x="103450" y="534"/>
                    <a:pt x="103392" y="403"/>
                    <a:pt x="103345" y="259"/>
                  </a:cubicBezTo>
                  <a:cubicBezTo>
                    <a:pt x="103320" y="180"/>
                    <a:pt x="103299" y="96"/>
                    <a:pt x="103279" y="8"/>
                  </a:cubicBezTo>
                  <a:cubicBezTo>
                    <a:pt x="102796" y="48"/>
                    <a:pt x="102281" y="114"/>
                    <a:pt x="101761" y="214"/>
                  </a:cubicBezTo>
                  <a:lnTo>
                    <a:pt x="99553" y="149"/>
                  </a:lnTo>
                  <a:cubicBezTo>
                    <a:pt x="99575" y="98"/>
                    <a:pt x="99598" y="48"/>
                    <a:pt x="99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25" y="4183750"/>
              <a:ext cx="9144257" cy="1015584"/>
            </a:xfrm>
            <a:custGeom>
              <a:avLst/>
              <a:gdLst/>
              <a:ahLst/>
              <a:cxnLst/>
              <a:rect l="l" t="t" r="r" b="b"/>
              <a:pathLst>
                <a:path w="236622" h="96930" extrusionOk="0">
                  <a:moveTo>
                    <a:pt x="29171" y="0"/>
                  </a:moveTo>
                  <a:cubicBezTo>
                    <a:pt x="28229" y="320"/>
                    <a:pt x="26948" y="969"/>
                    <a:pt x="25814" y="1231"/>
                  </a:cubicBezTo>
                  <a:cubicBezTo>
                    <a:pt x="25550" y="1263"/>
                    <a:pt x="25287" y="1299"/>
                    <a:pt x="25023" y="1334"/>
                  </a:cubicBezTo>
                  <a:cubicBezTo>
                    <a:pt x="25299" y="1033"/>
                    <a:pt x="25425" y="670"/>
                    <a:pt x="25601" y="418"/>
                  </a:cubicBezTo>
                  <a:lnTo>
                    <a:pt x="25601" y="418"/>
                  </a:lnTo>
                  <a:cubicBezTo>
                    <a:pt x="24775" y="879"/>
                    <a:pt x="23951" y="1355"/>
                    <a:pt x="23061" y="1639"/>
                  </a:cubicBezTo>
                  <a:cubicBezTo>
                    <a:pt x="22802" y="1686"/>
                    <a:pt x="22545" y="1734"/>
                    <a:pt x="22288" y="1782"/>
                  </a:cubicBezTo>
                  <a:cubicBezTo>
                    <a:pt x="22304" y="1488"/>
                    <a:pt x="22182" y="1114"/>
                    <a:pt x="22212" y="834"/>
                  </a:cubicBezTo>
                  <a:lnTo>
                    <a:pt x="22212" y="834"/>
                  </a:lnTo>
                  <a:cubicBezTo>
                    <a:pt x="21399" y="1382"/>
                    <a:pt x="20237" y="2003"/>
                    <a:pt x="19149" y="2528"/>
                  </a:cubicBezTo>
                  <a:cubicBezTo>
                    <a:pt x="18158" y="2849"/>
                    <a:pt x="17293" y="3240"/>
                    <a:pt x="16441" y="3602"/>
                  </a:cubicBezTo>
                  <a:cubicBezTo>
                    <a:pt x="16125" y="3650"/>
                    <a:pt x="15790" y="3667"/>
                    <a:pt x="15440" y="3667"/>
                  </a:cubicBezTo>
                  <a:cubicBezTo>
                    <a:pt x="14600" y="3667"/>
                    <a:pt x="13672" y="3569"/>
                    <a:pt x="12687" y="3569"/>
                  </a:cubicBezTo>
                  <a:cubicBezTo>
                    <a:pt x="12449" y="3569"/>
                    <a:pt x="12208" y="3574"/>
                    <a:pt x="11964" y="3589"/>
                  </a:cubicBezTo>
                  <a:cubicBezTo>
                    <a:pt x="11784" y="4162"/>
                    <a:pt x="11284" y="4505"/>
                    <a:pt x="10717" y="4638"/>
                  </a:cubicBezTo>
                  <a:cubicBezTo>
                    <a:pt x="10418" y="4638"/>
                    <a:pt x="10104" y="4649"/>
                    <a:pt x="9777" y="4673"/>
                  </a:cubicBezTo>
                  <a:cubicBezTo>
                    <a:pt x="9261" y="4593"/>
                    <a:pt x="8796" y="4347"/>
                    <a:pt x="8560" y="3949"/>
                  </a:cubicBezTo>
                  <a:cubicBezTo>
                    <a:pt x="8169" y="4516"/>
                    <a:pt x="7647" y="4983"/>
                    <a:pt x="7091" y="4983"/>
                  </a:cubicBezTo>
                  <a:cubicBezTo>
                    <a:pt x="6810" y="4983"/>
                    <a:pt x="6521" y="4865"/>
                    <a:pt x="6235" y="4580"/>
                  </a:cubicBezTo>
                  <a:cubicBezTo>
                    <a:pt x="5643" y="5062"/>
                    <a:pt x="4912" y="5516"/>
                    <a:pt x="4160" y="5633"/>
                  </a:cubicBezTo>
                  <a:cubicBezTo>
                    <a:pt x="4194" y="5199"/>
                    <a:pt x="4012" y="4620"/>
                    <a:pt x="4081" y="4201"/>
                  </a:cubicBezTo>
                  <a:lnTo>
                    <a:pt x="4081" y="4201"/>
                  </a:lnTo>
                  <a:cubicBezTo>
                    <a:pt x="3641" y="4821"/>
                    <a:pt x="2411" y="5625"/>
                    <a:pt x="1423" y="6411"/>
                  </a:cubicBezTo>
                  <a:cubicBezTo>
                    <a:pt x="778" y="6594"/>
                    <a:pt x="374" y="6716"/>
                    <a:pt x="336" y="6716"/>
                  </a:cubicBezTo>
                  <a:cubicBezTo>
                    <a:pt x="334" y="6716"/>
                    <a:pt x="333" y="6716"/>
                    <a:pt x="333" y="6714"/>
                  </a:cubicBezTo>
                  <a:lnTo>
                    <a:pt x="333" y="6714"/>
                  </a:lnTo>
                  <a:lnTo>
                    <a:pt x="149" y="6813"/>
                  </a:lnTo>
                  <a:lnTo>
                    <a:pt x="149" y="7722"/>
                  </a:lnTo>
                  <a:cubicBezTo>
                    <a:pt x="20" y="7971"/>
                    <a:pt x="1" y="8204"/>
                    <a:pt x="139" y="8410"/>
                  </a:cubicBezTo>
                  <a:cubicBezTo>
                    <a:pt x="142" y="8413"/>
                    <a:pt x="145" y="8416"/>
                    <a:pt x="149" y="8420"/>
                  </a:cubicBezTo>
                  <a:lnTo>
                    <a:pt x="149" y="96929"/>
                  </a:lnTo>
                  <a:lnTo>
                    <a:pt x="236621" y="96929"/>
                  </a:lnTo>
                  <a:lnTo>
                    <a:pt x="236621" y="17675"/>
                  </a:lnTo>
                  <a:cubicBezTo>
                    <a:pt x="235688" y="17294"/>
                    <a:pt x="234336" y="17181"/>
                    <a:pt x="233250" y="16820"/>
                  </a:cubicBezTo>
                  <a:cubicBezTo>
                    <a:pt x="232337" y="16516"/>
                    <a:pt x="231646" y="15851"/>
                    <a:pt x="230728" y="15402"/>
                  </a:cubicBezTo>
                  <a:cubicBezTo>
                    <a:pt x="230605" y="15341"/>
                    <a:pt x="230481" y="15293"/>
                    <a:pt x="230356" y="15242"/>
                  </a:cubicBezTo>
                  <a:cubicBezTo>
                    <a:pt x="230335" y="15205"/>
                    <a:pt x="230315" y="15168"/>
                    <a:pt x="230291" y="15129"/>
                  </a:cubicBezTo>
                  <a:cubicBezTo>
                    <a:pt x="229718" y="14188"/>
                    <a:pt x="229543" y="13979"/>
                    <a:pt x="229289" y="13979"/>
                  </a:cubicBezTo>
                  <a:cubicBezTo>
                    <a:pt x="229085" y="13979"/>
                    <a:pt x="228831" y="14113"/>
                    <a:pt x="228281" y="14113"/>
                  </a:cubicBezTo>
                  <a:cubicBezTo>
                    <a:pt x="228189" y="14113"/>
                    <a:pt x="228089" y="14109"/>
                    <a:pt x="227979" y="14101"/>
                  </a:cubicBezTo>
                  <a:cubicBezTo>
                    <a:pt x="227476" y="14061"/>
                    <a:pt x="227052" y="14057"/>
                    <a:pt x="226674" y="14057"/>
                  </a:cubicBezTo>
                  <a:cubicBezTo>
                    <a:pt x="226594" y="14057"/>
                    <a:pt x="226517" y="14057"/>
                    <a:pt x="226441" y="14057"/>
                  </a:cubicBezTo>
                  <a:cubicBezTo>
                    <a:pt x="225358" y="14057"/>
                    <a:pt x="224634" y="14026"/>
                    <a:pt x="223384" y="13059"/>
                  </a:cubicBezTo>
                  <a:lnTo>
                    <a:pt x="223384" y="13059"/>
                  </a:lnTo>
                  <a:cubicBezTo>
                    <a:pt x="223448" y="14989"/>
                    <a:pt x="222819" y="15409"/>
                    <a:pt x="221513" y="15409"/>
                  </a:cubicBezTo>
                  <a:cubicBezTo>
                    <a:pt x="221085" y="15409"/>
                    <a:pt x="220585" y="15364"/>
                    <a:pt x="220012" y="15312"/>
                  </a:cubicBezTo>
                  <a:cubicBezTo>
                    <a:pt x="219675" y="15282"/>
                    <a:pt x="219789" y="14557"/>
                    <a:pt x="219347" y="14502"/>
                  </a:cubicBezTo>
                  <a:cubicBezTo>
                    <a:pt x="219326" y="14500"/>
                    <a:pt x="219305" y="14499"/>
                    <a:pt x="219284" y="14499"/>
                  </a:cubicBezTo>
                  <a:cubicBezTo>
                    <a:pt x="218862" y="14499"/>
                    <a:pt x="218291" y="14952"/>
                    <a:pt x="217956" y="14952"/>
                  </a:cubicBezTo>
                  <a:cubicBezTo>
                    <a:pt x="217941" y="14952"/>
                    <a:pt x="217927" y="14951"/>
                    <a:pt x="217914" y="14949"/>
                  </a:cubicBezTo>
                  <a:cubicBezTo>
                    <a:pt x="217476" y="14803"/>
                    <a:pt x="217039" y="14645"/>
                    <a:pt x="216601" y="14488"/>
                  </a:cubicBezTo>
                  <a:cubicBezTo>
                    <a:pt x="216477" y="14311"/>
                    <a:pt x="216448" y="14017"/>
                    <a:pt x="216560" y="13485"/>
                  </a:cubicBezTo>
                  <a:lnTo>
                    <a:pt x="216560" y="13485"/>
                  </a:lnTo>
                  <a:cubicBezTo>
                    <a:pt x="216101" y="13712"/>
                    <a:pt x="215498" y="13905"/>
                    <a:pt x="214897" y="13906"/>
                  </a:cubicBezTo>
                  <a:cubicBezTo>
                    <a:pt x="214707" y="13848"/>
                    <a:pt x="214516" y="13794"/>
                    <a:pt x="214325" y="13744"/>
                  </a:cubicBezTo>
                  <a:cubicBezTo>
                    <a:pt x="214381" y="13490"/>
                    <a:pt x="214343" y="13152"/>
                    <a:pt x="214457" y="12858"/>
                  </a:cubicBezTo>
                  <a:lnTo>
                    <a:pt x="214457" y="12858"/>
                  </a:lnTo>
                  <a:cubicBezTo>
                    <a:pt x="213938" y="13042"/>
                    <a:pt x="213451" y="13100"/>
                    <a:pt x="212983" y="13100"/>
                  </a:cubicBezTo>
                  <a:cubicBezTo>
                    <a:pt x="212171" y="13100"/>
                    <a:pt x="211419" y="12924"/>
                    <a:pt x="210673" y="12924"/>
                  </a:cubicBezTo>
                  <a:cubicBezTo>
                    <a:pt x="210164" y="12924"/>
                    <a:pt x="209658" y="13006"/>
                    <a:pt x="209136" y="13281"/>
                  </a:cubicBezTo>
                  <a:cubicBezTo>
                    <a:pt x="209028" y="13279"/>
                    <a:pt x="208920" y="13279"/>
                    <a:pt x="208813" y="13278"/>
                  </a:cubicBezTo>
                  <a:cubicBezTo>
                    <a:pt x="208877" y="13115"/>
                    <a:pt x="208956" y="12932"/>
                    <a:pt x="208981" y="12863"/>
                  </a:cubicBezTo>
                  <a:cubicBezTo>
                    <a:pt x="208647" y="12800"/>
                    <a:pt x="208311" y="12836"/>
                    <a:pt x="207974" y="12773"/>
                  </a:cubicBezTo>
                  <a:cubicBezTo>
                    <a:pt x="207927" y="12730"/>
                    <a:pt x="208180" y="12669"/>
                    <a:pt x="208144" y="12669"/>
                  </a:cubicBezTo>
                  <a:cubicBezTo>
                    <a:pt x="207671" y="12632"/>
                    <a:pt x="207177" y="12574"/>
                    <a:pt x="206700" y="12574"/>
                  </a:cubicBezTo>
                  <a:cubicBezTo>
                    <a:pt x="205958" y="12574"/>
                    <a:pt x="205259" y="12713"/>
                    <a:pt x="204745" y="13286"/>
                  </a:cubicBezTo>
                  <a:cubicBezTo>
                    <a:pt x="204636" y="13286"/>
                    <a:pt x="204527" y="13286"/>
                    <a:pt x="204417" y="13284"/>
                  </a:cubicBezTo>
                  <a:cubicBezTo>
                    <a:pt x="204202" y="13075"/>
                    <a:pt x="203866" y="12804"/>
                    <a:pt x="203784" y="12641"/>
                  </a:cubicBezTo>
                  <a:cubicBezTo>
                    <a:pt x="203582" y="12895"/>
                    <a:pt x="203376" y="13096"/>
                    <a:pt x="203162" y="13260"/>
                  </a:cubicBezTo>
                  <a:cubicBezTo>
                    <a:pt x="203019" y="13255"/>
                    <a:pt x="202875" y="13254"/>
                    <a:pt x="202732" y="13247"/>
                  </a:cubicBezTo>
                  <a:cubicBezTo>
                    <a:pt x="201787" y="13210"/>
                    <a:pt x="200864" y="13099"/>
                    <a:pt x="199955" y="12947"/>
                  </a:cubicBezTo>
                  <a:cubicBezTo>
                    <a:pt x="200036" y="12543"/>
                    <a:pt x="200252" y="12191"/>
                    <a:pt x="200602" y="11920"/>
                  </a:cubicBezTo>
                  <a:lnTo>
                    <a:pt x="200602" y="11920"/>
                  </a:lnTo>
                  <a:cubicBezTo>
                    <a:pt x="199961" y="11979"/>
                    <a:pt x="198818" y="12286"/>
                    <a:pt x="197692" y="12482"/>
                  </a:cubicBezTo>
                  <a:cubicBezTo>
                    <a:pt x="196625" y="12232"/>
                    <a:pt x="195567" y="11950"/>
                    <a:pt x="194503" y="11677"/>
                  </a:cubicBezTo>
                  <a:cubicBezTo>
                    <a:pt x="194481" y="11340"/>
                    <a:pt x="194582" y="10901"/>
                    <a:pt x="194854" y="10329"/>
                  </a:cubicBezTo>
                  <a:cubicBezTo>
                    <a:pt x="194831" y="10328"/>
                    <a:pt x="194809" y="10328"/>
                    <a:pt x="194787" y="10328"/>
                  </a:cubicBezTo>
                  <a:cubicBezTo>
                    <a:pt x="193534" y="10328"/>
                    <a:pt x="193146" y="11079"/>
                    <a:pt x="192022" y="11086"/>
                  </a:cubicBezTo>
                  <a:cubicBezTo>
                    <a:pt x="190621" y="10788"/>
                    <a:pt x="189195" y="10562"/>
                    <a:pt x="187709" y="10507"/>
                  </a:cubicBezTo>
                  <a:cubicBezTo>
                    <a:pt x="187336" y="10494"/>
                    <a:pt x="186963" y="10481"/>
                    <a:pt x="186590" y="10469"/>
                  </a:cubicBezTo>
                  <a:cubicBezTo>
                    <a:pt x="185140" y="9828"/>
                    <a:pt x="183695" y="9347"/>
                    <a:pt x="182164" y="9347"/>
                  </a:cubicBezTo>
                  <a:cubicBezTo>
                    <a:pt x="181448" y="9347"/>
                    <a:pt x="180714" y="9452"/>
                    <a:pt x="179951" y="9696"/>
                  </a:cubicBezTo>
                  <a:cubicBezTo>
                    <a:pt x="180020" y="9876"/>
                    <a:pt x="180028" y="10068"/>
                    <a:pt x="180053" y="10265"/>
                  </a:cubicBezTo>
                  <a:cubicBezTo>
                    <a:pt x="179572" y="10255"/>
                    <a:pt x="179093" y="10242"/>
                    <a:pt x="178613" y="10234"/>
                  </a:cubicBezTo>
                  <a:cubicBezTo>
                    <a:pt x="178115" y="9970"/>
                    <a:pt x="177633" y="9736"/>
                    <a:pt x="176980" y="9736"/>
                  </a:cubicBezTo>
                  <a:cubicBezTo>
                    <a:pt x="176767" y="9736"/>
                    <a:pt x="176535" y="9761"/>
                    <a:pt x="176279" y="9818"/>
                  </a:cubicBezTo>
                  <a:cubicBezTo>
                    <a:pt x="175905" y="9901"/>
                    <a:pt x="175582" y="10044"/>
                    <a:pt x="175271" y="10200"/>
                  </a:cubicBezTo>
                  <a:cubicBezTo>
                    <a:pt x="175161" y="10200"/>
                    <a:pt x="175050" y="10200"/>
                    <a:pt x="174940" y="10200"/>
                  </a:cubicBezTo>
                  <a:cubicBezTo>
                    <a:pt x="174166" y="10200"/>
                    <a:pt x="173391" y="10205"/>
                    <a:pt x="172617" y="10215"/>
                  </a:cubicBezTo>
                  <a:cubicBezTo>
                    <a:pt x="172662" y="9866"/>
                    <a:pt x="172776" y="9607"/>
                    <a:pt x="173149" y="9286"/>
                  </a:cubicBezTo>
                  <a:lnTo>
                    <a:pt x="173149" y="9286"/>
                  </a:lnTo>
                  <a:cubicBezTo>
                    <a:pt x="172460" y="9457"/>
                    <a:pt x="171654" y="9467"/>
                    <a:pt x="170848" y="9467"/>
                  </a:cubicBezTo>
                  <a:cubicBezTo>
                    <a:pt x="170750" y="9467"/>
                    <a:pt x="170652" y="9467"/>
                    <a:pt x="170554" y="9467"/>
                  </a:cubicBezTo>
                  <a:cubicBezTo>
                    <a:pt x="170168" y="9467"/>
                    <a:pt x="169784" y="9469"/>
                    <a:pt x="169417" y="9490"/>
                  </a:cubicBezTo>
                  <a:cubicBezTo>
                    <a:pt x="169345" y="9779"/>
                    <a:pt x="169208" y="9972"/>
                    <a:pt x="169134" y="10260"/>
                  </a:cubicBezTo>
                  <a:cubicBezTo>
                    <a:pt x="168997" y="10280"/>
                    <a:pt x="168872" y="10289"/>
                    <a:pt x="168757" y="10289"/>
                  </a:cubicBezTo>
                  <a:cubicBezTo>
                    <a:pt x="167806" y="10289"/>
                    <a:pt x="167561" y="9656"/>
                    <a:pt x="166857" y="9450"/>
                  </a:cubicBezTo>
                  <a:cubicBezTo>
                    <a:pt x="166433" y="9326"/>
                    <a:pt x="166139" y="9282"/>
                    <a:pt x="165899" y="9282"/>
                  </a:cubicBezTo>
                  <a:cubicBezTo>
                    <a:pt x="165440" y="9282"/>
                    <a:pt x="165180" y="9442"/>
                    <a:pt x="164584" y="9504"/>
                  </a:cubicBezTo>
                  <a:cubicBezTo>
                    <a:pt x="163987" y="9567"/>
                    <a:pt x="162827" y="9789"/>
                    <a:pt x="161782" y="9789"/>
                  </a:cubicBezTo>
                  <a:cubicBezTo>
                    <a:pt x="160696" y="9789"/>
                    <a:pt x="159734" y="9550"/>
                    <a:pt x="159654" y="8648"/>
                  </a:cubicBezTo>
                  <a:cubicBezTo>
                    <a:pt x="159342" y="8486"/>
                    <a:pt x="159090" y="8423"/>
                    <a:pt x="158873" y="8423"/>
                  </a:cubicBezTo>
                  <a:cubicBezTo>
                    <a:pt x="158154" y="8423"/>
                    <a:pt x="157818" y="9121"/>
                    <a:pt x="156933" y="9263"/>
                  </a:cubicBezTo>
                  <a:cubicBezTo>
                    <a:pt x="156837" y="9279"/>
                    <a:pt x="156722" y="9286"/>
                    <a:pt x="156593" y="9286"/>
                  </a:cubicBezTo>
                  <a:cubicBezTo>
                    <a:pt x="155814" y="9286"/>
                    <a:pt x="154527" y="9040"/>
                    <a:pt x="153811" y="8990"/>
                  </a:cubicBezTo>
                  <a:cubicBezTo>
                    <a:pt x="153968" y="8686"/>
                    <a:pt x="153831" y="8150"/>
                    <a:pt x="153962" y="7799"/>
                  </a:cubicBezTo>
                  <a:cubicBezTo>
                    <a:pt x="153871" y="7788"/>
                    <a:pt x="153786" y="7783"/>
                    <a:pt x="153705" y="7783"/>
                  </a:cubicBezTo>
                  <a:cubicBezTo>
                    <a:pt x="152767" y="7783"/>
                    <a:pt x="152438" y="8492"/>
                    <a:pt x="151517" y="8662"/>
                  </a:cubicBezTo>
                  <a:cubicBezTo>
                    <a:pt x="151301" y="8702"/>
                    <a:pt x="151094" y="8718"/>
                    <a:pt x="150892" y="8718"/>
                  </a:cubicBezTo>
                  <a:cubicBezTo>
                    <a:pt x="150175" y="8718"/>
                    <a:pt x="149524" y="8513"/>
                    <a:pt x="148761" y="8436"/>
                  </a:cubicBezTo>
                  <a:cubicBezTo>
                    <a:pt x="148734" y="8489"/>
                    <a:pt x="148697" y="8529"/>
                    <a:pt x="148665" y="8577"/>
                  </a:cubicBezTo>
                  <a:cubicBezTo>
                    <a:pt x="147682" y="8519"/>
                    <a:pt x="146701" y="8488"/>
                    <a:pt x="145719" y="8488"/>
                  </a:cubicBezTo>
                  <a:cubicBezTo>
                    <a:pt x="145670" y="8488"/>
                    <a:pt x="145620" y="8489"/>
                    <a:pt x="145571" y="8489"/>
                  </a:cubicBezTo>
                  <a:cubicBezTo>
                    <a:pt x="145157" y="8296"/>
                    <a:pt x="144576" y="8188"/>
                    <a:pt x="143890" y="8150"/>
                  </a:cubicBezTo>
                  <a:cubicBezTo>
                    <a:pt x="143842" y="7931"/>
                    <a:pt x="143821" y="7680"/>
                    <a:pt x="143845" y="7378"/>
                  </a:cubicBezTo>
                  <a:lnTo>
                    <a:pt x="143845" y="7378"/>
                  </a:lnTo>
                  <a:cubicBezTo>
                    <a:pt x="143042" y="7425"/>
                    <a:pt x="142355" y="7892"/>
                    <a:pt x="141626" y="8225"/>
                  </a:cubicBezTo>
                  <a:cubicBezTo>
                    <a:pt x="141224" y="8265"/>
                    <a:pt x="140813" y="8320"/>
                    <a:pt x="140401" y="8384"/>
                  </a:cubicBezTo>
                  <a:cubicBezTo>
                    <a:pt x="140528" y="8103"/>
                    <a:pt x="140555" y="7831"/>
                    <a:pt x="140671" y="7577"/>
                  </a:cubicBezTo>
                  <a:lnTo>
                    <a:pt x="140671" y="7577"/>
                  </a:lnTo>
                  <a:cubicBezTo>
                    <a:pt x="140240" y="7833"/>
                    <a:pt x="139850" y="8209"/>
                    <a:pt x="139447" y="8553"/>
                  </a:cubicBezTo>
                  <a:cubicBezTo>
                    <a:pt x="138841" y="8672"/>
                    <a:pt x="138244" y="8810"/>
                    <a:pt x="137685" y="8963"/>
                  </a:cubicBezTo>
                  <a:cubicBezTo>
                    <a:pt x="137766" y="8487"/>
                    <a:pt x="137754" y="7962"/>
                    <a:pt x="137775" y="7420"/>
                  </a:cubicBezTo>
                  <a:lnTo>
                    <a:pt x="137775" y="7420"/>
                  </a:lnTo>
                  <a:cubicBezTo>
                    <a:pt x="137635" y="8082"/>
                    <a:pt x="136925" y="8768"/>
                    <a:pt x="136154" y="9456"/>
                  </a:cubicBezTo>
                  <a:cubicBezTo>
                    <a:pt x="135323" y="9771"/>
                    <a:pt x="134685" y="10112"/>
                    <a:pt x="134383" y="10445"/>
                  </a:cubicBezTo>
                  <a:cubicBezTo>
                    <a:pt x="134344" y="10456"/>
                    <a:pt x="134307" y="10467"/>
                    <a:pt x="134269" y="10478"/>
                  </a:cubicBezTo>
                  <a:cubicBezTo>
                    <a:pt x="132970" y="10572"/>
                    <a:pt x="131804" y="10831"/>
                    <a:pt x="130633" y="10831"/>
                  </a:cubicBezTo>
                  <a:cubicBezTo>
                    <a:pt x="130282" y="10831"/>
                    <a:pt x="129931" y="10808"/>
                    <a:pt x="129576" y="10750"/>
                  </a:cubicBezTo>
                  <a:lnTo>
                    <a:pt x="129576" y="10750"/>
                  </a:lnTo>
                  <a:cubicBezTo>
                    <a:pt x="129627" y="11152"/>
                    <a:pt x="129573" y="11438"/>
                    <a:pt x="129449" y="11634"/>
                  </a:cubicBezTo>
                  <a:cubicBezTo>
                    <a:pt x="128988" y="11698"/>
                    <a:pt x="128525" y="11748"/>
                    <a:pt x="128057" y="11772"/>
                  </a:cubicBezTo>
                  <a:cubicBezTo>
                    <a:pt x="127959" y="11777"/>
                    <a:pt x="127861" y="11777"/>
                    <a:pt x="127765" y="11782"/>
                  </a:cubicBezTo>
                  <a:cubicBezTo>
                    <a:pt x="127588" y="11709"/>
                    <a:pt x="127418" y="11622"/>
                    <a:pt x="127262" y="11526"/>
                  </a:cubicBezTo>
                  <a:cubicBezTo>
                    <a:pt x="127210" y="11328"/>
                    <a:pt x="127238" y="11160"/>
                    <a:pt x="127194" y="10960"/>
                  </a:cubicBezTo>
                  <a:cubicBezTo>
                    <a:pt x="127131" y="10956"/>
                    <a:pt x="127067" y="10954"/>
                    <a:pt x="127005" y="10954"/>
                  </a:cubicBezTo>
                  <a:cubicBezTo>
                    <a:pt x="126256" y="10954"/>
                    <a:pt x="125564" y="11256"/>
                    <a:pt x="124938" y="11700"/>
                  </a:cubicBezTo>
                  <a:cubicBezTo>
                    <a:pt x="124997" y="11224"/>
                    <a:pt x="124808" y="10653"/>
                    <a:pt x="124922" y="10162"/>
                  </a:cubicBezTo>
                  <a:lnTo>
                    <a:pt x="124922" y="10162"/>
                  </a:lnTo>
                  <a:cubicBezTo>
                    <a:pt x="124504" y="10600"/>
                    <a:pt x="123161" y="11444"/>
                    <a:pt x="122055" y="11769"/>
                  </a:cubicBezTo>
                  <a:cubicBezTo>
                    <a:pt x="121592" y="11749"/>
                    <a:pt x="121128" y="11725"/>
                    <a:pt x="120663" y="11700"/>
                  </a:cubicBezTo>
                  <a:cubicBezTo>
                    <a:pt x="120462" y="11505"/>
                    <a:pt x="120390" y="11158"/>
                    <a:pt x="120522" y="10597"/>
                  </a:cubicBezTo>
                  <a:cubicBezTo>
                    <a:pt x="120538" y="10578"/>
                    <a:pt x="120876" y="10125"/>
                    <a:pt x="120875" y="10125"/>
                  </a:cubicBezTo>
                  <a:lnTo>
                    <a:pt x="120875" y="10125"/>
                  </a:lnTo>
                  <a:cubicBezTo>
                    <a:pt x="120875" y="10125"/>
                    <a:pt x="120875" y="10125"/>
                    <a:pt x="120875" y="10125"/>
                  </a:cubicBezTo>
                  <a:cubicBezTo>
                    <a:pt x="120792" y="10115"/>
                    <a:pt x="120712" y="10110"/>
                    <a:pt x="120634" y="10110"/>
                  </a:cubicBezTo>
                  <a:cubicBezTo>
                    <a:pt x="119666" y="10110"/>
                    <a:pt x="119098" y="10857"/>
                    <a:pt x="118461" y="11565"/>
                  </a:cubicBezTo>
                  <a:cubicBezTo>
                    <a:pt x="117494" y="11500"/>
                    <a:pt x="116530" y="11430"/>
                    <a:pt x="115569" y="11361"/>
                  </a:cubicBezTo>
                  <a:cubicBezTo>
                    <a:pt x="115654" y="11155"/>
                    <a:pt x="115737" y="10951"/>
                    <a:pt x="115816" y="10750"/>
                  </a:cubicBezTo>
                  <a:cubicBezTo>
                    <a:pt x="115357" y="10590"/>
                    <a:pt x="114366" y="10425"/>
                    <a:pt x="113426" y="10425"/>
                  </a:cubicBezTo>
                  <a:cubicBezTo>
                    <a:pt x="112518" y="10425"/>
                    <a:pt x="111658" y="10579"/>
                    <a:pt x="111368" y="11041"/>
                  </a:cubicBezTo>
                  <a:cubicBezTo>
                    <a:pt x="109618" y="10825"/>
                    <a:pt x="107898" y="10403"/>
                    <a:pt x="106161" y="10115"/>
                  </a:cubicBezTo>
                  <a:cubicBezTo>
                    <a:pt x="105897" y="9808"/>
                    <a:pt x="105679" y="9414"/>
                    <a:pt x="105526" y="8902"/>
                  </a:cubicBezTo>
                  <a:cubicBezTo>
                    <a:pt x="104948" y="9406"/>
                    <a:pt x="103787" y="9771"/>
                    <a:pt x="102706" y="9805"/>
                  </a:cubicBezTo>
                  <a:cubicBezTo>
                    <a:pt x="102539" y="9803"/>
                    <a:pt x="102370" y="9800"/>
                    <a:pt x="102203" y="9798"/>
                  </a:cubicBezTo>
                  <a:cubicBezTo>
                    <a:pt x="101496" y="9747"/>
                    <a:pt x="100870" y="9528"/>
                    <a:pt x="100541" y="9080"/>
                  </a:cubicBezTo>
                  <a:cubicBezTo>
                    <a:pt x="100668" y="9006"/>
                    <a:pt x="100975" y="8789"/>
                    <a:pt x="101073" y="8706"/>
                  </a:cubicBezTo>
                  <a:lnTo>
                    <a:pt x="101073" y="8706"/>
                  </a:lnTo>
                  <a:cubicBezTo>
                    <a:pt x="99955" y="8709"/>
                    <a:pt x="98091" y="9402"/>
                    <a:pt x="96625" y="9402"/>
                  </a:cubicBezTo>
                  <a:cubicBezTo>
                    <a:pt x="95942" y="9402"/>
                    <a:pt x="95345" y="9251"/>
                    <a:pt x="94952" y="8810"/>
                  </a:cubicBezTo>
                  <a:cubicBezTo>
                    <a:pt x="95106" y="8656"/>
                    <a:pt x="95267" y="8506"/>
                    <a:pt x="95422" y="8331"/>
                  </a:cubicBezTo>
                  <a:lnTo>
                    <a:pt x="95422" y="8331"/>
                  </a:lnTo>
                  <a:cubicBezTo>
                    <a:pt x="94827" y="8479"/>
                    <a:pt x="93704" y="8732"/>
                    <a:pt x="92705" y="8732"/>
                  </a:cubicBezTo>
                  <a:cubicBezTo>
                    <a:pt x="91618" y="8732"/>
                    <a:pt x="90678" y="8433"/>
                    <a:pt x="90723" y="7373"/>
                  </a:cubicBezTo>
                  <a:lnTo>
                    <a:pt x="90723" y="7373"/>
                  </a:lnTo>
                  <a:cubicBezTo>
                    <a:pt x="89823" y="7767"/>
                    <a:pt x="88742" y="8198"/>
                    <a:pt x="87638" y="8363"/>
                  </a:cubicBezTo>
                  <a:cubicBezTo>
                    <a:pt x="87088" y="8288"/>
                    <a:pt x="86535" y="8206"/>
                    <a:pt x="85986" y="8125"/>
                  </a:cubicBezTo>
                  <a:cubicBezTo>
                    <a:pt x="86024" y="7870"/>
                    <a:pt x="86015" y="7563"/>
                    <a:pt x="86085" y="7373"/>
                  </a:cubicBezTo>
                  <a:lnTo>
                    <a:pt x="86085" y="7373"/>
                  </a:lnTo>
                  <a:cubicBezTo>
                    <a:pt x="85542" y="7528"/>
                    <a:pt x="84528" y="7730"/>
                    <a:pt x="83535" y="7775"/>
                  </a:cubicBezTo>
                  <a:cubicBezTo>
                    <a:pt x="82865" y="7684"/>
                    <a:pt x="82196" y="7600"/>
                    <a:pt x="81526" y="7521"/>
                  </a:cubicBezTo>
                  <a:cubicBezTo>
                    <a:pt x="81031" y="7303"/>
                    <a:pt x="80734" y="6925"/>
                    <a:pt x="80811" y="6314"/>
                  </a:cubicBezTo>
                  <a:lnTo>
                    <a:pt x="80811" y="6314"/>
                  </a:lnTo>
                  <a:cubicBezTo>
                    <a:pt x="79922" y="6707"/>
                    <a:pt x="79067" y="6854"/>
                    <a:pt x="78231" y="6854"/>
                  </a:cubicBezTo>
                  <a:cubicBezTo>
                    <a:pt x="75768" y="6854"/>
                    <a:pt x="73479" y="5579"/>
                    <a:pt x="71030" y="5579"/>
                  </a:cubicBezTo>
                  <a:cubicBezTo>
                    <a:pt x="70497" y="5579"/>
                    <a:pt x="69956" y="5640"/>
                    <a:pt x="69404" y="5787"/>
                  </a:cubicBezTo>
                  <a:cubicBezTo>
                    <a:pt x="69497" y="5599"/>
                    <a:pt x="69590" y="5167"/>
                    <a:pt x="69655" y="5066"/>
                  </a:cubicBezTo>
                  <a:lnTo>
                    <a:pt x="69655" y="5066"/>
                  </a:lnTo>
                  <a:cubicBezTo>
                    <a:pt x="69020" y="5164"/>
                    <a:pt x="68327" y="5180"/>
                    <a:pt x="67622" y="5180"/>
                  </a:cubicBezTo>
                  <a:cubicBezTo>
                    <a:pt x="67305" y="5180"/>
                    <a:pt x="66986" y="5177"/>
                    <a:pt x="66669" y="5177"/>
                  </a:cubicBezTo>
                  <a:cubicBezTo>
                    <a:pt x="65950" y="5013"/>
                    <a:pt x="65227" y="4862"/>
                    <a:pt x="64496" y="4728"/>
                  </a:cubicBezTo>
                  <a:cubicBezTo>
                    <a:pt x="64665" y="4474"/>
                    <a:pt x="64848" y="4219"/>
                    <a:pt x="65023" y="4074"/>
                  </a:cubicBezTo>
                  <a:cubicBezTo>
                    <a:pt x="64803" y="4014"/>
                    <a:pt x="64594" y="3990"/>
                    <a:pt x="64392" y="3990"/>
                  </a:cubicBezTo>
                  <a:cubicBezTo>
                    <a:pt x="63608" y="3990"/>
                    <a:pt x="62937" y="4351"/>
                    <a:pt x="62189" y="4351"/>
                  </a:cubicBezTo>
                  <a:cubicBezTo>
                    <a:pt x="62158" y="4351"/>
                    <a:pt x="62126" y="4350"/>
                    <a:pt x="62093" y="4349"/>
                  </a:cubicBezTo>
                  <a:cubicBezTo>
                    <a:pt x="61097" y="4305"/>
                    <a:pt x="60687" y="3733"/>
                    <a:pt x="59933" y="3605"/>
                  </a:cubicBezTo>
                  <a:cubicBezTo>
                    <a:pt x="59824" y="3586"/>
                    <a:pt x="59703" y="3579"/>
                    <a:pt x="59573" y="3579"/>
                  </a:cubicBezTo>
                  <a:cubicBezTo>
                    <a:pt x="59107" y="3579"/>
                    <a:pt x="58530" y="3677"/>
                    <a:pt x="57973" y="3724"/>
                  </a:cubicBezTo>
                  <a:cubicBezTo>
                    <a:pt x="57415" y="3619"/>
                    <a:pt x="56857" y="3510"/>
                    <a:pt x="56300" y="3399"/>
                  </a:cubicBezTo>
                  <a:cubicBezTo>
                    <a:pt x="56102" y="3214"/>
                    <a:pt x="55970" y="2941"/>
                    <a:pt x="55945" y="2534"/>
                  </a:cubicBezTo>
                  <a:cubicBezTo>
                    <a:pt x="55670" y="2486"/>
                    <a:pt x="55407" y="2468"/>
                    <a:pt x="55151" y="2468"/>
                  </a:cubicBezTo>
                  <a:cubicBezTo>
                    <a:pt x="54308" y="2468"/>
                    <a:pt x="53543" y="2671"/>
                    <a:pt x="52718" y="2706"/>
                  </a:cubicBezTo>
                  <a:cubicBezTo>
                    <a:pt x="52329" y="2637"/>
                    <a:pt x="51940" y="2567"/>
                    <a:pt x="51549" y="2504"/>
                  </a:cubicBezTo>
                  <a:cubicBezTo>
                    <a:pt x="51366" y="2473"/>
                    <a:pt x="51178" y="2448"/>
                    <a:pt x="50990" y="2425"/>
                  </a:cubicBezTo>
                  <a:cubicBezTo>
                    <a:pt x="51413" y="2237"/>
                    <a:pt x="51435" y="1943"/>
                    <a:pt x="51739" y="1692"/>
                  </a:cubicBezTo>
                  <a:lnTo>
                    <a:pt x="51739" y="1692"/>
                  </a:lnTo>
                  <a:cubicBezTo>
                    <a:pt x="50079" y="1704"/>
                    <a:pt x="48600" y="2044"/>
                    <a:pt x="47029" y="2285"/>
                  </a:cubicBezTo>
                  <a:cubicBezTo>
                    <a:pt x="46684" y="2288"/>
                    <a:pt x="46339" y="2290"/>
                    <a:pt x="45995" y="2290"/>
                  </a:cubicBezTo>
                  <a:cubicBezTo>
                    <a:pt x="45569" y="2290"/>
                    <a:pt x="45145" y="2286"/>
                    <a:pt x="44724" y="2276"/>
                  </a:cubicBezTo>
                  <a:cubicBezTo>
                    <a:pt x="44751" y="2009"/>
                    <a:pt x="44713" y="1718"/>
                    <a:pt x="44779" y="1477"/>
                  </a:cubicBezTo>
                  <a:lnTo>
                    <a:pt x="44779" y="1477"/>
                  </a:lnTo>
                  <a:cubicBezTo>
                    <a:pt x="44045" y="1642"/>
                    <a:pt x="43338" y="1710"/>
                    <a:pt x="42650" y="1710"/>
                  </a:cubicBezTo>
                  <a:cubicBezTo>
                    <a:pt x="41689" y="1710"/>
                    <a:pt x="40765" y="1578"/>
                    <a:pt x="39858" y="1395"/>
                  </a:cubicBezTo>
                  <a:cubicBezTo>
                    <a:pt x="38771" y="934"/>
                    <a:pt x="37785" y="403"/>
                    <a:pt x="36379" y="391"/>
                  </a:cubicBezTo>
                  <a:cubicBezTo>
                    <a:pt x="36342" y="390"/>
                    <a:pt x="36306" y="390"/>
                    <a:pt x="36270" y="390"/>
                  </a:cubicBezTo>
                  <a:cubicBezTo>
                    <a:pt x="35921" y="390"/>
                    <a:pt x="35578" y="404"/>
                    <a:pt x="35238" y="424"/>
                  </a:cubicBezTo>
                  <a:cubicBezTo>
                    <a:pt x="34740" y="360"/>
                    <a:pt x="34237" y="321"/>
                    <a:pt x="33725" y="321"/>
                  </a:cubicBezTo>
                  <a:cubicBezTo>
                    <a:pt x="33024" y="321"/>
                    <a:pt x="32306" y="393"/>
                    <a:pt x="31562" y="571"/>
                  </a:cubicBezTo>
                  <a:cubicBezTo>
                    <a:pt x="31535" y="415"/>
                    <a:pt x="31588" y="180"/>
                    <a:pt x="31546" y="47"/>
                  </a:cubicBezTo>
                  <a:lnTo>
                    <a:pt x="31546" y="47"/>
                  </a:lnTo>
                  <a:cubicBezTo>
                    <a:pt x="30944" y="262"/>
                    <a:pt x="30302" y="367"/>
                    <a:pt x="29637" y="367"/>
                  </a:cubicBezTo>
                  <a:cubicBezTo>
                    <a:pt x="29508" y="367"/>
                    <a:pt x="29378" y="363"/>
                    <a:pt x="29248" y="355"/>
                  </a:cubicBezTo>
                  <a:cubicBezTo>
                    <a:pt x="29225" y="236"/>
                    <a:pt x="29200" y="117"/>
                    <a:pt x="29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93;p8"/>
          <p:cNvGrpSpPr/>
          <p:nvPr/>
        </p:nvGrpSpPr>
        <p:grpSpPr>
          <a:xfrm>
            <a:off x="756909" y="3138780"/>
            <a:ext cx="698382" cy="1200430"/>
            <a:chOff x="2721669" y="3798665"/>
            <a:chExt cx="263849" cy="453523"/>
          </a:xfrm>
        </p:grpSpPr>
        <p:sp>
          <p:nvSpPr>
            <p:cNvPr id="94" name="Google Shape;94;p8"/>
            <p:cNvSpPr/>
            <p:nvPr/>
          </p:nvSpPr>
          <p:spPr>
            <a:xfrm>
              <a:off x="2815868" y="3798665"/>
              <a:ext cx="66176" cy="453523"/>
            </a:xfrm>
            <a:custGeom>
              <a:avLst/>
              <a:gdLst/>
              <a:ahLst/>
              <a:cxnLst/>
              <a:rect l="l" t="t" r="r" b="b"/>
              <a:pathLst>
                <a:path w="2562" h="17558" extrusionOk="0">
                  <a:moveTo>
                    <a:pt x="402" y="17557"/>
                  </a:moveTo>
                  <a:cubicBezTo>
                    <a:pt x="402" y="17557"/>
                    <a:pt x="471" y="12820"/>
                    <a:pt x="977" y="11305"/>
                  </a:cubicBezTo>
                  <a:cubicBezTo>
                    <a:pt x="1481" y="9789"/>
                    <a:pt x="2091" y="8379"/>
                    <a:pt x="1587" y="7159"/>
                  </a:cubicBezTo>
                  <a:cubicBezTo>
                    <a:pt x="1081" y="5939"/>
                    <a:pt x="1" y="4423"/>
                    <a:pt x="107" y="1"/>
                  </a:cubicBezTo>
                  <a:cubicBezTo>
                    <a:pt x="107" y="1"/>
                    <a:pt x="384" y="3919"/>
                    <a:pt x="1395" y="5766"/>
                  </a:cubicBezTo>
                  <a:cubicBezTo>
                    <a:pt x="2405" y="7611"/>
                    <a:pt x="2561" y="9127"/>
                    <a:pt x="2074" y="10295"/>
                  </a:cubicBezTo>
                  <a:cubicBezTo>
                    <a:pt x="1587" y="11461"/>
                    <a:pt x="1620" y="12471"/>
                    <a:pt x="1587" y="14074"/>
                  </a:cubicBezTo>
                  <a:cubicBezTo>
                    <a:pt x="1552" y="15677"/>
                    <a:pt x="1587" y="17540"/>
                    <a:pt x="1587" y="1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2850996" y="4051739"/>
              <a:ext cx="117656" cy="67933"/>
            </a:xfrm>
            <a:custGeom>
              <a:avLst/>
              <a:gdLst/>
              <a:ahLst/>
              <a:cxnLst/>
              <a:rect l="l" t="t" r="r" b="b"/>
              <a:pathLst>
                <a:path w="4555" h="2630" extrusionOk="0">
                  <a:moveTo>
                    <a:pt x="0" y="2369"/>
                  </a:moveTo>
                  <a:cubicBezTo>
                    <a:pt x="0" y="2369"/>
                    <a:pt x="2708" y="2630"/>
                    <a:pt x="4555" y="0"/>
                  </a:cubicBezTo>
                  <a:cubicBezTo>
                    <a:pt x="4555" y="0"/>
                    <a:pt x="2500" y="2195"/>
                    <a:pt x="78" y="1984"/>
                  </a:cubicBezTo>
                  <a:lnTo>
                    <a:pt x="0" y="23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2721669" y="3961286"/>
              <a:ext cx="124630" cy="153120"/>
            </a:xfrm>
            <a:custGeom>
              <a:avLst/>
              <a:gdLst/>
              <a:ahLst/>
              <a:cxnLst/>
              <a:rect l="l" t="t" r="r" b="b"/>
              <a:pathLst>
                <a:path w="4825" h="5928" extrusionOk="0">
                  <a:moveTo>
                    <a:pt x="1" y="0"/>
                  </a:moveTo>
                  <a:cubicBezTo>
                    <a:pt x="1" y="0"/>
                    <a:pt x="767" y="5591"/>
                    <a:pt x="4825" y="5470"/>
                  </a:cubicBezTo>
                  <a:lnTo>
                    <a:pt x="4418" y="5927"/>
                  </a:lnTo>
                  <a:cubicBezTo>
                    <a:pt x="4418" y="5927"/>
                    <a:pt x="348" y="564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2853010" y="4058688"/>
              <a:ext cx="73383" cy="47501"/>
            </a:xfrm>
            <a:custGeom>
              <a:avLst/>
              <a:gdLst/>
              <a:ahLst/>
              <a:cxnLst/>
              <a:rect l="l" t="t" r="r" b="b"/>
              <a:pathLst>
                <a:path w="2841" h="1839" extrusionOk="0">
                  <a:moveTo>
                    <a:pt x="0" y="1715"/>
                  </a:moveTo>
                  <a:cubicBezTo>
                    <a:pt x="0" y="1715"/>
                    <a:pt x="1934" y="1299"/>
                    <a:pt x="2840" y="1"/>
                  </a:cubicBezTo>
                  <a:cubicBezTo>
                    <a:pt x="2840" y="1"/>
                    <a:pt x="2003" y="1437"/>
                    <a:pt x="497" y="18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2855490" y="3958160"/>
              <a:ext cx="130028" cy="116080"/>
            </a:xfrm>
            <a:custGeom>
              <a:avLst/>
              <a:gdLst/>
              <a:ahLst/>
              <a:cxnLst/>
              <a:rect l="l" t="t" r="r" b="b"/>
              <a:pathLst>
                <a:path w="5034" h="4494" extrusionOk="0">
                  <a:moveTo>
                    <a:pt x="1" y="4493"/>
                  </a:moveTo>
                  <a:lnTo>
                    <a:pt x="458" y="4328"/>
                  </a:lnTo>
                  <a:cubicBezTo>
                    <a:pt x="458" y="4328"/>
                    <a:pt x="907" y="3327"/>
                    <a:pt x="2508" y="2561"/>
                  </a:cubicBezTo>
                  <a:cubicBezTo>
                    <a:pt x="4111" y="1793"/>
                    <a:pt x="4842" y="1010"/>
                    <a:pt x="5033" y="0"/>
                  </a:cubicBezTo>
                  <a:cubicBezTo>
                    <a:pt x="5033" y="0"/>
                    <a:pt x="4511" y="1202"/>
                    <a:pt x="3030" y="1951"/>
                  </a:cubicBezTo>
                  <a:cubicBezTo>
                    <a:pt x="1550" y="2701"/>
                    <a:pt x="855" y="3013"/>
                    <a:pt x="122" y="3902"/>
                  </a:cubicBezTo>
                  <a:lnTo>
                    <a:pt x="1" y="44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898676" y="3949611"/>
              <a:ext cx="56284" cy="80538"/>
            </a:xfrm>
            <a:custGeom>
              <a:avLst/>
              <a:gdLst/>
              <a:ahLst/>
              <a:cxnLst/>
              <a:rect l="l" t="t" r="r" b="b"/>
              <a:pathLst>
                <a:path w="2179" h="3118" extrusionOk="0">
                  <a:moveTo>
                    <a:pt x="2179" y="0"/>
                  </a:moveTo>
                  <a:cubicBezTo>
                    <a:pt x="2179" y="0"/>
                    <a:pt x="1576" y="1879"/>
                    <a:pt x="1" y="3117"/>
                  </a:cubicBezTo>
                  <a:lnTo>
                    <a:pt x="845" y="2578"/>
                  </a:lnTo>
                  <a:cubicBezTo>
                    <a:pt x="845" y="2578"/>
                    <a:pt x="1689" y="2098"/>
                    <a:pt x="2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2866080" y="3875378"/>
              <a:ext cx="83018" cy="138578"/>
            </a:xfrm>
            <a:custGeom>
              <a:avLst/>
              <a:gdLst/>
              <a:ahLst/>
              <a:cxnLst/>
              <a:rect l="l" t="t" r="r" b="b"/>
              <a:pathLst>
                <a:path w="3214" h="5365" extrusionOk="0">
                  <a:moveTo>
                    <a:pt x="130" y="5364"/>
                  </a:moveTo>
                  <a:lnTo>
                    <a:pt x="298" y="4998"/>
                  </a:lnTo>
                  <a:cubicBezTo>
                    <a:pt x="298" y="4998"/>
                    <a:pt x="426" y="4024"/>
                    <a:pt x="1471" y="3101"/>
                  </a:cubicBezTo>
                  <a:cubicBezTo>
                    <a:pt x="2516" y="2177"/>
                    <a:pt x="3214" y="1550"/>
                    <a:pt x="3214" y="1"/>
                  </a:cubicBezTo>
                  <a:cubicBezTo>
                    <a:pt x="3214" y="1"/>
                    <a:pt x="3100" y="1411"/>
                    <a:pt x="1568" y="2647"/>
                  </a:cubicBezTo>
                  <a:cubicBezTo>
                    <a:pt x="35" y="3884"/>
                    <a:pt x="0" y="4634"/>
                    <a:pt x="0" y="4634"/>
                  </a:cubicBezTo>
                  <a:lnTo>
                    <a:pt x="130" y="536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2881836" y="3852003"/>
              <a:ext cx="32572" cy="116519"/>
            </a:xfrm>
            <a:custGeom>
              <a:avLst/>
              <a:gdLst/>
              <a:ahLst/>
              <a:cxnLst/>
              <a:rect l="l" t="t" r="r" b="b"/>
              <a:pathLst>
                <a:path w="1261" h="4511" extrusionOk="0">
                  <a:moveTo>
                    <a:pt x="854" y="0"/>
                  </a:moveTo>
                  <a:cubicBezTo>
                    <a:pt x="854" y="0"/>
                    <a:pt x="1114" y="2786"/>
                    <a:pt x="0" y="4510"/>
                  </a:cubicBezTo>
                  <a:lnTo>
                    <a:pt x="318" y="4280"/>
                  </a:lnTo>
                  <a:lnTo>
                    <a:pt x="510" y="4010"/>
                  </a:lnTo>
                  <a:lnTo>
                    <a:pt x="591" y="3911"/>
                  </a:lnTo>
                  <a:cubicBezTo>
                    <a:pt x="591" y="3911"/>
                    <a:pt x="1261" y="2239"/>
                    <a:pt x="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2832502" y="3832915"/>
              <a:ext cx="31048" cy="82811"/>
            </a:xfrm>
            <a:custGeom>
              <a:avLst/>
              <a:gdLst/>
              <a:ahLst/>
              <a:cxnLst/>
              <a:rect l="l" t="t" r="r" b="b"/>
              <a:pathLst>
                <a:path w="1202" h="3206" extrusionOk="0">
                  <a:moveTo>
                    <a:pt x="87" y="3205"/>
                  </a:moveTo>
                  <a:cubicBezTo>
                    <a:pt x="87" y="3205"/>
                    <a:pt x="1201" y="2283"/>
                    <a:pt x="958" y="1"/>
                  </a:cubicBezTo>
                  <a:cubicBezTo>
                    <a:pt x="958" y="1"/>
                    <a:pt x="906" y="2177"/>
                    <a:pt x="0" y="2699"/>
                  </a:cubicBezTo>
                  <a:lnTo>
                    <a:pt x="87" y="32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2784356" y="3820284"/>
              <a:ext cx="45228" cy="75217"/>
            </a:xfrm>
            <a:custGeom>
              <a:avLst/>
              <a:gdLst/>
              <a:ahLst/>
              <a:cxnLst/>
              <a:rect l="l" t="t" r="r" b="b"/>
              <a:pathLst>
                <a:path w="1751" h="2912" extrusionOk="0">
                  <a:moveTo>
                    <a:pt x="1" y="1"/>
                  </a:moveTo>
                  <a:cubicBezTo>
                    <a:pt x="1" y="1"/>
                    <a:pt x="984" y="2231"/>
                    <a:pt x="1708" y="2675"/>
                  </a:cubicBezTo>
                  <a:lnTo>
                    <a:pt x="1751" y="2911"/>
                  </a:lnTo>
                  <a:cubicBezTo>
                    <a:pt x="1751" y="2911"/>
                    <a:pt x="897" y="279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2823746" y="3903299"/>
              <a:ext cx="42051" cy="154567"/>
            </a:xfrm>
            <a:custGeom>
              <a:avLst/>
              <a:gdLst/>
              <a:ahLst/>
              <a:cxnLst/>
              <a:rect l="l" t="t" r="r" b="b"/>
              <a:pathLst>
                <a:path w="1628" h="5984" extrusionOk="0">
                  <a:moveTo>
                    <a:pt x="1628" y="5288"/>
                  </a:moveTo>
                  <a:cubicBezTo>
                    <a:pt x="1628" y="5288"/>
                    <a:pt x="287" y="2824"/>
                    <a:pt x="1455" y="0"/>
                  </a:cubicBezTo>
                  <a:cubicBezTo>
                    <a:pt x="1455" y="0"/>
                    <a:pt x="1" y="1961"/>
                    <a:pt x="1289" y="5983"/>
                  </a:cubicBezTo>
                  <a:lnTo>
                    <a:pt x="1628" y="52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2749255" y="3892735"/>
              <a:ext cx="28155" cy="188766"/>
            </a:xfrm>
            <a:custGeom>
              <a:avLst/>
              <a:gdLst/>
              <a:ahLst/>
              <a:cxnLst/>
              <a:rect l="l" t="t" r="r" b="b"/>
              <a:pathLst>
                <a:path w="1090" h="7308" extrusionOk="0">
                  <a:moveTo>
                    <a:pt x="688" y="6915"/>
                  </a:moveTo>
                  <a:cubicBezTo>
                    <a:pt x="688" y="6915"/>
                    <a:pt x="149" y="5619"/>
                    <a:pt x="619" y="3668"/>
                  </a:cubicBezTo>
                  <a:cubicBezTo>
                    <a:pt x="1090" y="1717"/>
                    <a:pt x="846" y="714"/>
                    <a:pt x="480" y="0"/>
                  </a:cubicBezTo>
                  <a:cubicBezTo>
                    <a:pt x="480" y="0"/>
                    <a:pt x="1019" y="1585"/>
                    <a:pt x="671" y="2743"/>
                  </a:cubicBezTo>
                  <a:cubicBezTo>
                    <a:pt x="324" y="3902"/>
                    <a:pt x="0" y="5427"/>
                    <a:pt x="288" y="6366"/>
                  </a:cubicBezTo>
                  <a:cubicBezTo>
                    <a:pt x="577" y="7307"/>
                    <a:pt x="690" y="6915"/>
                    <a:pt x="690" y="69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2763667" y="3919494"/>
              <a:ext cx="23660" cy="66848"/>
            </a:xfrm>
            <a:custGeom>
              <a:avLst/>
              <a:gdLst/>
              <a:ahLst/>
              <a:cxnLst/>
              <a:rect l="l" t="t" r="r" b="b"/>
              <a:pathLst>
                <a:path w="916" h="2588" extrusionOk="0">
                  <a:moveTo>
                    <a:pt x="880" y="0"/>
                  </a:moveTo>
                  <a:cubicBezTo>
                    <a:pt x="880" y="0"/>
                    <a:pt x="872" y="1717"/>
                    <a:pt x="45" y="2317"/>
                  </a:cubicBezTo>
                  <a:lnTo>
                    <a:pt x="0" y="2587"/>
                  </a:lnTo>
                  <a:cubicBezTo>
                    <a:pt x="0" y="2587"/>
                    <a:pt x="915" y="2239"/>
                    <a:pt x="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2784589" y="3992591"/>
              <a:ext cx="42310" cy="115228"/>
            </a:xfrm>
            <a:custGeom>
              <a:avLst/>
              <a:gdLst/>
              <a:ahLst/>
              <a:cxnLst/>
              <a:rect l="l" t="t" r="r" b="b"/>
              <a:pathLst>
                <a:path w="1638" h="4461" extrusionOk="0">
                  <a:moveTo>
                    <a:pt x="1637" y="4460"/>
                  </a:moveTo>
                  <a:cubicBezTo>
                    <a:pt x="1637" y="4460"/>
                    <a:pt x="297" y="2283"/>
                    <a:pt x="680" y="1"/>
                  </a:cubicBezTo>
                  <a:cubicBezTo>
                    <a:pt x="680" y="1"/>
                    <a:pt x="1" y="2039"/>
                    <a:pt x="1238" y="4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" name="Google Shape;108;p8"/>
          <p:cNvGrpSpPr/>
          <p:nvPr/>
        </p:nvGrpSpPr>
        <p:grpSpPr>
          <a:xfrm>
            <a:off x="2613892" y="3400232"/>
            <a:ext cx="394164" cy="677518"/>
            <a:chOff x="2721669" y="3798665"/>
            <a:chExt cx="263849" cy="453523"/>
          </a:xfrm>
        </p:grpSpPr>
        <p:sp>
          <p:nvSpPr>
            <p:cNvPr id="109" name="Google Shape;109;p8"/>
            <p:cNvSpPr/>
            <p:nvPr/>
          </p:nvSpPr>
          <p:spPr>
            <a:xfrm>
              <a:off x="2815868" y="3798665"/>
              <a:ext cx="66176" cy="453523"/>
            </a:xfrm>
            <a:custGeom>
              <a:avLst/>
              <a:gdLst/>
              <a:ahLst/>
              <a:cxnLst/>
              <a:rect l="l" t="t" r="r" b="b"/>
              <a:pathLst>
                <a:path w="2562" h="17558" extrusionOk="0">
                  <a:moveTo>
                    <a:pt x="402" y="17557"/>
                  </a:moveTo>
                  <a:cubicBezTo>
                    <a:pt x="402" y="17557"/>
                    <a:pt x="471" y="12820"/>
                    <a:pt x="977" y="11305"/>
                  </a:cubicBezTo>
                  <a:cubicBezTo>
                    <a:pt x="1481" y="9789"/>
                    <a:pt x="2091" y="8379"/>
                    <a:pt x="1587" y="7159"/>
                  </a:cubicBezTo>
                  <a:cubicBezTo>
                    <a:pt x="1081" y="5939"/>
                    <a:pt x="1" y="4423"/>
                    <a:pt x="107" y="1"/>
                  </a:cubicBezTo>
                  <a:cubicBezTo>
                    <a:pt x="107" y="1"/>
                    <a:pt x="384" y="3919"/>
                    <a:pt x="1395" y="5766"/>
                  </a:cubicBezTo>
                  <a:cubicBezTo>
                    <a:pt x="2405" y="7611"/>
                    <a:pt x="2561" y="9127"/>
                    <a:pt x="2074" y="10295"/>
                  </a:cubicBezTo>
                  <a:cubicBezTo>
                    <a:pt x="1587" y="11461"/>
                    <a:pt x="1620" y="12471"/>
                    <a:pt x="1587" y="14074"/>
                  </a:cubicBezTo>
                  <a:cubicBezTo>
                    <a:pt x="1552" y="15677"/>
                    <a:pt x="1587" y="17540"/>
                    <a:pt x="1587" y="1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2850996" y="4051739"/>
              <a:ext cx="117656" cy="67933"/>
            </a:xfrm>
            <a:custGeom>
              <a:avLst/>
              <a:gdLst/>
              <a:ahLst/>
              <a:cxnLst/>
              <a:rect l="l" t="t" r="r" b="b"/>
              <a:pathLst>
                <a:path w="4555" h="2630" extrusionOk="0">
                  <a:moveTo>
                    <a:pt x="0" y="2369"/>
                  </a:moveTo>
                  <a:cubicBezTo>
                    <a:pt x="0" y="2369"/>
                    <a:pt x="2708" y="2630"/>
                    <a:pt x="4555" y="0"/>
                  </a:cubicBezTo>
                  <a:cubicBezTo>
                    <a:pt x="4555" y="0"/>
                    <a:pt x="2500" y="2195"/>
                    <a:pt x="78" y="1984"/>
                  </a:cubicBezTo>
                  <a:lnTo>
                    <a:pt x="0" y="23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2721669" y="3961286"/>
              <a:ext cx="124630" cy="153120"/>
            </a:xfrm>
            <a:custGeom>
              <a:avLst/>
              <a:gdLst/>
              <a:ahLst/>
              <a:cxnLst/>
              <a:rect l="l" t="t" r="r" b="b"/>
              <a:pathLst>
                <a:path w="4825" h="5928" extrusionOk="0">
                  <a:moveTo>
                    <a:pt x="1" y="0"/>
                  </a:moveTo>
                  <a:cubicBezTo>
                    <a:pt x="1" y="0"/>
                    <a:pt x="767" y="5591"/>
                    <a:pt x="4825" y="5470"/>
                  </a:cubicBezTo>
                  <a:lnTo>
                    <a:pt x="4418" y="5927"/>
                  </a:lnTo>
                  <a:cubicBezTo>
                    <a:pt x="4418" y="5927"/>
                    <a:pt x="348" y="564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2853010" y="4058688"/>
              <a:ext cx="73383" cy="47501"/>
            </a:xfrm>
            <a:custGeom>
              <a:avLst/>
              <a:gdLst/>
              <a:ahLst/>
              <a:cxnLst/>
              <a:rect l="l" t="t" r="r" b="b"/>
              <a:pathLst>
                <a:path w="2841" h="1839" extrusionOk="0">
                  <a:moveTo>
                    <a:pt x="0" y="1715"/>
                  </a:moveTo>
                  <a:cubicBezTo>
                    <a:pt x="0" y="1715"/>
                    <a:pt x="1934" y="1299"/>
                    <a:pt x="2840" y="1"/>
                  </a:cubicBezTo>
                  <a:cubicBezTo>
                    <a:pt x="2840" y="1"/>
                    <a:pt x="2003" y="1437"/>
                    <a:pt x="497" y="18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2855490" y="3958160"/>
              <a:ext cx="130028" cy="116080"/>
            </a:xfrm>
            <a:custGeom>
              <a:avLst/>
              <a:gdLst/>
              <a:ahLst/>
              <a:cxnLst/>
              <a:rect l="l" t="t" r="r" b="b"/>
              <a:pathLst>
                <a:path w="5034" h="4494" extrusionOk="0">
                  <a:moveTo>
                    <a:pt x="1" y="4493"/>
                  </a:moveTo>
                  <a:lnTo>
                    <a:pt x="458" y="4328"/>
                  </a:lnTo>
                  <a:cubicBezTo>
                    <a:pt x="458" y="4328"/>
                    <a:pt x="907" y="3327"/>
                    <a:pt x="2508" y="2561"/>
                  </a:cubicBezTo>
                  <a:cubicBezTo>
                    <a:pt x="4111" y="1793"/>
                    <a:pt x="4842" y="1010"/>
                    <a:pt x="5033" y="0"/>
                  </a:cubicBezTo>
                  <a:cubicBezTo>
                    <a:pt x="5033" y="0"/>
                    <a:pt x="4511" y="1202"/>
                    <a:pt x="3030" y="1951"/>
                  </a:cubicBezTo>
                  <a:cubicBezTo>
                    <a:pt x="1550" y="2701"/>
                    <a:pt x="855" y="3013"/>
                    <a:pt x="122" y="3902"/>
                  </a:cubicBezTo>
                  <a:lnTo>
                    <a:pt x="1" y="44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2898676" y="3949611"/>
              <a:ext cx="56284" cy="80538"/>
            </a:xfrm>
            <a:custGeom>
              <a:avLst/>
              <a:gdLst/>
              <a:ahLst/>
              <a:cxnLst/>
              <a:rect l="l" t="t" r="r" b="b"/>
              <a:pathLst>
                <a:path w="2179" h="3118" extrusionOk="0">
                  <a:moveTo>
                    <a:pt x="2179" y="0"/>
                  </a:moveTo>
                  <a:cubicBezTo>
                    <a:pt x="2179" y="0"/>
                    <a:pt x="1576" y="1879"/>
                    <a:pt x="1" y="3117"/>
                  </a:cubicBezTo>
                  <a:lnTo>
                    <a:pt x="845" y="2578"/>
                  </a:lnTo>
                  <a:cubicBezTo>
                    <a:pt x="845" y="2578"/>
                    <a:pt x="1689" y="2098"/>
                    <a:pt x="2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2866080" y="3875378"/>
              <a:ext cx="83018" cy="138578"/>
            </a:xfrm>
            <a:custGeom>
              <a:avLst/>
              <a:gdLst/>
              <a:ahLst/>
              <a:cxnLst/>
              <a:rect l="l" t="t" r="r" b="b"/>
              <a:pathLst>
                <a:path w="3214" h="5365" extrusionOk="0">
                  <a:moveTo>
                    <a:pt x="130" y="5364"/>
                  </a:moveTo>
                  <a:lnTo>
                    <a:pt x="298" y="4998"/>
                  </a:lnTo>
                  <a:cubicBezTo>
                    <a:pt x="298" y="4998"/>
                    <a:pt x="426" y="4024"/>
                    <a:pt x="1471" y="3101"/>
                  </a:cubicBezTo>
                  <a:cubicBezTo>
                    <a:pt x="2516" y="2177"/>
                    <a:pt x="3214" y="1550"/>
                    <a:pt x="3214" y="1"/>
                  </a:cubicBezTo>
                  <a:cubicBezTo>
                    <a:pt x="3214" y="1"/>
                    <a:pt x="3100" y="1411"/>
                    <a:pt x="1568" y="2647"/>
                  </a:cubicBezTo>
                  <a:cubicBezTo>
                    <a:pt x="35" y="3884"/>
                    <a:pt x="0" y="4634"/>
                    <a:pt x="0" y="4634"/>
                  </a:cubicBezTo>
                  <a:lnTo>
                    <a:pt x="130" y="536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2881836" y="3852003"/>
              <a:ext cx="32572" cy="116519"/>
            </a:xfrm>
            <a:custGeom>
              <a:avLst/>
              <a:gdLst/>
              <a:ahLst/>
              <a:cxnLst/>
              <a:rect l="l" t="t" r="r" b="b"/>
              <a:pathLst>
                <a:path w="1261" h="4511" extrusionOk="0">
                  <a:moveTo>
                    <a:pt x="854" y="0"/>
                  </a:moveTo>
                  <a:cubicBezTo>
                    <a:pt x="854" y="0"/>
                    <a:pt x="1114" y="2786"/>
                    <a:pt x="0" y="4510"/>
                  </a:cubicBezTo>
                  <a:lnTo>
                    <a:pt x="318" y="4280"/>
                  </a:lnTo>
                  <a:lnTo>
                    <a:pt x="510" y="4010"/>
                  </a:lnTo>
                  <a:lnTo>
                    <a:pt x="591" y="3911"/>
                  </a:lnTo>
                  <a:cubicBezTo>
                    <a:pt x="591" y="3911"/>
                    <a:pt x="1261" y="2239"/>
                    <a:pt x="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2832502" y="3832915"/>
              <a:ext cx="31048" cy="82811"/>
            </a:xfrm>
            <a:custGeom>
              <a:avLst/>
              <a:gdLst/>
              <a:ahLst/>
              <a:cxnLst/>
              <a:rect l="l" t="t" r="r" b="b"/>
              <a:pathLst>
                <a:path w="1202" h="3206" extrusionOk="0">
                  <a:moveTo>
                    <a:pt x="87" y="3205"/>
                  </a:moveTo>
                  <a:cubicBezTo>
                    <a:pt x="87" y="3205"/>
                    <a:pt x="1201" y="2283"/>
                    <a:pt x="958" y="1"/>
                  </a:cubicBezTo>
                  <a:cubicBezTo>
                    <a:pt x="958" y="1"/>
                    <a:pt x="906" y="2177"/>
                    <a:pt x="0" y="2699"/>
                  </a:cubicBezTo>
                  <a:lnTo>
                    <a:pt x="87" y="32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2784356" y="3820284"/>
              <a:ext cx="45228" cy="75217"/>
            </a:xfrm>
            <a:custGeom>
              <a:avLst/>
              <a:gdLst/>
              <a:ahLst/>
              <a:cxnLst/>
              <a:rect l="l" t="t" r="r" b="b"/>
              <a:pathLst>
                <a:path w="1751" h="2912" extrusionOk="0">
                  <a:moveTo>
                    <a:pt x="1" y="1"/>
                  </a:moveTo>
                  <a:cubicBezTo>
                    <a:pt x="1" y="1"/>
                    <a:pt x="984" y="2231"/>
                    <a:pt x="1708" y="2675"/>
                  </a:cubicBezTo>
                  <a:lnTo>
                    <a:pt x="1751" y="2911"/>
                  </a:lnTo>
                  <a:cubicBezTo>
                    <a:pt x="1751" y="2911"/>
                    <a:pt x="897" y="279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2823746" y="3903299"/>
              <a:ext cx="42051" cy="154567"/>
            </a:xfrm>
            <a:custGeom>
              <a:avLst/>
              <a:gdLst/>
              <a:ahLst/>
              <a:cxnLst/>
              <a:rect l="l" t="t" r="r" b="b"/>
              <a:pathLst>
                <a:path w="1628" h="5984" extrusionOk="0">
                  <a:moveTo>
                    <a:pt x="1628" y="5288"/>
                  </a:moveTo>
                  <a:cubicBezTo>
                    <a:pt x="1628" y="5288"/>
                    <a:pt x="287" y="2824"/>
                    <a:pt x="1455" y="0"/>
                  </a:cubicBezTo>
                  <a:cubicBezTo>
                    <a:pt x="1455" y="0"/>
                    <a:pt x="1" y="1961"/>
                    <a:pt x="1289" y="5983"/>
                  </a:cubicBezTo>
                  <a:lnTo>
                    <a:pt x="1628" y="52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2749255" y="3892735"/>
              <a:ext cx="28155" cy="188766"/>
            </a:xfrm>
            <a:custGeom>
              <a:avLst/>
              <a:gdLst/>
              <a:ahLst/>
              <a:cxnLst/>
              <a:rect l="l" t="t" r="r" b="b"/>
              <a:pathLst>
                <a:path w="1090" h="7308" extrusionOk="0">
                  <a:moveTo>
                    <a:pt x="688" y="6915"/>
                  </a:moveTo>
                  <a:cubicBezTo>
                    <a:pt x="688" y="6915"/>
                    <a:pt x="149" y="5619"/>
                    <a:pt x="619" y="3668"/>
                  </a:cubicBezTo>
                  <a:cubicBezTo>
                    <a:pt x="1090" y="1717"/>
                    <a:pt x="846" y="714"/>
                    <a:pt x="480" y="0"/>
                  </a:cubicBezTo>
                  <a:cubicBezTo>
                    <a:pt x="480" y="0"/>
                    <a:pt x="1019" y="1585"/>
                    <a:pt x="671" y="2743"/>
                  </a:cubicBezTo>
                  <a:cubicBezTo>
                    <a:pt x="324" y="3902"/>
                    <a:pt x="0" y="5427"/>
                    <a:pt x="288" y="6366"/>
                  </a:cubicBezTo>
                  <a:cubicBezTo>
                    <a:pt x="577" y="7307"/>
                    <a:pt x="690" y="6915"/>
                    <a:pt x="690" y="69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2763667" y="3919494"/>
              <a:ext cx="23660" cy="66848"/>
            </a:xfrm>
            <a:custGeom>
              <a:avLst/>
              <a:gdLst/>
              <a:ahLst/>
              <a:cxnLst/>
              <a:rect l="l" t="t" r="r" b="b"/>
              <a:pathLst>
                <a:path w="916" h="2588" extrusionOk="0">
                  <a:moveTo>
                    <a:pt x="880" y="0"/>
                  </a:moveTo>
                  <a:cubicBezTo>
                    <a:pt x="880" y="0"/>
                    <a:pt x="872" y="1717"/>
                    <a:pt x="45" y="2317"/>
                  </a:cubicBezTo>
                  <a:lnTo>
                    <a:pt x="0" y="2587"/>
                  </a:lnTo>
                  <a:cubicBezTo>
                    <a:pt x="0" y="2587"/>
                    <a:pt x="915" y="2239"/>
                    <a:pt x="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2784589" y="3992591"/>
              <a:ext cx="42310" cy="115228"/>
            </a:xfrm>
            <a:custGeom>
              <a:avLst/>
              <a:gdLst/>
              <a:ahLst/>
              <a:cxnLst/>
              <a:rect l="l" t="t" r="r" b="b"/>
              <a:pathLst>
                <a:path w="1638" h="4461" extrusionOk="0">
                  <a:moveTo>
                    <a:pt x="1637" y="4460"/>
                  </a:moveTo>
                  <a:cubicBezTo>
                    <a:pt x="1637" y="4460"/>
                    <a:pt x="297" y="2283"/>
                    <a:pt x="680" y="1"/>
                  </a:cubicBezTo>
                  <a:cubicBezTo>
                    <a:pt x="680" y="1"/>
                    <a:pt x="1" y="2039"/>
                    <a:pt x="1238" y="4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>
            <a:spLocks noGrp="1"/>
          </p:cNvSpPr>
          <p:nvPr>
            <p:ph type="subTitle" idx="1"/>
          </p:nvPr>
        </p:nvSpPr>
        <p:spPr>
          <a:xfrm>
            <a:off x="720075" y="1164150"/>
            <a:ext cx="3187800" cy="27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2"/>
          </p:nvPr>
        </p:nvSpPr>
        <p:spPr>
          <a:xfrm>
            <a:off x="4359727" y="1164150"/>
            <a:ext cx="3187800" cy="27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9"/>
          <p:cNvGrpSpPr/>
          <p:nvPr/>
        </p:nvGrpSpPr>
        <p:grpSpPr>
          <a:xfrm>
            <a:off x="1073" y="4171918"/>
            <a:ext cx="9144222" cy="2250868"/>
            <a:chOff x="1073" y="4171918"/>
            <a:chExt cx="9144222" cy="2250868"/>
          </a:xfrm>
        </p:grpSpPr>
        <p:sp>
          <p:nvSpPr>
            <p:cNvPr id="128" name="Google Shape;128;p9"/>
            <p:cNvSpPr/>
            <p:nvPr/>
          </p:nvSpPr>
          <p:spPr>
            <a:xfrm>
              <a:off x="1073" y="4171918"/>
              <a:ext cx="9144086" cy="2159294"/>
            </a:xfrm>
            <a:custGeom>
              <a:avLst/>
              <a:gdLst/>
              <a:ahLst/>
              <a:cxnLst/>
              <a:rect l="l" t="t" r="r" b="b"/>
              <a:pathLst>
                <a:path w="215726" h="94282" extrusionOk="0">
                  <a:moveTo>
                    <a:pt x="0" y="90015"/>
                  </a:moveTo>
                  <a:cubicBezTo>
                    <a:pt x="1648" y="90240"/>
                    <a:pt x="3297" y="90460"/>
                    <a:pt x="4947" y="90692"/>
                  </a:cubicBezTo>
                  <a:cubicBezTo>
                    <a:pt x="8605" y="91207"/>
                    <a:pt x="12284" y="91542"/>
                    <a:pt x="15931" y="92124"/>
                  </a:cubicBezTo>
                  <a:cubicBezTo>
                    <a:pt x="19394" y="92676"/>
                    <a:pt x="22832" y="93366"/>
                    <a:pt x="26277" y="94019"/>
                  </a:cubicBezTo>
                  <a:cubicBezTo>
                    <a:pt x="26742" y="94107"/>
                    <a:pt x="27210" y="94196"/>
                    <a:pt x="27677" y="94281"/>
                  </a:cubicBezTo>
                  <a:lnTo>
                    <a:pt x="214948" y="77276"/>
                  </a:lnTo>
                  <a:lnTo>
                    <a:pt x="215725" y="50489"/>
                  </a:lnTo>
                  <a:lnTo>
                    <a:pt x="215725" y="11713"/>
                  </a:lnTo>
                  <a:cubicBezTo>
                    <a:pt x="215653" y="11752"/>
                    <a:pt x="215578" y="11797"/>
                    <a:pt x="215508" y="11845"/>
                  </a:cubicBezTo>
                  <a:cubicBezTo>
                    <a:pt x="215342" y="11955"/>
                    <a:pt x="215167" y="12020"/>
                    <a:pt x="214993" y="12113"/>
                  </a:cubicBezTo>
                  <a:cubicBezTo>
                    <a:pt x="214801" y="12215"/>
                    <a:pt x="214622" y="12338"/>
                    <a:pt x="214431" y="12440"/>
                  </a:cubicBezTo>
                  <a:cubicBezTo>
                    <a:pt x="214109" y="12613"/>
                    <a:pt x="213880" y="12929"/>
                    <a:pt x="213540" y="13069"/>
                  </a:cubicBezTo>
                  <a:cubicBezTo>
                    <a:pt x="213172" y="13218"/>
                    <a:pt x="212822" y="13379"/>
                    <a:pt x="212463" y="13552"/>
                  </a:cubicBezTo>
                  <a:cubicBezTo>
                    <a:pt x="212108" y="13727"/>
                    <a:pt x="211755" y="13850"/>
                    <a:pt x="211355" y="13889"/>
                  </a:cubicBezTo>
                  <a:cubicBezTo>
                    <a:pt x="210949" y="13930"/>
                    <a:pt x="210583" y="13835"/>
                    <a:pt x="210183" y="13785"/>
                  </a:cubicBezTo>
                  <a:cubicBezTo>
                    <a:pt x="209809" y="13736"/>
                    <a:pt x="209516" y="13500"/>
                    <a:pt x="209196" y="13320"/>
                  </a:cubicBezTo>
                  <a:cubicBezTo>
                    <a:pt x="208852" y="13125"/>
                    <a:pt x="208461" y="12959"/>
                    <a:pt x="208091" y="12818"/>
                  </a:cubicBezTo>
                  <a:cubicBezTo>
                    <a:pt x="207743" y="12686"/>
                    <a:pt x="207477" y="12442"/>
                    <a:pt x="207124" y="12314"/>
                  </a:cubicBezTo>
                  <a:cubicBezTo>
                    <a:pt x="206784" y="12191"/>
                    <a:pt x="206441" y="12139"/>
                    <a:pt x="206079" y="12169"/>
                  </a:cubicBezTo>
                  <a:cubicBezTo>
                    <a:pt x="205865" y="12187"/>
                    <a:pt x="205644" y="12251"/>
                    <a:pt x="205433" y="12174"/>
                  </a:cubicBezTo>
                  <a:cubicBezTo>
                    <a:pt x="205244" y="12105"/>
                    <a:pt x="205058" y="12018"/>
                    <a:pt x="204868" y="11947"/>
                  </a:cubicBezTo>
                  <a:cubicBezTo>
                    <a:pt x="204489" y="11804"/>
                    <a:pt x="204107" y="11659"/>
                    <a:pt x="203709" y="11574"/>
                  </a:cubicBezTo>
                  <a:cubicBezTo>
                    <a:pt x="203280" y="11481"/>
                    <a:pt x="202871" y="11332"/>
                    <a:pt x="202445" y="11233"/>
                  </a:cubicBezTo>
                  <a:cubicBezTo>
                    <a:pt x="202274" y="11192"/>
                    <a:pt x="202097" y="11168"/>
                    <a:pt x="201924" y="11133"/>
                  </a:cubicBezTo>
                  <a:cubicBezTo>
                    <a:pt x="201725" y="11090"/>
                    <a:pt x="201539" y="11017"/>
                    <a:pt x="201344" y="10958"/>
                  </a:cubicBezTo>
                  <a:cubicBezTo>
                    <a:pt x="201141" y="10898"/>
                    <a:pt x="200940" y="10839"/>
                    <a:pt x="200739" y="10770"/>
                  </a:cubicBezTo>
                  <a:cubicBezTo>
                    <a:pt x="200538" y="10701"/>
                    <a:pt x="200369" y="10711"/>
                    <a:pt x="200161" y="10690"/>
                  </a:cubicBezTo>
                  <a:cubicBezTo>
                    <a:pt x="200133" y="10686"/>
                    <a:pt x="200103" y="10683"/>
                    <a:pt x="200074" y="10681"/>
                  </a:cubicBezTo>
                  <a:cubicBezTo>
                    <a:pt x="200068" y="10651"/>
                    <a:pt x="200046" y="10625"/>
                    <a:pt x="200005" y="10627"/>
                  </a:cubicBezTo>
                  <a:cubicBezTo>
                    <a:pt x="199822" y="10633"/>
                    <a:pt x="199638" y="10633"/>
                    <a:pt x="199456" y="10644"/>
                  </a:cubicBezTo>
                  <a:cubicBezTo>
                    <a:pt x="199296" y="10655"/>
                    <a:pt x="199159" y="10699"/>
                    <a:pt x="199010" y="10748"/>
                  </a:cubicBezTo>
                  <a:cubicBezTo>
                    <a:pt x="198852" y="10796"/>
                    <a:pt x="198677" y="10792"/>
                    <a:pt x="198513" y="10798"/>
                  </a:cubicBezTo>
                  <a:cubicBezTo>
                    <a:pt x="198333" y="10805"/>
                    <a:pt x="198154" y="10819"/>
                    <a:pt x="197974" y="10830"/>
                  </a:cubicBezTo>
                  <a:cubicBezTo>
                    <a:pt x="197892" y="10837"/>
                    <a:pt x="197814" y="10843"/>
                    <a:pt x="197734" y="10861"/>
                  </a:cubicBezTo>
                  <a:cubicBezTo>
                    <a:pt x="197652" y="10880"/>
                    <a:pt x="197581" y="10915"/>
                    <a:pt x="197505" y="10945"/>
                  </a:cubicBezTo>
                  <a:cubicBezTo>
                    <a:pt x="197353" y="11006"/>
                    <a:pt x="197191" y="10978"/>
                    <a:pt x="197033" y="10973"/>
                  </a:cubicBezTo>
                  <a:cubicBezTo>
                    <a:pt x="196867" y="10965"/>
                    <a:pt x="196704" y="10971"/>
                    <a:pt x="196540" y="10960"/>
                  </a:cubicBezTo>
                  <a:cubicBezTo>
                    <a:pt x="196360" y="10947"/>
                    <a:pt x="196203" y="10990"/>
                    <a:pt x="196045" y="11073"/>
                  </a:cubicBezTo>
                  <a:cubicBezTo>
                    <a:pt x="195900" y="11151"/>
                    <a:pt x="195748" y="11211"/>
                    <a:pt x="195597" y="11278"/>
                  </a:cubicBezTo>
                  <a:cubicBezTo>
                    <a:pt x="195446" y="11343"/>
                    <a:pt x="195305" y="11423"/>
                    <a:pt x="195151" y="11482"/>
                  </a:cubicBezTo>
                  <a:cubicBezTo>
                    <a:pt x="194996" y="11542"/>
                    <a:pt x="194853" y="11609"/>
                    <a:pt x="194716" y="11700"/>
                  </a:cubicBezTo>
                  <a:cubicBezTo>
                    <a:pt x="194660" y="11735"/>
                    <a:pt x="194606" y="11774"/>
                    <a:pt x="194544" y="11799"/>
                  </a:cubicBezTo>
                  <a:cubicBezTo>
                    <a:pt x="194468" y="11830"/>
                    <a:pt x="194388" y="11834"/>
                    <a:pt x="194308" y="11841"/>
                  </a:cubicBezTo>
                  <a:cubicBezTo>
                    <a:pt x="194139" y="11858"/>
                    <a:pt x="193968" y="11873"/>
                    <a:pt x="193799" y="11884"/>
                  </a:cubicBezTo>
                  <a:cubicBezTo>
                    <a:pt x="193639" y="11895"/>
                    <a:pt x="193490" y="11895"/>
                    <a:pt x="193339" y="11828"/>
                  </a:cubicBezTo>
                  <a:cubicBezTo>
                    <a:pt x="193055" y="11702"/>
                    <a:pt x="192744" y="11579"/>
                    <a:pt x="192426" y="11570"/>
                  </a:cubicBezTo>
                  <a:cubicBezTo>
                    <a:pt x="192272" y="11566"/>
                    <a:pt x="192123" y="11614"/>
                    <a:pt x="191976" y="11655"/>
                  </a:cubicBezTo>
                  <a:cubicBezTo>
                    <a:pt x="191816" y="11700"/>
                    <a:pt x="191673" y="11707"/>
                    <a:pt x="191515" y="11650"/>
                  </a:cubicBezTo>
                  <a:cubicBezTo>
                    <a:pt x="191243" y="11549"/>
                    <a:pt x="191018" y="11350"/>
                    <a:pt x="190736" y="11274"/>
                  </a:cubicBezTo>
                  <a:cubicBezTo>
                    <a:pt x="190667" y="11256"/>
                    <a:pt x="190596" y="11239"/>
                    <a:pt x="190531" y="11205"/>
                  </a:cubicBezTo>
                  <a:cubicBezTo>
                    <a:pt x="190477" y="11177"/>
                    <a:pt x="190431" y="11138"/>
                    <a:pt x="190382" y="11103"/>
                  </a:cubicBezTo>
                  <a:cubicBezTo>
                    <a:pt x="190271" y="11027"/>
                    <a:pt x="190146" y="10990"/>
                    <a:pt x="190014" y="10967"/>
                  </a:cubicBezTo>
                  <a:cubicBezTo>
                    <a:pt x="189690" y="10911"/>
                    <a:pt x="189406" y="10971"/>
                    <a:pt x="189120" y="11127"/>
                  </a:cubicBezTo>
                  <a:cubicBezTo>
                    <a:pt x="188835" y="11283"/>
                    <a:pt x="188593" y="11505"/>
                    <a:pt x="188327" y="11691"/>
                  </a:cubicBezTo>
                  <a:cubicBezTo>
                    <a:pt x="188208" y="11774"/>
                    <a:pt x="188089" y="11858"/>
                    <a:pt x="187991" y="11966"/>
                  </a:cubicBezTo>
                  <a:cubicBezTo>
                    <a:pt x="187894" y="12070"/>
                    <a:pt x="187808" y="12156"/>
                    <a:pt x="187682" y="12224"/>
                  </a:cubicBezTo>
                  <a:cubicBezTo>
                    <a:pt x="187537" y="12303"/>
                    <a:pt x="187394" y="12386"/>
                    <a:pt x="187249" y="12466"/>
                  </a:cubicBezTo>
                  <a:cubicBezTo>
                    <a:pt x="187104" y="12546"/>
                    <a:pt x="186945" y="12643"/>
                    <a:pt x="186782" y="12682"/>
                  </a:cubicBezTo>
                  <a:cubicBezTo>
                    <a:pt x="186622" y="12717"/>
                    <a:pt x="186454" y="12710"/>
                    <a:pt x="186293" y="12747"/>
                  </a:cubicBezTo>
                  <a:cubicBezTo>
                    <a:pt x="186140" y="12782"/>
                    <a:pt x="185999" y="12859"/>
                    <a:pt x="185872" y="12948"/>
                  </a:cubicBezTo>
                  <a:cubicBezTo>
                    <a:pt x="185634" y="13119"/>
                    <a:pt x="185441" y="13342"/>
                    <a:pt x="185195" y="13506"/>
                  </a:cubicBezTo>
                  <a:cubicBezTo>
                    <a:pt x="184924" y="13688"/>
                    <a:pt x="184623" y="13815"/>
                    <a:pt x="184368" y="14021"/>
                  </a:cubicBezTo>
                  <a:cubicBezTo>
                    <a:pt x="184126" y="14214"/>
                    <a:pt x="183912" y="14441"/>
                    <a:pt x="183669" y="14635"/>
                  </a:cubicBezTo>
                  <a:cubicBezTo>
                    <a:pt x="183557" y="14724"/>
                    <a:pt x="183438" y="14808"/>
                    <a:pt x="183308" y="14871"/>
                  </a:cubicBezTo>
                  <a:cubicBezTo>
                    <a:pt x="183161" y="14942"/>
                    <a:pt x="182999" y="14990"/>
                    <a:pt x="182847" y="15046"/>
                  </a:cubicBezTo>
                  <a:cubicBezTo>
                    <a:pt x="182698" y="15100"/>
                    <a:pt x="182566" y="15076"/>
                    <a:pt x="182411" y="15081"/>
                  </a:cubicBezTo>
                  <a:cubicBezTo>
                    <a:pt x="182372" y="15083"/>
                    <a:pt x="182350" y="15113"/>
                    <a:pt x="182346" y="15144"/>
                  </a:cubicBezTo>
                  <a:cubicBezTo>
                    <a:pt x="182242" y="15124"/>
                    <a:pt x="182140" y="15103"/>
                    <a:pt x="182036" y="15085"/>
                  </a:cubicBezTo>
                  <a:cubicBezTo>
                    <a:pt x="181842" y="15053"/>
                    <a:pt x="181656" y="15057"/>
                    <a:pt x="181463" y="15064"/>
                  </a:cubicBezTo>
                  <a:cubicBezTo>
                    <a:pt x="181273" y="15072"/>
                    <a:pt x="181083" y="15063"/>
                    <a:pt x="180894" y="15042"/>
                  </a:cubicBezTo>
                  <a:cubicBezTo>
                    <a:pt x="180715" y="15022"/>
                    <a:pt x="180535" y="15001"/>
                    <a:pt x="180354" y="15016"/>
                  </a:cubicBezTo>
                  <a:cubicBezTo>
                    <a:pt x="180274" y="15023"/>
                    <a:pt x="180195" y="15040"/>
                    <a:pt x="180115" y="15042"/>
                  </a:cubicBezTo>
                  <a:cubicBezTo>
                    <a:pt x="180022" y="15044"/>
                    <a:pt x="179930" y="15020"/>
                    <a:pt x="179837" y="15018"/>
                  </a:cubicBezTo>
                  <a:cubicBezTo>
                    <a:pt x="179746" y="15014"/>
                    <a:pt x="179655" y="15027"/>
                    <a:pt x="179564" y="15027"/>
                  </a:cubicBezTo>
                  <a:cubicBezTo>
                    <a:pt x="179467" y="15027"/>
                    <a:pt x="179369" y="15020"/>
                    <a:pt x="179270" y="15020"/>
                  </a:cubicBezTo>
                  <a:cubicBezTo>
                    <a:pt x="179077" y="15022"/>
                    <a:pt x="178887" y="15046"/>
                    <a:pt x="178694" y="15033"/>
                  </a:cubicBezTo>
                  <a:cubicBezTo>
                    <a:pt x="178502" y="15018"/>
                    <a:pt x="178322" y="14986"/>
                    <a:pt x="178130" y="15010"/>
                  </a:cubicBezTo>
                  <a:cubicBezTo>
                    <a:pt x="178041" y="15022"/>
                    <a:pt x="177952" y="15038"/>
                    <a:pt x="177862" y="15044"/>
                  </a:cubicBezTo>
                  <a:cubicBezTo>
                    <a:pt x="177777" y="15049"/>
                    <a:pt x="177723" y="15018"/>
                    <a:pt x="177649" y="14979"/>
                  </a:cubicBezTo>
                  <a:cubicBezTo>
                    <a:pt x="177576" y="14940"/>
                    <a:pt x="177498" y="14916"/>
                    <a:pt x="177422" y="14884"/>
                  </a:cubicBezTo>
                  <a:cubicBezTo>
                    <a:pt x="177332" y="14849"/>
                    <a:pt x="177251" y="14798"/>
                    <a:pt x="177161" y="14759"/>
                  </a:cubicBezTo>
                  <a:cubicBezTo>
                    <a:pt x="176990" y="14679"/>
                    <a:pt x="176817" y="14603"/>
                    <a:pt x="176652" y="14508"/>
                  </a:cubicBezTo>
                  <a:cubicBezTo>
                    <a:pt x="176484" y="14413"/>
                    <a:pt x="176313" y="14356"/>
                    <a:pt x="176127" y="14298"/>
                  </a:cubicBezTo>
                  <a:cubicBezTo>
                    <a:pt x="175765" y="14183"/>
                    <a:pt x="175398" y="14064"/>
                    <a:pt x="175026" y="13976"/>
                  </a:cubicBezTo>
                  <a:cubicBezTo>
                    <a:pt x="174853" y="13937"/>
                    <a:pt x="174688" y="13949"/>
                    <a:pt x="174511" y="13960"/>
                  </a:cubicBezTo>
                  <a:cubicBezTo>
                    <a:pt x="174325" y="13971"/>
                    <a:pt x="174152" y="13989"/>
                    <a:pt x="173979" y="14056"/>
                  </a:cubicBezTo>
                  <a:cubicBezTo>
                    <a:pt x="173819" y="14120"/>
                    <a:pt x="173659" y="14188"/>
                    <a:pt x="173496" y="14244"/>
                  </a:cubicBezTo>
                  <a:cubicBezTo>
                    <a:pt x="173325" y="14302"/>
                    <a:pt x="173135" y="14268"/>
                    <a:pt x="172962" y="14330"/>
                  </a:cubicBezTo>
                  <a:cubicBezTo>
                    <a:pt x="172919" y="14345"/>
                    <a:pt x="172878" y="14367"/>
                    <a:pt x="172834" y="14373"/>
                  </a:cubicBezTo>
                  <a:cubicBezTo>
                    <a:pt x="172791" y="14378"/>
                    <a:pt x="172748" y="14373"/>
                    <a:pt x="172705" y="14380"/>
                  </a:cubicBezTo>
                  <a:cubicBezTo>
                    <a:pt x="172620" y="14391"/>
                    <a:pt x="172547" y="14436"/>
                    <a:pt x="172480" y="14488"/>
                  </a:cubicBezTo>
                  <a:cubicBezTo>
                    <a:pt x="172331" y="14601"/>
                    <a:pt x="172162" y="14681"/>
                    <a:pt x="172004" y="14780"/>
                  </a:cubicBezTo>
                  <a:cubicBezTo>
                    <a:pt x="171842" y="14880"/>
                    <a:pt x="171681" y="14947"/>
                    <a:pt x="171506" y="15022"/>
                  </a:cubicBezTo>
                  <a:cubicBezTo>
                    <a:pt x="171349" y="15090"/>
                    <a:pt x="171206" y="15185"/>
                    <a:pt x="171031" y="15202"/>
                  </a:cubicBezTo>
                  <a:cubicBezTo>
                    <a:pt x="170859" y="15217"/>
                    <a:pt x="170682" y="15169"/>
                    <a:pt x="170514" y="15137"/>
                  </a:cubicBezTo>
                  <a:cubicBezTo>
                    <a:pt x="170340" y="15105"/>
                    <a:pt x="170183" y="15022"/>
                    <a:pt x="170009" y="14999"/>
                  </a:cubicBezTo>
                  <a:cubicBezTo>
                    <a:pt x="169919" y="14986"/>
                    <a:pt x="169849" y="14971"/>
                    <a:pt x="169769" y="14936"/>
                  </a:cubicBezTo>
                  <a:cubicBezTo>
                    <a:pt x="169702" y="14906"/>
                    <a:pt x="169633" y="14882"/>
                    <a:pt x="169562" y="14862"/>
                  </a:cubicBezTo>
                  <a:cubicBezTo>
                    <a:pt x="169382" y="14811"/>
                    <a:pt x="169198" y="14771"/>
                    <a:pt x="169017" y="14717"/>
                  </a:cubicBezTo>
                  <a:cubicBezTo>
                    <a:pt x="168655" y="14609"/>
                    <a:pt x="168285" y="14492"/>
                    <a:pt x="167954" y="14304"/>
                  </a:cubicBezTo>
                  <a:cubicBezTo>
                    <a:pt x="167792" y="14211"/>
                    <a:pt x="167680" y="14092"/>
                    <a:pt x="167561" y="13950"/>
                  </a:cubicBezTo>
                  <a:cubicBezTo>
                    <a:pt x="167461" y="13831"/>
                    <a:pt x="167349" y="13718"/>
                    <a:pt x="167198" y="13664"/>
                  </a:cubicBezTo>
                  <a:cubicBezTo>
                    <a:pt x="166906" y="13558"/>
                    <a:pt x="166603" y="13662"/>
                    <a:pt x="166313" y="13727"/>
                  </a:cubicBezTo>
                  <a:cubicBezTo>
                    <a:pt x="166140" y="13768"/>
                    <a:pt x="165975" y="13813"/>
                    <a:pt x="165811" y="13883"/>
                  </a:cubicBezTo>
                  <a:cubicBezTo>
                    <a:pt x="165640" y="13956"/>
                    <a:pt x="165478" y="14049"/>
                    <a:pt x="165307" y="14118"/>
                  </a:cubicBezTo>
                  <a:cubicBezTo>
                    <a:pt x="165220" y="14153"/>
                    <a:pt x="165129" y="14175"/>
                    <a:pt x="165045" y="14216"/>
                  </a:cubicBezTo>
                  <a:cubicBezTo>
                    <a:pt x="164970" y="14254"/>
                    <a:pt x="164913" y="14306"/>
                    <a:pt x="164851" y="14361"/>
                  </a:cubicBezTo>
                  <a:cubicBezTo>
                    <a:pt x="164706" y="14497"/>
                    <a:pt x="164545" y="14618"/>
                    <a:pt x="164394" y="14750"/>
                  </a:cubicBezTo>
                  <a:cubicBezTo>
                    <a:pt x="164273" y="14856"/>
                    <a:pt x="164178" y="14996"/>
                    <a:pt x="164048" y="15094"/>
                  </a:cubicBezTo>
                  <a:cubicBezTo>
                    <a:pt x="163901" y="15206"/>
                    <a:pt x="163713" y="15165"/>
                    <a:pt x="163550" y="15228"/>
                  </a:cubicBezTo>
                  <a:cubicBezTo>
                    <a:pt x="163499" y="15248"/>
                    <a:pt x="163458" y="15284"/>
                    <a:pt x="163406" y="15297"/>
                  </a:cubicBezTo>
                  <a:cubicBezTo>
                    <a:pt x="163319" y="15321"/>
                    <a:pt x="163226" y="15312"/>
                    <a:pt x="163140" y="15336"/>
                  </a:cubicBezTo>
                  <a:cubicBezTo>
                    <a:pt x="163070" y="15354"/>
                    <a:pt x="163008" y="15392"/>
                    <a:pt x="162938" y="15403"/>
                  </a:cubicBezTo>
                  <a:cubicBezTo>
                    <a:pt x="162848" y="15420"/>
                    <a:pt x="162769" y="15438"/>
                    <a:pt x="162685" y="15475"/>
                  </a:cubicBezTo>
                  <a:cubicBezTo>
                    <a:pt x="162523" y="15407"/>
                    <a:pt x="162361" y="15338"/>
                    <a:pt x="162199" y="15267"/>
                  </a:cubicBezTo>
                  <a:cubicBezTo>
                    <a:pt x="161883" y="15128"/>
                    <a:pt x="161569" y="15044"/>
                    <a:pt x="161236" y="14953"/>
                  </a:cubicBezTo>
                  <a:cubicBezTo>
                    <a:pt x="161098" y="14914"/>
                    <a:pt x="160985" y="14824"/>
                    <a:pt x="160840" y="14802"/>
                  </a:cubicBezTo>
                  <a:cubicBezTo>
                    <a:pt x="160656" y="14774"/>
                    <a:pt x="160559" y="14707"/>
                    <a:pt x="160414" y="14594"/>
                  </a:cubicBezTo>
                  <a:cubicBezTo>
                    <a:pt x="160157" y="14393"/>
                    <a:pt x="159865" y="14222"/>
                    <a:pt x="159585" y="14058"/>
                  </a:cubicBezTo>
                  <a:cubicBezTo>
                    <a:pt x="158962" y="13692"/>
                    <a:pt x="158324" y="13353"/>
                    <a:pt x="157673" y="13041"/>
                  </a:cubicBezTo>
                  <a:cubicBezTo>
                    <a:pt x="157520" y="12967"/>
                    <a:pt x="157371" y="12883"/>
                    <a:pt x="157212" y="12820"/>
                  </a:cubicBezTo>
                  <a:cubicBezTo>
                    <a:pt x="157065" y="12760"/>
                    <a:pt x="156912" y="12732"/>
                    <a:pt x="156758" y="12695"/>
                  </a:cubicBezTo>
                  <a:cubicBezTo>
                    <a:pt x="156605" y="12658"/>
                    <a:pt x="156501" y="12550"/>
                    <a:pt x="156365" y="12479"/>
                  </a:cubicBezTo>
                  <a:cubicBezTo>
                    <a:pt x="156211" y="12401"/>
                    <a:pt x="156045" y="12349"/>
                    <a:pt x="155891" y="12277"/>
                  </a:cubicBezTo>
                  <a:cubicBezTo>
                    <a:pt x="155577" y="12130"/>
                    <a:pt x="155279" y="11957"/>
                    <a:pt x="154958" y="11823"/>
                  </a:cubicBezTo>
                  <a:cubicBezTo>
                    <a:pt x="154636" y="11693"/>
                    <a:pt x="154318" y="11572"/>
                    <a:pt x="153990" y="11456"/>
                  </a:cubicBezTo>
                  <a:cubicBezTo>
                    <a:pt x="153836" y="11402"/>
                    <a:pt x="153693" y="11324"/>
                    <a:pt x="153544" y="11259"/>
                  </a:cubicBezTo>
                  <a:cubicBezTo>
                    <a:pt x="153384" y="11189"/>
                    <a:pt x="153219" y="11137"/>
                    <a:pt x="153059" y="11064"/>
                  </a:cubicBezTo>
                  <a:cubicBezTo>
                    <a:pt x="152737" y="10919"/>
                    <a:pt x="152397" y="10819"/>
                    <a:pt x="152069" y="10681"/>
                  </a:cubicBezTo>
                  <a:cubicBezTo>
                    <a:pt x="151748" y="10545"/>
                    <a:pt x="151439" y="10394"/>
                    <a:pt x="151102" y="10288"/>
                  </a:cubicBezTo>
                  <a:cubicBezTo>
                    <a:pt x="150786" y="10190"/>
                    <a:pt x="150472" y="10097"/>
                    <a:pt x="150172" y="9952"/>
                  </a:cubicBezTo>
                  <a:cubicBezTo>
                    <a:pt x="149877" y="9807"/>
                    <a:pt x="149622" y="9623"/>
                    <a:pt x="149386" y="9396"/>
                  </a:cubicBezTo>
                  <a:cubicBezTo>
                    <a:pt x="149282" y="9295"/>
                    <a:pt x="149192" y="9191"/>
                    <a:pt x="149099" y="9083"/>
                  </a:cubicBezTo>
                  <a:cubicBezTo>
                    <a:pt x="148997" y="8966"/>
                    <a:pt x="148867" y="8873"/>
                    <a:pt x="148748" y="8771"/>
                  </a:cubicBezTo>
                  <a:cubicBezTo>
                    <a:pt x="148632" y="8670"/>
                    <a:pt x="148528" y="8542"/>
                    <a:pt x="148404" y="8458"/>
                  </a:cubicBezTo>
                  <a:cubicBezTo>
                    <a:pt x="148275" y="8371"/>
                    <a:pt x="148138" y="8334"/>
                    <a:pt x="148019" y="8232"/>
                  </a:cubicBezTo>
                  <a:cubicBezTo>
                    <a:pt x="147742" y="7994"/>
                    <a:pt x="147455" y="7774"/>
                    <a:pt x="147197" y="7519"/>
                  </a:cubicBezTo>
                  <a:cubicBezTo>
                    <a:pt x="146955" y="7283"/>
                    <a:pt x="146685" y="7080"/>
                    <a:pt x="146522" y="6785"/>
                  </a:cubicBezTo>
                  <a:cubicBezTo>
                    <a:pt x="146380" y="6528"/>
                    <a:pt x="146142" y="6348"/>
                    <a:pt x="145902" y="6184"/>
                  </a:cubicBezTo>
                  <a:cubicBezTo>
                    <a:pt x="145789" y="6104"/>
                    <a:pt x="145666" y="6028"/>
                    <a:pt x="145534" y="5981"/>
                  </a:cubicBezTo>
                  <a:cubicBezTo>
                    <a:pt x="145395" y="5931"/>
                    <a:pt x="145246" y="5937"/>
                    <a:pt x="145101" y="5927"/>
                  </a:cubicBezTo>
                  <a:cubicBezTo>
                    <a:pt x="144777" y="5909"/>
                    <a:pt x="144413" y="5964"/>
                    <a:pt x="144113" y="6085"/>
                  </a:cubicBezTo>
                  <a:cubicBezTo>
                    <a:pt x="143955" y="6149"/>
                    <a:pt x="143803" y="6175"/>
                    <a:pt x="143641" y="6219"/>
                  </a:cubicBezTo>
                  <a:cubicBezTo>
                    <a:pt x="143466" y="6268"/>
                    <a:pt x="143302" y="6338"/>
                    <a:pt x="143126" y="6379"/>
                  </a:cubicBezTo>
                  <a:cubicBezTo>
                    <a:pt x="142811" y="6450"/>
                    <a:pt x="142497" y="6532"/>
                    <a:pt x="142183" y="6597"/>
                  </a:cubicBezTo>
                  <a:cubicBezTo>
                    <a:pt x="141865" y="6660"/>
                    <a:pt x="141580" y="6842"/>
                    <a:pt x="141305" y="7006"/>
                  </a:cubicBezTo>
                  <a:cubicBezTo>
                    <a:pt x="141022" y="7177"/>
                    <a:pt x="140779" y="7359"/>
                    <a:pt x="140548" y="7594"/>
                  </a:cubicBezTo>
                  <a:cubicBezTo>
                    <a:pt x="140498" y="7644"/>
                    <a:pt x="140461" y="7700"/>
                    <a:pt x="140414" y="7752"/>
                  </a:cubicBezTo>
                  <a:cubicBezTo>
                    <a:pt x="140360" y="7811"/>
                    <a:pt x="140303" y="7841"/>
                    <a:pt x="140236" y="7880"/>
                  </a:cubicBezTo>
                  <a:cubicBezTo>
                    <a:pt x="140079" y="7975"/>
                    <a:pt x="139938" y="8103"/>
                    <a:pt x="139797" y="8217"/>
                  </a:cubicBezTo>
                  <a:cubicBezTo>
                    <a:pt x="139520" y="8436"/>
                    <a:pt x="139252" y="8656"/>
                    <a:pt x="138947" y="8838"/>
                  </a:cubicBezTo>
                  <a:cubicBezTo>
                    <a:pt x="138666" y="9005"/>
                    <a:pt x="138454" y="9247"/>
                    <a:pt x="138186" y="9431"/>
                  </a:cubicBezTo>
                  <a:cubicBezTo>
                    <a:pt x="138054" y="9522"/>
                    <a:pt x="137909" y="9593"/>
                    <a:pt x="137779" y="9686"/>
                  </a:cubicBezTo>
                  <a:cubicBezTo>
                    <a:pt x="137630" y="9792"/>
                    <a:pt x="137502" y="9885"/>
                    <a:pt x="137327" y="9944"/>
                  </a:cubicBezTo>
                  <a:cubicBezTo>
                    <a:pt x="137182" y="9995"/>
                    <a:pt x="137089" y="10095"/>
                    <a:pt x="136953" y="10155"/>
                  </a:cubicBezTo>
                  <a:cubicBezTo>
                    <a:pt x="136799" y="10222"/>
                    <a:pt x="136643" y="10253"/>
                    <a:pt x="136481" y="10300"/>
                  </a:cubicBezTo>
                  <a:cubicBezTo>
                    <a:pt x="136170" y="10387"/>
                    <a:pt x="135921" y="10593"/>
                    <a:pt x="135597" y="10629"/>
                  </a:cubicBezTo>
                  <a:cubicBezTo>
                    <a:pt x="135248" y="10668"/>
                    <a:pt x="134909" y="10692"/>
                    <a:pt x="134563" y="10765"/>
                  </a:cubicBezTo>
                  <a:cubicBezTo>
                    <a:pt x="134221" y="10835"/>
                    <a:pt x="133885" y="10835"/>
                    <a:pt x="133535" y="10826"/>
                  </a:cubicBezTo>
                  <a:cubicBezTo>
                    <a:pt x="133168" y="10819"/>
                    <a:pt x="132789" y="10807"/>
                    <a:pt x="132425" y="10763"/>
                  </a:cubicBezTo>
                  <a:cubicBezTo>
                    <a:pt x="132088" y="10722"/>
                    <a:pt x="131757" y="10627"/>
                    <a:pt x="131415" y="10623"/>
                  </a:cubicBezTo>
                  <a:cubicBezTo>
                    <a:pt x="131039" y="10620"/>
                    <a:pt x="130669" y="10668"/>
                    <a:pt x="130290" y="10647"/>
                  </a:cubicBezTo>
                  <a:cubicBezTo>
                    <a:pt x="129931" y="10627"/>
                    <a:pt x="129577" y="10569"/>
                    <a:pt x="129222" y="10534"/>
                  </a:cubicBezTo>
                  <a:cubicBezTo>
                    <a:pt x="128911" y="10502"/>
                    <a:pt x="128601" y="10558"/>
                    <a:pt x="128341" y="10352"/>
                  </a:cubicBezTo>
                  <a:cubicBezTo>
                    <a:pt x="128324" y="10337"/>
                    <a:pt x="128305" y="10335"/>
                    <a:pt x="128290" y="10339"/>
                  </a:cubicBezTo>
                  <a:cubicBezTo>
                    <a:pt x="127974" y="10138"/>
                    <a:pt x="127656" y="9944"/>
                    <a:pt x="127297" y="9820"/>
                  </a:cubicBezTo>
                  <a:cubicBezTo>
                    <a:pt x="127067" y="9740"/>
                    <a:pt x="126834" y="9664"/>
                    <a:pt x="126594" y="9613"/>
                  </a:cubicBezTo>
                  <a:cubicBezTo>
                    <a:pt x="126371" y="9567"/>
                    <a:pt x="126142" y="9558"/>
                    <a:pt x="125914" y="9550"/>
                  </a:cubicBezTo>
                  <a:cubicBezTo>
                    <a:pt x="125679" y="9543"/>
                    <a:pt x="125497" y="9598"/>
                    <a:pt x="125300" y="9721"/>
                  </a:cubicBezTo>
                  <a:cubicBezTo>
                    <a:pt x="125088" y="9855"/>
                    <a:pt x="124863" y="9950"/>
                    <a:pt x="124627" y="10028"/>
                  </a:cubicBezTo>
                  <a:cubicBezTo>
                    <a:pt x="124463" y="10082"/>
                    <a:pt x="124199" y="10218"/>
                    <a:pt x="124028" y="10125"/>
                  </a:cubicBezTo>
                  <a:cubicBezTo>
                    <a:pt x="123888" y="10049"/>
                    <a:pt x="123810" y="9877"/>
                    <a:pt x="123725" y="9751"/>
                  </a:cubicBezTo>
                  <a:cubicBezTo>
                    <a:pt x="123661" y="9662"/>
                    <a:pt x="123591" y="9578"/>
                    <a:pt x="123527" y="9491"/>
                  </a:cubicBezTo>
                  <a:cubicBezTo>
                    <a:pt x="123457" y="9396"/>
                    <a:pt x="123408" y="9293"/>
                    <a:pt x="123349" y="9193"/>
                  </a:cubicBezTo>
                  <a:cubicBezTo>
                    <a:pt x="123224" y="8981"/>
                    <a:pt x="123115" y="8769"/>
                    <a:pt x="123012" y="8544"/>
                  </a:cubicBezTo>
                  <a:cubicBezTo>
                    <a:pt x="122821" y="8114"/>
                    <a:pt x="122590" y="7690"/>
                    <a:pt x="122261" y="7346"/>
                  </a:cubicBezTo>
                  <a:cubicBezTo>
                    <a:pt x="122108" y="7186"/>
                    <a:pt x="121954" y="7086"/>
                    <a:pt x="121761" y="6980"/>
                  </a:cubicBezTo>
                  <a:cubicBezTo>
                    <a:pt x="121670" y="6930"/>
                    <a:pt x="121588" y="6863"/>
                    <a:pt x="121497" y="6813"/>
                  </a:cubicBezTo>
                  <a:cubicBezTo>
                    <a:pt x="121398" y="6755"/>
                    <a:pt x="121288" y="6725"/>
                    <a:pt x="121175" y="6703"/>
                  </a:cubicBezTo>
                  <a:cubicBezTo>
                    <a:pt x="120948" y="6658"/>
                    <a:pt x="120723" y="6604"/>
                    <a:pt x="120496" y="6561"/>
                  </a:cubicBezTo>
                  <a:cubicBezTo>
                    <a:pt x="120254" y="6515"/>
                    <a:pt x="120024" y="6472"/>
                    <a:pt x="119791" y="6394"/>
                  </a:cubicBezTo>
                  <a:cubicBezTo>
                    <a:pt x="119689" y="6359"/>
                    <a:pt x="119585" y="6331"/>
                    <a:pt x="119496" y="6268"/>
                  </a:cubicBezTo>
                  <a:cubicBezTo>
                    <a:pt x="119412" y="6206"/>
                    <a:pt x="119336" y="6134"/>
                    <a:pt x="119256" y="6067"/>
                  </a:cubicBezTo>
                  <a:cubicBezTo>
                    <a:pt x="119077" y="5914"/>
                    <a:pt x="118936" y="5725"/>
                    <a:pt x="118765" y="5567"/>
                  </a:cubicBezTo>
                  <a:cubicBezTo>
                    <a:pt x="118588" y="5401"/>
                    <a:pt x="118432" y="5217"/>
                    <a:pt x="118253" y="5055"/>
                  </a:cubicBezTo>
                  <a:cubicBezTo>
                    <a:pt x="118086" y="4904"/>
                    <a:pt x="117894" y="4780"/>
                    <a:pt x="117697" y="4670"/>
                  </a:cubicBezTo>
                  <a:cubicBezTo>
                    <a:pt x="117506" y="4562"/>
                    <a:pt x="117301" y="4449"/>
                    <a:pt x="117093" y="4380"/>
                  </a:cubicBezTo>
                  <a:cubicBezTo>
                    <a:pt x="116896" y="4315"/>
                    <a:pt x="116685" y="4304"/>
                    <a:pt x="116479" y="4326"/>
                  </a:cubicBezTo>
                  <a:cubicBezTo>
                    <a:pt x="116271" y="4348"/>
                    <a:pt x="116066" y="4400"/>
                    <a:pt x="115865" y="4460"/>
                  </a:cubicBezTo>
                  <a:cubicBezTo>
                    <a:pt x="115646" y="4523"/>
                    <a:pt x="115447" y="4627"/>
                    <a:pt x="115233" y="4696"/>
                  </a:cubicBezTo>
                  <a:cubicBezTo>
                    <a:pt x="115123" y="4733"/>
                    <a:pt x="115013" y="4752"/>
                    <a:pt x="114906" y="4797"/>
                  </a:cubicBezTo>
                  <a:cubicBezTo>
                    <a:pt x="114792" y="4843"/>
                    <a:pt x="114684" y="4899"/>
                    <a:pt x="114565" y="4930"/>
                  </a:cubicBezTo>
                  <a:cubicBezTo>
                    <a:pt x="114351" y="4990"/>
                    <a:pt x="114126" y="5066"/>
                    <a:pt x="113905" y="5098"/>
                  </a:cubicBezTo>
                  <a:cubicBezTo>
                    <a:pt x="113669" y="5131"/>
                    <a:pt x="113440" y="5150"/>
                    <a:pt x="113224" y="5263"/>
                  </a:cubicBezTo>
                  <a:cubicBezTo>
                    <a:pt x="113050" y="5354"/>
                    <a:pt x="112893" y="5477"/>
                    <a:pt x="112771" y="5630"/>
                  </a:cubicBezTo>
                  <a:cubicBezTo>
                    <a:pt x="112488" y="5979"/>
                    <a:pt x="112488" y="6444"/>
                    <a:pt x="112393" y="6863"/>
                  </a:cubicBezTo>
                  <a:cubicBezTo>
                    <a:pt x="112341" y="7099"/>
                    <a:pt x="112257" y="7324"/>
                    <a:pt x="112196" y="7556"/>
                  </a:cubicBezTo>
                  <a:cubicBezTo>
                    <a:pt x="112177" y="7625"/>
                    <a:pt x="112162" y="7703"/>
                    <a:pt x="112122" y="7763"/>
                  </a:cubicBezTo>
                  <a:cubicBezTo>
                    <a:pt x="112099" y="7796"/>
                    <a:pt x="112101" y="7796"/>
                    <a:pt x="112071" y="7793"/>
                  </a:cubicBezTo>
                  <a:cubicBezTo>
                    <a:pt x="112038" y="7787"/>
                    <a:pt x="111984" y="7707"/>
                    <a:pt x="111954" y="7687"/>
                  </a:cubicBezTo>
                  <a:cubicBezTo>
                    <a:pt x="111880" y="7633"/>
                    <a:pt x="111794" y="7609"/>
                    <a:pt x="111712" y="7568"/>
                  </a:cubicBezTo>
                  <a:cubicBezTo>
                    <a:pt x="111616" y="7521"/>
                    <a:pt x="111532" y="7445"/>
                    <a:pt x="111461" y="7363"/>
                  </a:cubicBezTo>
                  <a:cubicBezTo>
                    <a:pt x="111314" y="7198"/>
                    <a:pt x="111177" y="7015"/>
                    <a:pt x="111065" y="6826"/>
                  </a:cubicBezTo>
                  <a:cubicBezTo>
                    <a:pt x="110866" y="6485"/>
                    <a:pt x="110483" y="6111"/>
                    <a:pt x="110039" y="6204"/>
                  </a:cubicBezTo>
                  <a:cubicBezTo>
                    <a:pt x="109841" y="6245"/>
                    <a:pt x="109747" y="6413"/>
                    <a:pt x="109598" y="6528"/>
                  </a:cubicBezTo>
                  <a:cubicBezTo>
                    <a:pt x="109421" y="6664"/>
                    <a:pt x="109213" y="6753"/>
                    <a:pt x="109034" y="6891"/>
                  </a:cubicBezTo>
                  <a:cubicBezTo>
                    <a:pt x="108670" y="7177"/>
                    <a:pt x="108361" y="7538"/>
                    <a:pt x="108095" y="7914"/>
                  </a:cubicBezTo>
                  <a:cubicBezTo>
                    <a:pt x="107989" y="8060"/>
                    <a:pt x="107892" y="8215"/>
                    <a:pt x="107798" y="8369"/>
                  </a:cubicBezTo>
                  <a:cubicBezTo>
                    <a:pt x="107719" y="8349"/>
                    <a:pt x="107641" y="8330"/>
                    <a:pt x="107561" y="8321"/>
                  </a:cubicBezTo>
                  <a:cubicBezTo>
                    <a:pt x="107441" y="8306"/>
                    <a:pt x="107312" y="8336"/>
                    <a:pt x="107193" y="8308"/>
                  </a:cubicBezTo>
                  <a:cubicBezTo>
                    <a:pt x="107083" y="8284"/>
                    <a:pt x="106985" y="8211"/>
                    <a:pt x="106890" y="8153"/>
                  </a:cubicBezTo>
                  <a:cubicBezTo>
                    <a:pt x="106780" y="8086"/>
                    <a:pt x="106665" y="8034"/>
                    <a:pt x="106548" y="7984"/>
                  </a:cubicBezTo>
                  <a:cubicBezTo>
                    <a:pt x="106310" y="7886"/>
                    <a:pt x="106077" y="7781"/>
                    <a:pt x="105837" y="7687"/>
                  </a:cubicBezTo>
                  <a:cubicBezTo>
                    <a:pt x="105592" y="7592"/>
                    <a:pt x="105361" y="7471"/>
                    <a:pt x="105114" y="7382"/>
                  </a:cubicBezTo>
                  <a:cubicBezTo>
                    <a:pt x="104883" y="7302"/>
                    <a:pt x="104643" y="7211"/>
                    <a:pt x="104450" y="7067"/>
                  </a:cubicBezTo>
                  <a:cubicBezTo>
                    <a:pt x="104355" y="6997"/>
                    <a:pt x="104247" y="6952"/>
                    <a:pt x="104143" y="6896"/>
                  </a:cubicBezTo>
                  <a:cubicBezTo>
                    <a:pt x="104032" y="6837"/>
                    <a:pt x="103922" y="6773"/>
                    <a:pt x="103807" y="6720"/>
                  </a:cubicBezTo>
                  <a:cubicBezTo>
                    <a:pt x="103598" y="6625"/>
                    <a:pt x="103410" y="6496"/>
                    <a:pt x="103211" y="6387"/>
                  </a:cubicBezTo>
                  <a:cubicBezTo>
                    <a:pt x="102994" y="6266"/>
                    <a:pt x="102745" y="6214"/>
                    <a:pt x="102525" y="6098"/>
                  </a:cubicBezTo>
                  <a:cubicBezTo>
                    <a:pt x="102326" y="5994"/>
                    <a:pt x="102153" y="5883"/>
                    <a:pt x="101993" y="5730"/>
                  </a:cubicBezTo>
                  <a:cubicBezTo>
                    <a:pt x="101930" y="5671"/>
                    <a:pt x="101852" y="5594"/>
                    <a:pt x="101766" y="5555"/>
                  </a:cubicBezTo>
                  <a:cubicBezTo>
                    <a:pt x="101763" y="5550"/>
                    <a:pt x="101759" y="5542"/>
                    <a:pt x="101755" y="5537"/>
                  </a:cubicBezTo>
                  <a:cubicBezTo>
                    <a:pt x="101632" y="5373"/>
                    <a:pt x="101478" y="5286"/>
                    <a:pt x="101270" y="5282"/>
                  </a:cubicBezTo>
                  <a:cubicBezTo>
                    <a:pt x="101022" y="5276"/>
                    <a:pt x="100784" y="5299"/>
                    <a:pt x="100535" y="5261"/>
                  </a:cubicBezTo>
                  <a:cubicBezTo>
                    <a:pt x="100295" y="5224"/>
                    <a:pt x="100061" y="5159"/>
                    <a:pt x="99817" y="5157"/>
                  </a:cubicBezTo>
                  <a:cubicBezTo>
                    <a:pt x="99709" y="5155"/>
                    <a:pt x="99618" y="5155"/>
                    <a:pt x="99516" y="5113"/>
                  </a:cubicBezTo>
                  <a:cubicBezTo>
                    <a:pt x="99410" y="5072"/>
                    <a:pt x="99311" y="5020"/>
                    <a:pt x="99205" y="4981"/>
                  </a:cubicBezTo>
                  <a:cubicBezTo>
                    <a:pt x="98980" y="4899"/>
                    <a:pt x="98787" y="4772"/>
                    <a:pt x="98603" y="4624"/>
                  </a:cubicBezTo>
                  <a:cubicBezTo>
                    <a:pt x="98424" y="4479"/>
                    <a:pt x="98210" y="4382"/>
                    <a:pt x="98011" y="4267"/>
                  </a:cubicBezTo>
                  <a:cubicBezTo>
                    <a:pt x="97811" y="4151"/>
                    <a:pt x="97586" y="4051"/>
                    <a:pt x="97353" y="4025"/>
                  </a:cubicBezTo>
                  <a:cubicBezTo>
                    <a:pt x="97139" y="3999"/>
                    <a:pt x="96929" y="4045"/>
                    <a:pt x="96715" y="4038"/>
                  </a:cubicBezTo>
                  <a:cubicBezTo>
                    <a:pt x="96611" y="4034"/>
                    <a:pt x="96503" y="4019"/>
                    <a:pt x="96407" y="3984"/>
                  </a:cubicBezTo>
                  <a:cubicBezTo>
                    <a:pt x="96308" y="3947"/>
                    <a:pt x="96243" y="3882"/>
                    <a:pt x="96155" y="3829"/>
                  </a:cubicBezTo>
                  <a:cubicBezTo>
                    <a:pt x="95960" y="3714"/>
                    <a:pt x="95704" y="3733"/>
                    <a:pt x="95486" y="3748"/>
                  </a:cubicBezTo>
                  <a:cubicBezTo>
                    <a:pt x="95240" y="3764"/>
                    <a:pt x="94997" y="3779"/>
                    <a:pt x="94757" y="3844"/>
                  </a:cubicBezTo>
                  <a:cubicBezTo>
                    <a:pt x="94530" y="3906"/>
                    <a:pt x="94316" y="4006"/>
                    <a:pt x="94089" y="4069"/>
                  </a:cubicBezTo>
                  <a:cubicBezTo>
                    <a:pt x="93836" y="4142"/>
                    <a:pt x="93604" y="4116"/>
                    <a:pt x="93349" y="4064"/>
                  </a:cubicBezTo>
                  <a:cubicBezTo>
                    <a:pt x="93105" y="4015"/>
                    <a:pt x="92877" y="3995"/>
                    <a:pt x="92629" y="3991"/>
                  </a:cubicBezTo>
                  <a:cubicBezTo>
                    <a:pt x="92389" y="3988"/>
                    <a:pt x="92164" y="3896"/>
                    <a:pt x="91923" y="3887"/>
                  </a:cubicBezTo>
                  <a:cubicBezTo>
                    <a:pt x="91690" y="3876"/>
                    <a:pt x="91426" y="3887"/>
                    <a:pt x="91195" y="3928"/>
                  </a:cubicBezTo>
                  <a:cubicBezTo>
                    <a:pt x="91082" y="3948"/>
                    <a:pt x="90974" y="3995"/>
                    <a:pt x="90861" y="4014"/>
                  </a:cubicBezTo>
                  <a:cubicBezTo>
                    <a:pt x="90745" y="4034"/>
                    <a:pt x="90634" y="4041"/>
                    <a:pt x="90524" y="4084"/>
                  </a:cubicBezTo>
                  <a:cubicBezTo>
                    <a:pt x="90342" y="4155"/>
                    <a:pt x="90199" y="4281"/>
                    <a:pt x="90065" y="4417"/>
                  </a:cubicBezTo>
                  <a:cubicBezTo>
                    <a:pt x="89903" y="4583"/>
                    <a:pt x="89708" y="4705"/>
                    <a:pt x="89533" y="4858"/>
                  </a:cubicBezTo>
                  <a:cubicBezTo>
                    <a:pt x="89447" y="4936"/>
                    <a:pt x="89364" y="4988"/>
                    <a:pt x="89261" y="5044"/>
                  </a:cubicBezTo>
                  <a:cubicBezTo>
                    <a:pt x="89161" y="5096"/>
                    <a:pt x="89085" y="5169"/>
                    <a:pt x="88995" y="5237"/>
                  </a:cubicBezTo>
                  <a:cubicBezTo>
                    <a:pt x="88906" y="5304"/>
                    <a:pt x="88800" y="5332"/>
                    <a:pt x="88705" y="5388"/>
                  </a:cubicBezTo>
                  <a:cubicBezTo>
                    <a:pt x="88609" y="5442"/>
                    <a:pt x="88527" y="5518"/>
                    <a:pt x="88439" y="5583"/>
                  </a:cubicBezTo>
                  <a:cubicBezTo>
                    <a:pt x="88246" y="5721"/>
                    <a:pt x="88036" y="5825"/>
                    <a:pt x="87848" y="5972"/>
                  </a:cubicBezTo>
                  <a:cubicBezTo>
                    <a:pt x="87658" y="6119"/>
                    <a:pt x="87474" y="6264"/>
                    <a:pt x="87262" y="6381"/>
                  </a:cubicBezTo>
                  <a:cubicBezTo>
                    <a:pt x="87046" y="6502"/>
                    <a:pt x="86819" y="6601"/>
                    <a:pt x="86606" y="6727"/>
                  </a:cubicBezTo>
                  <a:cubicBezTo>
                    <a:pt x="86407" y="6842"/>
                    <a:pt x="86245" y="7004"/>
                    <a:pt x="86057" y="7134"/>
                  </a:cubicBezTo>
                  <a:cubicBezTo>
                    <a:pt x="85865" y="7266"/>
                    <a:pt x="85670" y="7397"/>
                    <a:pt x="85473" y="7521"/>
                  </a:cubicBezTo>
                  <a:cubicBezTo>
                    <a:pt x="85071" y="7774"/>
                    <a:pt x="84606" y="7923"/>
                    <a:pt x="84188" y="8148"/>
                  </a:cubicBezTo>
                  <a:cubicBezTo>
                    <a:pt x="83980" y="8258"/>
                    <a:pt x="83781" y="8386"/>
                    <a:pt x="83602" y="8540"/>
                  </a:cubicBezTo>
                  <a:cubicBezTo>
                    <a:pt x="83416" y="8700"/>
                    <a:pt x="83249" y="8881"/>
                    <a:pt x="83059" y="9039"/>
                  </a:cubicBezTo>
                  <a:cubicBezTo>
                    <a:pt x="82672" y="9359"/>
                    <a:pt x="82231" y="9597"/>
                    <a:pt x="81824" y="9889"/>
                  </a:cubicBezTo>
                  <a:cubicBezTo>
                    <a:pt x="81612" y="10041"/>
                    <a:pt x="81406" y="10203"/>
                    <a:pt x="81203" y="10367"/>
                  </a:cubicBezTo>
                  <a:cubicBezTo>
                    <a:pt x="81041" y="10497"/>
                    <a:pt x="80885" y="10666"/>
                    <a:pt x="80667" y="10692"/>
                  </a:cubicBezTo>
                  <a:cubicBezTo>
                    <a:pt x="80431" y="10720"/>
                    <a:pt x="80191" y="10664"/>
                    <a:pt x="79962" y="10618"/>
                  </a:cubicBezTo>
                  <a:cubicBezTo>
                    <a:pt x="79710" y="10566"/>
                    <a:pt x="79455" y="10532"/>
                    <a:pt x="79198" y="10493"/>
                  </a:cubicBezTo>
                  <a:cubicBezTo>
                    <a:pt x="78943" y="10454"/>
                    <a:pt x="78713" y="10448"/>
                    <a:pt x="78454" y="10480"/>
                  </a:cubicBezTo>
                  <a:cubicBezTo>
                    <a:pt x="78203" y="10510"/>
                    <a:pt x="77950" y="10515"/>
                    <a:pt x="77701" y="10553"/>
                  </a:cubicBezTo>
                  <a:cubicBezTo>
                    <a:pt x="77457" y="10588"/>
                    <a:pt x="77221" y="10666"/>
                    <a:pt x="76991" y="10744"/>
                  </a:cubicBezTo>
                  <a:cubicBezTo>
                    <a:pt x="76892" y="10778"/>
                    <a:pt x="76801" y="10815"/>
                    <a:pt x="76725" y="10884"/>
                  </a:cubicBezTo>
                  <a:cubicBezTo>
                    <a:pt x="76654" y="10949"/>
                    <a:pt x="76539" y="10960"/>
                    <a:pt x="76449" y="10995"/>
                  </a:cubicBezTo>
                  <a:cubicBezTo>
                    <a:pt x="76265" y="11071"/>
                    <a:pt x="76059" y="11161"/>
                    <a:pt x="75856" y="11153"/>
                  </a:cubicBezTo>
                  <a:cubicBezTo>
                    <a:pt x="75856" y="11151"/>
                    <a:pt x="75856" y="11151"/>
                    <a:pt x="75856" y="11151"/>
                  </a:cubicBezTo>
                  <a:cubicBezTo>
                    <a:pt x="75834" y="11099"/>
                    <a:pt x="75750" y="11107"/>
                    <a:pt x="75741" y="11155"/>
                  </a:cubicBezTo>
                  <a:cubicBezTo>
                    <a:pt x="75700" y="11146"/>
                    <a:pt x="75659" y="11133"/>
                    <a:pt x="75618" y="11122"/>
                  </a:cubicBezTo>
                  <a:cubicBezTo>
                    <a:pt x="75490" y="11077"/>
                    <a:pt x="75365" y="11021"/>
                    <a:pt x="75242" y="10964"/>
                  </a:cubicBezTo>
                  <a:cubicBezTo>
                    <a:pt x="74982" y="10841"/>
                    <a:pt x="74722" y="10733"/>
                    <a:pt x="74446" y="10646"/>
                  </a:cubicBezTo>
                  <a:cubicBezTo>
                    <a:pt x="74307" y="10603"/>
                    <a:pt x="74164" y="10569"/>
                    <a:pt x="74028" y="10517"/>
                  </a:cubicBezTo>
                  <a:cubicBezTo>
                    <a:pt x="73909" y="10471"/>
                    <a:pt x="73799" y="10402"/>
                    <a:pt x="73680" y="10350"/>
                  </a:cubicBezTo>
                  <a:cubicBezTo>
                    <a:pt x="73569" y="10300"/>
                    <a:pt x="73446" y="10266"/>
                    <a:pt x="73342" y="10197"/>
                  </a:cubicBezTo>
                  <a:cubicBezTo>
                    <a:pt x="73228" y="10123"/>
                    <a:pt x="73122" y="10032"/>
                    <a:pt x="73014" y="9946"/>
                  </a:cubicBezTo>
                  <a:cubicBezTo>
                    <a:pt x="72903" y="9859"/>
                    <a:pt x="72789" y="9770"/>
                    <a:pt x="72670" y="9691"/>
                  </a:cubicBezTo>
                  <a:cubicBezTo>
                    <a:pt x="72557" y="9615"/>
                    <a:pt x="72455" y="9526"/>
                    <a:pt x="72341" y="9452"/>
                  </a:cubicBezTo>
                  <a:cubicBezTo>
                    <a:pt x="72226" y="9377"/>
                    <a:pt x="72135" y="9280"/>
                    <a:pt x="72032" y="9193"/>
                  </a:cubicBezTo>
                  <a:cubicBezTo>
                    <a:pt x="71923" y="9102"/>
                    <a:pt x="71800" y="9026"/>
                    <a:pt x="71679" y="8949"/>
                  </a:cubicBezTo>
                  <a:cubicBezTo>
                    <a:pt x="71432" y="8788"/>
                    <a:pt x="71179" y="8631"/>
                    <a:pt x="70918" y="8492"/>
                  </a:cubicBezTo>
                  <a:cubicBezTo>
                    <a:pt x="70660" y="8352"/>
                    <a:pt x="70401" y="8207"/>
                    <a:pt x="70137" y="8077"/>
                  </a:cubicBezTo>
                  <a:cubicBezTo>
                    <a:pt x="69884" y="7953"/>
                    <a:pt x="69615" y="7860"/>
                    <a:pt x="69351" y="7763"/>
                  </a:cubicBezTo>
                  <a:cubicBezTo>
                    <a:pt x="69113" y="7677"/>
                    <a:pt x="68873" y="7594"/>
                    <a:pt x="68668" y="7443"/>
                  </a:cubicBezTo>
                  <a:cubicBezTo>
                    <a:pt x="68560" y="7363"/>
                    <a:pt x="68456" y="7279"/>
                    <a:pt x="68345" y="7207"/>
                  </a:cubicBezTo>
                  <a:cubicBezTo>
                    <a:pt x="68235" y="7134"/>
                    <a:pt x="68118" y="7082"/>
                    <a:pt x="68000" y="7025"/>
                  </a:cubicBezTo>
                  <a:cubicBezTo>
                    <a:pt x="67762" y="6911"/>
                    <a:pt x="67545" y="6764"/>
                    <a:pt x="67316" y="6636"/>
                  </a:cubicBezTo>
                  <a:cubicBezTo>
                    <a:pt x="67201" y="6571"/>
                    <a:pt x="67082" y="6509"/>
                    <a:pt x="66959" y="6461"/>
                  </a:cubicBezTo>
                  <a:cubicBezTo>
                    <a:pt x="66833" y="6413"/>
                    <a:pt x="66714" y="6394"/>
                    <a:pt x="66580" y="6383"/>
                  </a:cubicBezTo>
                  <a:cubicBezTo>
                    <a:pt x="66446" y="6370"/>
                    <a:pt x="66319" y="6325"/>
                    <a:pt x="66185" y="6318"/>
                  </a:cubicBezTo>
                  <a:cubicBezTo>
                    <a:pt x="66059" y="6312"/>
                    <a:pt x="65929" y="6305"/>
                    <a:pt x="65800" y="6303"/>
                  </a:cubicBezTo>
                  <a:cubicBezTo>
                    <a:pt x="65653" y="6301"/>
                    <a:pt x="65520" y="6346"/>
                    <a:pt x="65378" y="6383"/>
                  </a:cubicBezTo>
                  <a:cubicBezTo>
                    <a:pt x="65233" y="6422"/>
                    <a:pt x="65088" y="6448"/>
                    <a:pt x="64941" y="6476"/>
                  </a:cubicBezTo>
                  <a:cubicBezTo>
                    <a:pt x="64809" y="6500"/>
                    <a:pt x="64677" y="6519"/>
                    <a:pt x="64543" y="6535"/>
                  </a:cubicBezTo>
                  <a:cubicBezTo>
                    <a:pt x="64454" y="6454"/>
                    <a:pt x="64365" y="6368"/>
                    <a:pt x="64273" y="6290"/>
                  </a:cubicBezTo>
                  <a:cubicBezTo>
                    <a:pt x="64141" y="6177"/>
                    <a:pt x="63987" y="6091"/>
                    <a:pt x="63846" y="5991"/>
                  </a:cubicBezTo>
                  <a:cubicBezTo>
                    <a:pt x="63704" y="5890"/>
                    <a:pt x="63595" y="5769"/>
                    <a:pt x="63487" y="5635"/>
                  </a:cubicBezTo>
                  <a:cubicBezTo>
                    <a:pt x="63256" y="5354"/>
                    <a:pt x="62996" y="5102"/>
                    <a:pt x="62756" y="4828"/>
                  </a:cubicBezTo>
                  <a:cubicBezTo>
                    <a:pt x="62652" y="4709"/>
                    <a:pt x="62542" y="4568"/>
                    <a:pt x="62386" y="4514"/>
                  </a:cubicBezTo>
                  <a:cubicBezTo>
                    <a:pt x="62319" y="4490"/>
                    <a:pt x="62256" y="4467"/>
                    <a:pt x="62194" y="4430"/>
                  </a:cubicBezTo>
                  <a:cubicBezTo>
                    <a:pt x="62127" y="4391"/>
                    <a:pt x="62059" y="4354"/>
                    <a:pt x="61979" y="4345"/>
                  </a:cubicBezTo>
                  <a:cubicBezTo>
                    <a:pt x="61893" y="4337"/>
                    <a:pt x="61820" y="4363"/>
                    <a:pt x="61744" y="4399"/>
                  </a:cubicBezTo>
                  <a:cubicBezTo>
                    <a:pt x="61662" y="4438"/>
                    <a:pt x="61579" y="4441"/>
                    <a:pt x="61488" y="4445"/>
                  </a:cubicBezTo>
                  <a:cubicBezTo>
                    <a:pt x="61303" y="4452"/>
                    <a:pt x="61145" y="4475"/>
                    <a:pt x="60984" y="4568"/>
                  </a:cubicBezTo>
                  <a:cubicBezTo>
                    <a:pt x="60844" y="4646"/>
                    <a:pt x="60725" y="4756"/>
                    <a:pt x="60589" y="4839"/>
                  </a:cubicBezTo>
                  <a:cubicBezTo>
                    <a:pt x="60441" y="4930"/>
                    <a:pt x="60281" y="5007"/>
                    <a:pt x="60132" y="5098"/>
                  </a:cubicBezTo>
                  <a:cubicBezTo>
                    <a:pt x="59977" y="5189"/>
                    <a:pt x="59831" y="5289"/>
                    <a:pt x="59697" y="5408"/>
                  </a:cubicBezTo>
                  <a:cubicBezTo>
                    <a:pt x="59572" y="5520"/>
                    <a:pt x="59457" y="5639"/>
                    <a:pt x="59310" y="5726"/>
                  </a:cubicBezTo>
                  <a:cubicBezTo>
                    <a:pt x="58994" y="5914"/>
                    <a:pt x="58735" y="6186"/>
                    <a:pt x="58503" y="6465"/>
                  </a:cubicBezTo>
                  <a:cubicBezTo>
                    <a:pt x="58384" y="6604"/>
                    <a:pt x="58274" y="6753"/>
                    <a:pt x="58166" y="6902"/>
                  </a:cubicBezTo>
                  <a:cubicBezTo>
                    <a:pt x="58071" y="7038"/>
                    <a:pt x="57984" y="7162"/>
                    <a:pt x="57848" y="7263"/>
                  </a:cubicBezTo>
                  <a:cubicBezTo>
                    <a:pt x="57785" y="7309"/>
                    <a:pt x="57718" y="7343"/>
                    <a:pt x="57651" y="7383"/>
                  </a:cubicBezTo>
                  <a:cubicBezTo>
                    <a:pt x="57573" y="7430"/>
                    <a:pt x="57508" y="7493"/>
                    <a:pt x="57439" y="7553"/>
                  </a:cubicBezTo>
                  <a:cubicBezTo>
                    <a:pt x="57303" y="7670"/>
                    <a:pt x="57147" y="7754"/>
                    <a:pt x="56989" y="7837"/>
                  </a:cubicBezTo>
                  <a:cubicBezTo>
                    <a:pt x="56924" y="7873"/>
                    <a:pt x="56860" y="7912"/>
                    <a:pt x="56786" y="7927"/>
                  </a:cubicBezTo>
                  <a:cubicBezTo>
                    <a:pt x="56693" y="7947"/>
                    <a:pt x="56609" y="7969"/>
                    <a:pt x="56522" y="8008"/>
                  </a:cubicBezTo>
                  <a:cubicBezTo>
                    <a:pt x="56355" y="8083"/>
                    <a:pt x="56195" y="8172"/>
                    <a:pt x="56033" y="8258"/>
                  </a:cubicBezTo>
                  <a:cubicBezTo>
                    <a:pt x="55875" y="8343"/>
                    <a:pt x="55706" y="8406"/>
                    <a:pt x="55547" y="8494"/>
                  </a:cubicBezTo>
                  <a:cubicBezTo>
                    <a:pt x="55388" y="8585"/>
                    <a:pt x="55259" y="8724"/>
                    <a:pt x="55118" y="8842"/>
                  </a:cubicBezTo>
                  <a:cubicBezTo>
                    <a:pt x="54986" y="8951"/>
                    <a:pt x="54850" y="9057"/>
                    <a:pt x="54701" y="9143"/>
                  </a:cubicBezTo>
                  <a:cubicBezTo>
                    <a:pt x="54545" y="9232"/>
                    <a:pt x="54419" y="9342"/>
                    <a:pt x="54290" y="9465"/>
                  </a:cubicBezTo>
                  <a:cubicBezTo>
                    <a:pt x="54162" y="9587"/>
                    <a:pt x="54039" y="9704"/>
                    <a:pt x="53879" y="9786"/>
                  </a:cubicBezTo>
                  <a:cubicBezTo>
                    <a:pt x="53712" y="9870"/>
                    <a:pt x="53546" y="9948"/>
                    <a:pt x="53385" y="10041"/>
                  </a:cubicBezTo>
                  <a:cubicBezTo>
                    <a:pt x="53228" y="10130"/>
                    <a:pt x="53074" y="10225"/>
                    <a:pt x="52907" y="10296"/>
                  </a:cubicBezTo>
                  <a:cubicBezTo>
                    <a:pt x="52732" y="10370"/>
                    <a:pt x="52546" y="10407"/>
                    <a:pt x="52358" y="10445"/>
                  </a:cubicBezTo>
                  <a:cubicBezTo>
                    <a:pt x="52168" y="10482"/>
                    <a:pt x="51977" y="10519"/>
                    <a:pt x="51791" y="10575"/>
                  </a:cubicBezTo>
                  <a:cubicBezTo>
                    <a:pt x="51707" y="10601"/>
                    <a:pt x="51627" y="10636"/>
                    <a:pt x="51545" y="10668"/>
                  </a:cubicBezTo>
                  <a:cubicBezTo>
                    <a:pt x="51456" y="10701"/>
                    <a:pt x="51365" y="10714"/>
                    <a:pt x="51274" y="10739"/>
                  </a:cubicBezTo>
                  <a:cubicBezTo>
                    <a:pt x="51106" y="10781"/>
                    <a:pt x="50961" y="10861"/>
                    <a:pt x="50786" y="10885"/>
                  </a:cubicBezTo>
                  <a:cubicBezTo>
                    <a:pt x="50697" y="10898"/>
                    <a:pt x="50608" y="10906"/>
                    <a:pt x="50519" y="10917"/>
                  </a:cubicBezTo>
                  <a:cubicBezTo>
                    <a:pt x="50422" y="10926"/>
                    <a:pt x="50344" y="10945"/>
                    <a:pt x="50249" y="10925"/>
                  </a:cubicBezTo>
                  <a:cubicBezTo>
                    <a:pt x="50137" y="10902"/>
                    <a:pt x="49998" y="10878"/>
                    <a:pt x="49888" y="10911"/>
                  </a:cubicBezTo>
                  <a:cubicBezTo>
                    <a:pt x="49879" y="10913"/>
                    <a:pt x="49873" y="10917"/>
                    <a:pt x="49868" y="10921"/>
                  </a:cubicBezTo>
                  <a:cubicBezTo>
                    <a:pt x="49821" y="10913"/>
                    <a:pt x="49777" y="10906"/>
                    <a:pt x="49730" y="10897"/>
                  </a:cubicBezTo>
                  <a:cubicBezTo>
                    <a:pt x="49421" y="10841"/>
                    <a:pt x="49120" y="10794"/>
                    <a:pt x="48826" y="10683"/>
                  </a:cubicBezTo>
                  <a:cubicBezTo>
                    <a:pt x="48553" y="10579"/>
                    <a:pt x="48287" y="10474"/>
                    <a:pt x="47997" y="10434"/>
                  </a:cubicBezTo>
                  <a:cubicBezTo>
                    <a:pt x="47684" y="10389"/>
                    <a:pt x="47394" y="10288"/>
                    <a:pt x="47089" y="10214"/>
                  </a:cubicBezTo>
                  <a:cubicBezTo>
                    <a:pt x="46801" y="10143"/>
                    <a:pt x="46539" y="10000"/>
                    <a:pt x="46251" y="9926"/>
                  </a:cubicBezTo>
                  <a:cubicBezTo>
                    <a:pt x="45955" y="9848"/>
                    <a:pt x="45667" y="9742"/>
                    <a:pt x="45388" y="9621"/>
                  </a:cubicBezTo>
                  <a:cubicBezTo>
                    <a:pt x="45101" y="9498"/>
                    <a:pt x="44824" y="9362"/>
                    <a:pt x="44530" y="9260"/>
                  </a:cubicBezTo>
                  <a:cubicBezTo>
                    <a:pt x="44235" y="9156"/>
                    <a:pt x="43917" y="9094"/>
                    <a:pt x="43628" y="8970"/>
                  </a:cubicBezTo>
                  <a:cubicBezTo>
                    <a:pt x="43519" y="8923"/>
                    <a:pt x="43424" y="8853"/>
                    <a:pt x="43320" y="8797"/>
                  </a:cubicBezTo>
                  <a:cubicBezTo>
                    <a:pt x="43197" y="8730"/>
                    <a:pt x="43061" y="8691"/>
                    <a:pt x="42935" y="8628"/>
                  </a:cubicBezTo>
                  <a:cubicBezTo>
                    <a:pt x="42680" y="8503"/>
                    <a:pt x="42449" y="8341"/>
                    <a:pt x="42185" y="8237"/>
                  </a:cubicBezTo>
                  <a:cubicBezTo>
                    <a:pt x="41914" y="8133"/>
                    <a:pt x="41655" y="7988"/>
                    <a:pt x="41356" y="7997"/>
                  </a:cubicBezTo>
                  <a:cubicBezTo>
                    <a:pt x="41052" y="8007"/>
                    <a:pt x="40746" y="8049"/>
                    <a:pt x="40444" y="8077"/>
                  </a:cubicBezTo>
                  <a:cubicBezTo>
                    <a:pt x="40147" y="8105"/>
                    <a:pt x="39931" y="8060"/>
                    <a:pt x="39676" y="7902"/>
                  </a:cubicBezTo>
                  <a:cubicBezTo>
                    <a:pt x="39572" y="7839"/>
                    <a:pt x="39468" y="7781"/>
                    <a:pt x="39343" y="7770"/>
                  </a:cubicBezTo>
                  <a:cubicBezTo>
                    <a:pt x="39208" y="7757"/>
                    <a:pt x="39072" y="7795"/>
                    <a:pt x="38938" y="7804"/>
                  </a:cubicBezTo>
                  <a:cubicBezTo>
                    <a:pt x="38795" y="7813"/>
                    <a:pt x="38653" y="7811"/>
                    <a:pt x="38514" y="7847"/>
                  </a:cubicBezTo>
                  <a:cubicBezTo>
                    <a:pt x="38373" y="7882"/>
                    <a:pt x="38237" y="7945"/>
                    <a:pt x="38103" y="8001"/>
                  </a:cubicBezTo>
                  <a:cubicBezTo>
                    <a:pt x="37984" y="8049"/>
                    <a:pt x="37874" y="8109"/>
                    <a:pt x="37787" y="8204"/>
                  </a:cubicBezTo>
                  <a:cubicBezTo>
                    <a:pt x="37681" y="8319"/>
                    <a:pt x="37610" y="8464"/>
                    <a:pt x="37508" y="8583"/>
                  </a:cubicBezTo>
                  <a:cubicBezTo>
                    <a:pt x="37426" y="8678"/>
                    <a:pt x="37320" y="8724"/>
                    <a:pt x="37221" y="8799"/>
                  </a:cubicBezTo>
                  <a:cubicBezTo>
                    <a:pt x="37169" y="8838"/>
                    <a:pt x="37128" y="8890"/>
                    <a:pt x="37073" y="8922"/>
                  </a:cubicBezTo>
                  <a:cubicBezTo>
                    <a:pt x="37004" y="8959"/>
                    <a:pt x="36929" y="8974"/>
                    <a:pt x="36866" y="9016"/>
                  </a:cubicBezTo>
                  <a:cubicBezTo>
                    <a:pt x="36751" y="9094"/>
                    <a:pt x="36654" y="9195"/>
                    <a:pt x="36541" y="9273"/>
                  </a:cubicBezTo>
                  <a:cubicBezTo>
                    <a:pt x="36424" y="9359"/>
                    <a:pt x="36282" y="9398"/>
                    <a:pt x="36163" y="9481"/>
                  </a:cubicBezTo>
                  <a:cubicBezTo>
                    <a:pt x="36046" y="9565"/>
                    <a:pt x="35946" y="9669"/>
                    <a:pt x="35827" y="9751"/>
                  </a:cubicBezTo>
                  <a:cubicBezTo>
                    <a:pt x="35711" y="9829"/>
                    <a:pt x="35594" y="9890"/>
                    <a:pt x="35490" y="9985"/>
                  </a:cubicBezTo>
                  <a:cubicBezTo>
                    <a:pt x="35404" y="10062"/>
                    <a:pt x="35291" y="10194"/>
                    <a:pt x="35166" y="10199"/>
                  </a:cubicBezTo>
                  <a:cubicBezTo>
                    <a:pt x="35105" y="10203"/>
                    <a:pt x="35034" y="10181"/>
                    <a:pt x="34975" y="10173"/>
                  </a:cubicBezTo>
                  <a:cubicBezTo>
                    <a:pt x="34880" y="10162"/>
                    <a:pt x="34787" y="10151"/>
                    <a:pt x="34694" y="10140"/>
                  </a:cubicBezTo>
                  <a:cubicBezTo>
                    <a:pt x="34538" y="10119"/>
                    <a:pt x="34380" y="10101"/>
                    <a:pt x="34225" y="10069"/>
                  </a:cubicBezTo>
                  <a:cubicBezTo>
                    <a:pt x="34078" y="10039"/>
                    <a:pt x="33956" y="9954"/>
                    <a:pt x="33816" y="9905"/>
                  </a:cubicBezTo>
                  <a:cubicBezTo>
                    <a:pt x="33684" y="9857"/>
                    <a:pt x="33572" y="9805"/>
                    <a:pt x="33455" y="9727"/>
                  </a:cubicBezTo>
                  <a:cubicBezTo>
                    <a:pt x="33340" y="9649"/>
                    <a:pt x="33223" y="9569"/>
                    <a:pt x="33096" y="9511"/>
                  </a:cubicBezTo>
                  <a:cubicBezTo>
                    <a:pt x="32983" y="9459"/>
                    <a:pt x="32860" y="9437"/>
                    <a:pt x="32745" y="9390"/>
                  </a:cubicBezTo>
                  <a:cubicBezTo>
                    <a:pt x="32615" y="9338"/>
                    <a:pt x="32501" y="9269"/>
                    <a:pt x="32365" y="9232"/>
                  </a:cubicBezTo>
                  <a:cubicBezTo>
                    <a:pt x="32107" y="9163"/>
                    <a:pt x="31845" y="9104"/>
                    <a:pt x="31581" y="9055"/>
                  </a:cubicBezTo>
                  <a:cubicBezTo>
                    <a:pt x="31287" y="9000"/>
                    <a:pt x="30995" y="9031"/>
                    <a:pt x="30710" y="8914"/>
                  </a:cubicBezTo>
                  <a:cubicBezTo>
                    <a:pt x="30441" y="8804"/>
                    <a:pt x="30193" y="8657"/>
                    <a:pt x="30030" y="8416"/>
                  </a:cubicBezTo>
                  <a:cubicBezTo>
                    <a:pt x="29955" y="8304"/>
                    <a:pt x="29866" y="8209"/>
                    <a:pt x="29779" y="8107"/>
                  </a:cubicBezTo>
                  <a:cubicBezTo>
                    <a:pt x="29682" y="7992"/>
                    <a:pt x="29604" y="7863"/>
                    <a:pt x="29507" y="7748"/>
                  </a:cubicBezTo>
                  <a:cubicBezTo>
                    <a:pt x="29360" y="7579"/>
                    <a:pt x="29236" y="7320"/>
                    <a:pt x="29022" y="7222"/>
                  </a:cubicBezTo>
                  <a:cubicBezTo>
                    <a:pt x="28845" y="7140"/>
                    <a:pt x="28678" y="7235"/>
                    <a:pt x="28553" y="7359"/>
                  </a:cubicBezTo>
                  <a:cubicBezTo>
                    <a:pt x="28436" y="7476"/>
                    <a:pt x="28347" y="7679"/>
                    <a:pt x="28149" y="7607"/>
                  </a:cubicBezTo>
                  <a:cubicBezTo>
                    <a:pt x="28049" y="7569"/>
                    <a:pt x="27965" y="7493"/>
                    <a:pt x="27876" y="7437"/>
                  </a:cubicBezTo>
                  <a:cubicBezTo>
                    <a:pt x="27751" y="7359"/>
                    <a:pt x="27631" y="7283"/>
                    <a:pt x="27512" y="7196"/>
                  </a:cubicBezTo>
                  <a:cubicBezTo>
                    <a:pt x="27290" y="7032"/>
                    <a:pt x="27063" y="6878"/>
                    <a:pt x="26838" y="6718"/>
                  </a:cubicBezTo>
                  <a:cubicBezTo>
                    <a:pt x="26632" y="6569"/>
                    <a:pt x="26507" y="6348"/>
                    <a:pt x="26293" y="6208"/>
                  </a:cubicBezTo>
                  <a:cubicBezTo>
                    <a:pt x="26193" y="6145"/>
                    <a:pt x="26087" y="6087"/>
                    <a:pt x="25992" y="6015"/>
                  </a:cubicBezTo>
                  <a:cubicBezTo>
                    <a:pt x="25884" y="5929"/>
                    <a:pt x="25823" y="5806"/>
                    <a:pt x="25730" y="5706"/>
                  </a:cubicBezTo>
                  <a:cubicBezTo>
                    <a:pt x="25652" y="5620"/>
                    <a:pt x="25572" y="5553"/>
                    <a:pt x="25516" y="5451"/>
                  </a:cubicBezTo>
                  <a:cubicBezTo>
                    <a:pt x="25445" y="5321"/>
                    <a:pt x="25365" y="5198"/>
                    <a:pt x="25291" y="5070"/>
                  </a:cubicBezTo>
                  <a:cubicBezTo>
                    <a:pt x="25226" y="4958"/>
                    <a:pt x="25172" y="4837"/>
                    <a:pt x="25094" y="4733"/>
                  </a:cubicBezTo>
                  <a:cubicBezTo>
                    <a:pt x="25016" y="4631"/>
                    <a:pt x="24915" y="4547"/>
                    <a:pt x="24811" y="4471"/>
                  </a:cubicBezTo>
                  <a:cubicBezTo>
                    <a:pt x="24616" y="4326"/>
                    <a:pt x="24428" y="4155"/>
                    <a:pt x="24186" y="4101"/>
                  </a:cubicBezTo>
                  <a:cubicBezTo>
                    <a:pt x="24078" y="4079"/>
                    <a:pt x="23971" y="4077"/>
                    <a:pt x="23863" y="4068"/>
                  </a:cubicBezTo>
                  <a:cubicBezTo>
                    <a:pt x="23705" y="4053"/>
                    <a:pt x="23550" y="4008"/>
                    <a:pt x="23392" y="3997"/>
                  </a:cubicBezTo>
                  <a:cubicBezTo>
                    <a:pt x="23258" y="3989"/>
                    <a:pt x="23126" y="4015"/>
                    <a:pt x="22992" y="4028"/>
                  </a:cubicBezTo>
                  <a:cubicBezTo>
                    <a:pt x="22825" y="4047"/>
                    <a:pt x="22659" y="4064"/>
                    <a:pt x="22492" y="4081"/>
                  </a:cubicBezTo>
                  <a:cubicBezTo>
                    <a:pt x="22178" y="4110"/>
                    <a:pt x="21893" y="4226"/>
                    <a:pt x="21584" y="4278"/>
                  </a:cubicBezTo>
                  <a:cubicBezTo>
                    <a:pt x="21278" y="4328"/>
                    <a:pt x="20967" y="4346"/>
                    <a:pt x="20660" y="4386"/>
                  </a:cubicBezTo>
                  <a:cubicBezTo>
                    <a:pt x="20647" y="4387"/>
                    <a:pt x="20634" y="4391"/>
                    <a:pt x="20627" y="4399"/>
                  </a:cubicBezTo>
                  <a:cubicBezTo>
                    <a:pt x="20523" y="4306"/>
                    <a:pt x="20422" y="4209"/>
                    <a:pt x="20318" y="4116"/>
                  </a:cubicBezTo>
                  <a:cubicBezTo>
                    <a:pt x="20173" y="3988"/>
                    <a:pt x="20017" y="3878"/>
                    <a:pt x="19842" y="3787"/>
                  </a:cubicBezTo>
                  <a:cubicBezTo>
                    <a:pt x="19663" y="3692"/>
                    <a:pt x="19483" y="3606"/>
                    <a:pt x="19321" y="3484"/>
                  </a:cubicBezTo>
                  <a:cubicBezTo>
                    <a:pt x="19156" y="3361"/>
                    <a:pt x="18971" y="3268"/>
                    <a:pt x="18804" y="3149"/>
                  </a:cubicBezTo>
                  <a:cubicBezTo>
                    <a:pt x="18650" y="3039"/>
                    <a:pt x="18521" y="2898"/>
                    <a:pt x="18356" y="2803"/>
                  </a:cubicBezTo>
                  <a:cubicBezTo>
                    <a:pt x="18209" y="2721"/>
                    <a:pt x="18056" y="2682"/>
                    <a:pt x="17930" y="2567"/>
                  </a:cubicBezTo>
                  <a:cubicBezTo>
                    <a:pt x="17791" y="2440"/>
                    <a:pt x="17699" y="2267"/>
                    <a:pt x="17569" y="2131"/>
                  </a:cubicBezTo>
                  <a:cubicBezTo>
                    <a:pt x="17433" y="1988"/>
                    <a:pt x="17262" y="1884"/>
                    <a:pt x="17121" y="1747"/>
                  </a:cubicBezTo>
                  <a:cubicBezTo>
                    <a:pt x="16982" y="1607"/>
                    <a:pt x="16857" y="1455"/>
                    <a:pt x="16742" y="1296"/>
                  </a:cubicBezTo>
                  <a:cubicBezTo>
                    <a:pt x="16623" y="1133"/>
                    <a:pt x="16504" y="984"/>
                    <a:pt x="16344" y="856"/>
                  </a:cubicBezTo>
                  <a:cubicBezTo>
                    <a:pt x="16195" y="735"/>
                    <a:pt x="16033" y="610"/>
                    <a:pt x="15855" y="536"/>
                  </a:cubicBezTo>
                  <a:cubicBezTo>
                    <a:pt x="15652" y="452"/>
                    <a:pt x="15458" y="473"/>
                    <a:pt x="15248" y="499"/>
                  </a:cubicBezTo>
                  <a:cubicBezTo>
                    <a:pt x="15044" y="523"/>
                    <a:pt x="14826" y="504"/>
                    <a:pt x="14633" y="580"/>
                  </a:cubicBezTo>
                  <a:cubicBezTo>
                    <a:pt x="14534" y="618"/>
                    <a:pt x="14445" y="677"/>
                    <a:pt x="14359" y="739"/>
                  </a:cubicBezTo>
                  <a:cubicBezTo>
                    <a:pt x="14272" y="800"/>
                    <a:pt x="14188" y="841"/>
                    <a:pt x="14093" y="889"/>
                  </a:cubicBezTo>
                  <a:cubicBezTo>
                    <a:pt x="14013" y="930"/>
                    <a:pt x="13932" y="973"/>
                    <a:pt x="13863" y="1029"/>
                  </a:cubicBezTo>
                  <a:cubicBezTo>
                    <a:pt x="13768" y="1105"/>
                    <a:pt x="13682" y="1185"/>
                    <a:pt x="13582" y="1256"/>
                  </a:cubicBezTo>
                  <a:cubicBezTo>
                    <a:pt x="13428" y="1365"/>
                    <a:pt x="13232" y="1427"/>
                    <a:pt x="13091" y="1555"/>
                  </a:cubicBezTo>
                  <a:cubicBezTo>
                    <a:pt x="13082" y="1562"/>
                    <a:pt x="13039" y="1605"/>
                    <a:pt x="13020" y="1639"/>
                  </a:cubicBezTo>
                  <a:cubicBezTo>
                    <a:pt x="12994" y="1641"/>
                    <a:pt x="12963" y="1657"/>
                    <a:pt x="12944" y="1667"/>
                  </a:cubicBezTo>
                  <a:cubicBezTo>
                    <a:pt x="12862" y="1713"/>
                    <a:pt x="12795" y="1800"/>
                    <a:pt x="12702" y="1821"/>
                  </a:cubicBezTo>
                  <a:cubicBezTo>
                    <a:pt x="12693" y="1819"/>
                    <a:pt x="12684" y="1817"/>
                    <a:pt x="12674" y="1813"/>
                  </a:cubicBezTo>
                  <a:cubicBezTo>
                    <a:pt x="12652" y="1791"/>
                    <a:pt x="12617" y="1784"/>
                    <a:pt x="12587" y="1793"/>
                  </a:cubicBezTo>
                  <a:cubicBezTo>
                    <a:pt x="12401" y="1750"/>
                    <a:pt x="12213" y="1719"/>
                    <a:pt x="12035" y="1655"/>
                  </a:cubicBezTo>
                  <a:cubicBezTo>
                    <a:pt x="11793" y="1570"/>
                    <a:pt x="11601" y="1430"/>
                    <a:pt x="11400" y="1276"/>
                  </a:cubicBezTo>
                  <a:cubicBezTo>
                    <a:pt x="11198" y="1120"/>
                    <a:pt x="10989" y="999"/>
                    <a:pt x="10749" y="904"/>
                  </a:cubicBezTo>
                  <a:cubicBezTo>
                    <a:pt x="10627" y="856"/>
                    <a:pt x="10502" y="800"/>
                    <a:pt x="10370" y="778"/>
                  </a:cubicBezTo>
                  <a:cubicBezTo>
                    <a:pt x="10238" y="753"/>
                    <a:pt x="10117" y="742"/>
                    <a:pt x="9994" y="688"/>
                  </a:cubicBezTo>
                  <a:cubicBezTo>
                    <a:pt x="9873" y="638"/>
                    <a:pt x="9753" y="588"/>
                    <a:pt x="9630" y="541"/>
                  </a:cubicBezTo>
                  <a:cubicBezTo>
                    <a:pt x="9498" y="491"/>
                    <a:pt x="9375" y="422"/>
                    <a:pt x="9236" y="389"/>
                  </a:cubicBezTo>
                  <a:cubicBezTo>
                    <a:pt x="8970" y="328"/>
                    <a:pt x="8726" y="188"/>
                    <a:pt x="8464" y="110"/>
                  </a:cubicBezTo>
                  <a:cubicBezTo>
                    <a:pt x="8358" y="76"/>
                    <a:pt x="8254" y="86"/>
                    <a:pt x="8146" y="69"/>
                  </a:cubicBezTo>
                  <a:cubicBezTo>
                    <a:pt x="8014" y="49"/>
                    <a:pt x="7887" y="0"/>
                    <a:pt x="7753" y="11"/>
                  </a:cubicBezTo>
                  <a:cubicBezTo>
                    <a:pt x="7651" y="21"/>
                    <a:pt x="7558" y="67"/>
                    <a:pt x="7458" y="78"/>
                  </a:cubicBezTo>
                  <a:cubicBezTo>
                    <a:pt x="7311" y="91"/>
                    <a:pt x="7195" y="123"/>
                    <a:pt x="7062" y="181"/>
                  </a:cubicBezTo>
                  <a:cubicBezTo>
                    <a:pt x="6941" y="233"/>
                    <a:pt x="6816" y="246"/>
                    <a:pt x="6690" y="275"/>
                  </a:cubicBezTo>
                  <a:cubicBezTo>
                    <a:pt x="6559" y="305"/>
                    <a:pt x="6429" y="328"/>
                    <a:pt x="6297" y="352"/>
                  </a:cubicBezTo>
                  <a:cubicBezTo>
                    <a:pt x="6029" y="402"/>
                    <a:pt x="5763" y="476"/>
                    <a:pt x="5496" y="532"/>
                  </a:cubicBezTo>
                  <a:cubicBezTo>
                    <a:pt x="5213" y="592"/>
                    <a:pt x="4928" y="657"/>
                    <a:pt x="4651" y="740"/>
                  </a:cubicBezTo>
                  <a:cubicBezTo>
                    <a:pt x="4385" y="818"/>
                    <a:pt x="4134" y="921"/>
                    <a:pt x="3878" y="1023"/>
                  </a:cubicBezTo>
                  <a:cubicBezTo>
                    <a:pt x="3627" y="1124"/>
                    <a:pt x="3366" y="1196"/>
                    <a:pt x="3121" y="1311"/>
                  </a:cubicBezTo>
                  <a:cubicBezTo>
                    <a:pt x="3007" y="1365"/>
                    <a:pt x="2899" y="1430"/>
                    <a:pt x="2784" y="1479"/>
                  </a:cubicBezTo>
                  <a:cubicBezTo>
                    <a:pt x="2663" y="1529"/>
                    <a:pt x="2533" y="1559"/>
                    <a:pt x="2416" y="1614"/>
                  </a:cubicBezTo>
                  <a:cubicBezTo>
                    <a:pt x="2314" y="1665"/>
                    <a:pt x="2208" y="1696"/>
                    <a:pt x="2107" y="1748"/>
                  </a:cubicBezTo>
                  <a:cubicBezTo>
                    <a:pt x="1992" y="1810"/>
                    <a:pt x="1886" y="1880"/>
                    <a:pt x="1778" y="1949"/>
                  </a:cubicBezTo>
                  <a:cubicBezTo>
                    <a:pt x="1644" y="2035"/>
                    <a:pt x="1506" y="2111"/>
                    <a:pt x="1358" y="2171"/>
                  </a:cubicBezTo>
                  <a:cubicBezTo>
                    <a:pt x="1222" y="2223"/>
                    <a:pt x="1084" y="2265"/>
                    <a:pt x="952" y="2327"/>
                  </a:cubicBezTo>
                  <a:cubicBezTo>
                    <a:pt x="686" y="2453"/>
                    <a:pt x="407" y="2567"/>
                    <a:pt x="160" y="2723"/>
                  </a:cubicBezTo>
                  <a:cubicBezTo>
                    <a:pt x="106" y="2756"/>
                    <a:pt x="54" y="2786"/>
                    <a:pt x="0" y="2814"/>
                  </a:cubicBezTo>
                  <a:lnTo>
                    <a:pt x="0" y="900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1125" y="4397475"/>
              <a:ext cx="9144171" cy="1935818"/>
            </a:xfrm>
            <a:custGeom>
              <a:avLst/>
              <a:gdLst/>
              <a:ahLst/>
              <a:cxnLst/>
              <a:rect l="l" t="t" r="r" b="b"/>
              <a:pathLst>
                <a:path w="215728" h="88444" extrusionOk="0">
                  <a:moveTo>
                    <a:pt x="215725" y="1734"/>
                  </a:moveTo>
                  <a:lnTo>
                    <a:pt x="215725" y="83372"/>
                  </a:lnTo>
                  <a:lnTo>
                    <a:pt x="215489" y="83413"/>
                  </a:lnTo>
                  <a:cubicBezTo>
                    <a:pt x="212294" y="83956"/>
                    <a:pt x="209093" y="84393"/>
                    <a:pt x="205891" y="84884"/>
                  </a:cubicBezTo>
                  <a:cubicBezTo>
                    <a:pt x="202528" y="85400"/>
                    <a:pt x="199146" y="85744"/>
                    <a:pt x="195794" y="86322"/>
                  </a:cubicBezTo>
                  <a:cubicBezTo>
                    <a:pt x="192612" y="86869"/>
                    <a:pt x="189452" y="87544"/>
                    <a:pt x="186289" y="88185"/>
                  </a:cubicBezTo>
                  <a:cubicBezTo>
                    <a:pt x="185859" y="88273"/>
                    <a:pt x="185432" y="88358"/>
                    <a:pt x="185002" y="88444"/>
                  </a:cubicBezTo>
                  <a:lnTo>
                    <a:pt x="0" y="73134"/>
                  </a:lnTo>
                  <a:lnTo>
                    <a:pt x="0" y="11284"/>
                  </a:lnTo>
                  <a:cubicBezTo>
                    <a:pt x="134" y="11310"/>
                    <a:pt x="266" y="11341"/>
                    <a:pt x="398" y="11382"/>
                  </a:cubicBezTo>
                  <a:cubicBezTo>
                    <a:pt x="677" y="11468"/>
                    <a:pt x="960" y="11581"/>
                    <a:pt x="1200" y="11749"/>
                  </a:cubicBezTo>
                  <a:cubicBezTo>
                    <a:pt x="1304" y="11821"/>
                    <a:pt x="1402" y="11907"/>
                    <a:pt x="1477" y="12011"/>
                  </a:cubicBezTo>
                  <a:cubicBezTo>
                    <a:pt x="1503" y="12046"/>
                    <a:pt x="1529" y="12128"/>
                    <a:pt x="1562" y="12152"/>
                  </a:cubicBezTo>
                  <a:cubicBezTo>
                    <a:pt x="1631" y="12203"/>
                    <a:pt x="1722" y="12141"/>
                    <a:pt x="1798" y="12102"/>
                  </a:cubicBezTo>
                  <a:cubicBezTo>
                    <a:pt x="2120" y="11942"/>
                    <a:pt x="2431" y="11745"/>
                    <a:pt x="2771" y="11628"/>
                  </a:cubicBezTo>
                  <a:cubicBezTo>
                    <a:pt x="2924" y="11574"/>
                    <a:pt x="3076" y="11546"/>
                    <a:pt x="3238" y="11540"/>
                  </a:cubicBezTo>
                  <a:cubicBezTo>
                    <a:pt x="3405" y="11533"/>
                    <a:pt x="3595" y="11540"/>
                    <a:pt x="3751" y="11468"/>
                  </a:cubicBezTo>
                  <a:cubicBezTo>
                    <a:pt x="3891" y="11403"/>
                    <a:pt x="4008" y="11310"/>
                    <a:pt x="4157" y="11256"/>
                  </a:cubicBezTo>
                  <a:cubicBezTo>
                    <a:pt x="4309" y="11200"/>
                    <a:pt x="4469" y="11165"/>
                    <a:pt x="4625" y="11122"/>
                  </a:cubicBezTo>
                  <a:cubicBezTo>
                    <a:pt x="4768" y="11083"/>
                    <a:pt x="4900" y="11018"/>
                    <a:pt x="5042" y="10977"/>
                  </a:cubicBezTo>
                  <a:cubicBezTo>
                    <a:pt x="5187" y="10938"/>
                    <a:pt x="5347" y="10953"/>
                    <a:pt x="5496" y="10973"/>
                  </a:cubicBezTo>
                  <a:cubicBezTo>
                    <a:pt x="5825" y="11016"/>
                    <a:pt x="6156" y="11185"/>
                    <a:pt x="6442" y="11349"/>
                  </a:cubicBezTo>
                  <a:cubicBezTo>
                    <a:pt x="6578" y="11427"/>
                    <a:pt x="6738" y="11451"/>
                    <a:pt x="6877" y="11526"/>
                  </a:cubicBezTo>
                  <a:cubicBezTo>
                    <a:pt x="7049" y="11617"/>
                    <a:pt x="7212" y="11721"/>
                    <a:pt x="7372" y="11829"/>
                  </a:cubicBezTo>
                  <a:cubicBezTo>
                    <a:pt x="7699" y="12050"/>
                    <a:pt x="8081" y="12314"/>
                    <a:pt x="8497" y="12221"/>
                  </a:cubicBezTo>
                  <a:cubicBezTo>
                    <a:pt x="8819" y="12150"/>
                    <a:pt x="9081" y="11922"/>
                    <a:pt x="9427" y="11972"/>
                  </a:cubicBezTo>
                  <a:cubicBezTo>
                    <a:pt x="9790" y="12022"/>
                    <a:pt x="10119" y="12243"/>
                    <a:pt x="10430" y="12420"/>
                  </a:cubicBezTo>
                  <a:cubicBezTo>
                    <a:pt x="10742" y="12599"/>
                    <a:pt x="11075" y="12710"/>
                    <a:pt x="11376" y="12911"/>
                  </a:cubicBezTo>
                  <a:cubicBezTo>
                    <a:pt x="11529" y="13013"/>
                    <a:pt x="11692" y="13073"/>
                    <a:pt x="11852" y="13158"/>
                  </a:cubicBezTo>
                  <a:cubicBezTo>
                    <a:pt x="12029" y="13253"/>
                    <a:pt x="12194" y="13367"/>
                    <a:pt x="12373" y="13460"/>
                  </a:cubicBezTo>
                  <a:cubicBezTo>
                    <a:pt x="12671" y="13618"/>
                    <a:pt x="12884" y="13914"/>
                    <a:pt x="13199" y="14040"/>
                  </a:cubicBezTo>
                  <a:cubicBezTo>
                    <a:pt x="13537" y="14178"/>
                    <a:pt x="13863" y="14325"/>
                    <a:pt x="14194" y="14484"/>
                  </a:cubicBezTo>
                  <a:cubicBezTo>
                    <a:pt x="14523" y="14644"/>
                    <a:pt x="14848" y="14756"/>
                    <a:pt x="15217" y="14789"/>
                  </a:cubicBezTo>
                  <a:cubicBezTo>
                    <a:pt x="15590" y="14825"/>
                    <a:pt x="15927" y="14732"/>
                    <a:pt x="16293" y="14682"/>
                  </a:cubicBezTo>
                  <a:cubicBezTo>
                    <a:pt x="16637" y="14633"/>
                    <a:pt x="16905" y="14410"/>
                    <a:pt x="17199" y="14237"/>
                  </a:cubicBezTo>
                  <a:cubicBezTo>
                    <a:pt x="17515" y="14051"/>
                    <a:pt x="17872" y="13893"/>
                    <a:pt x="18211" y="13757"/>
                  </a:cubicBezTo>
                  <a:cubicBezTo>
                    <a:pt x="18529" y="13631"/>
                    <a:pt x="18772" y="13400"/>
                    <a:pt x="19096" y="13278"/>
                  </a:cubicBezTo>
                  <a:cubicBezTo>
                    <a:pt x="19410" y="13158"/>
                    <a:pt x="19723" y="13106"/>
                    <a:pt x="20059" y="13132"/>
                  </a:cubicBezTo>
                  <a:cubicBezTo>
                    <a:pt x="20255" y="13147"/>
                    <a:pt x="20459" y="13205"/>
                    <a:pt x="20653" y="13132"/>
                  </a:cubicBezTo>
                  <a:cubicBezTo>
                    <a:pt x="20826" y="13065"/>
                    <a:pt x="20995" y="12982"/>
                    <a:pt x="21170" y="12913"/>
                  </a:cubicBezTo>
                  <a:cubicBezTo>
                    <a:pt x="21519" y="12777"/>
                    <a:pt x="21869" y="12638"/>
                    <a:pt x="22233" y="12554"/>
                  </a:cubicBezTo>
                  <a:cubicBezTo>
                    <a:pt x="22628" y="12465"/>
                    <a:pt x="23003" y="12320"/>
                    <a:pt x="23394" y="12225"/>
                  </a:cubicBezTo>
                  <a:cubicBezTo>
                    <a:pt x="23552" y="12184"/>
                    <a:pt x="23714" y="12162"/>
                    <a:pt x="23872" y="12124"/>
                  </a:cubicBezTo>
                  <a:cubicBezTo>
                    <a:pt x="24056" y="12084"/>
                    <a:pt x="24227" y="12013"/>
                    <a:pt x="24406" y="11957"/>
                  </a:cubicBezTo>
                  <a:cubicBezTo>
                    <a:pt x="24592" y="11899"/>
                    <a:pt x="24776" y="11844"/>
                    <a:pt x="24960" y="11777"/>
                  </a:cubicBezTo>
                  <a:cubicBezTo>
                    <a:pt x="25146" y="11710"/>
                    <a:pt x="25300" y="11715"/>
                    <a:pt x="25492" y="11695"/>
                  </a:cubicBezTo>
                  <a:cubicBezTo>
                    <a:pt x="25518" y="11691"/>
                    <a:pt x="25546" y="11689"/>
                    <a:pt x="25572" y="11686"/>
                  </a:cubicBezTo>
                  <a:cubicBezTo>
                    <a:pt x="25577" y="11659"/>
                    <a:pt x="25598" y="11633"/>
                    <a:pt x="25635" y="11635"/>
                  </a:cubicBezTo>
                  <a:cubicBezTo>
                    <a:pt x="25804" y="11639"/>
                    <a:pt x="25973" y="11637"/>
                    <a:pt x="26141" y="11646"/>
                  </a:cubicBezTo>
                  <a:cubicBezTo>
                    <a:pt x="26288" y="11654"/>
                    <a:pt x="26414" y="11697"/>
                    <a:pt x="26554" y="11739"/>
                  </a:cubicBezTo>
                  <a:cubicBezTo>
                    <a:pt x="26699" y="11782"/>
                    <a:pt x="26859" y="11779"/>
                    <a:pt x="27009" y="11782"/>
                  </a:cubicBezTo>
                  <a:cubicBezTo>
                    <a:pt x="27175" y="11788"/>
                    <a:pt x="27340" y="11799"/>
                    <a:pt x="27506" y="11808"/>
                  </a:cubicBezTo>
                  <a:cubicBezTo>
                    <a:pt x="27582" y="11812"/>
                    <a:pt x="27655" y="11818"/>
                    <a:pt x="27727" y="11834"/>
                  </a:cubicBezTo>
                  <a:cubicBezTo>
                    <a:pt x="27803" y="11851"/>
                    <a:pt x="27869" y="11885"/>
                    <a:pt x="27939" y="11912"/>
                  </a:cubicBezTo>
                  <a:cubicBezTo>
                    <a:pt x="28081" y="11966"/>
                    <a:pt x="28228" y="11940"/>
                    <a:pt x="28374" y="11933"/>
                  </a:cubicBezTo>
                  <a:cubicBezTo>
                    <a:pt x="28527" y="11925"/>
                    <a:pt x="28678" y="11927"/>
                    <a:pt x="28828" y="11916"/>
                  </a:cubicBezTo>
                  <a:cubicBezTo>
                    <a:pt x="28994" y="11903"/>
                    <a:pt x="29139" y="11940"/>
                    <a:pt x="29284" y="12018"/>
                  </a:cubicBezTo>
                  <a:cubicBezTo>
                    <a:pt x="29418" y="12089"/>
                    <a:pt x="29559" y="12145"/>
                    <a:pt x="29699" y="12206"/>
                  </a:cubicBezTo>
                  <a:cubicBezTo>
                    <a:pt x="29838" y="12266"/>
                    <a:pt x="29968" y="12340"/>
                    <a:pt x="30111" y="12394"/>
                  </a:cubicBezTo>
                  <a:cubicBezTo>
                    <a:pt x="30255" y="12448"/>
                    <a:pt x="30387" y="12509"/>
                    <a:pt x="30513" y="12593"/>
                  </a:cubicBezTo>
                  <a:cubicBezTo>
                    <a:pt x="30565" y="12627"/>
                    <a:pt x="30615" y="12662"/>
                    <a:pt x="30673" y="12684"/>
                  </a:cubicBezTo>
                  <a:cubicBezTo>
                    <a:pt x="30742" y="12712"/>
                    <a:pt x="30816" y="12718"/>
                    <a:pt x="30891" y="12723"/>
                  </a:cubicBezTo>
                  <a:cubicBezTo>
                    <a:pt x="31047" y="12736"/>
                    <a:pt x="31203" y="12747"/>
                    <a:pt x="31358" y="12759"/>
                  </a:cubicBezTo>
                  <a:cubicBezTo>
                    <a:pt x="31506" y="12768"/>
                    <a:pt x="31644" y="12766"/>
                    <a:pt x="31782" y="12703"/>
                  </a:cubicBezTo>
                  <a:cubicBezTo>
                    <a:pt x="32042" y="12580"/>
                    <a:pt x="32328" y="12463"/>
                    <a:pt x="32620" y="12452"/>
                  </a:cubicBezTo>
                  <a:cubicBezTo>
                    <a:pt x="32762" y="12446"/>
                    <a:pt x="32899" y="12491"/>
                    <a:pt x="33035" y="12528"/>
                  </a:cubicBezTo>
                  <a:cubicBezTo>
                    <a:pt x="33182" y="12569"/>
                    <a:pt x="33314" y="12575"/>
                    <a:pt x="33457" y="12519"/>
                  </a:cubicBezTo>
                  <a:cubicBezTo>
                    <a:pt x="33708" y="12422"/>
                    <a:pt x="33913" y="12234"/>
                    <a:pt x="34171" y="12160"/>
                  </a:cubicBezTo>
                  <a:cubicBezTo>
                    <a:pt x="34236" y="12141"/>
                    <a:pt x="34302" y="12126"/>
                    <a:pt x="34361" y="12095"/>
                  </a:cubicBezTo>
                  <a:cubicBezTo>
                    <a:pt x="34409" y="12067"/>
                    <a:pt x="34452" y="12030"/>
                    <a:pt x="34497" y="11996"/>
                  </a:cubicBezTo>
                  <a:cubicBezTo>
                    <a:pt x="34597" y="11924"/>
                    <a:pt x="34713" y="11888"/>
                    <a:pt x="34833" y="11866"/>
                  </a:cubicBezTo>
                  <a:cubicBezTo>
                    <a:pt x="35131" y="11810"/>
                    <a:pt x="35393" y="11864"/>
                    <a:pt x="35657" y="12007"/>
                  </a:cubicBezTo>
                  <a:cubicBezTo>
                    <a:pt x="35923" y="12152"/>
                    <a:pt x="36146" y="12357"/>
                    <a:pt x="36392" y="12528"/>
                  </a:cubicBezTo>
                  <a:cubicBezTo>
                    <a:pt x="36503" y="12606"/>
                    <a:pt x="36613" y="12682"/>
                    <a:pt x="36706" y="12783"/>
                  </a:cubicBezTo>
                  <a:cubicBezTo>
                    <a:pt x="36795" y="12880"/>
                    <a:pt x="36874" y="12959"/>
                    <a:pt x="36991" y="13023"/>
                  </a:cubicBezTo>
                  <a:cubicBezTo>
                    <a:pt x="37126" y="13095"/>
                    <a:pt x="37259" y="13171"/>
                    <a:pt x="37392" y="13246"/>
                  </a:cubicBezTo>
                  <a:cubicBezTo>
                    <a:pt x="37528" y="13318"/>
                    <a:pt x="37673" y="13408"/>
                    <a:pt x="37824" y="13443"/>
                  </a:cubicBezTo>
                  <a:cubicBezTo>
                    <a:pt x="37973" y="13475"/>
                    <a:pt x="38127" y="13465"/>
                    <a:pt x="38276" y="13499"/>
                  </a:cubicBezTo>
                  <a:cubicBezTo>
                    <a:pt x="38415" y="13530"/>
                    <a:pt x="38545" y="13601"/>
                    <a:pt x="38665" y="13685"/>
                  </a:cubicBezTo>
                  <a:cubicBezTo>
                    <a:pt x="38886" y="13843"/>
                    <a:pt x="39066" y="14049"/>
                    <a:pt x="39291" y="14200"/>
                  </a:cubicBezTo>
                  <a:cubicBezTo>
                    <a:pt x="39544" y="14367"/>
                    <a:pt x="39821" y="14484"/>
                    <a:pt x="40059" y="14674"/>
                  </a:cubicBezTo>
                  <a:cubicBezTo>
                    <a:pt x="40284" y="14855"/>
                    <a:pt x="40482" y="15065"/>
                    <a:pt x="40708" y="15245"/>
                  </a:cubicBezTo>
                  <a:cubicBezTo>
                    <a:pt x="40813" y="15327"/>
                    <a:pt x="40922" y="15403"/>
                    <a:pt x="41041" y="15461"/>
                  </a:cubicBezTo>
                  <a:cubicBezTo>
                    <a:pt x="41177" y="15526"/>
                    <a:pt x="41326" y="15571"/>
                    <a:pt x="41467" y="15623"/>
                  </a:cubicBezTo>
                  <a:cubicBezTo>
                    <a:pt x="41605" y="15671"/>
                    <a:pt x="41726" y="15645"/>
                    <a:pt x="41867" y="15651"/>
                  </a:cubicBezTo>
                  <a:cubicBezTo>
                    <a:pt x="41904" y="15651"/>
                    <a:pt x="41925" y="15678"/>
                    <a:pt x="41928" y="15708"/>
                  </a:cubicBezTo>
                  <a:cubicBezTo>
                    <a:pt x="42023" y="15690"/>
                    <a:pt x="42120" y="15667"/>
                    <a:pt x="42215" y="15651"/>
                  </a:cubicBezTo>
                  <a:cubicBezTo>
                    <a:pt x="42391" y="15619"/>
                    <a:pt x="42563" y="15623"/>
                    <a:pt x="42741" y="15626"/>
                  </a:cubicBezTo>
                  <a:cubicBezTo>
                    <a:pt x="42916" y="15632"/>
                    <a:pt x="43091" y="15623"/>
                    <a:pt x="43264" y="15600"/>
                  </a:cubicBezTo>
                  <a:cubicBezTo>
                    <a:pt x="43429" y="15582"/>
                    <a:pt x="43595" y="15559"/>
                    <a:pt x="43762" y="15572"/>
                  </a:cubicBezTo>
                  <a:cubicBezTo>
                    <a:pt x="43835" y="15578"/>
                    <a:pt x="43909" y="15593"/>
                    <a:pt x="43983" y="15593"/>
                  </a:cubicBezTo>
                  <a:cubicBezTo>
                    <a:pt x="44067" y="15595"/>
                    <a:pt x="44153" y="15571"/>
                    <a:pt x="44236" y="15569"/>
                  </a:cubicBezTo>
                  <a:cubicBezTo>
                    <a:pt x="44322" y="15565"/>
                    <a:pt x="44406" y="15576"/>
                    <a:pt x="44489" y="15574"/>
                  </a:cubicBezTo>
                  <a:cubicBezTo>
                    <a:pt x="44579" y="15574"/>
                    <a:pt x="44670" y="15567"/>
                    <a:pt x="44759" y="15565"/>
                  </a:cubicBezTo>
                  <a:cubicBezTo>
                    <a:pt x="44938" y="15565"/>
                    <a:pt x="45112" y="15587"/>
                    <a:pt x="45291" y="15572"/>
                  </a:cubicBezTo>
                  <a:cubicBezTo>
                    <a:pt x="45466" y="15558"/>
                    <a:pt x="45631" y="15526"/>
                    <a:pt x="45808" y="15546"/>
                  </a:cubicBezTo>
                  <a:cubicBezTo>
                    <a:pt x="45890" y="15556"/>
                    <a:pt x="45972" y="15572"/>
                    <a:pt x="46055" y="15576"/>
                  </a:cubicBezTo>
                  <a:cubicBezTo>
                    <a:pt x="46133" y="15580"/>
                    <a:pt x="46184" y="15550"/>
                    <a:pt x="46251" y="15513"/>
                  </a:cubicBezTo>
                  <a:cubicBezTo>
                    <a:pt x="46317" y="15476"/>
                    <a:pt x="46388" y="15452"/>
                    <a:pt x="46459" y="15422"/>
                  </a:cubicBezTo>
                  <a:cubicBezTo>
                    <a:pt x="46541" y="15388"/>
                    <a:pt x="46617" y="15340"/>
                    <a:pt x="46697" y="15303"/>
                  </a:cubicBezTo>
                  <a:cubicBezTo>
                    <a:pt x="46857" y="15227"/>
                    <a:pt x="47013" y="15152"/>
                    <a:pt x="47164" y="15065"/>
                  </a:cubicBezTo>
                  <a:cubicBezTo>
                    <a:pt x="47318" y="14974"/>
                    <a:pt x="47476" y="14918"/>
                    <a:pt x="47645" y="14862"/>
                  </a:cubicBezTo>
                  <a:cubicBezTo>
                    <a:pt x="47978" y="14752"/>
                    <a:pt x="48315" y="14637"/>
                    <a:pt x="48655" y="14551"/>
                  </a:cubicBezTo>
                  <a:cubicBezTo>
                    <a:pt x="48815" y="14512"/>
                    <a:pt x="48968" y="14524"/>
                    <a:pt x="49131" y="14531"/>
                  </a:cubicBezTo>
                  <a:cubicBezTo>
                    <a:pt x="49301" y="14538"/>
                    <a:pt x="49460" y="14555"/>
                    <a:pt x="49620" y="14618"/>
                  </a:cubicBezTo>
                  <a:cubicBezTo>
                    <a:pt x="49767" y="14676"/>
                    <a:pt x="49916" y="14737"/>
                    <a:pt x="50067" y="14788"/>
                  </a:cubicBezTo>
                  <a:cubicBezTo>
                    <a:pt x="50225" y="14842"/>
                    <a:pt x="50400" y="14808"/>
                    <a:pt x="50560" y="14864"/>
                  </a:cubicBezTo>
                  <a:cubicBezTo>
                    <a:pt x="50599" y="14879"/>
                    <a:pt x="50636" y="14897"/>
                    <a:pt x="50679" y="14903"/>
                  </a:cubicBezTo>
                  <a:cubicBezTo>
                    <a:pt x="50718" y="14909"/>
                    <a:pt x="50757" y="14903"/>
                    <a:pt x="50798" y="14909"/>
                  </a:cubicBezTo>
                  <a:cubicBezTo>
                    <a:pt x="50876" y="14920"/>
                    <a:pt x="50943" y="14961"/>
                    <a:pt x="51004" y="15007"/>
                  </a:cubicBezTo>
                  <a:cubicBezTo>
                    <a:pt x="51142" y="15113"/>
                    <a:pt x="51298" y="15186"/>
                    <a:pt x="51445" y="15277"/>
                  </a:cubicBezTo>
                  <a:cubicBezTo>
                    <a:pt x="51594" y="15370"/>
                    <a:pt x="51744" y="15431"/>
                    <a:pt x="51904" y="15500"/>
                  </a:cubicBezTo>
                  <a:cubicBezTo>
                    <a:pt x="52049" y="15561"/>
                    <a:pt x="52183" y="15649"/>
                    <a:pt x="52345" y="15664"/>
                  </a:cubicBezTo>
                  <a:cubicBezTo>
                    <a:pt x="52503" y="15677"/>
                    <a:pt x="52665" y="15630"/>
                    <a:pt x="52819" y="15598"/>
                  </a:cubicBezTo>
                  <a:cubicBezTo>
                    <a:pt x="52979" y="15567"/>
                    <a:pt x="53122" y="15487"/>
                    <a:pt x="53284" y="15465"/>
                  </a:cubicBezTo>
                  <a:cubicBezTo>
                    <a:pt x="53366" y="15453"/>
                    <a:pt x="53429" y="15439"/>
                    <a:pt x="53505" y="15403"/>
                  </a:cubicBezTo>
                  <a:cubicBezTo>
                    <a:pt x="53565" y="15375"/>
                    <a:pt x="53628" y="15351"/>
                    <a:pt x="53693" y="15333"/>
                  </a:cubicBezTo>
                  <a:cubicBezTo>
                    <a:pt x="53859" y="15282"/>
                    <a:pt x="54028" y="15243"/>
                    <a:pt x="54194" y="15193"/>
                  </a:cubicBezTo>
                  <a:cubicBezTo>
                    <a:pt x="54526" y="15087"/>
                    <a:pt x="54867" y="14974"/>
                    <a:pt x="55168" y="14795"/>
                  </a:cubicBezTo>
                  <a:cubicBezTo>
                    <a:pt x="55317" y="14708"/>
                    <a:pt x="55419" y="14594"/>
                    <a:pt x="55527" y="14462"/>
                  </a:cubicBezTo>
                  <a:cubicBezTo>
                    <a:pt x="55618" y="14351"/>
                    <a:pt x="55720" y="14243"/>
                    <a:pt x="55858" y="14191"/>
                  </a:cubicBezTo>
                  <a:cubicBezTo>
                    <a:pt x="56126" y="14090"/>
                    <a:pt x="56407" y="14185"/>
                    <a:pt x="56673" y="14243"/>
                  </a:cubicBezTo>
                  <a:cubicBezTo>
                    <a:pt x="56833" y="14278"/>
                    <a:pt x="56987" y="14319"/>
                    <a:pt x="57138" y="14384"/>
                  </a:cubicBezTo>
                  <a:cubicBezTo>
                    <a:pt x="57294" y="14451"/>
                    <a:pt x="57444" y="14537"/>
                    <a:pt x="57603" y="14600"/>
                  </a:cubicBezTo>
                  <a:cubicBezTo>
                    <a:pt x="57682" y="14631"/>
                    <a:pt x="57768" y="14652"/>
                    <a:pt x="57844" y="14689"/>
                  </a:cubicBezTo>
                  <a:cubicBezTo>
                    <a:pt x="57915" y="14724"/>
                    <a:pt x="57969" y="14771"/>
                    <a:pt x="58025" y="14823"/>
                  </a:cubicBezTo>
                  <a:cubicBezTo>
                    <a:pt x="58160" y="14949"/>
                    <a:pt x="58309" y="15059"/>
                    <a:pt x="58449" y="15182"/>
                  </a:cubicBezTo>
                  <a:cubicBezTo>
                    <a:pt x="58562" y="15282"/>
                    <a:pt x="58651" y="15411"/>
                    <a:pt x="58770" y="15502"/>
                  </a:cubicBezTo>
                  <a:cubicBezTo>
                    <a:pt x="58906" y="15606"/>
                    <a:pt x="59079" y="15565"/>
                    <a:pt x="59232" y="15625"/>
                  </a:cubicBezTo>
                  <a:cubicBezTo>
                    <a:pt x="59276" y="15641"/>
                    <a:pt x="59315" y="15675"/>
                    <a:pt x="59364" y="15688"/>
                  </a:cubicBezTo>
                  <a:cubicBezTo>
                    <a:pt x="59444" y="15706"/>
                    <a:pt x="59529" y="15699"/>
                    <a:pt x="59609" y="15721"/>
                  </a:cubicBezTo>
                  <a:cubicBezTo>
                    <a:pt x="59672" y="15738"/>
                    <a:pt x="59730" y="15771"/>
                    <a:pt x="59795" y="15783"/>
                  </a:cubicBezTo>
                  <a:cubicBezTo>
                    <a:pt x="59879" y="15797"/>
                    <a:pt x="59951" y="15814"/>
                    <a:pt x="60030" y="15846"/>
                  </a:cubicBezTo>
                  <a:cubicBezTo>
                    <a:pt x="60176" y="15781"/>
                    <a:pt x="60325" y="15716"/>
                    <a:pt x="60474" y="15647"/>
                  </a:cubicBezTo>
                  <a:cubicBezTo>
                    <a:pt x="60764" y="15515"/>
                    <a:pt x="61052" y="15433"/>
                    <a:pt x="61357" y="15344"/>
                  </a:cubicBezTo>
                  <a:cubicBezTo>
                    <a:pt x="61484" y="15307"/>
                    <a:pt x="61588" y="15223"/>
                    <a:pt x="61722" y="15201"/>
                  </a:cubicBezTo>
                  <a:cubicBezTo>
                    <a:pt x="61891" y="15173"/>
                    <a:pt x="61979" y="15109"/>
                    <a:pt x="62111" y="15002"/>
                  </a:cubicBezTo>
                  <a:cubicBezTo>
                    <a:pt x="62345" y="14812"/>
                    <a:pt x="62613" y="14650"/>
                    <a:pt x="62871" y="14492"/>
                  </a:cubicBezTo>
                  <a:cubicBezTo>
                    <a:pt x="63440" y="14144"/>
                    <a:pt x="64024" y="13822"/>
                    <a:pt x="64619" y="13523"/>
                  </a:cubicBezTo>
                  <a:cubicBezTo>
                    <a:pt x="64761" y="13452"/>
                    <a:pt x="64898" y="13372"/>
                    <a:pt x="65043" y="13311"/>
                  </a:cubicBezTo>
                  <a:cubicBezTo>
                    <a:pt x="65179" y="13255"/>
                    <a:pt x="65317" y="13227"/>
                    <a:pt x="65460" y="13192"/>
                  </a:cubicBezTo>
                  <a:cubicBezTo>
                    <a:pt x="65601" y="13157"/>
                    <a:pt x="65694" y="13054"/>
                    <a:pt x="65821" y="12987"/>
                  </a:cubicBezTo>
                  <a:cubicBezTo>
                    <a:pt x="65960" y="12913"/>
                    <a:pt x="66113" y="12861"/>
                    <a:pt x="66254" y="12792"/>
                  </a:cubicBezTo>
                  <a:cubicBezTo>
                    <a:pt x="66542" y="12651"/>
                    <a:pt x="66814" y="12487"/>
                    <a:pt x="67110" y="12361"/>
                  </a:cubicBezTo>
                  <a:cubicBezTo>
                    <a:pt x="67405" y="12234"/>
                    <a:pt x="67695" y="12119"/>
                    <a:pt x="67997" y="12007"/>
                  </a:cubicBezTo>
                  <a:cubicBezTo>
                    <a:pt x="68138" y="11957"/>
                    <a:pt x="68268" y="11883"/>
                    <a:pt x="68406" y="11819"/>
                  </a:cubicBezTo>
                  <a:cubicBezTo>
                    <a:pt x="68551" y="11752"/>
                    <a:pt x="68703" y="11702"/>
                    <a:pt x="68850" y="11633"/>
                  </a:cubicBezTo>
                  <a:cubicBezTo>
                    <a:pt x="69146" y="11494"/>
                    <a:pt x="69459" y="11395"/>
                    <a:pt x="69758" y="11265"/>
                  </a:cubicBezTo>
                  <a:cubicBezTo>
                    <a:pt x="70054" y="11135"/>
                    <a:pt x="70334" y="10990"/>
                    <a:pt x="70643" y="10890"/>
                  </a:cubicBezTo>
                  <a:cubicBezTo>
                    <a:pt x="70935" y="10795"/>
                    <a:pt x="71223" y="10704"/>
                    <a:pt x="71497" y="10566"/>
                  </a:cubicBezTo>
                  <a:cubicBezTo>
                    <a:pt x="71768" y="10426"/>
                    <a:pt x="72001" y="10252"/>
                    <a:pt x="72217" y="10038"/>
                  </a:cubicBezTo>
                  <a:cubicBezTo>
                    <a:pt x="72311" y="9945"/>
                    <a:pt x="72391" y="9844"/>
                    <a:pt x="72477" y="9744"/>
                  </a:cubicBezTo>
                  <a:cubicBezTo>
                    <a:pt x="72572" y="9632"/>
                    <a:pt x="72689" y="9545"/>
                    <a:pt x="72799" y="9448"/>
                  </a:cubicBezTo>
                  <a:cubicBezTo>
                    <a:pt x="72903" y="9353"/>
                    <a:pt x="72996" y="9232"/>
                    <a:pt x="73113" y="9153"/>
                  </a:cubicBezTo>
                  <a:cubicBezTo>
                    <a:pt x="73228" y="9071"/>
                    <a:pt x="73355" y="9033"/>
                    <a:pt x="73464" y="8937"/>
                  </a:cubicBezTo>
                  <a:cubicBezTo>
                    <a:pt x="73717" y="8712"/>
                    <a:pt x="73978" y="8503"/>
                    <a:pt x="74216" y="8262"/>
                  </a:cubicBezTo>
                  <a:cubicBezTo>
                    <a:pt x="74435" y="8039"/>
                    <a:pt x="74681" y="7847"/>
                    <a:pt x="74830" y="7568"/>
                  </a:cubicBezTo>
                  <a:cubicBezTo>
                    <a:pt x="74958" y="7328"/>
                    <a:pt x="75174" y="7157"/>
                    <a:pt x="75393" y="7001"/>
                  </a:cubicBezTo>
                  <a:cubicBezTo>
                    <a:pt x="75497" y="6926"/>
                    <a:pt x="75609" y="6852"/>
                    <a:pt x="75730" y="6807"/>
                  </a:cubicBezTo>
                  <a:cubicBezTo>
                    <a:pt x="75858" y="6759"/>
                    <a:pt x="75996" y="6763"/>
                    <a:pt x="76129" y="6755"/>
                  </a:cubicBezTo>
                  <a:cubicBezTo>
                    <a:pt x="76425" y="6733"/>
                    <a:pt x="76762" y="6781"/>
                    <a:pt x="77039" y="6893"/>
                  </a:cubicBezTo>
                  <a:cubicBezTo>
                    <a:pt x="77186" y="6951"/>
                    <a:pt x="77325" y="6973"/>
                    <a:pt x="77476" y="7016"/>
                  </a:cubicBezTo>
                  <a:cubicBezTo>
                    <a:pt x="77636" y="7058"/>
                    <a:pt x="77788" y="7124"/>
                    <a:pt x="77952" y="7159"/>
                  </a:cubicBezTo>
                  <a:cubicBezTo>
                    <a:pt x="78240" y="7222"/>
                    <a:pt x="78530" y="7298"/>
                    <a:pt x="78821" y="7354"/>
                  </a:cubicBezTo>
                  <a:cubicBezTo>
                    <a:pt x="79114" y="7412"/>
                    <a:pt x="79379" y="7579"/>
                    <a:pt x="79633" y="7732"/>
                  </a:cubicBezTo>
                  <a:cubicBezTo>
                    <a:pt x="79896" y="7888"/>
                    <a:pt x="80121" y="8057"/>
                    <a:pt x="80336" y="8273"/>
                  </a:cubicBezTo>
                  <a:cubicBezTo>
                    <a:pt x="80381" y="8319"/>
                    <a:pt x="80416" y="8373"/>
                    <a:pt x="80459" y="8420"/>
                  </a:cubicBezTo>
                  <a:cubicBezTo>
                    <a:pt x="80509" y="8476"/>
                    <a:pt x="80563" y="8502"/>
                    <a:pt x="80626" y="8541"/>
                  </a:cubicBezTo>
                  <a:cubicBezTo>
                    <a:pt x="80770" y="8626"/>
                    <a:pt x="80902" y="8745"/>
                    <a:pt x="81034" y="8851"/>
                  </a:cubicBezTo>
                  <a:cubicBezTo>
                    <a:pt x="81290" y="9054"/>
                    <a:pt x="81538" y="9257"/>
                    <a:pt x="81820" y="9424"/>
                  </a:cubicBezTo>
                  <a:cubicBezTo>
                    <a:pt x="82081" y="9578"/>
                    <a:pt x="82278" y="9803"/>
                    <a:pt x="82527" y="9975"/>
                  </a:cubicBezTo>
                  <a:cubicBezTo>
                    <a:pt x="82648" y="10058"/>
                    <a:pt x="82784" y="10121"/>
                    <a:pt x="82903" y="10209"/>
                  </a:cubicBezTo>
                  <a:cubicBezTo>
                    <a:pt x="83040" y="10306"/>
                    <a:pt x="83159" y="10393"/>
                    <a:pt x="83321" y="10447"/>
                  </a:cubicBezTo>
                  <a:cubicBezTo>
                    <a:pt x="83453" y="10493"/>
                    <a:pt x="83543" y="10585"/>
                    <a:pt x="83665" y="10638"/>
                  </a:cubicBezTo>
                  <a:cubicBezTo>
                    <a:pt x="83810" y="10702"/>
                    <a:pt x="83954" y="10730"/>
                    <a:pt x="84102" y="10771"/>
                  </a:cubicBezTo>
                  <a:cubicBezTo>
                    <a:pt x="84391" y="10852"/>
                    <a:pt x="84621" y="11042"/>
                    <a:pt x="84921" y="11074"/>
                  </a:cubicBezTo>
                  <a:cubicBezTo>
                    <a:pt x="85242" y="11105"/>
                    <a:pt x="85553" y="11124"/>
                    <a:pt x="85871" y="11189"/>
                  </a:cubicBezTo>
                  <a:cubicBezTo>
                    <a:pt x="86187" y="11254"/>
                    <a:pt x="86498" y="11250"/>
                    <a:pt x="86819" y="11239"/>
                  </a:cubicBezTo>
                  <a:cubicBezTo>
                    <a:pt x="87156" y="11228"/>
                    <a:pt x="87506" y="11215"/>
                    <a:pt x="87840" y="11170"/>
                  </a:cubicBezTo>
                  <a:cubicBezTo>
                    <a:pt x="88151" y="11129"/>
                    <a:pt x="88454" y="11038"/>
                    <a:pt x="88768" y="11031"/>
                  </a:cubicBezTo>
                  <a:cubicBezTo>
                    <a:pt x="89114" y="11023"/>
                    <a:pt x="89457" y="11066"/>
                    <a:pt x="89804" y="11044"/>
                  </a:cubicBezTo>
                  <a:cubicBezTo>
                    <a:pt x="90135" y="11022"/>
                    <a:pt x="90459" y="10964"/>
                    <a:pt x="90786" y="10927"/>
                  </a:cubicBezTo>
                  <a:cubicBezTo>
                    <a:pt x="91073" y="10895"/>
                    <a:pt x="91359" y="10943"/>
                    <a:pt x="91597" y="10748"/>
                  </a:cubicBezTo>
                  <a:cubicBezTo>
                    <a:pt x="91612" y="10735"/>
                    <a:pt x="91629" y="10733"/>
                    <a:pt x="91642" y="10737"/>
                  </a:cubicBezTo>
                  <a:cubicBezTo>
                    <a:pt x="91932" y="10545"/>
                    <a:pt x="92222" y="10361"/>
                    <a:pt x="92553" y="10242"/>
                  </a:cubicBezTo>
                  <a:cubicBezTo>
                    <a:pt x="92763" y="10166"/>
                    <a:pt x="92977" y="10092"/>
                    <a:pt x="93197" y="10043"/>
                  </a:cubicBezTo>
                  <a:cubicBezTo>
                    <a:pt x="93401" y="9997"/>
                    <a:pt x="93613" y="9986"/>
                    <a:pt x="93821" y="9976"/>
                  </a:cubicBezTo>
                  <a:cubicBezTo>
                    <a:pt x="94039" y="9969"/>
                    <a:pt x="94206" y="10019"/>
                    <a:pt x="94389" y="10133"/>
                  </a:cubicBezTo>
                  <a:cubicBezTo>
                    <a:pt x="94584" y="10255"/>
                    <a:pt x="94792" y="10343"/>
                    <a:pt x="95012" y="10413"/>
                  </a:cubicBezTo>
                  <a:cubicBezTo>
                    <a:pt x="95164" y="10464"/>
                    <a:pt x="95408" y="10586"/>
                    <a:pt x="95562" y="10499"/>
                  </a:cubicBezTo>
                  <a:cubicBezTo>
                    <a:pt x="95692" y="10426"/>
                    <a:pt x="95761" y="10265"/>
                    <a:pt x="95839" y="10148"/>
                  </a:cubicBezTo>
                  <a:cubicBezTo>
                    <a:pt x="95897" y="10062"/>
                    <a:pt x="95960" y="9984"/>
                    <a:pt x="96018" y="9900"/>
                  </a:cubicBezTo>
                  <a:cubicBezTo>
                    <a:pt x="96081" y="9811"/>
                    <a:pt x="96128" y="9716"/>
                    <a:pt x="96180" y="9621"/>
                  </a:cubicBezTo>
                  <a:cubicBezTo>
                    <a:pt x="96293" y="9420"/>
                    <a:pt x="96392" y="9221"/>
                    <a:pt x="96483" y="9009"/>
                  </a:cubicBezTo>
                  <a:cubicBezTo>
                    <a:pt x="96658" y="8606"/>
                    <a:pt x="96864" y="8208"/>
                    <a:pt x="97165" y="7882"/>
                  </a:cubicBezTo>
                  <a:cubicBezTo>
                    <a:pt x="97305" y="7732"/>
                    <a:pt x="97446" y="7637"/>
                    <a:pt x="97621" y="7535"/>
                  </a:cubicBezTo>
                  <a:cubicBezTo>
                    <a:pt x="97705" y="7486"/>
                    <a:pt x="97779" y="7425"/>
                    <a:pt x="97863" y="7376"/>
                  </a:cubicBezTo>
                  <a:cubicBezTo>
                    <a:pt x="97954" y="7323"/>
                    <a:pt x="98056" y="7293"/>
                    <a:pt x="98158" y="7270"/>
                  </a:cubicBezTo>
                  <a:cubicBezTo>
                    <a:pt x="98367" y="7226"/>
                    <a:pt x="98575" y="7174"/>
                    <a:pt x="98783" y="7131"/>
                  </a:cubicBezTo>
                  <a:cubicBezTo>
                    <a:pt x="99005" y="7086"/>
                    <a:pt x="99217" y="7044"/>
                    <a:pt x="99429" y="6969"/>
                  </a:cubicBezTo>
                  <a:cubicBezTo>
                    <a:pt x="99523" y="6936"/>
                    <a:pt x="99620" y="6908"/>
                    <a:pt x="99700" y="6846"/>
                  </a:cubicBezTo>
                  <a:cubicBezTo>
                    <a:pt x="99778" y="6791"/>
                    <a:pt x="99847" y="6720"/>
                    <a:pt x="99920" y="6657"/>
                  </a:cubicBezTo>
                  <a:cubicBezTo>
                    <a:pt x="100083" y="6515"/>
                    <a:pt x="100210" y="6335"/>
                    <a:pt x="100368" y="6184"/>
                  </a:cubicBezTo>
                  <a:cubicBezTo>
                    <a:pt x="100528" y="6028"/>
                    <a:pt x="100671" y="5853"/>
                    <a:pt x="100835" y="5701"/>
                  </a:cubicBezTo>
                  <a:cubicBezTo>
                    <a:pt x="100987" y="5559"/>
                    <a:pt x="101162" y="5440"/>
                    <a:pt x="101342" y="5336"/>
                  </a:cubicBezTo>
                  <a:cubicBezTo>
                    <a:pt x="101517" y="5234"/>
                    <a:pt x="101705" y="5126"/>
                    <a:pt x="101897" y="5059"/>
                  </a:cubicBezTo>
                  <a:cubicBezTo>
                    <a:pt x="102077" y="4998"/>
                    <a:pt x="102270" y="4985"/>
                    <a:pt x="102460" y="5003"/>
                  </a:cubicBezTo>
                  <a:cubicBezTo>
                    <a:pt x="102652" y="5024"/>
                    <a:pt x="102841" y="5070"/>
                    <a:pt x="103025" y="5124"/>
                  </a:cubicBezTo>
                  <a:cubicBezTo>
                    <a:pt x="103228" y="5180"/>
                    <a:pt x="103412" y="5277"/>
                    <a:pt x="103611" y="5340"/>
                  </a:cubicBezTo>
                  <a:cubicBezTo>
                    <a:pt x="103712" y="5373"/>
                    <a:pt x="103814" y="5390"/>
                    <a:pt x="103913" y="5431"/>
                  </a:cubicBezTo>
                  <a:cubicBezTo>
                    <a:pt x="104017" y="5472"/>
                    <a:pt x="104117" y="5524"/>
                    <a:pt x="104227" y="5552"/>
                  </a:cubicBezTo>
                  <a:cubicBezTo>
                    <a:pt x="104424" y="5606"/>
                    <a:pt x="104632" y="5677"/>
                    <a:pt x="104835" y="5705"/>
                  </a:cubicBezTo>
                  <a:cubicBezTo>
                    <a:pt x="105054" y="5732"/>
                    <a:pt x="105265" y="5749"/>
                    <a:pt x="105465" y="5853"/>
                  </a:cubicBezTo>
                  <a:cubicBezTo>
                    <a:pt x="105625" y="5937"/>
                    <a:pt x="105770" y="6050"/>
                    <a:pt x="105886" y="6192"/>
                  </a:cubicBezTo>
                  <a:cubicBezTo>
                    <a:pt x="106148" y="6515"/>
                    <a:pt x="106152" y="6952"/>
                    <a:pt x="106243" y="7345"/>
                  </a:cubicBezTo>
                  <a:cubicBezTo>
                    <a:pt x="106295" y="7564"/>
                    <a:pt x="106373" y="7773"/>
                    <a:pt x="106433" y="7990"/>
                  </a:cubicBezTo>
                  <a:cubicBezTo>
                    <a:pt x="106449" y="8053"/>
                    <a:pt x="106462" y="8128"/>
                    <a:pt x="106501" y="8184"/>
                  </a:cubicBezTo>
                  <a:cubicBezTo>
                    <a:pt x="106524" y="8213"/>
                    <a:pt x="106522" y="8215"/>
                    <a:pt x="106548" y="8210"/>
                  </a:cubicBezTo>
                  <a:cubicBezTo>
                    <a:pt x="106578" y="8204"/>
                    <a:pt x="106628" y="8130"/>
                    <a:pt x="106654" y="8109"/>
                  </a:cubicBezTo>
                  <a:cubicBezTo>
                    <a:pt x="106723" y="8059"/>
                    <a:pt x="106803" y="8035"/>
                    <a:pt x="106875" y="7998"/>
                  </a:cubicBezTo>
                  <a:cubicBezTo>
                    <a:pt x="106964" y="7951"/>
                    <a:pt x="107041" y="7879"/>
                    <a:pt x="107106" y="7804"/>
                  </a:cubicBezTo>
                  <a:cubicBezTo>
                    <a:pt x="107238" y="7648"/>
                    <a:pt x="107364" y="7475"/>
                    <a:pt x="107465" y="7296"/>
                  </a:cubicBezTo>
                  <a:cubicBezTo>
                    <a:pt x="107645" y="6977"/>
                    <a:pt x="107995" y="6623"/>
                    <a:pt x="108404" y="6705"/>
                  </a:cubicBezTo>
                  <a:cubicBezTo>
                    <a:pt x="108586" y="6742"/>
                    <a:pt x="108674" y="6898"/>
                    <a:pt x="108813" y="7004"/>
                  </a:cubicBezTo>
                  <a:cubicBezTo>
                    <a:pt x="108977" y="7131"/>
                    <a:pt x="109170" y="7211"/>
                    <a:pt x="109336" y="7339"/>
                  </a:cubicBezTo>
                  <a:cubicBezTo>
                    <a:pt x="109674" y="7605"/>
                    <a:pt x="109960" y="7938"/>
                    <a:pt x="110210" y="8288"/>
                  </a:cubicBezTo>
                  <a:cubicBezTo>
                    <a:pt x="110308" y="8425"/>
                    <a:pt x="110398" y="8570"/>
                    <a:pt x="110487" y="8714"/>
                  </a:cubicBezTo>
                  <a:cubicBezTo>
                    <a:pt x="110557" y="8693"/>
                    <a:pt x="110630" y="8675"/>
                    <a:pt x="110703" y="8665"/>
                  </a:cubicBezTo>
                  <a:cubicBezTo>
                    <a:pt x="110814" y="8650"/>
                    <a:pt x="110933" y="8676"/>
                    <a:pt x="111043" y="8650"/>
                  </a:cubicBezTo>
                  <a:cubicBezTo>
                    <a:pt x="111143" y="8626"/>
                    <a:pt x="111233" y="8557"/>
                    <a:pt x="111320" y="8503"/>
                  </a:cubicBezTo>
                  <a:cubicBezTo>
                    <a:pt x="111420" y="8440"/>
                    <a:pt x="111526" y="8390"/>
                    <a:pt x="111634" y="8342"/>
                  </a:cubicBezTo>
                  <a:cubicBezTo>
                    <a:pt x="111852" y="8247"/>
                    <a:pt x="112066" y="8146"/>
                    <a:pt x="112285" y="8057"/>
                  </a:cubicBezTo>
                  <a:cubicBezTo>
                    <a:pt x="112510" y="7966"/>
                    <a:pt x="112722" y="7851"/>
                    <a:pt x="112949" y="7765"/>
                  </a:cubicBezTo>
                  <a:cubicBezTo>
                    <a:pt x="113159" y="7687"/>
                    <a:pt x="113379" y="7601"/>
                    <a:pt x="113557" y="7464"/>
                  </a:cubicBezTo>
                  <a:cubicBezTo>
                    <a:pt x="113643" y="7397"/>
                    <a:pt x="113741" y="7354"/>
                    <a:pt x="113836" y="7302"/>
                  </a:cubicBezTo>
                  <a:cubicBezTo>
                    <a:pt x="113940" y="7244"/>
                    <a:pt x="114041" y="7185"/>
                    <a:pt x="114147" y="7133"/>
                  </a:cubicBezTo>
                  <a:cubicBezTo>
                    <a:pt x="114337" y="7044"/>
                    <a:pt x="114508" y="6921"/>
                    <a:pt x="114692" y="6817"/>
                  </a:cubicBezTo>
                  <a:cubicBezTo>
                    <a:pt x="114891" y="6701"/>
                    <a:pt x="115118" y="6651"/>
                    <a:pt x="115320" y="6541"/>
                  </a:cubicBezTo>
                  <a:cubicBezTo>
                    <a:pt x="115503" y="6441"/>
                    <a:pt x="115661" y="6335"/>
                    <a:pt x="115806" y="6192"/>
                  </a:cubicBezTo>
                  <a:cubicBezTo>
                    <a:pt x="115863" y="6136"/>
                    <a:pt x="115934" y="6063"/>
                    <a:pt x="116014" y="6024"/>
                  </a:cubicBezTo>
                  <a:cubicBezTo>
                    <a:pt x="116018" y="6019"/>
                    <a:pt x="116020" y="6015"/>
                    <a:pt x="116025" y="6008"/>
                  </a:cubicBezTo>
                  <a:cubicBezTo>
                    <a:pt x="116135" y="5853"/>
                    <a:pt x="116276" y="5770"/>
                    <a:pt x="116468" y="5764"/>
                  </a:cubicBezTo>
                  <a:cubicBezTo>
                    <a:pt x="116697" y="5758"/>
                    <a:pt x="116914" y="5777"/>
                    <a:pt x="117143" y="5740"/>
                  </a:cubicBezTo>
                  <a:cubicBezTo>
                    <a:pt x="117364" y="5703"/>
                    <a:pt x="117580" y="5639"/>
                    <a:pt x="117805" y="5636"/>
                  </a:cubicBezTo>
                  <a:cubicBezTo>
                    <a:pt x="117904" y="5634"/>
                    <a:pt x="117987" y="5632"/>
                    <a:pt x="118082" y="5591"/>
                  </a:cubicBezTo>
                  <a:cubicBezTo>
                    <a:pt x="118177" y="5552"/>
                    <a:pt x="118268" y="5502"/>
                    <a:pt x="118367" y="5465"/>
                  </a:cubicBezTo>
                  <a:cubicBezTo>
                    <a:pt x="118571" y="5385"/>
                    <a:pt x="118748" y="5266"/>
                    <a:pt x="118917" y="5124"/>
                  </a:cubicBezTo>
                  <a:cubicBezTo>
                    <a:pt x="119081" y="4988"/>
                    <a:pt x="119276" y="4894"/>
                    <a:pt x="119458" y="4786"/>
                  </a:cubicBezTo>
                  <a:cubicBezTo>
                    <a:pt x="119642" y="4676"/>
                    <a:pt x="119849" y="4581"/>
                    <a:pt x="120063" y="4553"/>
                  </a:cubicBezTo>
                  <a:cubicBezTo>
                    <a:pt x="120260" y="4527"/>
                    <a:pt x="120451" y="4568"/>
                    <a:pt x="120649" y="4561"/>
                  </a:cubicBezTo>
                  <a:cubicBezTo>
                    <a:pt x="120745" y="4557"/>
                    <a:pt x="120844" y="4540"/>
                    <a:pt x="120933" y="4507"/>
                  </a:cubicBezTo>
                  <a:cubicBezTo>
                    <a:pt x="121024" y="4471"/>
                    <a:pt x="121084" y="4408"/>
                    <a:pt x="121164" y="4360"/>
                  </a:cubicBezTo>
                  <a:cubicBezTo>
                    <a:pt x="121342" y="4250"/>
                    <a:pt x="121578" y="4265"/>
                    <a:pt x="121779" y="4278"/>
                  </a:cubicBezTo>
                  <a:cubicBezTo>
                    <a:pt x="122006" y="4293"/>
                    <a:pt x="122229" y="4302"/>
                    <a:pt x="122451" y="4362"/>
                  </a:cubicBezTo>
                  <a:cubicBezTo>
                    <a:pt x="122659" y="4418"/>
                    <a:pt x="122858" y="4509"/>
                    <a:pt x="123066" y="4568"/>
                  </a:cubicBezTo>
                  <a:cubicBezTo>
                    <a:pt x="123301" y="4633"/>
                    <a:pt x="123514" y="4607"/>
                    <a:pt x="123749" y="4555"/>
                  </a:cubicBezTo>
                  <a:cubicBezTo>
                    <a:pt x="123972" y="4507"/>
                    <a:pt x="124182" y="4486"/>
                    <a:pt x="124411" y="4481"/>
                  </a:cubicBezTo>
                  <a:cubicBezTo>
                    <a:pt x="124632" y="4473"/>
                    <a:pt x="124837" y="4388"/>
                    <a:pt x="125060" y="4377"/>
                  </a:cubicBezTo>
                  <a:cubicBezTo>
                    <a:pt x="125274" y="4365"/>
                    <a:pt x="125516" y="4373"/>
                    <a:pt x="125729" y="4408"/>
                  </a:cubicBezTo>
                  <a:cubicBezTo>
                    <a:pt x="125834" y="4427"/>
                    <a:pt x="125932" y="4468"/>
                    <a:pt x="126038" y="4486"/>
                  </a:cubicBezTo>
                  <a:cubicBezTo>
                    <a:pt x="126142" y="4503"/>
                    <a:pt x="126246" y="4511"/>
                    <a:pt x="126349" y="4550"/>
                  </a:cubicBezTo>
                  <a:cubicBezTo>
                    <a:pt x="126516" y="4613"/>
                    <a:pt x="126650" y="4730"/>
                    <a:pt x="126775" y="4856"/>
                  </a:cubicBezTo>
                  <a:cubicBezTo>
                    <a:pt x="126925" y="5011"/>
                    <a:pt x="127108" y="5122"/>
                    <a:pt x="127267" y="5266"/>
                  </a:cubicBezTo>
                  <a:cubicBezTo>
                    <a:pt x="127347" y="5336"/>
                    <a:pt x="127424" y="5385"/>
                    <a:pt x="127520" y="5435"/>
                  </a:cubicBezTo>
                  <a:cubicBezTo>
                    <a:pt x="127612" y="5483"/>
                    <a:pt x="127684" y="5552"/>
                    <a:pt x="127766" y="5613"/>
                  </a:cubicBezTo>
                  <a:cubicBezTo>
                    <a:pt x="127848" y="5677"/>
                    <a:pt x="127946" y="5703"/>
                    <a:pt x="128036" y="5753"/>
                  </a:cubicBezTo>
                  <a:cubicBezTo>
                    <a:pt x="128125" y="5803"/>
                    <a:pt x="128199" y="5874"/>
                    <a:pt x="128281" y="5933"/>
                  </a:cubicBezTo>
                  <a:cubicBezTo>
                    <a:pt x="128460" y="6060"/>
                    <a:pt x="128655" y="6156"/>
                    <a:pt x="128828" y="6292"/>
                  </a:cubicBezTo>
                  <a:cubicBezTo>
                    <a:pt x="129004" y="6428"/>
                    <a:pt x="129176" y="6564"/>
                    <a:pt x="129371" y="6672"/>
                  </a:cubicBezTo>
                  <a:cubicBezTo>
                    <a:pt x="129572" y="6781"/>
                    <a:pt x="129782" y="6872"/>
                    <a:pt x="129979" y="6988"/>
                  </a:cubicBezTo>
                  <a:cubicBezTo>
                    <a:pt x="130163" y="7094"/>
                    <a:pt x="130314" y="7244"/>
                    <a:pt x="130489" y="7365"/>
                  </a:cubicBezTo>
                  <a:cubicBezTo>
                    <a:pt x="130665" y="7486"/>
                    <a:pt x="130848" y="7607"/>
                    <a:pt x="131028" y="7720"/>
                  </a:cubicBezTo>
                  <a:cubicBezTo>
                    <a:pt x="131402" y="7955"/>
                    <a:pt x="131829" y="8091"/>
                    <a:pt x="132216" y="8297"/>
                  </a:cubicBezTo>
                  <a:cubicBezTo>
                    <a:pt x="132410" y="8399"/>
                    <a:pt x="132594" y="8516"/>
                    <a:pt x="132759" y="8660"/>
                  </a:cubicBezTo>
                  <a:cubicBezTo>
                    <a:pt x="132932" y="8808"/>
                    <a:pt x="133089" y="8976"/>
                    <a:pt x="133265" y="9121"/>
                  </a:cubicBezTo>
                  <a:cubicBezTo>
                    <a:pt x="133622" y="9418"/>
                    <a:pt x="134031" y="9636"/>
                    <a:pt x="134407" y="9908"/>
                  </a:cubicBezTo>
                  <a:cubicBezTo>
                    <a:pt x="134604" y="10047"/>
                    <a:pt x="134796" y="10198"/>
                    <a:pt x="134985" y="10348"/>
                  </a:cubicBezTo>
                  <a:cubicBezTo>
                    <a:pt x="135136" y="10469"/>
                    <a:pt x="135281" y="10625"/>
                    <a:pt x="135480" y="10648"/>
                  </a:cubicBezTo>
                  <a:cubicBezTo>
                    <a:pt x="135698" y="10674"/>
                    <a:pt x="135917" y="10618"/>
                    <a:pt x="136129" y="10573"/>
                  </a:cubicBezTo>
                  <a:cubicBezTo>
                    <a:pt x="136362" y="10521"/>
                    <a:pt x="136596" y="10488"/>
                    <a:pt x="136830" y="10449"/>
                  </a:cubicBezTo>
                  <a:cubicBezTo>
                    <a:pt x="137067" y="10410"/>
                    <a:pt x="137279" y="10404"/>
                    <a:pt x="137515" y="10430"/>
                  </a:cubicBezTo>
                  <a:cubicBezTo>
                    <a:pt x="137745" y="10456"/>
                    <a:pt x="137980" y="10458"/>
                    <a:pt x="138210" y="10492"/>
                  </a:cubicBezTo>
                  <a:cubicBezTo>
                    <a:pt x="138433" y="10523"/>
                    <a:pt x="138653" y="10594"/>
                    <a:pt x="138865" y="10666"/>
                  </a:cubicBezTo>
                  <a:cubicBezTo>
                    <a:pt x="138956" y="10694"/>
                    <a:pt x="139040" y="10730"/>
                    <a:pt x="139110" y="10795"/>
                  </a:cubicBezTo>
                  <a:cubicBezTo>
                    <a:pt x="139177" y="10852"/>
                    <a:pt x="139283" y="10862"/>
                    <a:pt x="139367" y="10897"/>
                  </a:cubicBezTo>
                  <a:cubicBezTo>
                    <a:pt x="139536" y="10964"/>
                    <a:pt x="139726" y="11046"/>
                    <a:pt x="139912" y="11038"/>
                  </a:cubicBezTo>
                  <a:cubicBezTo>
                    <a:pt x="139912" y="11036"/>
                    <a:pt x="139914" y="11036"/>
                    <a:pt x="139914" y="11036"/>
                  </a:cubicBezTo>
                  <a:cubicBezTo>
                    <a:pt x="139932" y="10988"/>
                    <a:pt x="140011" y="10994"/>
                    <a:pt x="140020" y="11040"/>
                  </a:cubicBezTo>
                  <a:cubicBezTo>
                    <a:pt x="140057" y="11029"/>
                    <a:pt x="140094" y="11018"/>
                    <a:pt x="140131" y="11005"/>
                  </a:cubicBezTo>
                  <a:cubicBezTo>
                    <a:pt x="140250" y="10964"/>
                    <a:pt x="140364" y="10910"/>
                    <a:pt x="140476" y="10856"/>
                  </a:cubicBezTo>
                  <a:cubicBezTo>
                    <a:pt x="140715" y="10739"/>
                    <a:pt x="140953" y="10635"/>
                    <a:pt x="141206" y="10551"/>
                  </a:cubicBezTo>
                  <a:cubicBezTo>
                    <a:pt x="141333" y="10508"/>
                    <a:pt x="141467" y="10477"/>
                    <a:pt x="141590" y="10426"/>
                  </a:cubicBezTo>
                  <a:cubicBezTo>
                    <a:pt x="141699" y="10382"/>
                    <a:pt x="141800" y="10317"/>
                    <a:pt x="141908" y="10267"/>
                  </a:cubicBezTo>
                  <a:cubicBezTo>
                    <a:pt x="142012" y="10218"/>
                    <a:pt x="142123" y="10187"/>
                    <a:pt x="142218" y="10121"/>
                  </a:cubicBezTo>
                  <a:cubicBezTo>
                    <a:pt x="142324" y="10051"/>
                    <a:pt x="142419" y="9963"/>
                    <a:pt x="142518" y="9883"/>
                  </a:cubicBezTo>
                  <a:cubicBezTo>
                    <a:pt x="142620" y="9800"/>
                    <a:pt x="142724" y="9716"/>
                    <a:pt x="142834" y="9642"/>
                  </a:cubicBezTo>
                  <a:cubicBezTo>
                    <a:pt x="142936" y="9569"/>
                    <a:pt x="143029" y="9485"/>
                    <a:pt x="143133" y="9415"/>
                  </a:cubicBezTo>
                  <a:cubicBezTo>
                    <a:pt x="143237" y="9344"/>
                    <a:pt x="143321" y="9253"/>
                    <a:pt x="143416" y="9169"/>
                  </a:cubicBezTo>
                  <a:cubicBezTo>
                    <a:pt x="143514" y="9084"/>
                    <a:pt x="143628" y="9011"/>
                    <a:pt x="143738" y="8939"/>
                  </a:cubicBezTo>
                  <a:cubicBezTo>
                    <a:pt x="143964" y="8784"/>
                    <a:pt x="144195" y="8636"/>
                    <a:pt x="144435" y="8503"/>
                  </a:cubicBezTo>
                  <a:cubicBezTo>
                    <a:pt x="144671" y="8371"/>
                    <a:pt x="144909" y="8232"/>
                    <a:pt x="145149" y="8107"/>
                  </a:cubicBezTo>
                  <a:cubicBezTo>
                    <a:pt x="145380" y="7988"/>
                    <a:pt x="145629" y="7899"/>
                    <a:pt x="145871" y="7806"/>
                  </a:cubicBezTo>
                  <a:cubicBezTo>
                    <a:pt x="146088" y="7724"/>
                    <a:pt x="146310" y="7644"/>
                    <a:pt x="146496" y="7501"/>
                  </a:cubicBezTo>
                  <a:cubicBezTo>
                    <a:pt x="146594" y="7425"/>
                    <a:pt x="146689" y="7347"/>
                    <a:pt x="146791" y="7278"/>
                  </a:cubicBezTo>
                  <a:cubicBezTo>
                    <a:pt x="146894" y="7209"/>
                    <a:pt x="147000" y="7159"/>
                    <a:pt x="147107" y="7103"/>
                  </a:cubicBezTo>
                  <a:cubicBezTo>
                    <a:pt x="147325" y="6995"/>
                    <a:pt x="147524" y="6856"/>
                    <a:pt x="147732" y="6733"/>
                  </a:cubicBezTo>
                  <a:cubicBezTo>
                    <a:pt x="147838" y="6672"/>
                    <a:pt x="147946" y="6614"/>
                    <a:pt x="148060" y="6567"/>
                  </a:cubicBezTo>
                  <a:cubicBezTo>
                    <a:pt x="148177" y="6519"/>
                    <a:pt x="148285" y="6502"/>
                    <a:pt x="148409" y="6489"/>
                  </a:cubicBezTo>
                  <a:cubicBezTo>
                    <a:pt x="148532" y="6476"/>
                    <a:pt x="148647" y="6434"/>
                    <a:pt x="148770" y="6426"/>
                  </a:cubicBezTo>
                  <a:cubicBezTo>
                    <a:pt x="148887" y="6419"/>
                    <a:pt x="149006" y="6411"/>
                    <a:pt x="149125" y="6409"/>
                  </a:cubicBezTo>
                  <a:cubicBezTo>
                    <a:pt x="149261" y="6406"/>
                    <a:pt x="149384" y="6447"/>
                    <a:pt x="149514" y="6480"/>
                  </a:cubicBezTo>
                  <a:cubicBezTo>
                    <a:pt x="149648" y="6515"/>
                    <a:pt x="149782" y="6538"/>
                    <a:pt x="149918" y="6562"/>
                  </a:cubicBezTo>
                  <a:cubicBezTo>
                    <a:pt x="150040" y="6584"/>
                    <a:pt x="150161" y="6601"/>
                    <a:pt x="150284" y="6616"/>
                  </a:cubicBezTo>
                  <a:cubicBezTo>
                    <a:pt x="150366" y="6538"/>
                    <a:pt x="150448" y="6458"/>
                    <a:pt x="150531" y="6383"/>
                  </a:cubicBezTo>
                  <a:cubicBezTo>
                    <a:pt x="150652" y="6275"/>
                    <a:pt x="150792" y="6195"/>
                    <a:pt x="150922" y="6099"/>
                  </a:cubicBezTo>
                  <a:cubicBezTo>
                    <a:pt x="151050" y="6004"/>
                    <a:pt x="151151" y="5889"/>
                    <a:pt x="151249" y="5764"/>
                  </a:cubicBezTo>
                  <a:cubicBezTo>
                    <a:pt x="151457" y="5498"/>
                    <a:pt x="151697" y="5258"/>
                    <a:pt x="151915" y="5002"/>
                  </a:cubicBezTo>
                  <a:cubicBezTo>
                    <a:pt x="152008" y="4888"/>
                    <a:pt x="152110" y="4756"/>
                    <a:pt x="152252" y="4704"/>
                  </a:cubicBezTo>
                  <a:cubicBezTo>
                    <a:pt x="152315" y="4680"/>
                    <a:pt x="152371" y="4659"/>
                    <a:pt x="152428" y="4624"/>
                  </a:cubicBezTo>
                  <a:cubicBezTo>
                    <a:pt x="152490" y="4585"/>
                    <a:pt x="152553" y="4551"/>
                    <a:pt x="152625" y="4542"/>
                  </a:cubicBezTo>
                  <a:cubicBezTo>
                    <a:pt x="152705" y="4535"/>
                    <a:pt x="152772" y="4559"/>
                    <a:pt x="152841" y="4590"/>
                  </a:cubicBezTo>
                  <a:cubicBezTo>
                    <a:pt x="152917" y="4626"/>
                    <a:pt x="152994" y="4628"/>
                    <a:pt x="153077" y="4631"/>
                  </a:cubicBezTo>
                  <a:cubicBezTo>
                    <a:pt x="153248" y="4635"/>
                    <a:pt x="153393" y="4657"/>
                    <a:pt x="153542" y="4741"/>
                  </a:cubicBezTo>
                  <a:cubicBezTo>
                    <a:pt x="153672" y="4814"/>
                    <a:pt x="153784" y="4914"/>
                    <a:pt x="153910" y="4992"/>
                  </a:cubicBezTo>
                  <a:cubicBezTo>
                    <a:pt x="154046" y="5078"/>
                    <a:pt x="154193" y="5147"/>
                    <a:pt x="154333" y="5230"/>
                  </a:cubicBezTo>
                  <a:cubicBezTo>
                    <a:pt x="154476" y="5314"/>
                    <a:pt x="154612" y="5407"/>
                    <a:pt x="154734" y="5517"/>
                  </a:cubicBezTo>
                  <a:cubicBezTo>
                    <a:pt x="154852" y="5621"/>
                    <a:pt x="154959" y="5732"/>
                    <a:pt x="155093" y="5812"/>
                  </a:cubicBezTo>
                  <a:cubicBezTo>
                    <a:pt x="155385" y="5985"/>
                    <a:pt x="155627" y="6236"/>
                    <a:pt x="155845" y="6495"/>
                  </a:cubicBezTo>
                  <a:cubicBezTo>
                    <a:pt x="155954" y="6627"/>
                    <a:pt x="156058" y="6763"/>
                    <a:pt x="156157" y="6902"/>
                  </a:cubicBezTo>
                  <a:cubicBezTo>
                    <a:pt x="156246" y="7029"/>
                    <a:pt x="156328" y="7146"/>
                    <a:pt x="156455" y="7237"/>
                  </a:cubicBezTo>
                  <a:cubicBezTo>
                    <a:pt x="156512" y="7280"/>
                    <a:pt x="156574" y="7311"/>
                    <a:pt x="156635" y="7347"/>
                  </a:cubicBezTo>
                  <a:cubicBezTo>
                    <a:pt x="156708" y="7391"/>
                    <a:pt x="156769" y="7451"/>
                    <a:pt x="156832" y="7505"/>
                  </a:cubicBezTo>
                  <a:cubicBezTo>
                    <a:pt x="156959" y="7613"/>
                    <a:pt x="157104" y="7691"/>
                    <a:pt x="157249" y="7767"/>
                  </a:cubicBezTo>
                  <a:cubicBezTo>
                    <a:pt x="157310" y="7800"/>
                    <a:pt x="157368" y="7836"/>
                    <a:pt x="157437" y="7849"/>
                  </a:cubicBezTo>
                  <a:cubicBezTo>
                    <a:pt x="157522" y="7867"/>
                    <a:pt x="157598" y="7888"/>
                    <a:pt x="157680" y="7923"/>
                  </a:cubicBezTo>
                  <a:cubicBezTo>
                    <a:pt x="157835" y="7992"/>
                    <a:pt x="157983" y="8074"/>
                    <a:pt x="158132" y="8152"/>
                  </a:cubicBezTo>
                  <a:cubicBezTo>
                    <a:pt x="158279" y="8230"/>
                    <a:pt x="158435" y="8290"/>
                    <a:pt x="158580" y="8370"/>
                  </a:cubicBezTo>
                  <a:cubicBezTo>
                    <a:pt x="158731" y="8453"/>
                    <a:pt x="158850" y="8583"/>
                    <a:pt x="158980" y="8691"/>
                  </a:cubicBezTo>
                  <a:cubicBezTo>
                    <a:pt x="159103" y="8792"/>
                    <a:pt x="159228" y="8890"/>
                    <a:pt x="159365" y="8970"/>
                  </a:cubicBezTo>
                  <a:cubicBezTo>
                    <a:pt x="159510" y="9052"/>
                    <a:pt x="159629" y="9154"/>
                    <a:pt x="159748" y="9268"/>
                  </a:cubicBezTo>
                  <a:cubicBezTo>
                    <a:pt x="159867" y="9381"/>
                    <a:pt x="159983" y="9491"/>
                    <a:pt x="160130" y="9564"/>
                  </a:cubicBezTo>
                  <a:cubicBezTo>
                    <a:pt x="160282" y="9642"/>
                    <a:pt x="160436" y="9714"/>
                    <a:pt x="160585" y="9800"/>
                  </a:cubicBezTo>
                  <a:cubicBezTo>
                    <a:pt x="160730" y="9882"/>
                    <a:pt x="160873" y="9969"/>
                    <a:pt x="161028" y="10034"/>
                  </a:cubicBezTo>
                  <a:cubicBezTo>
                    <a:pt x="161191" y="10103"/>
                    <a:pt x="161363" y="10134"/>
                    <a:pt x="161535" y="10168"/>
                  </a:cubicBezTo>
                  <a:cubicBezTo>
                    <a:pt x="161710" y="10201"/>
                    <a:pt x="161887" y="10235"/>
                    <a:pt x="162058" y="10285"/>
                  </a:cubicBezTo>
                  <a:cubicBezTo>
                    <a:pt x="162136" y="10309"/>
                    <a:pt x="162211" y="10341"/>
                    <a:pt x="162285" y="10369"/>
                  </a:cubicBezTo>
                  <a:cubicBezTo>
                    <a:pt x="162367" y="10400"/>
                    <a:pt x="162451" y="10412"/>
                    <a:pt x="162534" y="10434"/>
                  </a:cubicBezTo>
                  <a:cubicBezTo>
                    <a:pt x="162690" y="10473"/>
                    <a:pt x="162824" y="10547"/>
                    <a:pt x="162984" y="10568"/>
                  </a:cubicBezTo>
                  <a:cubicBezTo>
                    <a:pt x="163068" y="10579"/>
                    <a:pt x="163150" y="10585"/>
                    <a:pt x="163233" y="10594"/>
                  </a:cubicBezTo>
                  <a:cubicBezTo>
                    <a:pt x="163321" y="10603"/>
                    <a:pt x="163393" y="10618"/>
                    <a:pt x="163481" y="10599"/>
                  </a:cubicBezTo>
                  <a:cubicBezTo>
                    <a:pt x="163583" y="10577"/>
                    <a:pt x="163711" y="10553"/>
                    <a:pt x="163812" y="10583"/>
                  </a:cubicBezTo>
                  <a:cubicBezTo>
                    <a:pt x="163821" y="10585"/>
                    <a:pt x="163827" y="10588"/>
                    <a:pt x="163832" y="10594"/>
                  </a:cubicBezTo>
                  <a:cubicBezTo>
                    <a:pt x="163873" y="10585"/>
                    <a:pt x="163916" y="10577"/>
                    <a:pt x="163959" y="10570"/>
                  </a:cubicBezTo>
                  <a:cubicBezTo>
                    <a:pt x="164241" y="10514"/>
                    <a:pt x="164519" y="10467"/>
                    <a:pt x="164788" y="10360"/>
                  </a:cubicBezTo>
                  <a:cubicBezTo>
                    <a:pt x="165039" y="10259"/>
                    <a:pt x="165281" y="10161"/>
                    <a:pt x="165549" y="10120"/>
                  </a:cubicBezTo>
                  <a:cubicBezTo>
                    <a:pt x="165837" y="10077"/>
                    <a:pt x="166103" y="9980"/>
                    <a:pt x="166382" y="9906"/>
                  </a:cubicBezTo>
                  <a:cubicBezTo>
                    <a:pt x="166646" y="9839"/>
                    <a:pt x="166888" y="9703"/>
                    <a:pt x="167152" y="9629"/>
                  </a:cubicBezTo>
                  <a:cubicBezTo>
                    <a:pt x="167424" y="9552"/>
                    <a:pt x="167688" y="9452"/>
                    <a:pt x="167944" y="9335"/>
                  </a:cubicBezTo>
                  <a:cubicBezTo>
                    <a:pt x="168205" y="9218"/>
                    <a:pt x="168459" y="9087"/>
                    <a:pt x="168729" y="8991"/>
                  </a:cubicBezTo>
                  <a:cubicBezTo>
                    <a:pt x="169001" y="8890"/>
                    <a:pt x="169294" y="8831"/>
                    <a:pt x="169557" y="8712"/>
                  </a:cubicBezTo>
                  <a:cubicBezTo>
                    <a:pt x="169657" y="8667"/>
                    <a:pt x="169745" y="8600"/>
                    <a:pt x="169839" y="8546"/>
                  </a:cubicBezTo>
                  <a:cubicBezTo>
                    <a:pt x="169953" y="8481"/>
                    <a:pt x="170077" y="8446"/>
                    <a:pt x="170193" y="8384"/>
                  </a:cubicBezTo>
                  <a:cubicBezTo>
                    <a:pt x="170425" y="8265"/>
                    <a:pt x="170635" y="8113"/>
                    <a:pt x="170879" y="8012"/>
                  </a:cubicBezTo>
                  <a:cubicBezTo>
                    <a:pt x="171128" y="7912"/>
                    <a:pt x="171364" y="7774"/>
                    <a:pt x="171641" y="7780"/>
                  </a:cubicBezTo>
                  <a:cubicBezTo>
                    <a:pt x="171920" y="7787"/>
                    <a:pt x="172203" y="7825"/>
                    <a:pt x="172480" y="7849"/>
                  </a:cubicBezTo>
                  <a:cubicBezTo>
                    <a:pt x="172754" y="7871"/>
                    <a:pt x="172953" y="7827"/>
                    <a:pt x="173185" y="7678"/>
                  </a:cubicBezTo>
                  <a:cubicBezTo>
                    <a:pt x="173280" y="7616"/>
                    <a:pt x="173377" y="7562"/>
                    <a:pt x="173490" y="7551"/>
                  </a:cubicBezTo>
                  <a:cubicBezTo>
                    <a:pt x="173617" y="7538"/>
                    <a:pt x="173739" y="7572"/>
                    <a:pt x="173864" y="7579"/>
                  </a:cubicBezTo>
                  <a:cubicBezTo>
                    <a:pt x="173996" y="7587"/>
                    <a:pt x="174126" y="7583"/>
                    <a:pt x="174254" y="7614"/>
                  </a:cubicBezTo>
                  <a:cubicBezTo>
                    <a:pt x="174385" y="7646"/>
                    <a:pt x="174511" y="7704"/>
                    <a:pt x="174636" y="7754"/>
                  </a:cubicBezTo>
                  <a:cubicBezTo>
                    <a:pt x="174744" y="7800"/>
                    <a:pt x="174846" y="7854"/>
                    <a:pt x="174928" y="7942"/>
                  </a:cubicBezTo>
                  <a:cubicBezTo>
                    <a:pt x="175026" y="8050"/>
                    <a:pt x="175093" y="8185"/>
                    <a:pt x="175188" y="8295"/>
                  </a:cubicBezTo>
                  <a:cubicBezTo>
                    <a:pt x="175264" y="8384"/>
                    <a:pt x="175363" y="8427"/>
                    <a:pt x="175454" y="8494"/>
                  </a:cubicBezTo>
                  <a:cubicBezTo>
                    <a:pt x="175502" y="8529"/>
                    <a:pt x="175540" y="8580"/>
                    <a:pt x="175592" y="8609"/>
                  </a:cubicBezTo>
                  <a:cubicBezTo>
                    <a:pt x="175655" y="8641"/>
                    <a:pt x="175724" y="8656"/>
                    <a:pt x="175783" y="8697"/>
                  </a:cubicBezTo>
                  <a:cubicBezTo>
                    <a:pt x="175889" y="8768"/>
                    <a:pt x="175980" y="8861"/>
                    <a:pt x="176083" y="8933"/>
                  </a:cubicBezTo>
                  <a:cubicBezTo>
                    <a:pt x="176192" y="9011"/>
                    <a:pt x="176324" y="9047"/>
                    <a:pt x="176432" y="9125"/>
                  </a:cubicBezTo>
                  <a:cubicBezTo>
                    <a:pt x="176542" y="9203"/>
                    <a:pt x="176635" y="9299"/>
                    <a:pt x="176747" y="9374"/>
                  </a:cubicBezTo>
                  <a:cubicBezTo>
                    <a:pt x="176853" y="9446"/>
                    <a:pt x="176962" y="9504"/>
                    <a:pt x="177057" y="9590"/>
                  </a:cubicBezTo>
                  <a:cubicBezTo>
                    <a:pt x="177137" y="9660"/>
                    <a:pt x="177243" y="9785"/>
                    <a:pt x="177358" y="9789"/>
                  </a:cubicBezTo>
                  <a:cubicBezTo>
                    <a:pt x="177414" y="9790"/>
                    <a:pt x="177479" y="9770"/>
                    <a:pt x="177533" y="9763"/>
                  </a:cubicBezTo>
                  <a:cubicBezTo>
                    <a:pt x="177619" y="9751"/>
                    <a:pt x="177706" y="9740"/>
                    <a:pt x="177790" y="9727"/>
                  </a:cubicBezTo>
                  <a:cubicBezTo>
                    <a:pt x="177935" y="9707"/>
                    <a:pt x="178082" y="9690"/>
                    <a:pt x="178223" y="9658"/>
                  </a:cubicBezTo>
                  <a:cubicBezTo>
                    <a:pt x="178357" y="9629"/>
                    <a:pt x="178469" y="9549"/>
                    <a:pt x="178597" y="9502"/>
                  </a:cubicBezTo>
                  <a:cubicBezTo>
                    <a:pt x="178720" y="9456"/>
                    <a:pt x="178820" y="9405"/>
                    <a:pt x="178928" y="9331"/>
                  </a:cubicBezTo>
                  <a:cubicBezTo>
                    <a:pt x="179034" y="9259"/>
                    <a:pt x="179140" y="9180"/>
                    <a:pt x="179257" y="9126"/>
                  </a:cubicBezTo>
                  <a:cubicBezTo>
                    <a:pt x="179361" y="9076"/>
                    <a:pt x="179473" y="9054"/>
                    <a:pt x="179579" y="9009"/>
                  </a:cubicBezTo>
                  <a:cubicBezTo>
                    <a:pt x="179698" y="8959"/>
                    <a:pt x="179802" y="8894"/>
                    <a:pt x="179927" y="8859"/>
                  </a:cubicBezTo>
                  <a:cubicBezTo>
                    <a:pt x="180163" y="8792"/>
                    <a:pt x="180407" y="8734"/>
                    <a:pt x="180646" y="8686"/>
                  </a:cubicBezTo>
                  <a:cubicBezTo>
                    <a:pt x="180918" y="8630"/>
                    <a:pt x="181188" y="8658"/>
                    <a:pt x="181446" y="8546"/>
                  </a:cubicBezTo>
                  <a:cubicBezTo>
                    <a:pt x="181695" y="8440"/>
                    <a:pt x="181922" y="8303"/>
                    <a:pt x="182069" y="8074"/>
                  </a:cubicBezTo>
                  <a:cubicBezTo>
                    <a:pt x="182138" y="7968"/>
                    <a:pt x="182220" y="7879"/>
                    <a:pt x="182298" y="7782"/>
                  </a:cubicBezTo>
                  <a:cubicBezTo>
                    <a:pt x="182387" y="7674"/>
                    <a:pt x="182456" y="7553"/>
                    <a:pt x="182545" y="7445"/>
                  </a:cubicBezTo>
                  <a:cubicBezTo>
                    <a:pt x="182679" y="7285"/>
                    <a:pt x="182791" y="7042"/>
                    <a:pt x="182986" y="6947"/>
                  </a:cubicBezTo>
                  <a:cubicBezTo>
                    <a:pt x="183150" y="6869"/>
                    <a:pt x="183304" y="6956"/>
                    <a:pt x="183419" y="7071"/>
                  </a:cubicBezTo>
                  <a:cubicBezTo>
                    <a:pt x="183527" y="7179"/>
                    <a:pt x="183613" y="7369"/>
                    <a:pt x="183793" y="7300"/>
                  </a:cubicBezTo>
                  <a:cubicBezTo>
                    <a:pt x="183884" y="7265"/>
                    <a:pt x="183962" y="7192"/>
                    <a:pt x="184042" y="7138"/>
                  </a:cubicBezTo>
                  <a:cubicBezTo>
                    <a:pt x="184156" y="7064"/>
                    <a:pt x="184267" y="6991"/>
                    <a:pt x="184375" y="6910"/>
                  </a:cubicBezTo>
                  <a:cubicBezTo>
                    <a:pt x="184578" y="6753"/>
                    <a:pt x="184786" y="6606"/>
                    <a:pt x="184991" y="6456"/>
                  </a:cubicBezTo>
                  <a:cubicBezTo>
                    <a:pt x="185181" y="6315"/>
                    <a:pt x="185294" y="6108"/>
                    <a:pt x="185489" y="5974"/>
                  </a:cubicBezTo>
                  <a:cubicBezTo>
                    <a:pt x="185580" y="5913"/>
                    <a:pt x="185677" y="5861"/>
                    <a:pt x="185765" y="5790"/>
                  </a:cubicBezTo>
                  <a:cubicBezTo>
                    <a:pt x="185863" y="5708"/>
                    <a:pt x="185919" y="5593"/>
                    <a:pt x="186003" y="5498"/>
                  </a:cubicBezTo>
                  <a:cubicBezTo>
                    <a:pt x="186073" y="5418"/>
                    <a:pt x="186146" y="5355"/>
                    <a:pt x="186198" y="5258"/>
                  </a:cubicBezTo>
                  <a:cubicBezTo>
                    <a:pt x="186261" y="5137"/>
                    <a:pt x="186334" y="5020"/>
                    <a:pt x="186401" y="4901"/>
                  </a:cubicBezTo>
                  <a:cubicBezTo>
                    <a:pt x="186460" y="4795"/>
                    <a:pt x="186508" y="4682"/>
                    <a:pt x="186579" y="4583"/>
                  </a:cubicBezTo>
                  <a:cubicBezTo>
                    <a:pt x="186650" y="4486"/>
                    <a:pt x="186743" y="4406"/>
                    <a:pt x="186838" y="4334"/>
                  </a:cubicBezTo>
                  <a:cubicBezTo>
                    <a:pt x="187014" y="4198"/>
                    <a:pt x="187185" y="4036"/>
                    <a:pt x="187410" y="3984"/>
                  </a:cubicBezTo>
                  <a:cubicBezTo>
                    <a:pt x="187507" y="3960"/>
                    <a:pt x="187608" y="3958"/>
                    <a:pt x="187706" y="3949"/>
                  </a:cubicBezTo>
                  <a:cubicBezTo>
                    <a:pt x="187851" y="3934"/>
                    <a:pt x="187993" y="3889"/>
                    <a:pt x="188139" y="3880"/>
                  </a:cubicBezTo>
                  <a:cubicBezTo>
                    <a:pt x="188262" y="3871"/>
                    <a:pt x="188385" y="3893"/>
                    <a:pt x="188508" y="3906"/>
                  </a:cubicBezTo>
                  <a:cubicBezTo>
                    <a:pt x="188662" y="3921"/>
                    <a:pt x="188815" y="3936"/>
                    <a:pt x="188967" y="3949"/>
                  </a:cubicBezTo>
                  <a:cubicBezTo>
                    <a:pt x="189259" y="3975"/>
                    <a:pt x="189519" y="4081"/>
                    <a:pt x="189806" y="4126"/>
                  </a:cubicBezTo>
                  <a:cubicBezTo>
                    <a:pt x="190087" y="4170"/>
                    <a:pt x="190373" y="4185"/>
                    <a:pt x="190658" y="4219"/>
                  </a:cubicBezTo>
                  <a:cubicBezTo>
                    <a:pt x="190669" y="4220"/>
                    <a:pt x="190680" y="4224"/>
                    <a:pt x="190689" y="4232"/>
                  </a:cubicBezTo>
                  <a:cubicBezTo>
                    <a:pt x="190782" y="4142"/>
                    <a:pt x="190875" y="4051"/>
                    <a:pt x="190970" y="3964"/>
                  </a:cubicBezTo>
                  <a:cubicBezTo>
                    <a:pt x="191102" y="3841"/>
                    <a:pt x="191245" y="3739"/>
                    <a:pt x="191405" y="3651"/>
                  </a:cubicBezTo>
                  <a:cubicBezTo>
                    <a:pt x="191569" y="3562"/>
                    <a:pt x="191734" y="3478"/>
                    <a:pt x="191881" y="3363"/>
                  </a:cubicBezTo>
                  <a:cubicBezTo>
                    <a:pt x="192032" y="3248"/>
                    <a:pt x="192201" y="3158"/>
                    <a:pt x="192354" y="3045"/>
                  </a:cubicBezTo>
                  <a:cubicBezTo>
                    <a:pt x="192495" y="2941"/>
                    <a:pt x="192612" y="2807"/>
                    <a:pt x="192765" y="2718"/>
                  </a:cubicBezTo>
                  <a:cubicBezTo>
                    <a:pt x="192899" y="2638"/>
                    <a:pt x="193038" y="2602"/>
                    <a:pt x="193153" y="2493"/>
                  </a:cubicBezTo>
                  <a:cubicBezTo>
                    <a:pt x="193282" y="2374"/>
                    <a:pt x="193364" y="2210"/>
                    <a:pt x="193483" y="2082"/>
                  </a:cubicBezTo>
                  <a:cubicBezTo>
                    <a:pt x="193607" y="1948"/>
                    <a:pt x="193763" y="1847"/>
                    <a:pt x="193892" y="1717"/>
                  </a:cubicBezTo>
                  <a:cubicBezTo>
                    <a:pt x="194018" y="1587"/>
                    <a:pt x="194132" y="1442"/>
                    <a:pt x="194238" y="1291"/>
                  </a:cubicBezTo>
                  <a:cubicBezTo>
                    <a:pt x="194345" y="1139"/>
                    <a:pt x="194453" y="997"/>
                    <a:pt x="194598" y="877"/>
                  </a:cubicBezTo>
                  <a:cubicBezTo>
                    <a:pt x="194736" y="763"/>
                    <a:pt x="194883" y="644"/>
                    <a:pt x="195047" y="572"/>
                  </a:cubicBezTo>
                  <a:cubicBezTo>
                    <a:pt x="195233" y="492"/>
                    <a:pt x="195409" y="510"/>
                    <a:pt x="195605" y="532"/>
                  </a:cubicBezTo>
                  <a:cubicBezTo>
                    <a:pt x="195792" y="553"/>
                    <a:pt x="195991" y="534"/>
                    <a:pt x="196172" y="603"/>
                  </a:cubicBezTo>
                  <a:cubicBezTo>
                    <a:pt x="196263" y="638"/>
                    <a:pt x="196347" y="694"/>
                    <a:pt x="196425" y="750"/>
                  </a:cubicBezTo>
                  <a:cubicBezTo>
                    <a:pt x="196505" y="806"/>
                    <a:pt x="196583" y="843"/>
                    <a:pt x="196670" y="888"/>
                  </a:cubicBezTo>
                  <a:cubicBezTo>
                    <a:pt x="196745" y="925"/>
                    <a:pt x="196819" y="966"/>
                    <a:pt x="196884" y="1018"/>
                  </a:cubicBezTo>
                  <a:cubicBezTo>
                    <a:pt x="196971" y="1087"/>
                    <a:pt x="197051" y="1161"/>
                    <a:pt x="197144" y="1226"/>
                  </a:cubicBezTo>
                  <a:cubicBezTo>
                    <a:pt x="197288" y="1328"/>
                    <a:pt x="197468" y="1384"/>
                    <a:pt x="197600" y="1503"/>
                  </a:cubicBezTo>
                  <a:cubicBezTo>
                    <a:pt x="197608" y="1511"/>
                    <a:pt x="197647" y="1550"/>
                    <a:pt x="197665" y="1580"/>
                  </a:cubicBezTo>
                  <a:cubicBezTo>
                    <a:pt x="197687" y="1583"/>
                    <a:pt x="197717" y="1596"/>
                    <a:pt x="197734" y="1606"/>
                  </a:cubicBezTo>
                  <a:cubicBezTo>
                    <a:pt x="197810" y="1648"/>
                    <a:pt x="197873" y="1728"/>
                    <a:pt x="197959" y="1749"/>
                  </a:cubicBezTo>
                  <a:cubicBezTo>
                    <a:pt x="197968" y="1747"/>
                    <a:pt x="197976" y="1743"/>
                    <a:pt x="197985" y="1741"/>
                  </a:cubicBezTo>
                  <a:cubicBezTo>
                    <a:pt x="198005" y="1719"/>
                    <a:pt x="198039" y="1713"/>
                    <a:pt x="198065" y="1721"/>
                  </a:cubicBezTo>
                  <a:cubicBezTo>
                    <a:pt x="198234" y="1680"/>
                    <a:pt x="198407" y="1648"/>
                    <a:pt x="198573" y="1587"/>
                  </a:cubicBezTo>
                  <a:cubicBezTo>
                    <a:pt x="198794" y="1505"/>
                    <a:pt x="198971" y="1373"/>
                    <a:pt x="199153" y="1226"/>
                  </a:cubicBezTo>
                  <a:cubicBezTo>
                    <a:pt x="199339" y="1079"/>
                    <a:pt x="199529" y="964"/>
                    <a:pt x="199748" y="873"/>
                  </a:cubicBezTo>
                  <a:cubicBezTo>
                    <a:pt x="199862" y="826"/>
                    <a:pt x="199975" y="774"/>
                    <a:pt x="200096" y="750"/>
                  </a:cubicBezTo>
                  <a:cubicBezTo>
                    <a:pt x="200219" y="728"/>
                    <a:pt x="200328" y="717"/>
                    <a:pt x="200442" y="665"/>
                  </a:cubicBezTo>
                  <a:cubicBezTo>
                    <a:pt x="200553" y="616"/>
                    <a:pt x="200661" y="568"/>
                    <a:pt x="200775" y="523"/>
                  </a:cubicBezTo>
                  <a:cubicBezTo>
                    <a:pt x="200897" y="475"/>
                    <a:pt x="201009" y="410"/>
                    <a:pt x="201137" y="378"/>
                  </a:cubicBezTo>
                  <a:cubicBezTo>
                    <a:pt x="201381" y="317"/>
                    <a:pt x="201604" y="185"/>
                    <a:pt x="201846" y="108"/>
                  </a:cubicBezTo>
                  <a:cubicBezTo>
                    <a:pt x="201943" y="77"/>
                    <a:pt x="202039" y="84"/>
                    <a:pt x="202138" y="69"/>
                  </a:cubicBezTo>
                  <a:cubicBezTo>
                    <a:pt x="202259" y="49"/>
                    <a:pt x="202374" y="1"/>
                    <a:pt x="202499" y="10"/>
                  </a:cubicBezTo>
                  <a:cubicBezTo>
                    <a:pt x="202592" y="17"/>
                    <a:pt x="202677" y="62"/>
                    <a:pt x="202772" y="69"/>
                  </a:cubicBezTo>
                  <a:cubicBezTo>
                    <a:pt x="202906" y="82"/>
                    <a:pt x="203014" y="110"/>
                    <a:pt x="203138" y="164"/>
                  </a:cubicBezTo>
                  <a:cubicBezTo>
                    <a:pt x="203248" y="211"/>
                    <a:pt x="203363" y="222"/>
                    <a:pt x="203479" y="248"/>
                  </a:cubicBezTo>
                  <a:cubicBezTo>
                    <a:pt x="203600" y="276"/>
                    <a:pt x="203721" y="294"/>
                    <a:pt x="203841" y="317"/>
                  </a:cubicBezTo>
                  <a:cubicBezTo>
                    <a:pt x="204091" y="360"/>
                    <a:pt x="204334" y="428"/>
                    <a:pt x="204582" y="479"/>
                  </a:cubicBezTo>
                  <a:cubicBezTo>
                    <a:pt x="204844" y="532"/>
                    <a:pt x="205104" y="590"/>
                    <a:pt x="205361" y="665"/>
                  </a:cubicBezTo>
                  <a:cubicBezTo>
                    <a:pt x="205604" y="737"/>
                    <a:pt x="205839" y="830"/>
                    <a:pt x="206077" y="925"/>
                  </a:cubicBezTo>
                  <a:cubicBezTo>
                    <a:pt x="206307" y="1014"/>
                    <a:pt x="206547" y="1081"/>
                    <a:pt x="206774" y="1187"/>
                  </a:cubicBezTo>
                  <a:cubicBezTo>
                    <a:pt x="206878" y="1237"/>
                    <a:pt x="206979" y="1295"/>
                    <a:pt x="207087" y="1341"/>
                  </a:cubicBezTo>
                  <a:cubicBezTo>
                    <a:pt x="207196" y="1388"/>
                    <a:pt x="207317" y="1414"/>
                    <a:pt x="207427" y="1466"/>
                  </a:cubicBezTo>
                  <a:cubicBezTo>
                    <a:pt x="207520" y="1511"/>
                    <a:pt x="207619" y="1540"/>
                    <a:pt x="207712" y="1587"/>
                  </a:cubicBezTo>
                  <a:cubicBezTo>
                    <a:pt x="207818" y="1643"/>
                    <a:pt x="207916" y="1708"/>
                    <a:pt x="208017" y="1773"/>
                  </a:cubicBezTo>
                  <a:cubicBezTo>
                    <a:pt x="208139" y="1853"/>
                    <a:pt x="208268" y="1922"/>
                    <a:pt x="208405" y="1976"/>
                  </a:cubicBezTo>
                  <a:cubicBezTo>
                    <a:pt x="208530" y="2024"/>
                    <a:pt x="208658" y="2061"/>
                    <a:pt x="208781" y="2119"/>
                  </a:cubicBezTo>
                  <a:cubicBezTo>
                    <a:pt x="209026" y="2234"/>
                    <a:pt x="209283" y="2338"/>
                    <a:pt x="209514" y="2482"/>
                  </a:cubicBezTo>
                  <a:cubicBezTo>
                    <a:pt x="209633" y="2558"/>
                    <a:pt x="209754" y="2615"/>
                    <a:pt x="209884" y="2671"/>
                  </a:cubicBezTo>
                  <a:cubicBezTo>
                    <a:pt x="210001" y="2721"/>
                    <a:pt x="210103" y="2792"/>
                    <a:pt x="210215" y="2852"/>
                  </a:cubicBezTo>
                  <a:cubicBezTo>
                    <a:pt x="210334" y="2913"/>
                    <a:pt x="210460" y="2956"/>
                    <a:pt x="210579" y="3019"/>
                  </a:cubicBezTo>
                  <a:cubicBezTo>
                    <a:pt x="210622" y="3041"/>
                    <a:pt x="210674" y="3075"/>
                    <a:pt x="210724" y="3080"/>
                  </a:cubicBezTo>
                  <a:cubicBezTo>
                    <a:pt x="210780" y="3088"/>
                    <a:pt x="210834" y="3062"/>
                    <a:pt x="210883" y="3041"/>
                  </a:cubicBezTo>
                  <a:cubicBezTo>
                    <a:pt x="210903" y="3034"/>
                    <a:pt x="210923" y="3038"/>
                    <a:pt x="210938" y="3049"/>
                  </a:cubicBezTo>
                  <a:cubicBezTo>
                    <a:pt x="211037" y="2980"/>
                    <a:pt x="211132" y="2898"/>
                    <a:pt x="211232" y="2839"/>
                  </a:cubicBezTo>
                  <a:cubicBezTo>
                    <a:pt x="211478" y="2695"/>
                    <a:pt x="211742" y="2588"/>
                    <a:pt x="211997" y="2461"/>
                  </a:cubicBezTo>
                  <a:cubicBezTo>
                    <a:pt x="212123" y="2398"/>
                    <a:pt x="212244" y="2322"/>
                    <a:pt x="212368" y="2253"/>
                  </a:cubicBezTo>
                  <a:cubicBezTo>
                    <a:pt x="212480" y="2190"/>
                    <a:pt x="212608" y="2162"/>
                    <a:pt x="212716" y="2097"/>
                  </a:cubicBezTo>
                  <a:cubicBezTo>
                    <a:pt x="212820" y="2035"/>
                    <a:pt x="212902" y="1940"/>
                    <a:pt x="213005" y="1875"/>
                  </a:cubicBezTo>
                  <a:cubicBezTo>
                    <a:pt x="213112" y="1808"/>
                    <a:pt x="213200" y="1752"/>
                    <a:pt x="213282" y="1654"/>
                  </a:cubicBezTo>
                  <a:cubicBezTo>
                    <a:pt x="213434" y="1470"/>
                    <a:pt x="213698" y="1301"/>
                    <a:pt x="213942" y="1288"/>
                  </a:cubicBezTo>
                  <a:cubicBezTo>
                    <a:pt x="214217" y="1275"/>
                    <a:pt x="214492" y="1340"/>
                    <a:pt x="214760" y="1405"/>
                  </a:cubicBezTo>
                  <a:cubicBezTo>
                    <a:pt x="214890" y="1436"/>
                    <a:pt x="215009" y="1501"/>
                    <a:pt x="215143" y="1513"/>
                  </a:cubicBezTo>
                  <a:cubicBezTo>
                    <a:pt x="215277" y="1526"/>
                    <a:pt x="215396" y="1544"/>
                    <a:pt x="215515" y="1607"/>
                  </a:cubicBezTo>
                  <a:cubicBezTo>
                    <a:pt x="215588" y="1646"/>
                    <a:pt x="215657" y="1691"/>
                    <a:pt x="215727" y="17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>
              <a:off x="1075" y="4596383"/>
              <a:ext cx="9144086" cy="1826403"/>
            </a:xfrm>
            <a:custGeom>
              <a:avLst/>
              <a:gdLst/>
              <a:ahLst/>
              <a:cxnLst/>
              <a:rect l="l" t="t" r="r" b="b"/>
              <a:pathLst>
                <a:path w="215726" h="88296" extrusionOk="0">
                  <a:moveTo>
                    <a:pt x="215725" y="34031"/>
                  </a:moveTo>
                  <a:cubicBezTo>
                    <a:pt x="215675" y="34049"/>
                    <a:pt x="215623" y="34068"/>
                    <a:pt x="215571" y="34083"/>
                  </a:cubicBezTo>
                  <a:cubicBezTo>
                    <a:pt x="215465" y="34116"/>
                    <a:pt x="215355" y="34133"/>
                    <a:pt x="215251" y="34174"/>
                  </a:cubicBezTo>
                  <a:cubicBezTo>
                    <a:pt x="215158" y="34209"/>
                    <a:pt x="215086" y="34265"/>
                    <a:pt x="215007" y="34326"/>
                  </a:cubicBezTo>
                  <a:cubicBezTo>
                    <a:pt x="214820" y="34473"/>
                    <a:pt x="214617" y="34598"/>
                    <a:pt x="214425" y="34741"/>
                  </a:cubicBezTo>
                  <a:cubicBezTo>
                    <a:pt x="214269" y="34856"/>
                    <a:pt x="214141" y="35013"/>
                    <a:pt x="213979" y="35117"/>
                  </a:cubicBezTo>
                  <a:cubicBezTo>
                    <a:pt x="213793" y="35236"/>
                    <a:pt x="213575" y="35165"/>
                    <a:pt x="213375" y="35225"/>
                  </a:cubicBezTo>
                  <a:cubicBezTo>
                    <a:pt x="213313" y="35241"/>
                    <a:pt x="213261" y="35280"/>
                    <a:pt x="213200" y="35292"/>
                  </a:cubicBezTo>
                  <a:cubicBezTo>
                    <a:pt x="213094" y="35308"/>
                    <a:pt x="212986" y="35290"/>
                    <a:pt x="212880" y="35308"/>
                  </a:cubicBezTo>
                  <a:cubicBezTo>
                    <a:pt x="212796" y="35323"/>
                    <a:pt x="212720" y="35360"/>
                    <a:pt x="212634" y="35368"/>
                  </a:cubicBezTo>
                  <a:cubicBezTo>
                    <a:pt x="212527" y="35377"/>
                    <a:pt x="212432" y="35390"/>
                    <a:pt x="212329" y="35426"/>
                  </a:cubicBezTo>
                  <a:cubicBezTo>
                    <a:pt x="212145" y="35325"/>
                    <a:pt x="211961" y="35227"/>
                    <a:pt x="211779" y="35122"/>
                  </a:cubicBezTo>
                  <a:cubicBezTo>
                    <a:pt x="211420" y="34922"/>
                    <a:pt x="211059" y="34788"/>
                    <a:pt x="210680" y="34641"/>
                  </a:cubicBezTo>
                  <a:cubicBezTo>
                    <a:pt x="210518" y="34579"/>
                    <a:pt x="210395" y="34460"/>
                    <a:pt x="210226" y="34418"/>
                  </a:cubicBezTo>
                  <a:cubicBezTo>
                    <a:pt x="210012" y="34364"/>
                    <a:pt x="209906" y="34272"/>
                    <a:pt x="209748" y="34122"/>
                  </a:cubicBezTo>
                  <a:cubicBezTo>
                    <a:pt x="209469" y="33852"/>
                    <a:pt x="209142" y="33616"/>
                    <a:pt x="208829" y="33387"/>
                  </a:cubicBezTo>
                  <a:cubicBezTo>
                    <a:pt x="208136" y="32881"/>
                    <a:pt x="207420" y="32405"/>
                    <a:pt x="206689" y="31959"/>
                  </a:cubicBezTo>
                  <a:cubicBezTo>
                    <a:pt x="206516" y="31855"/>
                    <a:pt x="206348" y="31736"/>
                    <a:pt x="206168" y="31643"/>
                  </a:cubicBezTo>
                  <a:cubicBezTo>
                    <a:pt x="205999" y="31555"/>
                    <a:pt x="205824" y="31505"/>
                    <a:pt x="205647" y="31444"/>
                  </a:cubicBezTo>
                  <a:cubicBezTo>
                    <a:pt x="205469" y="31384"/>
                    <a:pt x="205359" y="31243"/>
                    <a:pt x="205207" y="31144"/>
                  </a:cubicBezTo>
                  <a:cubicBezTo>
                    <a:pt x="205035" y="31035"/>
                    <a:pt x="204846" y="30953"/>
                    <a:pt x="204669" y="30849"/>
                  </a:cubicBezTo>
                  <a:cubicBezTo>
                    <a:pt x="204316" y="30637"/>
                    <a:pt x="203985" y="30397"/>
                    <a:pt x="203618" y="30203"/>
                  </a:cubicBezTo>
                  <a:cubicBezTo>
                    <a:pt x="203254" y="30010"/>
                    <a:pt x="202893" y="29831"/>
                    <a:pt x="202519" y="29658"/>
                  </a:cubicBezTo>
                  <a:cubicBezTo>
                    <a:pt x="202344" y="29577"/>
                    <a:pt x="202184" y="29467"/>
                    <a:pt x="202015" y="29374"/>
                  </a:cubicBezTo>
                  <a:cubicBezTo>
                    <a:pt x="201835" y="29272"/>
                    <a:pt x="201645" y="29190"/>
                    <a:pt x="201465" y="29086"/>
                  </a:cubicBezTo>
                  <a:cubicBezTo>
                    <a:pt x="201100" y="28875"/>
                    <a:pt x="200710" y="28719"/>
                    <a:pt x="200339" y="28518"/>
                  </a:cubicBezTo>
                  <a:cubicBezTo>
                    <a:pt x="199973" y="28319"/>
                    <a:pt x="199629" y="28105"/>
                    <a:pt x="199242" y="27942"/>
                  </a:cubicBezTo>
                  <a:cubicBezTo>
                    <a:pt x="198880" y="27789"/>
                    <a:pt x="198521" y="27644"/>
                    <a:pt x="198184" y="27436"/>
                  </a:cubicBezTo>
                  <a:cubicBezTo>
                    <a:pt x="197851" y="27231"/>
                    <a:pt x="197570" y="26980"/>
                    <a:pt x="197317" y="26685"/>
                  </a:cubicBezTo>
                  <a:cubicBezTo>
                    <a:pt x="197206" y="26554"/>
                    <a:pt x="197113" y="26419"/>
                    <a:pt x="197014" y="26279"/>
                  </a:cubicBezTo>
                  <a:cubicBezTo>
                    <a:pt x="196905" y="26127"/>
                    <a:pt x="196761" y="26002"/>
                    <a:pt x="196633" y="25864"/>
                  </a:cubicBezTo>
                  <a:cubicBezTo>
                    <a:pt x="196508" y="25732"/>
                    <a:pt x="196402" y="25567"/>
                    <a:pt x="196263" y="25452"/>
                  </a:cubicBezTo>
                  <a:cubicBezTo>
                    <a:pt x="196122" y="25336"/>
                    <a:pt x="195963" y="25275"/>
                    <a:pt x="195833" y="25139"/>
                  </a:cubicBezTo>
                  <a:cubicBezTo>
                    <a:pt x="195534" y="24825"/>
                    <a:pt x="195221" y="24529"/>
                    <a:pt x="194942" y="24194"/>
                  </a:cubicBezTo>
                  <a:cubicBezTo>
                    <a:pt x="194684" y="23884"/>
                    <a:pt x="194388" y="23614"/>
                    <a:pt x="194228" y="23240"/>
                  </a:cubicBezTo>
                  <a:cubicBezTo>
                    <a:pt x="194089" y="22917"/>
                    <a:pt x="193830" y="22675"/>
                    <a:pt x="193566" y="22452"/>
                  </a:cubicBezTo>
                  <a:cubicBezTo>
                    <a:pt x="193440" y="22346"/>
                    <a:pt x="193304" y="22240"/>
                    <a:pt x="193153" y="22169"/>
                  </a:cubicBezTo>
                  <a:cubicBezTo>
                    <a:pt x="192993" y="22095"/>
                    <a:pt x="192819" y="22083"/>
                    <a:pt x="192646" y="22057"/>
                  </a:cubicBezTo>
                  <a:cubicBezTo>
                    <a:pt x="192268" y="22000"/>
                    <a:pt x="191833" y="22026"/>
                    <a:pt x="191465" y="22139"/>
                  </a:cubicBezTo>
                  <a:cubicBezTo>
                    <a:pt x="191271" y="22197"/>
                    <a:pt x="191091" y="22212"/>
                    <a:pt x="190892" y="22249"/>
                  </a:cubicBezTo>
                  <a:cubicBezTo>
                    <a:pt x="190682" y="22288"/>
                    <a:pt x="190481" y="22355"/>
                    <a:pt x="190269" y="22383"/>
                  </a:cubicBezTo>
                  <a:cubicBezTo>
                    <a:pt x="189889" y="22433"/>
                    <a:pt x="189510" y="22500"/>
                    <a:pt x="189133" y="22541"/>
                  </a:cubicBezTo>
                  <a:cubicBezTo>
                    <a:pt x="188749" y="22584"/>
                    <a:pt x="188394" y="22772"/>
                    <a:pt x="188050" y="22939"/>
                  </a:cubicBezTo>
                  <a:cubicBezTo>
                    <a:pt x="187699" y="23110"/>
                    <a:pt x="187390" y="23305"/>
                    <a:pt x="187092" y="23560"/>
                  </a:cubicBezTo>
                  <a:cubicBezTo>
                    <a:pt x="187029" y="23614"/>
                    <a:pt x="186979" y="23677"/>
                    <a:pt x="186919" y="23735"/>
                  </a:cubicBezTo>
                  <a:cubicBezTo>
                    <a:pt x="186849" y="23800"/>
                    <a:pt x="186776" y="23830"/>
                    <a:pt x="186693" y="23871"/>
                  </a:cubicBezTo>
                  <a:cubicBezTo>
                    <a:pt x="186497" y="23966"/>
                    <a:pt x="186317" y="24105"/>
                    <a:pt x="186136" y="24226"/>
                  </a:cubicBezTo>
                  <a:cubicBezTo>
                    <a:pt x="185787" y="24460"/>
                    <a:pt x="185448" y="24693"/>
                    <a:pt x="185067" y="24879"/>
                  </a:cubicBezTo>
                  <a:cubicBezTo>
                    <a:pt x="184717" y="25048"/>
                    <a:pt x="184440" y="25314"/>
                    <a:pt x="184104" y="25507"/>
                  </a:cubicBezTo>
                  <a:cubicBezTo>
                    <a:pt x="183938" y="25602"/>
                    <a:pt x="183760" y="25669"/>
                    <a:pt x="183596" y="25768"/>
                  </a:cubicBezTo>
                  <a:cubicBezTo>
                    <a:pt x="183408" y="25879"/>
                    <a:pt x="183248" y="25978"/>
                    <a:pt x="183034" y="26030"/>
                  </a:cubicBezTo>
                  <a:cubicBezTo>
                    <a:pt x="182860" y="26075"/>
                    <a:pt x="182737" y="26184"/>
                    <a:pt x="182571" y="26240"/>
                  </a:cubicBezTo>
                  <a:cubicBezTo>
                    <a:pt x="182382" y="26305"/>
                    <a:pt x="182194" y="26324"/>
                    <a:pt x="181997" y="26363"/>
                  </a:cubicBezTo>
                  <a:cubicBezTo>
                    <a:pt x="181621" y="26435"/>
                    <a:pt x="181305" y="26655"/>
                    <a:pt x="180918" y="26662"/>
                  </a:cubicBezTo>
                  <a:cubicBezTo>
                    <a:pt x="180501" y="26672"/>
                    <a:pt x="180100" y="26662"/>
                    <a:pt x="179685" y="26712"/>
                  </a:cubicBezTo>
                  <a:cubicBezTo>
                    <a:pt x="179272" y="26761"/>
                    <a:pt x="178876" y="26724"/>
                    <a:pt x="178465" y="26675"/>
                  </a:cubicBezTo>
                  <a:cubicBezTo>
                    <a:pt x="178033" y="26625"/>
                    <a:pt x="177587" y="26571"/>
                    <a:pt x="177161" y="26478"/>
                  </a:cubicBezTo>
                  <a:cubicBezTo>
                    <a:pt x="176769" y="26393"/>
                    <a:pt x="176391" y="26242"/>
                    <a:pt x="175988" y="26201"/>
                  </a:cubicBezTo>
                  <a:cubicBezTo>
                    <a:pt x="175543" y="26155"/>
                    <a:pt x="175101" y="26173"/>
                    <a:pt x="174656" y="26106"/>
                  </a:cubicBezTo>
                  <a:cubicBezTo>
                    <a:pt x="174236" y="26043"/>
                    <a:pt x="173827" y="25935"/>
                    <a:pt x="173410" y="25853"/>
                  </a:cubicBezTo>
                  <a:cubicBezTo>
                    <a:pt x="173047" y="25783"/>
                    <a:pt x="172674" y="25814"/>
                    <a:pt x="172391" y="25539"/>
                  </a:cubicBezTo>
                  <a:cubicBezTo>
                    <a:pt x="172372" y="25520"/>
                    <a:pt x="172352" y="25515"/>
                    <a:pt x="172333" y="25518"/>
                  </a:cubicBezTo>
                  <a:cubicBezTo>
                    <a:pt x="171982" y="25243"/>
                    <a:pt x="171628" y="24975"/>
                    <a:pt x="171219" y="24788"/>
                  </a:cubicBezTo>
                  <a:cubicBezTo>
                    <a:pt x="170955" y="24667"/>
                    <a:pt x="170689" y="24550"/>
                    <a:pt x="170414" y="24464"/>
                  </a:cubicBezTo>
                  <a:cubicBezTo>
                    <a:pt x="170156" y="24384"/>
                    <a:pt x="169886" y="24347"/>
                    <a:pt x="169618" y="24313"/>
                  </a:cubicBezTo>
                  <a:cubicBezTo>
                    <a:pt x="169343" y="24280"/>
                    <a:pt x="169121" y="24326"/>
                    <a:pt x="168876" y="24453"/>
                  </a:cubicBezTo>
                  <a:cubicBezTo>
                    <a:pt x="168612" y="24589"/>
                    <a:pt x="168335" y="24678"/>
                    <a:pt x="168047" y="24747"/>
                  </a:cubicBezTo>
                  <a:cubicBezTo>
                    <a:pt x="167848" y="24793"/>
                    <a:pt x="167522" y="24927"/>
                    <a:pt x="167331" y="24797"/>
                  </a:cubicBezTo>
                  <a:cubicBezTo>
                    <a:pt x="167174" y="24691"/>
                    <a:pt x="167102" y="24477"/>
                    <a:pt x="167013" y="24317"/>
                  </a:cubicBezTo>
                  <a:cubicBezTo>
                    <a:pt x="166949" y="24202"/>
                    <a:pt x="166877" y="24094"/>
                    <a:pt x="166810" y="23982"/>
                  </a:cubicBezTo>
                  <a:cubicBezTo>
                    <a:pt x="166739" y="23861"/>
                    <a:pt x="166691" y="23733"/>
                    <a:pt x="166633" y="23607"/>
                  </a:cubicBezTo>
                  <a:cubicBezTo>
                    <a:pt x="166509" y="23337"/>
                    <a:pt x="166403" y="23071"/>
                    <a:pt x="166310" y="22790"/>
                  </a:cubicBezTo>
                  <a:cubicBezTo>
                    <a:pt x="166129" y="22253"/>
                    <a:pt x="165904" y="21721"/>
                    <a:pt x="165554" y="21273"/>
                  </a:cubicBezTo>
                  <a:cubicBezTo>
                    <a:pt x="165391" y="21064"/>
                    <a:pt x="165220" y="20927"/>
                    <a:pt x="165006" y="20778"/>
                  </a:cubicBezTo>
                  <a:cubicBezTo>
                    <a:pt x="164904" y="20705"/>
                    <a:pt x="164814" y="20620"/>
                    <a:pt x="164714" y="20547"/>
                  </a:cubicBezTo>
                  <a:cubicBezTo>
                    <a:pt x="164602" y="20469"/>
                    <a:pt x="164476" y="20421"/>
                    <a:pt x="164344" y="20382"/>
                  </a:cubicBezTo>
                  <a:cubicBezTo>
                    <a:pt x="164082" y="20302"/>
                    <a:pt x="163823" y="20213"/>
                    <a:pt x="163559" y="20136"/>
                  </a:cubicBezTo>
                  <a:cubicBezTo>
                    <a:pt x="163282" y="20056"/>
                    <a:pt x="163014" y="19978"/>
                    <a:pt x="162748" y="19861"/>
                  </a:cubicBezTo>
                  <a:cubicBezTo>
                    <a:pt x="162629" y="19807"/>
                    <a:pt x="162510" y="19761"/>
                    <a:pt x="162411" y="19675"/>
                  </a:cubicBezTo>
                  <a:cubicBezTo>
                    <a:pt x="162320" y="19593"/>
                    <a:pt x="162238" y="19498"/>
                    <a:pt x="162153" y="19409"/>
                  </a:cubicBezTo>
                  <a:cubicBezTo>
                    <a:pt x="161958" y="19208"/>
                    <a:pt x="161813" y="18965"/>
                    <a:pt x="161628" y="18754"/>
                  </a:cubicBezTo>
                  <a:cubicBezTo>
                    <a:pt x="161437" y="18539"/>
                    <a:pt x="161275" y="18299"/>
                    <a:pt x="161082" y="18087"/>
                  </a:cubicBezTo>
                  <a:cubicBezTo>
                    <a:pt x="160901" y="17886"/>
                    <a:pt x="160689" y="17717"/>
                    <a:pt x="160468" y="17564"/>
                  </a:cubicBezTo>
                  <a:cubicBezTo>
                    <a:pt x="160254" y="17415"/>
                    <a:pt x="160025" y="17256"/>
                    <a:pt x="159787" y="17151"/>
                  </a:cubicBezTo>
                  <a:cubicBezTo>
                    <a:pt x="159562" y="17051"/>
                    <a:pt x="159315" y="17016"/>
                    <a:pt x="159069" y="17019"/>
                  </a:cubicBezTo>
                  <a:cubicBezTo>
                    <a:pt x="158822" y="17023"/>
                    <a:pt x="158573" y="17064"/>
                    <a:pt x="158331" y="17112"/>
                  </a:cubicBezTo>
                  <a:cubicBezTo>
                    <a:pt x="158065" y="17164"/>
                    <a:pt x="157820" y="17267"/>
                    <a:pt x="157557" y="17328"/>
                  </a:cubicBezTo>
                  <a:cubicBezTo>
                    <a:pt x="157425" y="17358"/>
                    <a:pt x="157293" y="17371"/>
                    <a:pt x="157161" y="17412"/>
                  </a:cubicBezTo>
                  <a:cubicBezTo>
                    <a:pt x="157024" y="17455"/>
                    <a:pt x="156890" y="17510"/>
                    <a:pt x="156747" y="17534"/>
                  </a:cubicBezTo>
                  <a:cubicBezTo>
                    <a:pt x="156486" y="17583"/>
                    <a:pt x="156213" y="17652"/>
                    <a:pt x="155949" y="17665"/>
                  </a:cubicBezTo>
                  <a:cubicBezTo>
                    <a:pt x="155664" y="17680"/>
                    <a:pt x="155395" y="17678"/>
                    <a:pt x="155127" y="17789"/>
                  </a:cubicBezTo>
                  <a:cubicBezTo>
                    <a:pt x="154911" y="17879"/>
                    <a:pt x="154712" y="18011"/>
                    <a:pt x="154550" y="18178"/>
                  </a:cubicBezTo>
                  <a:cubicBezTo>
                    <a:pt x="154180" y="18567"/>
                    <a:pt x="154128" y="19125"/>
                    <a:pt x="153970" y="19619"/>
                  </a:cubicBezTo>
                  <a:cubicBezTo>
                    <a:pt x="153881" y="19895"/>
                    <a:pt x="153758" y="20155"/>
                    <a:pt x="153659" y="20426"/>
                  </a:cubicBezTo>
                  <a:cubicBezTo>
                    <a:pt x="153630" y="20506"/>
                    <a:pt x="153605" y="20599"/>
                    <a:pt x="153550" y="20666"/>
                  </a:cubicBezTo>
                  <a:cubicBezTo>
                    <a:pt x="153520" y="20704"/>
                    <a:pt x="153522" y="20705"/>
                    <a:pt x="153488" y="20696"/>
                  </a:cubicBezTo>
                  <a:cubicBezTo>
                    <a:pt x="153451" y="20687"/>
                    <a:pt x="153393" y="20585"/>
                    <a:pt x="153362" y="20557"/>
                  </a:cubicBezTo>
                  <a:cubicBezTo>
                    <a:pt x="153280" y="20484"/>
                    <a:pt x="153181" y="20445"/>
                    <a:pt x="153090" y="20389"/>
                  </a:cubicBezTo>
                  <a:cubicBezTo>
                    <a:pt x="152981" y="20320"/>
                    <a:pt x="152891" y="20220"/>
                    <a:pt x="152817" y="20116"/>
                  </a:cubicBezTo>
                  <a:cubicBezTo>
                    <a:pt x="152663" y="19902"/>
                    <a:pt x="152519" y="19668"/>
                    <a:pt x="152408" y="19428"/>
                  </a:cubicBezTo>
                  <a:cubicBezTo>
                    <a:pt x="152211" y="18998"/>
                    <a:pt x="151800" y="18507"/>
                    <a:pt x="151266" y="18570"/>
                  </a:cubicBezTo>
                  <a:cubicBezTo>
                    <a:pt x="151030" y="18598"/>
                    <a:pt x="150899" y="18788"/>
                    <a:pt x="150712" y="18911"/>
                  </a:cubicBezTo>
                  <a:cubicBezTo>
                    <a:pt x="150487" y="19054"/>
                    <a:pt x="150230" y="19138"/>
                    <a:pt x="150007" y="19285"/>
                  </a:cubicBezTo>
                  <a:cubicBezTo>
                    <a:pt x="149544" y="19590"/>
                    <a:pt x="149140" y="19986"/>
                    <a:pt x="148785" y="20408"/>
                  </a:cubicBezTo>
                  <a:cubicBezTo>
                    <a:pt x="148644" y="20575"/>
                    <a:pt x="148513" y="20748"/>
                    <a:pt x="148383" y="20923"/>
                  </a:cubicBezTo>
                  <a:cubicBezTo>
                    <a:pt x="148294" y="20890"/>
                    <a:pt x="148203" y="20860"/>
                    <a:pt x="148110" y="20839"/>
                  </a:cubicBezTo>
                  <a:cubicBezTo>
                    <a:pt x="147969" y="20810"/>
                    <a:pt x="147814" y="20830"/>
                    <a:pt x="147677" y="20784"/>
                  </a:cubicBezTo>
                  <a:cubicBezTo>
                    <a:pt x="147550" y="20743"/>
                    <a:pt x="147442" y="20644"/>
                    <a:pt x="147338" y="20566"/>
                  </a:cubicBezTo>
                  <a:cubicBezTo>
                    <a:pt x="147215" y="20473"/>
                    <a:pt x="147083" y="20399"/>
                    <a:pt x="146949" y="20326"/>
                  </a:cubicBezTo>
                  <a:cubicBezTo>
                    <a:pt x="146682" y="20181"/>
                    <a:pt x="146417" y="20030"/>
                    <a:pt x="146146" y="19891"/>
                  </a:cubicBezTo>
                  <a:cubicBezTo>
                    <a:pt x="145869" y="19751"/>
                    <a:pt x="145608" y="19580"/>
                    <a:pt x="145326" y="19446"/>
                  </a:cubicBezTo>
                  <a:cubicBezTo>
                    <a:pt x="145065" y="19324"/>
                    <a:pt x="144792" y="19190"/>
                    <a:pt x="144578" y="18994"/>
                  </a:cubicBezTo>
                  <a:cubicBezTo>
                    <a:pt x="144474" y="18901"/>
                    <a:pt x="144353" y="18836"/>
                    <a:pt x="144236" y="18758"/>
                  </a:cubicBezTo>
                  <a:cubicBezTo>
                    <a:pt x="144111" y="18675"/>
                    <a:pt x="143989" y="18585"/>
                    <a:pt x="143858" y="18509"/>
                  </a:cubicBezTo>
                  <a:cubicBezTo>
                    <a:pt x="143626" y="18373"/>
                    <a:pt x="143416" y="18198"/>
                    <a:pt x="143193" y="18044"/>
                  </a:cubicBezTo>
                  <a:cubicBezTo>
                    <a:pt x="142951" y="17877"/>
                    <a:pt x="142663" y="17789"/>
                    <a:pt x="142415" y="17626"/>
                  </a:cubicBezTo>
                  <a:cubicBezTo>
                    <a:pt x="142194" y="17479"/>
                    <a:pt x="142002" y="17326"/>
                    <a:pt x="141829" y="17125"/>
                  </a:cubicBezTo>
                  <a:cubicBezTo>
                    <a:pt x="141762" y="17047"/>
                    <a:pt x="141679" y="16947"/>
                    <a:pt x="141580" y="16891"/>
                  </a:cubicBezTo>
                  <a:cubicBezTo>
                    <a:pt x="141578" y="16884"/>
                    <a:pt x="141575" y="16876"/>
                    <a:pt x="141569" y="16869"/>
                  </a:cubicBezTo>
                  <a:cubicBezTo>
                    <a:pt x="141443" y="16659"/>
                    <a:pt x="141271" y="16536"/>
                    <a:pt x="141026" y="16508"/>
                  </a:cubicBezTo>
                  <a:cubicBezTo>
                    <a:pt x="140734" y="16474"/>
                    <a:pt x="140453" y="16476"/>
                    <a:pt x="140163" y="16404"/>
                  </a:cubicBezTo>
                  <a:cubicBezTo>
                    <a:pt x="139884" y="16333"/>
                    <a:pt x="139614" y="16231"/>
                    <a:pt x="139326" y="16201"/>
                  </a:cubicBezTo>
                  <a:cubicBezTo>
                    <a:pt x="139198" y="16188"/>
                    <a:pt x="139092" y="16175"/>
                    <a:pt x="138975" y="16115"/>
                  </a:cubicBezTo>
                  <a:cubicBezTo>
                    <a:pt x="138858" y="16054"/>
                    <a:pt x="138744" y="15980"/>
                    <a:pt x="138623" y="15922"/>
                  </a:cubicBezTo>
                  <a:cubicBezTo>
                    <a:pt x="138368" y="15797"/>
                    <a:pt x="138155" y="15626"/>
                    <a:pt x="137954" y="15427"/>
                  </a:cubicBezTo>
                  <a:cubicBezTo>
                    <a:pt x="137758" y="15236"/>
                    <a:pt x="137517" y="15094"/>
                    <a:pt x="137295" y="14935"/>
                  </a:cubicBezTo>
                  <a:cubicBezTo>
                    <a:pt x="137072" y="14775"/>
                    <a:pt x="136817" y="14631"/>
                    <a:pt x="136546" y="14574"/>
                  </a:cubicBezTo>
                  <a:cubicBezTo>
                    <a:pt x="136295" y="14520"/>
                    <a:pt x="136044" y="14551"/>
                    <a:pt x="135793" y="14520"/>
                  </a:cubicBezTo>
                  <a:cubicBezTo>
                    <a:pt x="135670" y="14505"/>
                    <a:pt x="135545" y="14473"/>
                    <a:pt x="135434" y="14421"/>
                  </a:cubicBezTo>
                  <a:cubicBezTo>
                    <a:pt x="135322" y="14367"/>
                    <a:pt x="135251" y="14280"/>
                    <a:pt x="135153" y="14207"/>
                  </a:cubicBezTo>
                  <a:cubicBezTo>
                    <a:pt x="134937" y="14047"/>
                    <a:pt x="134632" y="14042"/>
                    <a:pt x="134374" y="14038"/>
                  </a:cubicBezTo>
                  <a:cubicBezTo>
                    <a:pt x="134082" y="14033"/>
                    <a:pt x="133793" y="14021"/>
                    <a:pt x="133503" y="14073"/>
                  </a:cubicBezTo>
                  <a:cubicBezTo>
                    <a:pt x="133230" y="14124"/>
                    <a:pt x="132966" y="14220"/>
                    <a:pt x="132691" y="14272"/>
                  </a:cubicBezTo>
                  <a:cubicBezTo>
                    <a:pt x="132384" y="14332"/>
                    <a:pt x="132114" y="14276"/>
                    <a:pt x="131818" y="14185"/>
                  </a:cubicBezTo>
                  <a:cubicBezTo>
                    <a:pt x="131537" y="14099"/>
                    <a:pt x="131270" y="14051"/>
                    <a:pt x="130978" y="14020"/>
                  </a:cubicBezTo>
                  <a:cubicBezTo>
                    <a:pt x="130695" y="13988"/>
                    <a:pt x="130440" y="13854"/>
                    <a:pt x="130158" y="13817"/>
                  </a:cubicBezTo>
                  <a:cubicBezTo>
                    <a:pt x="129882" y="13780"/>
                    <a:pt x="129572" y="13763"/>
                    <a:pt x="129295" y="13787"/>
                  </a:cubicBezTo>
                  <a:cubicBezTo>
                    <a:pt x="129157" y="13800"/>
                    <a:pt x="129025" y="13843"/>
                    <a:pt x="128889" y="13854"/>
                  </a:cubicBezTo>
                  <a:cubicBezTo>
                    <a:pt x="128752" y="13865"/>
                    <a:pt x="128620" y="13863"/>
                    <a:pt x="128486" y="13902"/>
                  </a:cubicBezTo>
                  <a:cubicBezTo>
                    <a:pt x="128262" y="13966"/>
                    <a:pt x="128080" y="14101"/>
                    <a:pt x="127907" y="14252"/>
                  </a:cubicBezTo>
                  <a:cubicBezTo>
                    <a:pt x="127697" y="14432"/>
                    <a:pt x="127452" y="14557"/>
                    <a:pt x="127230" y="14723"/>
                  </a:cubicBezTo>
                  <a:cubicBezTo>
                    <a:pt x="127119" y="14806"/>
                    <a:pt x="127016" y="14860"/>
                    <a:pt x="126888" y="14914"/>
                  </a:cubicBezTo>
                  <a:cubicBezTo>
                    <a:pt x="126765" y="14966"/>
                    <a:pt x="126667" y="15046"/>
                    <a:pt x="126555" y="15117"/>
                  </a:cubicBezTo>
                  <a:cubicBezTo>
                    <a:pt x="126442" y="15189"/>
                    <a:pt x="126313" y="15210"/>
                    <a:pt x="126194" y="15266"/>
                  </a:cubicBezTo>
                  <a:cubicBezTo>
                    <a:pt x="126073" y="15321"/>
                    <a:pt x="125971" y="15403"/>
                    <a:pt x="125858" y="15472"/>
                  </a:cubicBezTo>
                  <a:cubicBezTo>
                    <a:pt x="125618" y="15617"/>
                    <a:pt x="125356" y="15719"/>
                    <a:pt x="125119" y="15874"/>
                  </a:cubicBezTo>
                  <a:cubicBezTo>
                    <a:pt x="124880" y="16030"/>
                    <a:pt x="124645" y="16184"/>
                    <a:pt x="124383" y="16303"/>
                  </a:cubicBezTo>
                  <a:cubicBezTo>
                    <a:pt x="124115" y="16422"/>
                    <a:pt x="123836" y="16517"/>
                    <a:pt x="123570" y="16644"/>
                  </a:cubicBezTo>
                  <a:cubicBezTo>
                    <a:pt x="123323" y="16763"/>
                    <a:pt x="123115" y="16937"/>
                    <a:pt x="122878" y="17073"/>
                  </a:cubicBezTo>
                  <a:cubicBezTo>
                    <a:pt x="122639" y="17211"/>
                    <a:pt x="122391" y="17347"/>
                    <a:pt x="122146" y="17473"/>
                  </a:cubicBezTo>
                  <a:cubicBezTo>
                    <a:pt x="121644" y="17732"/>
                    <a:pt x="121080" y="17862"/>
                    <a:pt x="120561" y="18085"/>
                  </a:cubicBezTo>
                  <a:cubicBezTo>
                    <a:pt x="120303" y="18197"/>
                    <a:pt x="120055" y="18327"/>
                    <a:pt x="119827" y="18492"/>
                  </a:cubicBezTo>
                  <a:cubicBezTo>
                    <a:pt x="119590" y="18665"/>
                    <a:pt x="119373" y="18864"/>
                    <a:pt x="119131" y="19032"/>
                  </a:cubicBezTo>
                  <a:cubicBezTo>
                    <a:pt x="118638" y="19374"/>
                    <a:pt x="118093" y="19610"/>
                    <a:pt x="117580" y="19917"/>
                  </a:cubicBezTo>
                  <a:cubicBezTo>
                    <a:pt x="117314" y="20077"/>
                    <a:pt x="117054" y="20248"/>
                    <a:pt x="116795" y="20423"/>
                  </a:cubicBezTo>
                  <a:cubicBezTo>
                    <a:pt x="116589" y="20560"/>
                    <a:pt x="116386" y="20746"/>
                    <a:pt x="116126" y="20754"/>
                  </a:cubicBezTo>
                  <a:cubicBezTo>
                    <a:pt x="115845" y="20763"/>
                    <a:pt x="115570" y="20670"/>
                    <a:pt x="115304" y="20588"/>
                  </a:cubicBezTo>
                  <a:cubicBezTo>
                    <a:pt x="115010" y="20499"/>
                    <a:pt x="114714" y="20430"/>
                    <a:pt x="114416" y="20356"/>
                  </a:cubicBezTo>
                  <a:cubicBezTo>
                    <a:pt x="114119" y="20280"/>
                    <a:pt x="113847" y="20250"/>
                    <a:pt x="113541" y="20259"/>
                  </a:cubicBezTo>
                  <a:cubicBezTo>
                    <a:pt x="113241" y="20266"/>
                    <a:pt x="112942" y="20246"/>
                    <a:pt x="112642" y="20265"/>
                  </a:cubicBezTo>
                  <a:cubicBezTo>
                    <a:pt x="112354" y="20281"/>
                    <a:pt x="112066" y="20348"/>
                    <a:pt x="111783" y="20417"/>
                  </a:cubicBezTo>
                  <a:cubicBezTo>
                    <a:pt x="111664" y="20445"/>
                    <a:pt x="111552" y="20482"/>
                    <a:pt x="111456" y="20555"/>
                  </a:cubicBezTo>
                  <a:cubicBezTo>
                    <a:pt x="111365" y="20625"/>
                    <a:pt x="111227" y="20625"/>
                    <a:pt x="111117" y="20659"/>
                  </a:cubicBezTo>
                  <a:cubicBezTo>
                    <a:pt x="110892" y="20730"/>
                    <a:pt x="110641" y="20813"/>
                    <a:pt x="110401" y="20784"/>
                  </a:cubicBezTo>
                  <a:cubicBezTo>
                    <a:pt x="110401" y="20782"/>
                    <a:pt x="110401" y="20782"/>
                    <a:pt x="110399" y="20782"/>
                  </a:cubicBezTo>
                  <a:cubicBezTo>
                    <a:pt x="110381" y="20717"/>
                    <a:pt x="110280" y="20717"/>
                    <a:pt x="110264" y="20774"/>
                  </a:cubicBezTo>
                  <a:cubicBezTo>
                    <a:pt x="110217" y="20757"/>
                    <a:pt x="110171" y="20739"/>
                    <a:pt x="110124" y="20718"/>
                  </a:cubicBezTo>
                  <a:cubicBezTo>
                    <a:pt x="109977" y="20653"/>
                    <a:pt x="109836" y="20571"/>
                    <a:pt x="109698" y="20490"/>
                  </a:cubicBezTo>
                  <a:cubicBezTo>
                    <a:pt x="109404" y="20315"/>
                    <a:pt x="109109" y="20155"/>
                    <a:pt x="108794" y="20021"/>
                  </a:cubicBezTo>
                  <a:cubicBezTo>
                    <a:pt x="108636" y="19954"/>
                    <a:pt x="108469" y="19898"/>
                    <a:pt x="108316" y="19822"/>
                  </a:cubicBezTo>
                  <a:cubicBezTo>
                    <a:pt x="108179" y="19753"/>
                    <a:pt x="108058" y="19658"/>
                    <a:pt x="107924" y="19584"/>
                  </a:cubicBezTo>
                  <a:cubicBezTo>
                    <a:pt x="107796" y="19511"/>
                    <a:pt x="107656" y="19456"/>
                    <a:pt x="107541" y="19363"/>
                  </a:cubicBezTo>
                  <a:cubicBezTo>
                    <a:pt x="107414" y="19260"/>
                    <a:pt x="107301" y="19139"/>
                    <a:pt x="107184" y="19026"/>
                  </a:cubicBezTo>
                  <a:cubicBezTo>
                    <a:pt x="107061" y="18909"/>
                    <a:pt x="106937" y="18790"/>
                    <a:pt x="106804" y="18682"/>
                  </a:cubicBezTo>
                  <a:cubicBezTo>
                    <a:pt x="106680" y="18580"/>
                    <a:pt x="106568" y="18461"/>
                    <a:pt x="106442" y="18360"/>
                  </a:cubicBezTo>
                  <a:cubicBezTo>
                    <a:pt x="106315" y="18258"/>
                    <a:pt x="106220" y="18131"/>
                    <a:pt x="106109" y="18016"/>
                  </a:cubicBezTo>
                  <a:cubicBezTo>
                    <a:pt x="105990" y="17895"/>
                    <a:pt x="105852" y="17789"/>
                    <a:pt x="105718" y="17685"/>
                  </a:cubicBezTo>
                  <a:cubicBezTo>
                    <a:pt x="105445" y="17466"/>
                    <a:pt x="105164" y="17248"/>
                    <a:pt x="104872" y="17053"/>
                  </a:cubicBezTo>
                  <a:cubicBezTo>
                    <a:pt x="104582" y="16858"/>
                    <a:pt x="104294" y="16655"/>
                    <a:pt x="103996" y="16469"/>
                  </a:cubicBezTo>
                  <a:cubicBezTo>
                    <a:pt x="103714" y="16292"/>
                    <a:pt x="103405" y="16153"/>
                    <a:pt x="103104" y="16008"/>
                  </a:cubicBezTo>
                  <a:cubicBezTo>
                    <a:pt x="102834" y="15877"/>
                    <a:pt x="102559" y="15753"/>
                    <a:pt x="102334" y="15548"/>
                  </a:cubicBezTo>
                  <a:cubicBezTo>
                    <a:pt x="102216" y="15442"/>
                    <a:pt x="102103" y="15331"/>
                    <a:pt x="101978" y="15230"/>
                  </a:cubicBezTo>
                  <a:cubicBezTo>
                    <a:pt x="101856" y="15134"/>
                    <a:pt x="101725" y="15057"/>
                    <a:pt x="101592" y="14975"/>
                  </a:cubicBezTo>
                  <a:cubicBezTo>
                    <a:pt x="101326" y="14814"/>
                    <a:pt x="101084" y="14613"/>
                    <a:pt x="100829" y="14434"/>
                  </a:cubicBezTo>
                  <a:cubicBezTo>
                    <a:pt x="100701" y="14343"/>
                    <a:pt x="100569" y="14258"/>
                    <a:pt x="100427" y="14185"/>
                  </a:cubicBezTo>
                  <a:cubicBezTo>
                    <a:pt x="100284" y="14113"/>
                    <a:pt x="100147" y="14077"/>
                    <a:pt x="99988" y="14049"/>
                  </a:cubicBezTo>
                  <a:cubicBezTo>
                    <a:pt x="99834" y="14021"/>
                    <a:pt x="99689" y="13951"/>
                    <a:pt x="99533" y="13930"/>
                  </a:cubicBezTo>
                  <a:cubicBezTo>
                    <a:pt x="99382" y="13908"/>
                    <a:pt x="99230" y="13886"/>
                    <a:pt x="99079" y="13869"/>
                  </a:cubicBezTo>
                  <a:cubicBezTo>
                    <a:pt x="98906" y="13850"/>
                    <a:pt x="98744" y="13891"/>
                    <a:pt x="98573" y="13921"/>
                  </a:cubicBezTo>
                  <a:cubicBezTo>
                    <a:pt x="98398" y="13951"/>
                    <a:pt x="98222" y="13966"/>
                    <a:pt x="98047" y="13982"/>
                  </a:cubicBezTo>
                  <a:cubicBezTo>
                    <a:pt x="97887" y="13997"/>
                    <a:pt x="97729" y="14006"/>
                    <a:pt x="97571" y="14012"/>
                  </a:cubicBezTo>
                  <a:cubicBezTo>
                    <a:pt x="97476" y="13904"/>
                    <a:pt x="97379" y="13793"/>
                    <a:pt x="97279" y="13688"/>
                  </a:cubicBezTo>
                  <a:cubicBezTo>
                    <a:pt x="97136" y="13538"/>
                    <a:pt x="96964" y="13419"/>
                    <a:pt x="96808" y="13283"/>
                  </a:cubicBezTo>
                  <a:cubicBezTo>
                    <a:pt x="96654" y="13145"/>
                    <a:pt x="96537" y="12989"/>
                    <a:pt x="96423" y="12816"/>
                  </a:cubicBezTo>
                  <a:cubicBezTo>
                    <a:pt x="96185" y="12455"/>
                    <a:pt x="95904" y="12123"/>
                    <a:pt x="95651" y="11769"/>
                  </a:cubicBezTo>
                  <a:cubicBezTo>
                    <a:pt x="95544" y="11615"/>
                    <a:pt x="95426" y="11434"/>
                    <a:pt x="95252" y="11351"/>
                  </a:cubicBezTo>
                  <a:cubicBezTo>
                    <a:pt x="95173" y="11315"/>
                    <a:pt x="95103" y="11282"/>
                    <a:pt x="95032" y="11232"/>
                  </a:cubicBezTo>
                  <a:cubicBezTo>
                    <a:pt x="94958" y="11176"/>
                    <a:pt x="94882" y="11124"/>
                    <a:pt x="94789" y="11105"/>
                  </a:cubicBezTo>
                  <a:cubicBezTo>
                    <a:pt x="94688" y="11087"/>
                    <a:pt x="94601" y="11111"/>
                    <a:pt x="94508" y="11144"/>
                  </a:cubicBezTo>
                  <a:cubicBezTo>
                    <a:pt x="94405" y="11181"/>
                    <a:pt x="94307" y="11176"/>
                    <a:pt x="94199" y="11170"/>
                  </a:cubicBezTo>
                  <a:cubicBezTo>
                    <a:pt x="93980" y="11159"/>
                    <a:pt x="93792" y="11170"/>
                    <a:pt x="93591" y="11263"/>
                  </a:cubicBezTo>
                  <a:cubicBezTo>
                    <a:pt x="93416" y="11343"/>
                    <a:pt x="93264" y="11460"/>
                    <a:pt x="93094" y="11546"/>
                  </a:cubicBezTo>
                  <a:cubicBezTo>
                    <a:pt x="92908" y="11641"/>
                    <a:pt x="92713" y="11715"/>
                    <a:pt x="92525" y="11806"/>
                  </a:cubicBezTo>
                  <a:cubicBezTo>
                    <a:pt x="92335" y="11899"/>
                    <a:pt x="92150" y="12004"/>
                    <a:pt x="91980" y="12132"/>
                  </a:cubicBezTo>
                  <a:cubicBezTo>
                    <a:pt x="91820" y="12251"/>
                    <a:pt x="91670" y="12383"/>
                    <a:pt x="91487" y="12472"/>
                  </a:cubicBezTo>
                  <a:cubicBezTo>
                    <a:pt x="91095" y="12664"/>
                    <a:pt x="90760" y="12959"/>
                    <a:pt x="90453" y="13268"/>
                  </a:cubicBezTo>
                  <a:cubicBezTo>
                    <a:pt x="90299" y="13424"/>
                    <a:pt x="90152" y="13590"/>
                    <a:pt x="90009" y="13757"/>
                  </a:cubicBezTo>
                  <a:cubicBezTo>
                    <a:pt x="89882" y="13910"/>
                    <a:pt x="89765" y="14051"/>
                    <a:pt x="89594" y="14155"/>
                  </a:cubicBezTo>
                  <a:cubicBezTo>
                    <a:pt x="89514" y="14202"/>
                    <a:pt x="89432" y="14237"/>
                    <a:pt x="89349" y="14278"/>
                  </a:cubicBezTo>
                  <a:cubicBezTo>
                    <a:pt x="89250" y="14325"/>
                    <a:pt x="89168" y="14395"/>
                    <a:pt x="89079" y="14458"/>
                  </a:cubicBezTo>
                  <a:cubicBezTo>
                    <a:pt x="88908" y="14583"/>
                    <a:pt x="88713" y="14667"/>
                    <a:pt x="88517" y="14750"/>
                  </a:cubicBezTo>
                  <a:cubicBezTo>
                    <a:pt x="88436" y="14786"/>
                    <a:pt x="88357" y="14825"/>
                    <a:pt x="88268" y="14836"/>
                  </a:cubicBezTo>
                  <a:cubicBezTo>
                    <a:pt x="88157" y="14849"/>
                    <a:pt x="88054" y="14869"/>
                    <a:pt x="87948" y="14905"/>
                  </a:cubicBezTo>
                  <a:cubicBezTo>
                    <a:pt x="87742" y="14975"/>
                    <a:pt x="87543" y="15065"/>
                    <a:pt x="87344" y="15150"/>
                  </a:cubicBezTo>
                  <a:cubicBezTo>
                    <a:pt x="87147" y="15236"/>
                    <a:pt x="86940" y="15293"/>
                    <a:pt x="86745" y="15383"/>
                  </a:cubicBezTo>
                  <a:cubicBezTo>
                    <a:pt x="86546" y="15472"/>
                    <a:pt x="86379" y="15626"/>
                    <a:pt x="86198" y="15751"/>
                  </a:cubicBezTo>
                  <a:cubicBezTo>
                    <a:pt x="86031" y="15868"/>
                    <a:pt x="85860" y="15982"/>
                    <a:pt x="85674" y="16067"/>
                  </a:cubicBezTo>
                  <a:cubicBezTo>
                    <a:pt x="85482" y="16156"/>
                    <a:pt x="85319" y="16275"/>
                    <a:pt x="85153" y="16409"/>
                  </a:cubicBezTo>
                  <a:cubicBezTo>
                    <a:pt x="84989" y="16543"/>
                    <a:pt x="84829" y="16670"/>
                    <a:pt x="84632" y="16750"/>
                  </a:cubicBezTo>
                  <a:cubicBezTo>
                    <a:pt x="84428" y="16831"/>
                    <a:pt x="84223" y="16910"/>
                    <a:pt x="84022" y="17001"/>
                  </a:cubicBezTo>
                  <a:cubicBezTo>
                    <a:pt x="83827" y="17092"/>
                    <a:pt x="83636" y="17189"/>
                    <a:pt x="83431" y="17256"/>
                  </a:cubicBezTo>
                  <a:cubicBezTo>
                    <a:pt x="83215" y="17326"/>
                    <a:pt x="82992" y="17350"/>
                    <a:pt x="82767" y="17375"/>
                  </a:cubicBezTo>
                  <a:cubicBezTo>
                    <a:pt x="82538" y="17399"/>
                    <a:pt x="82308" y="17423"/>
                    <a:pt x="82083" y="17469"/>
                  </a:cubicBezTo>
                  <a:cubicBezTo>
                    <a:pt x="81980" y="17490"/>
                    <a:pt x="81884" y="17525"/>
                    <a:pt x="81783" y="17553"/>
                  </a:cubicBezTo>
                  <a:cubicBezTo>
                    <a:pt x="81673" y="17585"/>
                    <a:pt x="81566" y="17590"/>
                    <a:pt x="81456" y="17609"/>
                  </a:cubicBezTo>
                  <a:cubicBezTo>
                    <a:pt x="81253" y="17642"/>
                    <a:pt x="81073" y="17722"/>
                    <a:pt x="80864" y="17733"/>
                  </a:cubicBezTo>
                  <a:cubicBezTo>
                    <a:pt x="80758" y="17737"/>
                    <a:pt x="80651" y="17737"/>
                    <a:pt x="80545" y="17741"/>
                  </a:cubicBezTo>
                  <a:cubicBezTo>
                    <a:pt x="80431" y="17743"/>
                    <a:pt x="80336" y="17754"/>
                    <a:pt x="80227" y="17720"/>
                  </a:cubicBezTo>
                  <a:cubicBezTo>
                    <a:pt x="80096" y="17681"/>
                    <a:pt x="79936" y="17637"/>
                    <a:pt x="79803" y="17665"/>
                  </a:cubicBezTo>
                  <a:cubicBezTo>
                    <a:pt x="79791" y="17667"/>
                    <a:pt x="79784" y="17670"/>
                    <a:pt x="79776" y="17676"/>
                  </a:cubicBezTo>
                  <a:cubicBezTo>
                    <a:pt x="79724" y="17661"/>
                    <a:pt x="79670" y="17646"/>
                    <a:pt x="79618" y="17631"/>
                  </a:cubicBezTo>
                  <a:cubicBezTo>
                    <a:pt x="79259" y="17531"/>
                    <a:pt x="78910" y="17441"/>
                    <a:pt x="78573" y="17276"/>
                  </a:cubicBezTo>
                  <a:cubicBezTo>
                    <a:pt x="78263" y="17122"/>
                    <a:pt x="77963" y="16967"/>
                    <a:pt x="77623" y="16887"/>
                  </a:cubicBezTo>
                  <a:cubicBezTo>
                    <a:pt x="77260" y="16800"/>
                    <a:pt x="76929" y="16647"/>
                    <a:pt x="76578" y="16525"/>
                  </a:cubicBezTo>
                  <a:cubicBezTo>
                    <a:pt x="76247" y="16407"/>
                    <a:pt x="75951" y="16208"/>
                    <a:pt x="75620" y="16086"/>
                  </a:cubicBezTo>
                  <a:cubicBezTo>
                    <a:pt x="75281" y="15961"/>
                    <a:pt x="74954" y="15801"/>
                    <a:pt x="74636" y="15626"/>
                  </a:cubicBezTo>
                  <a:cubicBezTo>
                    <a:pt x="74314" y="15448"/>
                    <a:pt x="74002" y="15254"/>
                    <a:pt x="73665" y="15100"/>
                  </a:cubicBezTo>
                  <a:cubicBezTo>
                    <a:pt x="73327" y="14944"/>
                    <a:pt x="72959" y="14836"/>
                    <a:pt x="72633" y="14656"/>
                  </a:cubicBezTo>
                  <a:cubicBezTo>
                    <a:pt x="72510" y="14587"/>
                    <a:pt x="72404" y="14492"/>
                    <a:pt x="72289" y="14414"/>
                  </a:cubicBezTo>
                  <a:cubicBezTo>
                    <a:pt x="72151" y="14319"/>
                    <a:pt x="71995" y="14258"/>
                    <a:pt x="71852" y="14170"/>
                  </a:cubicBezTo>
                  <a:cubicBezTo>
                    <a:pt x="71567" y="13990"/>
                    <a:pt x="71313" y="13772"/>
                    <a:pt x="71011" y="13620"/>
                  </a:cubicBezTo>
                  <a:cubicBezTo>
                    <a:pt x="70703" y="13463"/>
                    <a:pt x="70414" y="13261"/>
                    <a:pt x="70059" y="13240"/>
                  </a:cubicBezTo>
                  <a:cubicBezTo>
                    <a:pt x="69702" y="13218"/>
                    <a:pt x="69336" y="13237"/>
                    <a:pt x="68977" y="13238"/>
                  </a:cubicBezTo>
                  <a:cubicBezTo>
                    <a:pt x="68622" y="13238"/>
                    <a:pt x="68372" y="13160"/>
                    <a:pt x="68090" y="12945"/>
                  </a:cubicBezTo>
                  <a:cubicBezTo>
                    <a:pt x="67974" y="12855"/>
                    <a:pt x="67857" y="12777"/>
                    <a:pt x="67712" y="12749"/>
                  </a:cubicBezTo>
                  <a:cubicBezTo>
                    <a:pt x="67554" y="12720"/>
                    <a:pt x="67390" y="12749"/>
                    <a:pt x="67231" y="12746"/>
                  </a:cubicBezTo>
                  <a:cubicBezTo>
                    <a:pt x="67061" y="12742"/>
                    <a:pt x="66896" y="12723"/>
                    <a:pt x="66727" y="12751"/>
                  </a:cubicBezTo>
                  <a:cubicBezTo>
                    <a:pt x="66555" y="12777"/>
                    <a:pt x="66388" y="12839"/>
                    <a:pt x="66224" y="12889"/>
                  </a:cubicBezTo>
                  <a:cubicBezTo>
                    <a:pt x="66079" y="12935"/>
                    <a:pt x="65944" y="12995"/>
                    <a:pt x="65828" y="13099"/>
                  </a:cubicBezTo>
                  <a:cubicBezTo>
                    <a:pt x="65691" y="13227"/>
                    <a:pt x="65592" y="13393"/>
                    <a:pt x="65456" y="13525"/>
                  </a:cubicBezTo>
                  <a:cubicBezTo>
                    <a:pt x="65350" y="13629"/>
                    <a:pt x="65220" y="13674"/>
                    <a:pt x="65096" y="13752"/>
                  </a:cubicBezTo>
                  <a:cubicBezTo>
                    <a:pt x="65030" y="13793"/>
                    <a:pt x="64976" y="13852"/>
                    <a:pt x="64906" y="13884"/>
                  </a:cubicBezTo>
                  <a:cubicBezTo>
                    <a:pt x="64822" y="13919"/>
                    <a:pt x="64733" y="13930"/>
                    <a:pt x="64651" y="13975"/>
                  </a:cubicBezTo>
                  <a:cubicBezTo>
                    <a:pt x="64510" y="14055"/>
                    <a:pt x="64383" y="14165"/>
                    <a:pt x="64242" y="14248"/>
                  </a:cubicBezTo>
                  <a:cubicBezTo>
                    <a:pt x="64093" y="14336"/>
                    <a:pt x="63922" y="14367"/>
                    <a:pt x="63773" y="14457"/>
                  </a:cubicBezTo>
                  <a:cubicBezTo>
                    <a:pt x="63624" y="14542"/>
                    <a:pt x="63494" y="14657"/>
                    <a:pt x="63345" y="14743"/>
                  </a:cubicBezTo>
                  <a:cubicBezTo>
                    <a:pt x="63200" y="14823"/>
                    <a:pt x="63055" y="14886"/>
                    <a:pt x="62921" y="14987"/>
                  </a:cubicBezTo>
                  <a:cubicBezTo>
                    <a:pt x="62814" y="15068"/>
                    <a:pt x="62665" y="15215"/>
                    <a:pt x="62516" y="15210"/>
                  </a:cubicBezTo>
                  <a:cubicBezTo>
                    <a:pt x="62445" y="15206"/>
                    <a:pt x="62364" y="15173"/>
                    <a:pt x="62293" y="15156"/>
                  </a:cubicBezTo>
                  <a:cubicBezTo>
                    <a:pt x="62185" y="15134"/>
                    <a:pt x="62075" y="15109"/>
                    <a:pt x="61967" y="15085"/>
                  </a:cubicBezTo>
                  <a:cubicBezTo>
                    <a:pt x="61785" y="15042"/>
                    <a:pt x="61599" y="15005"/>
                    <a:pt x="61422" y="14949"/>
                  </a:cubicBezTo>
                  <a:cubicBezTo>
                    <a:pt x="61253" y="14897"/>
                    <a:pt x="61117" y="14784"/>
                    <a:pt x="60958" y="14709"/>
                  </a:cubicBezTo>
                  <a:cubicBezTo>
                    <a:pt x="60807" y="14637"/>
                    <a:pt x="60682" y="14563"/>
                    <a:pt x="60552" y="14455"/>
                  </a:cubicBezTo>
                  <a:cubicBezTo>
                    <a:pt x="60424" y="14351"/>
                    <a:pt x="60295" y="14241"/>
                    <a:pt x="60152" y="14157"/>
                  </a:cubicBezTo>
                  <a:cubicBezTo>
                    <a:pt x="60024" y="14085"/>
                    <a:pt x="59881" y="14042"/>
                    <a:pt x="59751" y="13975"/>
                  </a:cubicBezTo>
                  <a:cubicBezTo>
                    <a:pt x="59604" y="13899"/>
                    <a:pt x="59477" y="13804"/>
                    <a:pt x="59321" y="13744"/>
                  </a:cubicBezTo>
                  <a:cubicBezTo>
                    <a:pt x="59023" y="13633"/>
                    <a:pt x="58720" y="13532"/>
                    <a:pt x="58415" y="13445"/>
                  </a:cubicBezTo>
                  <a:cubicBezTo>
                    <a:pt x="58073" y="13346"/>
                    <a:pt x="57725" y="13352"/>
                    <a:pt x="57405" y="13183"/>
                  </a:cubicBezTo>
                  <a:cubicBezTo>
                    <a:pt x="57099" y="13019"/>
                    <a:pt x="56821" y="12818"/>
                    <a:pt x="56656" y="12509"/>
                  </a:cubicBezTo>
                  <a:cubicBezTo>
                    <a:pt x="56582" y="12368"/>
                    <a:pt x="56487" y="12243"/>
                    <a:pt x="56396" y="12111"/>
                  </a:cubicBezTo>
                  <a:cubicBezTo>
                    <a:pt x="56293" y="11963"/>
                    <a:pt x="56217" y="11801"/>
                    <a:pt x="56113" y="11652"/>
                  </a:cubicBezTo>
                  <a:cubicBezTo>
                    <a:pt x="55958" y="11433"/>
                    <a:pt x="55841" y="11109"/>
                    <a:pt x="55600" y="10968"/>
                  </a:cubicBezTo>
                  <a:cubicBezTo>
                    <a:pt x="55399" y="10850"/>
                    <a:pt x="55192" y="10947"/>
                    <a:pt x="55032" y="11081"/>
                  </a:cubicBezTo>
                  <a:cubicBezTo>
                    <a:pt x="54882" y="11208"/>
                    <a:pt x="54753" y="11442"/>
                    <a:pt x="54528" y="11334"/>
                  </a:cubicBezTo>
                  <a:cubicBezTo>
                    <a:pt x="54415" y="11278"/>
                    <a:pt x="54324" y="11178"/>
                    <a:pt x="54225" y="11102"/>
                  </a:cubicBezTo>
                  <a:cubicBezTo>
                    <a:pt x="54088" y="10994"/>
                    <a:pt x="53952" y="10888"/>
                    <a:pt x="53822" y="10772"/>
                  </a:cubicBezTo>
                  <a:cubicBezTo>
                    <a:pt x="53578" y="10551"/>
                    <a:pt x="53329" y="10341"/>
                    <a:pt x="53081" y="10125"/>
                  </a:cubicBezTo>
                  <a:cubicBezTo>
                    <a:pt x="52853" y="9924"/>
                    <a:pt x="52730" y="9645"/>
                    <a:pt x="52494" y="9456"/>
                  </a:cubicBezTo>
                  <a:cubicBezTo>
                    <a:pt x="52384" y="9366"/>
                    <a:pt x="52263" y="9288"/>
                    <a:pt x="52161" y="9190"/>
                  </a:cubicBezTo>
                  <a:cubicBezTo>
                    <a:pt x="52042" y="9074"/>
                    <a:pt x="51984" y="8920"/>
                    <a:pt x="51886" y="8790"/>
                  </a:cubicBezTo>
                  <a:cubicBezTo>
                    <a:pt x="51802" y="8680"/>
                    <a:pt x="51716" y="8591"/>
                    <a:pt x="51662" y="8461"/>
                  </a:cubicBezTo>
                  <a:cubicBezTo>
                    <a:pt x="51592" y="8299"/>
                    <a:pt x="51512" y="8143"/>
                    <a:pt x="51439" y="7981"/>
                  </a:cubicBezTo>
                  <a:cubicBezTo>
                    <a:pt x="51374" y="7839"/>
                    <a:pt x="51324" y="7689"/>
                    <a:pt x="51242" y="7555"/>
                  </a:cubicBezTo>
                  <a:cubicBezTo>
                    <a:pt x="51162" y="7423"/>
                    <a:pt x="51052" y="7311"/>
                    <a:pt x="50939" y="7209"/>
                  </a:cubicBezTo>
                  <a:cubicBezTo>
                    <a:pt x="50725" y="7014"/>
                    <a:pt x="50522" y="6789"/>
                    <a:pt x="50242" y="6698"/>
                  </a:cubicBezTo>
                  <a:cubicBezTo>
                    <a:pt x="50119" y="6659"/>
                    <a:pt x="49990" y="6644"/>
                    <a:pt x="49866" y="6621"/>
                  </a:cubicBezTo>
                  <a:cubicBezTo>
                    <a:pt x="49680" y="6588"/>
                    <a:pt x="49503" y="6515"/>
                    <a:pt x="49317" y="6487"/>
                  </a:cubicBezTo>
                  <a:cubicBezTo>
                    <a:pt x="49159" y="6463"/>
                    <a:pt x="49001" y="6478"/>
                    <a:pt x="48843" y="6482"/>
                  </a:cubicBezTo>
                  <a:cubicBezTo>
                    <a:pt x="48644" y="6484"/>
                    <a:pt x="48445" y="6486"/>
                    <a:pt x="48248" y="6487"/>
                  </a:cubicBezTo>
                  <a:cubicBezTo>
                    <a:pt x="47872" y="6489"/>
                    <a:pt x="47524" y="6597"/>
                    <a:pt x="47154" y="6625"/>
                  </a:cubicBezTo>
                  <a:cubicBezTo>
                    <a:pt x="46788" y="6653"/>
                    <a:pt x="46420" y="6642"/>
                    <a:pt x="46053" y="6655"/>
                  </a:cubicBezTo>
                  <a:cubicBezTo>
                    <a:pt x="46037" y="6657"/>
                    <a:pt x="46022" y="6660"/>
                    <a:pt x="46011" y="6666"/>
                  </a:cubicBezTo>
                  <a:cubicBezTo>
                    <a:pt x="45899" y="6543"/>
                    <a:pt x="45791" y="6417"/>
                    <a:pt x="45680" y="6296"/>
                  </a:cubicBezTo>
                  <a:cubicBezTo>
                    <a:pt x="45521" y="6123"/>
                    <a:pt x="45349" y="5974"/>
                    <a:pt x="45155" y="5848"/>
                  </a:cubicBezTo>
                  <a:cubicBezTo>
                    <a:pt x="44954" y="5716"/>
                    <a:pt x="44752" y="5591"/>
                    <a:pt x="44573" y="5427"/>
                  </a:cubicBezTo>
                  <a:cubicBezTo>
                    <a:pt x="44393" y="5262"/>
                    <a:pt x="44186" y="5130"/>
                    <a:pt x="44002" y="4970"/>
                  </a:cubicBezTo>
                  <a:cubicBezTo>
                    <a:pt x="43831" y="4821"/>
                    <a:pt x="43695" y="4637"/>
                    <a:pt x="43509" y="4505"/>
                  </a:cubicBezTo>
                  <a:cubicBezTo>
                    <a:pt x="43347" y="4390"/>
                    <a:pt x="43173" y="4328"/>
                    <a:pt x="43035" y="4176"/>
                  </a:cubicBezTo>
                  <a:cubicBezTo>
                    <a:pt x="42884" y="4008"/>
                    <a:pt x="42797" y="3791"/>
                    <a:pt x="42657" y="3614"/>
                  </a:cubicBezTo>
                  <a:cubicBezTo>
                    <a:pt x="42514" y="3430"/>
                    <a:pt x="42323" y="3285"/>
                    <a:pt x="42172" y="3103"/>
                  </a:cubicBezTo>
                  <a:cubicBezTo>
                    <a:pt x="42021" y="2922"/>
                    <a:pt x="41893" y="2725"/>
                    <a:pt x="41774" y="2522"/>
                  </a:cubicBezTo>
                  <a:cubicBezTo>
                    <a:pt x="41651" y="2312"/>
                    <a:pt x="41527" y="2123"/>
                    <a:pt x="41354" y="1951"/>
                  </a:cubicBezTo>
                  <a:cubicBezTo>
                    <a:pt x="41190" y="1790"/>
                    <a:pt x="41015" y="1622"/>
                    <a:pt x="40813" y="1513"/>
                  </a:cubicBezTo>
                  <a:cubicBezTo>
                    <a:pt x="40584" y="1390"/>
                    <a:pt x="40353" y="1395"/>
                    <a:pt x="40100" y="1403"/>
                  </a:cubicBezTo>
                  <a:cubicBezTo>
                    <a:pt x="39857" y="1408"/>
                    <a:pt x="39604" y="1364"/>
                    <a:pt x="39366" y="1433"/>
                  </a:cubicBezTo>
                  <a:cubicBezTo>
                    <a:pt x="39247" y="1468"/>
                    <a:pt x="39133" y="1529"/>
                    <a:pt x="39025" y="1593"/>
                  </a:cubicBezTo>
                  <a:cubicBezTo>
                    <a:pt x="38917" y="1658"/>
                    <a:pt x="38813" y="1699"/>
                    <a:pt x="38696" y="1745"/>
                  </a:cubicBezTo>
                  <a:cubicBezTo>
                    <a:pt x="38598" y="1786"/>
                    <a:pt x="38497" y="1829"/>
                    <a:pt x="38408" y="1888"/>
                  </a:cubicBezTo>
                  <a:cubicBezTo>
                    <a:pt x="38289" y="1968"/>
                    <a:pt x="38177" y="2056"/>
                    <a:pt x="38053" y="2128"/>
                  </a:cubicBezTo>
                  <a:cubicBezTo>
                    <a:pt x="37857" y="2243"/>
                    <a:pt x="37619" y="2297"/>
                    <a:pt x="37439" y="2435"/>
                  </a:cubicBezTo>
                  <a:cubicBezTo>
                    <a:pt x="37430" y="2442"/>
                    <a:pt x="37374" y="2491"/>
                    <a:pt x="37346" y="2526"/>
                  </a:cubicBezTo>
                  <a:cubicBezTo>
                    <a:pt x="37316" y="2528"/>
                    <a:pt x="37279" y="2543"/>
                    <a:pt x="37255" y="2554"/>
                  </a:cubicBezTo>
                  <a:cubicBezTo>
                    <a:pt x="37153" y="2599"/>
                    <a:pt x="37063" y="2695"/>
                    <a:pt x="36952" y="2712"/>
                  </a:cubicBezTo>
                  <a:cubicBezTo>
                    <a:pt x="36941" y="2708"/>
                    <a:pt x="36931" y="2703"/>
                    <a:pt x="36920" y="2699"/>
                  </a:cubicBezTo>
                  <a:cubicBezTo>
                    <a:pt x="36896" y="2669"/>
                    <a:pt x="36855" y="2658"/>
                    <a:pt x="36820" y="2666"/>
                  </a:cubicBezTo>
                  <a:cubicBezTo>
                    <a:pt x="36606" y="2595"/>
                    <a:pt x="36388" y="2535"/>
                    <a:pt x="36184" y="2441"/>
                  </a:cubicBezTo>
                  <a:cubicBezTo>
                    <a:pt x="35908" y="2310"/>
                    <a:pt x="35696" y="2123"/>
                    <a:pt x="35477" y="1916"/>
                  </a:cubicBezTo>
                  <a:cubicBezTo>
                    <a:pt x="35256" y="1706"/>
                    <a:pt x="35023" y="1539"/>
                    <a:pt x="34752" y="1399"/>
                  </a:cubicBezTo>
                  <a:cubicBezTo>
                    <a:pt x="34610" y="1327"/>
                    <a:pt x="34471" y="1247"/>
                    <a:pt x="34316" y="1206"/>
                  </a:cubicBezTo>
                  <a:cubicBezTo>
                    <a:pt x="34164" y="1163"/>
                    <a:pt x="34024" y="1137"/>
                    <a:pt x="33883" y="1059"/>
                  </a:cubicBezTo>
                  <a:cubicBezTo>
                    <a:pt x="33745" y="982"/>
                    <a:pt x="33612" y="910"/>
                    <a:pt x="33470" y="841"/>
                  </a:cubicBezTo>
                  <a:cubicBezTo>
                    <a:pt x="33320" y="767"/>
                    <a:pt x="33182" y="672"/>
                    <a:pt x="33022" y="616"/>
                  </a:cubicBezTo>
                  <a:cubicBezTo>
                    <a:pt x="32717" y="514"/>
                    <a:pt x="32444" y="320"/>
                    <a:pt x="32144" y="196"/>
                  </a:cubicBezTo>
                  <a:cubicBezTo>
                    <a:pt x="32021" y="146"/>
                    <a:pt x="31897" y="146"/>
                    <a:pt x="31772" y="114"/>
                  </a:cubicBezTo>
                  <a:cubicBezTo>
                    <a:pt x="31620" y="75"/>
                    <a:pt x="31477" y="2"/>
                    <a:pt x="31315" y="1"/>
                  </a:cubicBezTo>
                  <a:cubicBezTo>
                    <a:pt x="31194" y="1"/>
                    <a:pt x="31080" y="47"/>
                    <a:pt x="30960" y="49"/>
                  </a:cubicBezTo>
                  <a:cubicBezTo>
                    <a:pt x="30785" y="51"/>
                    <a:pt x="30645" y="75"/>
                    <a:pt x="30480" y="131"/>
                  </a:cubicBezTo>
                  <a:cubicBezTo>
                    <a:pt x="30333" y="179"/>
                    <a:pt x="30184" y="181"/>
                    <a:pt x="30033" y="201"/>
                  </a:cubicBezTo>
                  <a:cubicBezTo>
                    <a:pt x="29875" y="224"/>
                    <a:pt x="29719" y="237"/>
                    <a:pt x="29561" y="250"/>
                  </a:cubicBezTo>
                  <a:cubicBezTo>
                    <a:pt x="29237" y="281"/>
                    <a:pt x="28917" y="343"/>
                    <a:pt x="28596" y="380"/>
                  </a:cubicBezTo>
                  <a:cubicBezTo>
                    <a:pt x="28254" y="421"/>
                    <a:pt x="27913" y="469"/>
                    <a:pt x="27577" y="538"/>
                  </a:cubicBezTo>
                  <a:cubicBezTo>
                    <a:pt x="27255" y="603"/>
                    <a:pt x="26946" y="698"/>
                    <a:pt x="26632" y="793"/>
                  </a:cubicBezTo>
                  <a:cubicBezTo>
                    <a:pt x="26325" y="886"/>
                    <a:pt x="26009" y="943"/>
                    <a:pt x="25709" y="1057"/>
                  </a:cubicBezTo>
                  <a:cubicBezTo>
                    <a:pt x="25568" y="1109"/>
                    <a:pt x="25434" y="1174"/>
                    <a:pt x="25293" y="1221"/>
                  </a:cubicBezTo>
                  <a:cubicBezTo>
                    <a:pt x="25144" y="1269"/>
                    <a:pt x="24988" y="1289"/>
                    <a:pt x="24843" y="1343"/>
                  </a:cubicBezTo>
                  <a:cubicBezTo>
                    <a:pt x="24718" y="1392"/>
                    <a:pt x="24588" y="1418"/>
                    <a:pt x="24463" y="1470"/>
                  </a:cubicBezTo>
                  <a:cubicBezTo>
                    <a:pt x="24322" y="1529"/>
                    <a:pt x="24188" y="1604"/>
                    <a:pt x="24052" y="1676"/>
                  </a:cubicBezTo>
                  <a:cubicBezTo>
                    <a:pt x="23887" y="1764"/>
                    <a:pt x="23714" y="1840"/>
                    <a:pt x="23533" y="1894"/>
                  </a:cubicBezTo>
                  <a:cubicBezTo>
                    <a:pt x="23368" y="1944"/>
                    <a:pt x="23201" y="1977"/>
                    <a:pt x="23037" y="2039"/>
                  </a:cubicBezTo>
                  <a:cubicBezTo>
                    <a:pt x="22710" y="2160"/>
                    <a:pt x="22369" y="2268"/>
                    <a:pt x="22059" y="2426"/>
                  </a:cubicBezTo>
                  <a:cubicBezTo>
                    <a:pt x="21897" y="2509"/>
                    <a:pt x="21737" y="2573"/>
                    <a:pt x="21564" y="2630"/>
                  </a:cubicBezTo>
                  <a:cubicBezTo>
                    <a:pt x="21408" y="2682"/>
                    <a:pt x="21270" y="2760"/>
                    <a:pt x="21121" y="2824"/>
                  </a:cubicBezTo>
                  <a:cubicBezTo>
                    <a:pt x="20961" y="2891"/>
                    <a:pt x="20794" y="2933"/>
                    <a:pt x="20636" y="3000"/>
                  </a:cubicBezTo>
                  <a:cubicBezTo>
                    <a:pt x="20576" y="3026"/>
                    <a:pt x="20508" y="3062"/>
                    <a:pt x="20443" y="3065"/>
                  </a:cubicBezTo>
                  <a:cubicBezTo>
                    <a:pt x="20372" y="3069"/>
                    <a:pt x="20303" y="3030"/>
                    <a:pt x="20244" y="2998"/>
                  </a:cubicBezTo>
                  <a:cubicBezTo>
                    <a:pt x="20219" y="2985"/>
                    <a:pt x="20193" y="2989"/>
                    <a:pt x="20173" y="3000"/>
                  </a:cubicBezTo>
                  <a:cubicBezTo>
                    <a:pt x="20052" y="2902"/>
                    <a:pt x="19940" y="2788"/>
                    <a:pt x="19818" y="2701"/>
                  </a:cubicBezTo>
                  <a:cubicBezTo>
                    <a:pt x="19518" y="2491"/>
                    <a:pt x="19189" y="2323"/>
                    <a:pt x="18878" y="2134"/>
                  </a:cubicBezTo>
                  <a:cubicBezTo>
                    <a:pt x="18722" y="2039"/>
                    <a:pt x="18575" y="1929"/>
                    <a:pt x="18423" y="1829"/>
                  </a:cubicBezTo>
                  <a:cubicBezTo>
                    <a:pt x="18287" y="1736"/>
                    <a:pt x="18125" y="1685"/>
                    <a:pt x="17993" y="1591"/>
                  </a:cubicBezTo>
                  <a:cubicBezTo>
                    <a:pt x="17867" y="1501"/>
                    <a:pt x="17772" y="1371"/>
                    <a:pt x="17647" y="1276"/>
                  </a:cubicBezTo>
                  <a:cubicBezTo>
                    <a:pt x="17517" y="1178"/>
                    <a:pt x="17409" y="1100"/>
                    <a:pt x="17314" y="964"/>
                  </a:cubicBezTo>
                  <a:cubicBezTo>
                    <a:pt x="17138" y="713"/>
                    <a:pt x="16820" y="467"/>
                    <a:pt x="16509" y="425"/>
                  </a:cubicBezTo>
                  <a:cubicBezTo>
                    <a:pt x="16156" y="376"/>
                    <a:pt x="15795" y="434"/>
                    <a:pt x="15447" y="488"/>
                  </a:cubicBezTo>
                  <a:cubicBezTo>
                    <a:pt x="15276" y="514"/>
                    <a:pt x="15116" y="585"/>
                    <a:pt x="14943" y="586"/>
                  </a:cubicBezTo>
                  <a:cubicBezTo>
                    <a:pt x="14772" y="586"/>
                    <a:pt x="14616" y="599"/>
                    <a:pt x="14456" y="668"/>
                  </a:cubicBezTo>
                  <a:cubicBezTo>
                    <a:pt x="14309" y="731"/>
                    <a:pt x="14171" y="817"/>
                    <a:pt x="14021" y="871"/>
                  </a:cubicBezTo>
                  <a:cubicBezTo>
                    <a:pt x="13846" y="932"/>
                    <a:pt x="13666" y="979"/>
                    <a:pt x="13485" y="1025"/>
                  </a:cubicBezTo>
                  <a:cubicBezTo>
                    <a:pt x="13286" y="1079"/>
                    <a:pt x="13087" y="1154"/>
                    <a:pt x="12883" y="1183"/>
                  </a:cubicBezTo>
                  <a:cubicBezTo>
                    <a:pt x="12697" y="1209"/>
                    <a:pt x="12505" y="1200"/>
                    <a:pt x="12319" y="1193"/>
                  </a:cubicBezTo>
                  <a:cubicBezTo>
                    <a:pt x="11960" y="1180"/>
                    <a:pt x="11588" y="1208"/>
                    <a:pt x="11229" y="1250"/>
                  </a:cubicBezTo>
                  <a:cubicBezTo>
                    <a:pt x="11108" y="1235"/>
                    <a:pt x="10991" y="1202"/>
                    <a:pt x="10872" y="1183"/>
                  </a:cubicBezTo>
                  <a:cubicBezTo>
                    <a:pt x="10582" y="1142"/>
                    <a:pt x="10281" y="1170"/>
                    <a:pt x="9989" y="1170"/>
                  </a:cubicBezTo>
                  <a:cubicBezTo>
                    <a:pt x="9723" y="1170"/>
                    <a:pt x="9472" y="1241"/>
                    <a:pt x="9206" y="1254"/>
                  </a:cubicBezTo>
                  <a:cubicBezTo>
                    <a:pt x="8942" y="1267"/>
                    <a:pt x="8752" y="1427"/>
                    <a:pt x="8564" y="1598"/>
                  </a:cubicBezTo>
                  <a:cubicBezTo>
                    <a:pt x="8484" y="1671"/>
                    <a:pt x="8408" y="1747"/>
                    <a:pt x="8321" y="1806"/>
                  </a:cubicBezTo>
                  <a:cubicBezTo>
                    <a:pt x="8282" y="1832"/>
                    <a:pt x="8237" y="1866"/>
                    <a:pt x="8192" y="1877"/>
                  </a:cubicBezTo>
                  <a:cubicBezTo>
                    <a:pt x="8127" y="1894"/>
                    <a:pt x="8060" y="1884"/>
                    <a:pt x="7997" y="1907"/>
                  </a:cubicBezTo>
                  <a:cubicBezTo>
                    <a:pt x="7878" y="1948"/>
                    <a:pt x="7824" y="2054"/>
                    <a:pt x="7725" y="2119"/>
                  </a:cubicBezTo>
                  <a:cubicBezTo>
                    <a:pt x="7614" y="2193"/>
                    <a:pt x="7486" y="2251"/>
                    <a:pt x="7365" y="2307"/>
                  </a:cubicBezTo>
                  <a:cubicBezTo>
                    <a:pt x="7114" y="2416"/>
                    <a:pt x="6835" y="2435"/>
                    <a:pt x="6576" y="2519"/>
                  </a:cubicBezTo>
                  <a:cubicBezTo>
                    <a:pt x="6316" y="2601"/>
                    <a:pt x="6081" y="2746"/>
                    <a:pt x="5827" y="2844"/>
                  </a:cubicBezTo>
                  <a:cubicBezTo>
                    <a:pt x="5698" y="2894"/>
                    <a:pt x="5570" y="2911"/>
                    <a:pt x="5436" y="2941"/>
                  </a:cubicBezTo>
                  <a:cubicBezTo>
                    <a:pt x="5313" y="2969"/>
                    <a:pt x="5198" y="3032"/>
                    <a:pt x="5073" y="3047"/>
                  </a:cubicBezTo>
                  <a:cubicBezTo>
                    <a:pt x="4943" y="3062"/>
                    <a:pt x="4813" y="3039"/>
                    <a:pt x="4685" y="3038"/>
                  </a:cubicBezTo>
                  <a:cubicBezTo>
                    <a:pt x="4549" y="3036"/>
                    <a:pt x="4419" y="3065"/>
                    <a:pt x="4287" y="3099"/>
                  </a:cubicBezTo>
                  <a:cubicBezTo>
                    <a:pt x="4034" y="3160"/>
                    <a:pt x="3781" y="3097"/>
                    <a:pt x="3524" y="3118"/>
                  </a:cubicBezTo>
                  <a:cubicBezTo>
                    <a:pt x="3269" y="3138"/>
                    <a:pt x="3076" y="3255"/>
                    <a:pt x="2884" y="3417"/>
                  </a:cubicBezTo>
                  <a:cubicBezTo>
                    <a:pt x="2805" y="3484"/>
                    <a:pt x="2728" y="3553"/>
                    <a:pt x="2639" y="3607"/>
                  </a:cubicBezTo>
                  <a:cubicBezTo>
                    <a:pt x="2518" y="3679"/>
                    <a:pt x="2379" y="3724"/>
                    <a:pt x="2250" y="3780"/>
                  </a:cubicBezTo>
                  <a:cubicBezTo>
                    <a:pt x="1999" y="3887"/>
                    <a:pt x="1780" y="4018"/>
                    <a:pt x="1581" y="4205"/>
                  </a:cubicBezTo>
                  <a:cubicBezTo>
                    <a:pt x="1399" y="4378"/>
                    <a:pt x="1246" y="4574"/>
                    <a:pt x="1116" y="4789"/>
                  </a:cubicBezTo>
                  <a:cubicBezTo>
                    <a:pt x="982" y="5014"/>
                    <a:pt x="822" y="5184"/>
                    <a:pt x="604" y="5331"/>
                  </a:cubicBezTo>
                  <a:cubicBezTo>
                    <a:pt x="407" y="5465"/>
                    <a:pt x="199" y="5576"/>
                    <a:pt x="0" y="5704"/>
                  </a:cubicBezTo>
                  <a:lnTo>
                    <a:pt x="0" y="88295"/>
                  </a:lnTo>
                  <a:lnTo>
                    <a:pt x="215725" y="88295"/>
                  </a:lnTo>
                  <a:lnTo>
                    <a:pt x="215725" y="340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/>
          <p:nvPr/>
        </p:nvSpPr>
        <p:spPr>
          <a:xfrm>
            <a:off x="7999375" y="1884850"/>
            <a:ext cx="1864550" cy="512975"/>
          </a:xfrm>
          <a:custGeom>
            <a:avLst/>
            <a:gdLst/>
            <a:ahLst/>
            <a:cxnLst/>
            <a:rect l="l" t="t" r="r" b="b"/>
            <a:pathLst>
              <a:path w="74582" h="20519" extrusionOk="0">
                <a:moveTo>
                  <a:pt x="28986" y="0"/>
                </a:moveTo>
                <a:cubicBezTo>
                  <a:pt x="26055" y="1629"/>
                  <a:pt x="24426" y="3582"/>
                  <a:pt x="24426" y="3582"/>
                </a:cubicBezTo>
                <a:lnTo>
                  <a:pt x="23450" y="12051"/>
                </a:lnTo>
                <a:cubicBezTo>
                  <a:pt x="21914" y="12888"/>
                  <a:pt x="20379" y="13127"/>
                  <a:pt x="19126" y="13127"/>
                </a:cubicBezTo>
                <a:cubicBezTo>
                  <a:pt x="17455" y="13127"/>
                  <a:pt x="16285" y="12701"/>
                  <a:pt x="16285" y="12701"/>
                </a:cubicBezTo>
                <a:lnTo>
                  <a:pt x="11073" y="14656"/>
                </a:lnTo>
                <a:lnTo>
                  <a:pt x="6839" y="17913"/>
                </a:lnTo>
                <a:lnTo>
                  <a:pt x="1" y="20192"/>
                </a:lnTo>
                <a:lnTo>
                  <a:pt x="14656" y="20518"/>
                </a:lnTo>
                <a:lnTo>
                  <a:pt x="74582" y="20518"/>
                </a:lnTo>
                <a:lnTo>
                  <a:pt x="51133" y="18238"/>
                </a:lnTo>
                <a:lnTo>
                  <a:pt x="49180" y="13678"/>
                </a:lnTo>
                <a:lnTo>
                  <a:pt x="45596" y="10422"/>
                </a:lnTo>
                <a:lnTo>
                  <a:pt x="40711" y="10096"/>
                </a:lnTo>
                <a:lnTo>
                  <a:pt x="34848" y="3908"/>
                </a:lnTo>
                <a:lnTo>
                  <a:pt x="2898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>
            <a:spLocks noGrp="1"/>
          </p:cNvSpPr>
          <p:nvPr>
            <p:ph type="title" hasCustomPrompt="1"/>
          </p:nvPr>
        </p:nvSpPr>
        <p:spPr>
          <a:xfrm>
            <a:off x="4072475" y="539500"/>
            <a:ext cx="43665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6" name="Google Shape;136;p11"/>
          <p:cNvSpPr txBox="1">
            <a:spLocks noGrp="1"/>
          </p:cNvSpPr>
          <p:nvPr>
            <p:ph type="subTitle" idx="1"/>
          </p:nvPr>
        </p:nvSpPr>
        <p:spPr>
          <a:xfrm>
            <a:off x="4072475" y="1682400"/>
            <a:ext cx="43665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7" name="Google Shape;137;p11"/>
          <p:cNvGrpSpPr/>
          <p:nvPr/>
        </p:nvGrpSpPr>
        <p:grpSpPr>
          <a:xfrm>
            <a:off x="-979076" y="2806900"/>
            <a:ext cx="10273585" cy="3186100"/>
            <a:chOff x="-979076" y="2806900"/>
            <a:chExt cx="10273585" cy="3186100"/>
          </a:xfrm>
        </p:grpSpPr>
        <p:sp>
          <p:nvSpPr>
            <p:cNvPr id="138" name="Google Shape;138;p11"/>
            <p:cNvSpPr/>
            <p:nvPr/>
          </p:nvSpPr>
          <p:spPr>
            <a:xfrm>
              <a:off x="-979076" y="2806900"/>
              <a:ext cx="10226583" cy="2107650"/>
            </a:xfrm>
            <a:custGeom>
              <a:avLst/>
              <a:gdLst/>
              <a:ahLst/>
              <a:cxnLst/>
              <a:rect l="l" t="t" r="r" b="b"/>
              <a:pathLst>
                <a:path w="264304" h="84306" extrusionOk="0">
                  <a:moveTo>
                    <a:pt x="30557" y="1"/>
                  </a:moveTo>
                  <a:cubicBezTo>
                    <a:pt x="28762" y="1"/>
                    <a:pt x="27061" y="848"/>
                    <a:pt x="25451" y="1672"/>
                  </a:cubicBezTo>
                  <a:cubicBezTo>
                    <a:pt x="21058" y="3917"/>
                    <a:pt x="20379" y="6671"/>
                    <a:pt x="21115" y="10991"/>
                  </a:cubicBezTo>
                  <a:cubicBezTo>
                    <a:pt x="21965" y="15986"/>
                    <a:pt x="19533" y="20278"/>
                    <a:pt x="18775" y="25159"/>
                  </a:cubicBezTo>
                  <a:cubicBezTo>
                    <a:pt x="17671" y="32270"/>
                    <a:pt x="15107" y="36462"/>
                    <a:pt x="9246" y="40452"/>
                  </a:cubicBezTo>
                  <a:cubicBezTo>
                    <a:pt x="2966" y="44728"/>
                    <a:pt x="1" y="48743"/>
                    <a:pt x="3623" y="56285"/>
                  </a:cubicBezTo>
                  <a:cubicBezTo>
                    <a:pt x="7596" y="64558"/>
                    <a:pt x="18892" y="67825"/>
                    <a:pt x="26702" y="71112"/>
                  </a:cubicBezTo>
                  <a:cubicBezTo>
                    <a:pt x="48774" y="80398"/>
                    <a:pt x="71247" y="84306"/>
                    <a:pt x="94581" y="84306"/>
                  </a:cubicBezTo>
                  <a:cubicBezTo>
                    <a:pt x="100260" y="84306"/>
                    <a:pt x="105990" y="84074"/>
                    <a:pt x="111778" y="83633"/>
                  </a:cubicBezTo>
                  <a:cubicBezTo>
                    <a:pt x="146699" y="80968"/>
                    <a:pt x="181438" y="82250"/>
                    <a:pt x="216022" y="75846"/>
                  </a:cubicBezTo>
                  <a:cubicBezTo>
                    <a:pt x="223760" y="74413"/>
                    <a:pt x="231463" y="72757"/>
                    <a:pt x="239170" y="71168"/>
                  </a:cubicBezTo>
                  <a:cubicBezTo>
                    <a:pt x="243707" y="70233"/>
                    <a:pt x="248164" y="69395"/>
                    <a:pt x="252209" y="67059"/>
                  </a:cubicBezTo>
                  <a:cubicBezTo>
                    <a:pt x="256549" y="64550"/>
                    <a:pt x="260732" y="61741"/>
                    <a:pt x="261756" y="56667"/>
                  </a:cubicBezTo>
                  <a:cubicBezTo>
                    <a:pt x="262656" y="52219"/>
                    <a:pt x="262250" y="47637"/>
                    <a:pt x="262846" y="43176"/>
                  </a:cubicBezTo>
                  <a:cubicBezTo>
                    <a:pt x="263053" y="41619"/>
                    <a:pt x="264303" y="39075"/>
                    <a:pt x="263571" y="37513"/>
                  </a:cubicBezTo>
                  <a:cubicBezTo>
                    <a:pt x="262523" y="35279"/>
                    <a:pt x="257869" y="34692"/>
                    <a:pt x="256336" y="32952"/>
                  </a:cubicBezTo>
                  <a:cubicBezTo>
                    <a:pt x="254330" y="30673"/>
                    <a:pt x="253869" y="28547"/>
                    <a:pt x="250200" y="28518"/>
                  </a:cubicBezTo>
                  <a:cubicBezTo>
                    <a:pt x="250103" y="28517"/>
                    <a:pt x="250005" y="28517"/>
                    <a:pt x="249906" y="28517"/>
                  </a:cubicBezTo>
                  <a:cubicBezTo>
                    <a:pt x="249587" y="28517"/>
                    <a:pt x="249261" y="28520"/>
                    <a:pt x="248931" y="28520"/>
                  </a:cubicBezTo>
                  <a:cubicBezTo>
                    <a:pt x="246407" y="28520"/>
                    <a:pt x="243708" y="28338"/>
                    <a:pt x="242847" y="25188"/>
                  </a:cubicBezTo>
                  <a:cubicBezTo>
                    <a:pt x="240514" y="25685"/>
                    <a:pt x="237321" y="25607"/>
                    <a:pt x="234968" y="25932"/>
                  </a:cubicBezTo>
                  <a:cubicBezTo>
                    <a:pt x="234079" y="26054"/>
                    <a:pt x="233280" y="26147"/>
                    <a:pt x="232535" y="26147"/>
                  </a:cubicBezTo>
                  <a:cubicBezTo>
                    <a:pt x="231165" y="26147"/>
                    <a:pt x="229981" y="25834"/>
                    <a:pt x="228769" y="24817"/>
                  </a:cubicBezTo>
                  <a:cubicBezTo>
                    <a:pt x="227630" y="23861"/>
                    <a:pt x="226131" y="22009"/>
                    <a:pt x="224302" y="21210"/>
                  </a:cubicBezTo>
                  <a:cubicBezTo>
                    <a:pt x="222687" y="20503"/>
                    <a:pt x="219394" y="20934"/>
                    <a:pt x="219749" y="18660"/>
                  </a:cubicBezTo>
                  <a:cubicBezTo>
                    <a:pt x="218777" y="18386"/>
                    <a:pt x="217805" y="18279"/>
                    <a:pt x="216835" y="18279"/>
                  </a:cubicBezTo>
                  <a:cubicBezTo>
                    <a:pt x="213509" y="18279"/>
                    <a:pt x="210197" y="19547"/>
                    <a:pt x="206926" y="19758"/>
                  </a:cubicBezTo>
                  <a:cubicBezTo>
                    <a:pt x="206795" y="19766"/>
                    <a:pt x="206667" y="19770"/>
                    <a:pt x="206542" y="19770"/>
                  </a:cubicBezTo>
                  <a:cubicBezTo>
                    <a:pt x="203164" y="19770"/>
                    <a:pt x="201859" y="16809"/>
                    <a:pt x="198900" y="16809"/>
                  </a:cubicBezTo>
                  <a:cubicBezTo>
                    <a:pt x="198497" y="16809"/>
                    <a:pt x="198063" y="16864"/>
                    <a:pt x="197589" y="16989"/>
                  </a:cubicBezTo>
                  <a:cubicBezTo>
                    <a:pt x="196122" y="17374"/>
                    <a:pt x="195215" y="18417"/>
                    <a:pt x="193655" y="18633"/>
                  </a:cubicBezTo>
                  <a:cubicBezTo>
                    <a:pt x="193521" y="18651"/>
                    <a:pt x="193378" y="18659"/>
                    <a:pt x="193228" y="18659"/>
                  </a:cubicBezTo>
                  <a:cubicBezTo>
                    <a:pt x="192260" y="18659"/>
                    <a:pt x="190978" y="18330"/>
                    <a:pt x="189961" y="18330"/>
                  </a:cubicBezTo>
                  <a:cubicBezTo>
                    <a:pt x="189879" y="18330"/>
                    <a:pt x="189799" y="18332"/>
                    <a:pt x="189721" y="18337"/>
                  </a:cubicBezTo>
                  <a:cubicBezTo>
                    <a:pt x="185997" y="18557"/>
                    <a:pt x="184562" y="20127"/>
                    <a:pt x="181507" y="21648"/>
                  </a:cubicBezTo>
                  <a:cubicBezTo>
                    <a:pt x="179914" y="22440"/>
                    <a:pt x="178166" y="22212"/>
                    <a:pt x="176496" y="22773"/>
                  </a:cubicBezTo>
                  <a:cubicBezTo>
                    <a:pt x="175511" y="23105"/>
                    <a:pt x="174640" y="24084"/>
                    <a:pt x="173714" y="24315"/>
                  </a:cubicBezTo>
                  <a:cubicBezTo>
                    <a:pt x="173399" y="24394"/>
                    <a:pt x="173089" y="24424"/>
                    <a:pt x="172782" y="24424"/>
                  </a:cubicBezTo>
                  <a:cubicBezTo>
                    <a:pt x="171909" y="24424"/>
                    <a:pt x="171055" y="24189"/>
                    <a:pt x="170160" y="24189"/>
                  </a:cubicBezTo>
                  <a:cubicBezTo>
                    <a:pt x="169938" y="24189"/>
                    <a:pt x="169713" y="24204"/>
                    <a:pt x="169484" y="24240"/>
                  </a:cubicBezTo>
                  <a:cubicBezTo>
                    <a:pt x="168192" y="24446"/>
                    <a:pt x="167365" y="25264"/>
                    <a:pt x="166113" y="25644"/>
                  </a:cubicBezTo>
                  <a:cubicBezTo>
                    <a:pt x="165422" y="25854"/>
                    <a:pt x="164805" y="25949"/>
                    <a:pt x="164247" y="25949"/>
                  </a:cubicBezTo>
                  <a:cubicBezTo>
                    <a:pt x="159717" y="25949"/>
                    <a:pt x="159154" y="19691"/>
                    <a:pt x="154940" y="18112"/>
                  </a:cubicBezTo>
                  <a:cubicBezTo>
                    <a:pt x="154424" y="17918"/>
                    <a:pt x="153875" y="17841"/>
                    <a:pt x="153308" y="17841"/>
                  </a:cubicBezTo>
                  <a:cubicBezTo>
                    <a:pt x="151016" y="17841"/>
                    <a:pt x="148422" y="19109"/>
                    <a:pt x="146400" y="19109"/>
                  </a:cubicBezTo>
                  <a:cubicBezTo>
                    <a:pt x="144994" y="19109"/>
                    <a:pt x="143865" y="18496"/>
                    <a:pt x="143305" y="16418"/>
                  </a:cubicBezTo>
                  <a:cubicBezTo>
                    <a:pt x="142365" y="16071"/>
                    <a:pt x="141345" y="14901"/>
                    <a:pt x="140461" y="14734"/>
                  </a:cubicBezTo>
                  <a:cubicBezTo>
                    <a:pt x="140116" y="14669"/>
                    <a:pt x="139771" y="14642"/>
                    <a:pt x="139425" y="14642"/>
                  </a:cubicBezTo>
                  <a:cubicBezTo>
                    <a:pt x="137818" y="14642"/>
                    <a:pt x="136190" y="15222"/>
                    <a:pt x="134479" y="15222"/>
                  </a:cubicBezTo>
                  <a:cubicBezTo>
                    <a:pt x="133976" y="15222"/>
                    <a:pt x="133466" y="15172"/>
                    <a:pt x="132948" y="15043"/>
                  </a:cubicBezTo>
                  <a:cubicBezTo>
                    <a:pt x="131751" y="14744"/>
                    <a:pt x="130749" y="14621"/>
                    <a:pt x="129815" y="14621"/>
                  </a:cubicBezTo>
                  <a:cubicBezTo>
                    <a:pt x="127782" y="14621"/>
                    <a:pt x="126074" y="15202"/>
                    <a:pt x="123394" y="15816"/>
                  </a:cubicBezTo>
                  <a:cubicBezTo>
                    <a:pt x="120660" y="16441"/>
                    <a:pt x="117819" y="16282"/>
                    <a:pt x="115468" y="17699"/>
                  </a:cubicBezTo>
                  <a:cubicBezTo>
                    <a:pt x="113770" y="18724"/>
                    <a:pt x="112920" y="19089"/>
                    <a:pt x="111840" y="19089"/>
                  </a:cubicBezTo>
                  <a:cubicBezTo>
                    <a:pt x="111066" y="19089"/>
                    <a:pt x="110172" y="18901"/>
                    <a:pt x="108763" y="18634"/>
                  </a:cubicBezTo>
                  <a:cubicBezTo>
                    <a:pt x="107824" y="18457"/>
                    <a:pt x="106903" y="18385"/>
                    <a:pt x="105994" y="18385"/>
                  </a:cubicBezTo>
                  <a:cubicBezTo>
                    <a:pt x="102031" y="18385"/>
                    <a:pt x="98293" y="19756"/>
                    <a:pt x="94329" y="19756"/>
                  </a:cubicBezTo>
                  <a:cubicBezTo>
                    <a:pt x="93809" y="19756"/>
                    <a:pt x="93286" y="19732"/>
                    <a:pt x="92758" y="19679"/>
                  </a:cubicBezTo>
                  <a:cubicBezTo>
                    <a:pt x="87201" y="19120"/>
                    <a:pt x="82744" y="16418"/>
                    <a:pt x="77021" y="16370"/>
                  </a:cubicBezTo>
                  <a:cubicBezTo>
                    <a:pt x="72253" y="16331"/>
                    <a:pt x="69433" y="12351"/>
                    <a:pt x="64730" y="12351"/>
                  </a:cubicBezTo>
                  <a:cubicBezTo>
                    <a:pt x="64344" y="12351"/>
                    <a:pt x="63945" y="12378"/>
                    <a:pt x="63532" y="12436"/>
                  </a:cubicBezTo>
                  <a:cubicBezTo>
                    <a:pt x="63183" y="12485"/>
                    <a:pt x="62845" y="12508"/>
                    <a:pt x="62516" y="12508"/>
                  </a:cubicBezTo>
                  <a:cubicBezTo>
                    <a:pt x="58124" y="12508"/>
                    <a:pt x="55368" y="8441"/>
                    <a:pt x="50307" y="8206"/>
                  </a:cubicBezTo>
                  <a:cubicBezTo>
                    <a:pt x="47289" y="8065"/>
                    <a:pt x="46280" y="7542"/>
                    <a:pt x="43578" y="5628"/>
                  </a:cubicBezTo>
                  <a:cubicBezTo>
                    <a:pt x="40938" y="3759"/>
                    <a:pt x="39839" y="3642"/>
                    <a:pt x="36825" y="2887"/>
                  </a:cubicBezTo>
                  <a:cubicBezTo>
                    <a:pt x="34977" y="2424"/>
                    <a:pt x="33791" y="680"/>
                    <a:pt x="31970" y="187"/>
                  </a:cubicBezTo>
                  <a:cubicBezTo>
                    <a:pt x="31493" y="58"/>
                    <a:pt x="31022" y="1"/>
                    <a:pt x="305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-86375" y="3350500"/>
              <a:ext cx="9380883" cy="1621725"/>
            </a:xfrm>
            <a:custGeom>
              <a:avLst/>
              <a:gdLst/>
              <a:ahLst/>
              <a:cxnLst/>
              <a:rect l="l" t="t" r="r" b="b"/>
              <a:pathLst>
                <a:path w="269837" h="64869" extrusionOk="0">
                  <a:moveTo>
                    <a:pt x="99623" y="0"/>
                  </a:moveTo>
                  <a:lnTo>
                    <a:pt x="99623" y="0"/>
                  </a:lnTo>
                  <a:cubicBezTo>
                    <a:pt x="99360" y="26"/>
                    <a:pt x="99103" y="69"/>
                    <a:pt x="98852" y="130"/>
                  </a:cubicBezTo>
                  <a:cubicBezTo>
                    <a:pt x="98503" y="215"/>
                    <a:pt x="98167" y="334"/>
                    <a:pt x="97844" y="489"/>
                  </a:cubicBezTo>
                  <a:lnTo>
                    <a:pt x="95551" y="423"/>
                  </a:lnTo>
                  <a:cubicBezTo>
                    <a:pt x="95377" y="287"/>
                    <a:pt x="95157" y="230"/>
                    <a:pt x="94904" y="230"/>
                  </a:cubicBezTo>
                  <a:cubicBezTo>
                    <a:pt x="94651" y="230"/>
                    <a:pt x="94363" y="287"/>
                    <a:pt x="94053" y="379"/>
                  </a:cubicBezTo>
                  <a:cubicBezTo>
                    <a:pt x="93743" y="471"/>
                    <a:pt x="93412" y="598"/>
                    <a:pt x="93068" y="738"/>
                  </a:cubicBezTo>
                  <a:cubicBezTo>
                    <a:pt x="92784" y="853"/>
                    <a:pt x="92493" y="979"/>
                    <a:pt x="92199" y="1101"/>
                  </a:cubicBezTo>
                  <a:cubicBezTo>
                    <a:pt x="91890" y="1228"/>
                    <a:pt x="91578" y="1353"/>
                    <a:pt x="91273" y="1461"/>
                  </a:cubicBezTo>
                  <a:lnTo>
                    <a:pt x="90807" y="1448"/>
                  </a:lnTo>
                  <a:cubicBezTo>
                    <a:pt x="90791" y="1437"/>
                    <a:pt x="90773" y="1426"/>
                    <a:pt x="90757" y="1413"/>
                  </a:cubicBezTo>
                  <a:cubicBezTo>
                    <a:pt x="90747" y="1424"/>
                    <a:pt x="90736" y="1434"/>
                    <a:pt x="90725" y="1445"/>
                  </a:cubicBezTo>
                  <a:lnTo>
                    <a:pt x="88576" y="1384"/>
                  </a:lnTo>
                  <a:cubicBezTo>
                    <a:pt x="88501" y="1311"/>
                    <a:pt x="88428" y="1228"/>
                    <a:pt x="88363" y="1133"/>
                  </a:cubicBezTo>
                  <a:cubicBezTo>
                    <a:pt x="88313" y="1217"/>
                    <a:pt x="88258" y="1295"/>
                    <a:pt x="88199" y="1372"/>
                  </a:cubicBezTo>
                  <a:lnTo>
                    <a:pt x="64306" y="689"/>
                  </a:lnTo>
                  <a:cubicBezTo>
                    <a:pt x="64297" y="673"/>
                    <a:pt x="64287" y="657"/>
                    <a:pt x="64279" y="638"/>
                  </a:cubicBezTo>
                  <a:cubicBezTo>
                    <a:pt x="64248" y="654"/>
                    <a:pt x="64220" y="670"/>
                    <a:pt x="64189" y="686"/>
                  </a:cubicBezTo>
                  <a:cubicBezTo>
                    <a:pt x="64007" y="786"/>
                    <a:pt x="63797" y="913"/>
                    <a:pt x="63565" y="1056"/>
                  </a:cubicBezTo>
                  <a:cubicBezTo>
                    <a:pt x="63379" y="1170"/>
                    <a:pt x="63181" y="1295"/>
                    <a:pt x="62972" y="1426"/>
                  </a:cubicBezTo>
                  <a:cubicBezTo>
                    <a:pt x="62776" y="1548"/>
                    <a:pt x="62574" y="1671"/>
                    <a:pt x="62365" y="1795"/>
                  </a:cubicBezTo>
                  <a:cubicBezTo>
                    <a:pt x="62151" y="1922"/>
                    <a:pt x="61931" y="2046"/>
                    <a:pt x="61711" y="2163"/>
                  </a:cubicBezTo>
                  <a:lnTo>
                    <a:pt x="58351" y="2067"/>
                  </a:lnTo>
                  <a:cubicBezTo>
                    <a:pt x="58338" y="2039"/>
                    <a:pt x="58325" y="2012"/>
                    <a:pt x="58314" y="1982"/>
                  </a:cubicBezTo>
                  <a:cubicBezTo>
                    <a:pt x="58203" y="2004"/>
                    <a:pt x="58087" y="2028"/>
                    <a:pt x="57966" y="2055"/>
                  </a:cubicBezTo>
                  <a:lnTo>
                    <a:pt x="29486" y="1242"/>
                  </a:lnTo>
                  <a:cubicBezTo>
                    <a:pt x="29044" y="1180"/>
                    <a:pt x="28619" y="1145"/>
                    <a:pt x="28217" y="1145"/>
                  </a:cubicBezTo>
                  <a:cubicBezTo>
                    <a:pt x="27973" y="1145"/>
                    <a:pt x="27738" y="1158"/>
                    <a:pt x="27512" y="1186"/>
                  </a:cubicBezTo>
                  <a:cubicBezTo>
                    <a:pt x="27315" y="1210"/>
                    <a:pt x="27125" y="1246"/>
                    <a:pt x="26943" y="1294"/>
                  </a:cubicBezTo>
                  <a:cubicBezTo>
                    <a:pt x="26698" y="1360"/>
                    <a:pt x="26466" y="1442"/>
                    <a:pt x="26248" y="1536"/>
                  </a:cubicBezTo>
                  <a:cubicBezTo>
                    <a:pt x="26003" y="1642"/>
                    <a:pt x="25775" y="1766"/>
                    <a:pt x="25561" y="1903"/>
                  </a:cubicBezTo>
                  <a:cubicBezTo>
                    <a:pt x="25385" y="2019"/>
                    <a:pt x="25217" y="2142"/>
                    <a:pt x="25057" y="2276"/>
                  </a:cubicBezTo>
                  <a:cubicBezTo>
                    <a:pt x="24915" y="2395"/>
                    <a:pt x="24780" y="2520"/>
                    <a:pt x="24652" y="2652"/>
                  </a:cubicBezTo>
                  <a:cubicBezTo>
                    <a:pt x="24533" y="2772"/>
                    <a:pt x="24419" y="2898"/>
                    <a:pt x="24308" y="3028"/>
                  </a:cubicBezTo>
                  <a:cubicBezTo>
                    <a:pt x="24205" y="3152"/>
                    <a:pt x="24105" y="3277"/>
                    <a:pt x="24009" y="3407"/>
                  </a:cubicBezTo>
                  <a:cubicBezTo>
                    <a:pt x="23916" y="3529"/>
                    <a:pt x="23827" y="3656"/>
                    <a:pt x="23739" y="3785"/>
                  </a:cubicBezTo>
                  <a:cubicBezTo>
                    <a:pt x="23655" y="3910"/>
                    <a:pt x="23573" y="4037"/>
                    <a:pt x="23493" y="4166"/>
                  </a:cubicBezTo>
                  <a:cubicBezTo>
                    <a:pt x="23414" y="4291"/>
                    <a:pt x="23337" y="4418"/>
                    <a:pt x="23262" y="4545"/>
                  </a:cubicBezTo>
                  <a:cubicBezTo>
                    <a:pt x="23188" y="4672"/>
                    <a:pt x="23114" y="4799"/>
                    <a:pt x="23041" y="4926"/>
                  </a:cubicBezTo>
                  <a:cubicBezTo>
                    <a:pt x="22971" y="5053"/>
                    <a:pt x="22900" y="5180"/>
                    <a:pt x="22829" y="5307"/>
                  </a:cubicBezTo>
                  <a:cubicBezTo>
                    <a:pt x="22759" y="5434"/>
                    <a:pt x="22688" y="5561"/>
                    <a:pt x="22619" y="5687"/>
                  </a:cubicBezTo>
                  <a:cubicBezTo>
                    <a:pt x="22548" y="5814"/>
                    <a:pt x="22477" y="5941"/>
                    <a:pt x="22407" y="6068"/>
                  </a:cubicBezTo>
                  <a:cubicBezTo>
                    <a:pt x="22336" y="6195"/>
                    <a:pt x="22264" y="6322"/>
                    <a:pt x="22191" y="6449"/>
                  </a:cubicBezTo>
                  <a:cubicBezTo>
                    <a:pt x="22117" y="6576"/>
                    <a:pt x="22044" y="6703"/>
                    <a:pt x="21968" y="6828"/>
                  </a:cubicBezTo>
                  <a:cubicBezTo>
                    <a:pt x="21891" y="6957"/>
                    <a:pt x="21812" y="7084"/>
                    <a:pt x="21732" y="7209"/>
                  </a:cubicBezTo>
                  <a:cubicBezTo>
                    <a:pt x="21648" y="7338"/>
                    <a:pt x="21565" y="7465"/>
                    <a:pt x="21476" y="7589"/>
                  </a:cubicBezTo>
                  <a:cubicBezTo>
                    <a:pt x="21386" y="7717"/>
                    <a:pt x="21293" y="7844"/>
                    <a:pt x="21198" y="7968"/>
                  </a:cubicBezTo>
                  <a:cubicBezTo>
                    <a:pt x="21097" y="8096"/>
                    <a:pt x="20992" y="8223"/>
                    <a:pt x="20885" y="8346"/>
                  </a:cubicBezTo>
                  <a:cubicBezTo>
                    <a:pt x="20769" y="8476"/>
                    <a:pt x="20649" y="8601"/>
                    <a:pt x="20523" y="8722"/>
                  </a:cubicBezTo>
                  <a:cubicBezTo>
                    <a:pt x="20385" y="8853"/>
                    <a:pt x="20240" y="8979"/>
                    <a:pt x="20089" y="9096"/>
                  </a:cubicBezTo>
                  <a:cubicBezTo>
                    <a:pt x="19993" y="9172"/>
                    <a:pt x="19895" y="9244"/>
                    <a:pt x="19792" y="9311"/>
                  </a:cubicBezTo>
                  <a:cubicBezTo>
                    <a:pt x="19710" y="9366"/>
                    <a:pt x="19630" y="9417"/>
                    <a:pt x="19548" y="9467"/>
                  </a:cubicBezTo>
                  <a:cubicBezTo>
                    <a:pt x="19323" y="9604"/>
                    <a:pt x="19095" y="9724"/>
                    <a:pt x="18861" y="9835"/>
                  </a:cubicBezTo>
                  <a:cubicBezTo>
                    <a:pt x="18582" y="9967"/>
                    <a:pt x="18296" y="10086"/>
                    <a:pt x="18007" y="10197"/>
                  </a:cubicBezTo>
                  <a:cubicBezTo>
                    <a:pt x="17684" y="10322"/>
                    <a:pt x="17356" y="10438"/>
                    <a:pt x="17028" y="10555"/>
                  </a:cubicBezTo>
                  <a:cubicBezTo>
                    <a:pt x="16710" y="10671"/>
                    <a:pt x="16391" y="10787"/>
                    <a:pt x="16073" y="10915"/>
                  </a:cubicBezTo>
                  <a:cubicBezTo>
                    <a:pt x="15803" y="11026"/>
                    <a:pt x="15533" y="11145"/>
                    <a:pt x="15266" y="11280"/>
                  </a:cubicBezTo>
                  <a:cubicBezTo>
                    <a:pt x="15046" y="11391"/>
                    <a:pt x="14828" y="11512"/>
                    <a:pt x="14612" y="11648"/>
                  </a:cubicBezTo>
                  <a:cubicBezTo>
                    <a:pt x="14600" y="11656"/>
                    <a:pt x="14585" y="11666"/>
                    <a:pt x="14571" y="11674"/>
                  </a:cubicBezTo>
                  <a:cubicBezTo>
                    <a:pt x="14394" y="11788"/>
                    <a:pt x="14219" y="11902"/>
                    <a:pt x="14043" y="12018"/>
                  </a:cubicBezTo>
                  <a:cubicBezTo>
                    <a:pt x="13859" y="12140"/>
                    <a:pt x="13675" y="12265"/>
                    <a:pt x="13492" y="12389"/>
                  </a:cubicBezTo>
                  <a:cubicBezTo>
                    <a:pt x="13312" y="12513"/>
                    <a:pt x="13134" y="12636"/>
                    <a:pt x="12955" y="12760"/>
                  </a:cubicBezTo>
                  <a:cubicBezTo>
                    <a:pt x="12777" y="12884"/>
                    <a:pt x="12600" y="13008"/>
                    <a:pt x="12424" y="13133"/>
                  </a:cubicBezTo>
                  <a:cubicBezTo>
                    <a:pt x="12248" y="13257"/>
                    <a:pt x="12072" y="13381"/>
                    <a:pt x="11895" y="13504"/>
                  </a:cubicBezTo>
                  <a:cubicBezTo>
                    <a:pt x="11718" y="13628"/>
                    <a:pt x="11541" y="13752"/>
                    <a:pt x="11363" y="13876"/>
                  </a:cubicBezTo>
                  <a:cubicBezTo>
                    <a:pt x="11185" y="14001"/>
                    <a:pt x="11005" y="14125"/>
                    <a:pt x="10825" y="14247"/>
                  </a:cubicBezTo>
                  <a:cubicBezTo>
                    <a:pt x="10641" y="14372"/>
                    <a:pt x="10457" y="14496"/>
                    <a:pt x="10272" y="14618"/>
                  </a:cubicBezTo>
                  <a:cubicBezTo>
                    <a:pt x="10082" y="14743"/>
                    <a:pt x="9891" y="14867"/>
                    <a:pt x="9698" y="14989"/>
                  </a:cubicBezTo>
                  <a:cubicBezTo>
                    <a:pt x="8753" y="15587"/>
                    <a:pt x="7774" y="16135"/>
                    <a:pt x="6725" y="16574"/>
                  </a:cubicBezTo>
                  <a:cubicBezTo>
                    <a:pt x="4702" y="17422"/>
                    <a:pt x="893" y="16971"/>
                    <a:pt x="555" y="19520"/>
                  </a:cubicBezTo>
                  <a:cubicBezTo>
                    <a:pt x="1" y="23708"/>
                    <a:pt x="8035" y="30028"/>
                    <a:pt x="10317" y="32772"/>
                  </a:cubicBezTo>
                  <a:cubicBezTo>
                    <a:pt x="15106" y="38522"/>
                    <a:pt x="20234" y="43338"/>
                    <a:pt x="25954" y="48227"/>
                  </a:cubicBezTo>
                  <a:cubicBezTo>
                    <a:pt x="42091" y="62023"/>
                    <a:pt x="64016" y="64869"/>
                    <a:pt x="85742" y="64869"/>
                  </a:cubicBezTo>
                  <a:cubicBezTo>
                    <a:pt x="97104" y="64869"/>
                    <a:pt x="108411" y="64091"/>
                    <a:pt x="118807" y="63693"/>
                  </a:cubicBezTo>
                  <a:cubicBezTo>
                    <a:pt x="143546" y="62747"/>
                    <a:pt x="168273" y="62252"/>
                    <a:pt x="193006" y="61162"/>
                  </a:cubicBezTo>
                  <a:cubicBezTo>
                    <a:pt x="198794" y="60908"/>
                    <a:pt x="202634" y="59508"/>
                    <a:pt x="207808" y="57559"/>
                  </a:cubicBezTo>
                  <a:cubicBezTo>
                    <a:pt x="211828" y="56045"/>
                    <a:pt x="216840" y="56174"/>
                    <a:pt x="221091" y="55690"/>
                  </a:cubicBezTo>
                  <a:cubicBezTo>
                    <a:pt x="231616" y="54491"/>
                    <a:pt x="242905" y="51738"/>
                    <a:pt x="252311" y="46824"/>
                  </a:cubicBezTo>
                  <a:cubicBezTo>
                    <a:pt x="260234" y="42684"/>
                    <a:pt x="269015" y="36449"/>
                    <a:pt x="269711" y="26692"/>
                  </a:cubicBezTo>
                  <a:cubicBezTo>
                    <a:pt x="269837" y="24937"/>
                    <a:pt x="269653" y="23520"/>
                    <a:pt x="269147" y="22401"/>
                  </a:cubicBezTo>
                  <a:lnTo>
                    <a:pt x="269146" y="22403"/>
                  </a:lnTo>
                  <a:cubicBezTo>
                    <a:pt x="269084" y="22268"/>
                    <a:pt x="269019" y="22136"/>
                    <a:pt x="268948" y="22011"/>
                  </a:cubicBezTo>
                  <a:cubicBezTo>
                    <a:pt x="268872" y="21874"/>
                    <a:pt x="268790" y="21742"/>
                    <a:pt x="268704" y="21617"/>
                  </a:cubicBezTo>
                  <a:cubicBezTo>
                    <a:pt x="268609" y="21479"/>
                    <a:pt x="268506" y="21347"/>
                    <a:pt x="268398" y="21221"/>
                  </a:cubicBezTo>
                  <a:cubicBezTo>
                    <a:pt x="268279" y="21082"/>
                    <a:pt x="268151" y="20948"/>
                    <a:pt x="268016" y="20823"/>
                  </a:cubicBezTo>
                  <a:cubicBezTo>
                    <a:pt x="267861" y="20680"/>
                    <a:pt x="267698" y="20547"/>
                    <a:pt x="267522" y="20423"/>
                  </a:cubicBezTo>
                  <a:cubicBezTo>
                    <a:pt x="267318" y="20275"/>
                    <a:pt x="267098" y="20140"/>
                    <a:pt x="266863" y="20016"/>
                  </a:cubicBezTo>
                  <a:cubicBezTo>
                    <a:pt x="266568" y="19860"/>
                    <a:pt x="266250" y="19722"/>
                    <a:pt x="265907" y="19602"/>
                  </a:cubicBezTo>
                  <a:cubicBezTo>
                    <a:pt x="265371" y="19415"/>
                    <a:pt x="264777" y="19269"/>
                    <a:pt x="264127" y="19164"/>
                  </a:cubicBezTo>
                  <a:cubicBezTo>
                    <a:pt x="264048" y="19152"/>
                    <a:pt x="263969" y="19140"/>
                    <a:pt x="263889" y="19127"/>
                  </a:cubicBezTo>
                  <a:cubicBezTo>
                    <a:pt x="263116" y="19018"/>
                    <a:pt x="262341" y="18870"/>
                    <a:pt x="261568" y="18705"/>
                  </a:cubicBezTo>
                  <a:cubicBezTo>
                    <a:pt x="260930" y="18568"/>
                    <a:pt x="260294" y="18417"/>
                    <a:pt x="259654" y="18263"/>
                  </a:cubicBezTo>
                  <a:cubicBezTo>
                    <a:pt x="259053" y="18118"/>
                    <a:pt x="258450" y="17969"/>
                    <a:pt x="257848" y="17824"/>
                  </a:cubicBezTo>
                  <a:cubicBezTo>
                    <a:pt x="257197" y="17668"/>
                    <a:pt x="256544" y="17517"/>
                    <a:pt x="255890" y="17382"/>
                  </a:cubicBezTo>
                  <a:cubicBezTo>
                    <a:pt x="254931" y="17183"/>
                    <a:pt x="253970" y="17016"/>
                    <a:pt x="253004" y="16913"/>
                  </a:cubicBezTo>
                  <a:cubicBezTo>
                    <a:pt x="252334" y="16841"/>
                    <a:pt x="251663" y="16800"/>
                    <a:pt x="250990" y="16800"/>
                  </a:cubicBezTo>
                  <a:cubicBezTo>
                    <a:pt x="250675" y="16800"/>
                    <a:pt x="250359" y="16809"/>
                    <a:pt x="250042" y="16828"/>
                  </a:cubicBezTo>
                  <a:lnTo>
                    <a:pt x="244532" y="16670"/>
                  </a:lnTo>
                  <a:cubicBezTo>
                    <a:pt x="244146" y="16582"/>
                    <a:pt x="243734" y="16469"/>
                    <a:pt x="243281" y="16330"/>
                  </a:cubicBezTo>
                  <a:cubicBezTo>
                    <a:pt x="243178" y="16297"/>
                    <a:pt x="243077" y="16268"/>
                    <a:pt x="242974" y="16240"/>
                  </a:cubicBezTo>
                  <a:cubicBezTo>
                    <a:pt x="242153" y="16010"/>
                    <a:pt x="241335" y="15881"/>
                    <a:pt x="240509" y="15782"/>
                  </a:cubicBezTo>
                  <a:cubicBezTo>
                    <a:pt x="239419" y="15650"/>
                    <a:pt x="238319" y="15568"/>
                    <a:pt x="237187" y="15367"/>
                  </a:cubicBezTo>
                  <a:cubicBezTo>
                    <a:pt x="237065" y="15346"/>
                    <a:pt x="236945" y="15320"/>
                    <a:pt x="236826" y="15290"/>
                  </a:cubicBezTo>
                  <a:cubicBezTo>
                    <a:pt x="236413" y="15187"/>
                    <a:pt x="236012" y="15039"/>
                    <a:pt x="235622" y="14869"/>
                  </a:cubicBezTo>
                  <a:cubicBezTo>
                    <a:pt x="235323" y="14740"/>
                    <a:pt x="235029" y="14599"/>
                    <a:pt x="234736" y="14457"/>
                  </a:cubicBezTo>
                  <a:cubicBezTo>
                    <a:pt x="234449" y="14317"/>
                    <a:pt x="234163" y="14176"/>
                    <a:pt x="233875" y="14046"/>
                  </a:cubicBezTo>
                  <a:cubicBezTo>
                    <a:pt x="233526" y="13887"/>
                    <a:pt x="233174" y="13741"/>
                    <a:pt x="232816" y="13628"/>
                  </a:cubicBezTo>
                  <a:cubicBezTo>
                    <a:pt x="232562" y="13548"/>
                    <a:pt x="232303" y="13483"/>
                    <a:pt x="232040" y="13443"/>
                  </a:cubicBezTo>
                  <a:cubicBezTo>
                    <a:pt x="231921" y="13425"/>
                    <a:pt x="231805" y="13417"/>
                    <a:pt x="231692" y="13417"/>
                  </a:cubicBezTo>
                  <a:cubicBezTo>
                    <a:pt x="231330" y="13417"/>
                    <a:pt x="230997" y="13497"/>
                    <a:pt x="230664" y="13567"/>
                  </a:cubicBezTo>
                  <a:cubicBezTo>
                    <a:pt x="230410" y="13620"/>
                    <a:pt x="230156" y="13667"/>
                    <a:pt x="229890" y="13667"/>
                  </a:cubicBezTo>
                  <a:cubicBezTo>
                    <a:pt x="229663" y="13667"/>
                    <a:pt x="229426" y="13632"/>
                    <a:pt x="229174" y="13538"/>
                  </a:cubicBezTo>
                  <a:cubicBezTo>
                    <a:pt x="229160" y="13533"/>
                    <a:pt x="229147" y="13528"/>
                    <a:pt x="229134" y="13524"/>
                  </a:cubicBezTo>
                  <a:cubicBezTo>
                    <a:pt x="228888" y="13426"/>
                    <a:pt x="228681" y="13283"/>
                    <a:pt x="228491" y="13119"/>
                  </a:cubicBezTo>
                  <a:cubicBezTo>
                    <a:pt x="228350" y="12995"/>
                    <a:pt x="228218" y="12860"/>
                    <a:pt x="228090" y="12720"/>
                  </a:cubicBezTo>
                  <a:cubicBezTo>
                    <a:pt x="227967" y="12588"/>
                    <a:pt x="227847" y="12453"/>
                    <a:pt x="227722" y="12321"/>
                  </a:cubicBezTo>
                  <a:cubicBezTo>
                    <a:pt x="227587" y="12182"/>
                    <a:pt x="227445" y="12045"/>
                    <a:pt x="227289" y="11923"/>
                  </a:cubicBezTo>
                  <a:cubicBezTo>
                    <a:pt x="227074" y="11754"/>
                    <a:pt x="226831" y="11610"/>
                    <a:pt x="226537" y="11515"/>
                  </a:cubicBezTo>
                  <a:cubicBezTo>
                    <a:pt x="226502" y="11503"/>
                    <a:pt x="226468" y="11494"/>
                    <a:pt x="226431" y="11483"/>
                  </a:cubicBezTo>
                  <a:cubicBezTo>
                    <a:pt x="226221" y="11426"/>
                    <a:pt x="226012" y="11403"/>
                    <a:pt x="225804" y="11403"/>
                  </a:cubicBezTo>
                  <a:cubicBezTo>
                    <a:pt x="225571" y="11403"/>
                    <a:pt x="225339" y="11432"/>
                    <a:pt x="225110" y="11475"/>
                  </a:cubicBezTo>
                  <a:cubicBezTo>
                    <a:pt x="224602" y="11566"/>
                    <a:pt x="224106" y="11722"/>
                    <a:pt x="223627" y="11769"/>
                  </a:cubicBezTo>
                  <a:cubicBezTo>
                    <a:pt x="223497" y="11782"/>
                    <a:pt x="223368" y="11794"/>
                    <a:pt x="223241" y="11807"/>
                  </a:cubicBezTo>
                  <a:cubicBezTo>
                    <a:pt x="222325" y="11904"/>
                    <a:pt x="221547" y="12013"/>
                    <a:pt x="220789" y="12124"/>
                  </a:cubicBezTo>
                  <a:cubicBezTo>
                    <a:pt x="220020" y="12236"/>
                    <a:pt x="219272" y="12347"/>
                    <a:pt x="218425" y="12444"/>
                  </a:cubicBezTo>
                  <a:cubicBezTo>
                    <a:pt x="217865" y="12506"/>
                    <a:pt x="217264" y="12563"/>
                    <a:pt x="216583" y="12606"/>
                  </a:cubicBezTo>
                  <a:cubicBezTo>
                    <a:pt x="216438" y="12615"/>
                    <a:pt x="216272" y="12618"/>
                    <a:pt x="216091" y="12618"/>
                  </a:cubicBezTo>
                  <a:cubicBezTo>
                    <a:pt x="215716" y="12618"/>
                    <a:pt x="215275" y="12605"/>
                    <a:pt x="214821" y="12605"/>
                  </a:cubicBezTo>
                  <a:cubicBezTo>
                    <a:pt x="214333" y="12605"/>
                    <a:pt x="213828" y="12621"/>
                    <a:pt x="213374" y="12686"/>
                  </a:cubicBezTo>
                  <a:cubicBezTo>
                    <a:pt x="212938" y="12749"/>
                    <a:pt x="212549" y="12857"/>
                    <a:pt x="212263" y="13041"/>
                  </a:cubicBezTo>
                  <a:cubicBezTo>
                    <a:pt x="212106" y="13141"/>
                    <a:pt x="211979" y="13265"/>
                    <a:pt x="211894" y="13418"/>
                  </a:cubicBezTo>
                  <a:cubicBezTo>
                    <a:pt x="211831" y="13528"/>
                    <a:pt x="211789" y="13655"/>
                    <a:pt x="211775" y="13800"/>
                  </a:cubicBezTo>
                  <a:cubicBezTo>
                    <a:pt x="211768" y="13861"/>
                    <a:pt x="211765" y="13924"/>
                    <a:pt x="211768" y="13990"/>
                  </a:cubicBezTo>
                  <a:cubicBezTo>
                    <a:pt x="211373" y="13888"/>
                    <a:pt x="210998" y="13816"/>
                    <a:pt x="210638" y="13768"/>
                  </a:cubicBezTo>
                  <a:cubicBezTo>
                    <a:pt x="210225" y="13713"/>
                    <a:pt x="209834" y="13690"/>
                    <a:pt x="209455" y="13690"/>
                  </a:cubicBezTo>
                  <a:cubicBezTo>
                    <a:pt x="209220" y="13690"/>
                    <a:pt x="208990" y="13699"/>
                    <a:pt x="208763" y="13715"/>
                  </a:cubicBezTo>
                  <a:cubicBezTo>
                    <a:pt x="207961" y="13769"/>
                    <a:pt x="207196" y="13906"/>
                    <a:pt x="206383" y="14033"/>
                  </a:cubicBezTo>
                  <a:cubicBezTo>
                    <a:pt x="205546" y="14163"/>
                    <a:pt x="204657" y="14282"/>
                    <a:pt x="203627" y="14284"/>
                  </a:cubicBezTo>
                  <a:cubicBezTo>
                    <a:pt x="203445" y="14285"/>
                    <a:pt x="203255" y="14300"/>
                    <a:pt x="203059" y="14326"/>
                  </a:cubicBezTo>
                  <a:cubicBezTo>
                    <a:pt x="202519" y="14395"/>
                    <a:pt x="201933" y="14539"/>
                    <a:pt x="201338" y="14663"/>
                  </a:cubicBezTo>
                  <a:cubicBezTo>
                    <a:pt x="200795" y="14776"/>
                    <a:pt x="200245" y="14869"/>
                    <a:pt x="199718" y="14869"/>
                  </a:cubicBezTo>
                  <a:cubicBezTo>
                    <a:pt x="199238" y="14869"/>
                    <a:pt x="198777" y="14791"/>
                    <a:pt x="198359" y="14578"/>
                  </a:cubicBezTo>
                  <a:cubicBezTo>
                    <a:pt x="198159" y="14475"/>
                    <a:pt x="197971" y="14343"/>
                    <a:pt x="197795" y="14174"/>
                  </a:cubicBezTo>
                  <a:cubicBezTo>
                    <a:pt x="197756" y="14137"/>
                    <a:pt x="197719" y="14101"/>
                    <a:pt x="197682" y="14060"/>
                  </a:cubicBezTo>
                  <a:cubicBezTo>
                    <a:pt x="197652" y="14101"/>
                    <a:pt x="197621" y="14136"/>
                    <a:pt x="197592" y="14168"/>
                  </a:cubicBezTo>
                  <a:cubicBezTo>
                    <a:pt x="197423" y="14354"/>
                    <a:pt x="197260" y="14440"/>
                    <a:pt x="197110" y="14541"/>
                  </a:cubicBezTo>
                  <a:cubicBezTo>
                    <a:pt x="196980" y="14629"/>
                    <a:pt x="196861" y="14729"/>
                    <a:pt x="196758" y="14919"/>
                  </a:cubicBezTo>
                  <a:cubicBezTo>
                    <a:pt x="196703" y="15018"/>
                    <a:pt x="196652" y="15142"/>
                    <a:pt x="196607" y="15301"/>
                  </a:cubicBezTo>
                  <a:lnTo>
                    <a:pt x="194624" y="15245"/>
                  </a:lnTo>
                  <a:cubicBezTo>
                    <a:pt x="192226" y="15119"/>
                    <a:pt x="189767" y="15108"/>
                    <a:pt x="187360" y="14875"/>
                  </a:cubicBezTo>
                  <a:cubicBezTo>
                    <a:pt x="187045" y="14845"/>
                    <a:pt x="186701" y="14748"/>
                    <a:pt x="186349" y="14621"/>
                  </a:cubicBezTo>
                  <a:cubicBezTo>
                    <a:pt x="186020" y="14501"/>
                    <a:pt x="185685" y="14354"/>
                    <a:pt x="185362" y="14205"/>
                  </a:cubicBezTo>
                  <a:cubicBezTo>
                    <a:pt x="185049" y="14062"/>
                    <a:pt x="184748" y="13916"/>
                    <a:pt x="184477" y="13794"/>
                  </a:cubicBezTo>
                  <a:cubicBezTo>
                    <a:pt x="184147" y="13646"/>
                    <a:pt x="183861" y="13532"/>
                    <a:pt x="183651" y="13498"/>
                  </a:cubicBezTo>
                  <a:cubicBezTo>
                    <a:pt x="183538" y="13479"/>
                    <a:pt x="183426" y="13472"/>
                    <a:pt x="183315" y="13472"/>
                  </a:cubicBezTo>
                  <a:cubicBezTo>
                    <a:pt x="182767" y="13472"/>
                    <a:pt x="182250" y="13663"/>
                    <a:pt x="181806" y="13716"/>
                  </a:cubicBezTo>
                  <a:cubicBezTo>
                    <a:pt x="181732" y="13726"/>
                    <a:pt x="181659" y="13731"/>
                    <a:pt x="181588" y="13731"/>
                  </a:cubicBezTo>
                  <a:cubicBezTo>
                    <a:pt x="181502" y="13731"/>
                    <a:pt x="181419" y="13723"/>
                    <a:pt x="181340" y="13704"/>
                  </a:cubicBezTo>
                  <a:cubicBezTo>
                    <a:pt x="181141" y="13655"/>
                    <a:pt x="180965" y="13536"/>
                    <a:pt x="180819" y="13302"/>
                  </a:cubicBezTo>
                  <a:cubicBezTo>
                    <a:pt x="180753" y="13196"/>
                    <a:pt x="180694" y="13067"/>
                    <a:pt x="180639" y="12910"/>
                  </a:cubicBezTo>
                  <a:cubicBezTo>
                    <a:pt x="180613" y="12833"/>
                    <a:pt x="180589" y="12747"/>
                    <a:pt x="180565" y="12656"/>
                  </a:cubicBezTo>
                  <a:cubicBezTo>
                    <a:pt x="180353" y="12763"/>
                    <a:pt x="180104" y="12821"/>
                    <a:pt x="179847" y="12887"/>
                  </a:cubicBezTo>
                  <a:cubicBezTo>
                    <a:pt x="179535" y="12966"/>
                    <a:pt x="179210" y="13054"/>
                    <a:pt x="178920" y="13247"/>
                  </a:cubicBezTo>
                  <a:cubicBezTo>
                    <a:pt x="178820" y="13315"/>
                    <a:pt x="178724" y="13393"/>
                    <a:pt x="178634" y="13488"/>
                  </a:cubicBezTo>
                  <a:cubicBezTo>
                    <a:pt x="178555" y="13382"/>
                    <a:pt x="178486" y="13303"/>
                    <a:pt x="178421" y="13234"/>
                  </a:cubicBezTo>
                  <a:cubicBezTo>
                    <a:pt x="178312" y="13114"/>
                    <a:pt x="178219" y="13017"/>
                    <a:pt x="178122" y="12839"/>
                  </a:cubicBezTo>
                  <a:cubicBezTo>
                    <a:pt x="178092" y="12781"/>
                    <a:pt x="178061" y="12717"/>
                    <a:pt x="178029" y="12640"/>
                  </a:cubicBezTo>
                  <a:cubicBezTo>
                    <a:pt x="177931" y="12736"/>
                    <a:pt x="177566" y="12788"/>
                    <a:pt x="177046" y="12808"/>
                  </a:cubicBezTo>
                  <a:lnTo>
                    <a:pt x="172441" y="12677"/>
                  </a:lnTo>
                  <a:cubicBezTo>
                    <a:pt x="171619" y="12634"/>
                    <a:pt x="170914" y="12600"/>
                    <a:pt x="170511" y="12600"/>
                  </a:cubicBezTo>
                  <a:cubicBezTo>
                    <a:pt x="170378" y="12600"/>
                    <a:pt x="170278" y="12604"/>
                    <a:pt x="170217" y="12612"/>
                  </a:cubicBezTo>
                  <a:cubicBezTo>
                    <a:pt x="170164" y="12620"/>
                    <a:pt x="170142" y="12630"/>
                    <a:pt x="170153" y="12646"/>
                  </a:cubicBezTo>
                  <a:cubicBezTo>
                    <a:pt x="169789" y="12810"/>
                    <a:pt x="169392" y="12898"/>
                    <a:pt x="169014" y="12898"/>
                  </a:cubicBezTo>
                  <a:cubicBezTo>
                    <a:pt x="168587" y="12898"/>
                    <a:pt x="168184" y="12787"/>
                    <a:pt x="167881" y="12546"/>
                  </a:cubicBezTo>
                  <a:cubicBezTo>
                    <a:pt x="167746" y="12439"/>
                    <a:pt x="167632" y="12309"/>
                    <a:pt x="167542" y="12150"/>
                  </a:cubicBezTo>
                  <a:cubicBezTo>
                    <a:pt x="167477" y="12034"/>
                    <a:pt x="167426" y="11904"/>
                    <a:pt x="167390" y="11759"/>
                  </a:cubicBezTo>
                  <a:cubicBezTo>
                    <a:pt x="167373" y="11682"/>
                    <a:pt x="167358" y="11602"/>
                    <a:pt x="167349" y="11516"/>
                  </a:cubicBezTo>
                  <a:cubicBezTo>
                    <a:pt x="167210" y="11597"/>
                    <a:pt x="167042" y="11674"/>
                    <a:pt x="166850" y="11743"/>
                  </a:cubicBezTo>
                  <a:cubicBezTo>
                    <a:pt x="166442" y="11892"/>
                    <a:pt x="165931" y="12013"/>
                    <a:pt x="165386" y="12088"/>
                  </a:cubicBezTo>
                  <a:lnTo>
                    <a:pt x="162679" y="12010"/>
                  </a:lnTo>
                  <a:cubicBezTo>
                    <a:pt x="162319" y="11918"/>
                    <a:pt x="162007" y="11783"/>
                    <a:pt x="161774" y="11598"/>
                  </a:cubicBezTo>
                  <a:cubicBezTo>
                    <a:pt x="161640" y="11492"/>
                    <a:pt x="161531" y="11372"/>
                    <a:pt x="161454" y="11233"/>
                  </a:cubicBezTo>
                  <a:cubicBezTo>
                    <a:pt x="161085" y="11422"/>
                    <a:pt x="160720" y="11511"/>
                    <a:pt x="160372" y="11511"/>
                  </a:cubicBezTo>
                  <a:cubicBezTo>
                    <a:pt x="159954" y="11511"/>
                    <a:pt x="159562" y="11382"/>
                    <a:pt x="159220" y="11139"/>
                  </a:cubicBezTo>
                  <a:cubicBezTo>
                    <a:pt x="159066" y="11028"/>
                    <a:pt x="158921" y="10894"/>
                    <a:pt x="158789" y="10739"/>
                  </a:cubicBezTo>
                  <a:cubicBezTo>
                    <a:pt x="158756" y="10700"/>
                    <a:pt x="158723" y="10660"/>
                    <a:pt x="158691" y="10616"/>
                  </a:cubicBezTo>
                  <a:cubicBezTo>
                    <a:pt x="158542" y="10679"/>
                    <a:pt x="158383" y="10713"/>
                    <a:pt x="158216" y="10722"/>
                  </a:cubicBezTo>
                  <a:lnTo>
                    <a:pt x="157840" y="10711"/>
                  </a:lnTo>
                  <a:cubicBezTo>
                    <a:pt x="157324" y="10657"/>
                    <a:pt x="156771" y="10451"/>
                    <a:pt x="156266" y="10280"/>
                  </a:cubicBezTo>
                  <a:cubicBezTo>
                    <a:pt x="155869" y="10146"/>
                    <a:pt x="155501" y="10034"/>
                    <a:pt x="155205" y="10034"/>
                  </a:cubicBezTo>
                  <a:cubicBezTo>
                    <a:pt x="154996" y="10034"/>
                    <a:pt x="154822" y="10090"/>
                    <a:pt x="154699" y="10235"/>
                  </a:cubicBezTo>
                  <a:lnTo>
                    <a:pt x="151053" y="10131"/>
                  </a:lnTo>
                  <a:cubicBezTo>
                    <a:pt x="150878" y="10041"/>
                    <a:pt x="150723" y="9916"/>
                    <a:pt x="150598" y="9731"/>
                  </a:cubicBezTo>
                  <a:cubicBezTo>
                    <a:pt x="150561" y="9676"/>
                    <a:pt x="150526" y="9615"/>
                    <a:pt x="150494" y="9549"/>
                  </a:cubicBezTo>
                  <a:cubicBezTo>
                    <a:pt x="150399" y="9622"/>
                    <a:pt x="150293" y="9676"/>
                    <a:pt x="150180" y="9720"/>
                  </a:cubicBezTo>
                  <a:lnTo>
                    <a:pt x="148859" y="9681"/>
                  </a:lnTo>
                  <a:cubicBezTo>
                    <a:pt x="148830" y="9549"/>
                    <a:pt x="148790" y="9417"/>
                    <a:pt x="148748" y="9292"/>
                  </a:cubicBezTo>
                  <a:cubicBezTo>
                    <a:pt x="148703" y="9154"/>
                    <a:pt x="148658" y="9022"/>
                    <a:pt x="148629" y="8902"/>
                  </a:cubicBezTo>
                  <a:cubicBezTo>
                    <a:pt x="148612" y="8833"/>
                    <a:pt x="148601" y="8768"/>
                    <a:pt x="148596" y="8707"/>
                  </a:cubicBezTo>
                  <a:cubicBezTo>
                    <a:pt x="148461" y="8773"/>
                    <a:pt x="148321" y="8833"/>
                    <a:pt x="148178" y="8889"/>
                  </a:cubicBezTo>
                  <a:lnTo>
                    <a:pt x="145218" y="8804"/>
                  </a:lnTo>
                  <a:cubicBezTo>
                    <a:pt x="145205" y="8675"/>
                    <a:pt x="145189" y="8545"/>
                    <a:pt x="145177" y="8416"/>
                  </a:cubicBezTo>
                  <a:cubicBezTo>
                    <a:pt x="145168" y="8328"/>
                    <a:pt x="145161" y="8243"/>
                    <a:pt x="145160" y="8159"/>
                  </a:cubicBezTo>
                  <a:cubicBezTo>
                    <a:pt x="144417" y="8209"/>
                    <a:pt x="143623" y="8276"/>
                    <a:pt x="142796" y="8349"/>
                  </a:cubicBezTo>
                  <a:lnTo>
                    <a:pt x="130296" y="7990"/>
                  </a:lnTo>
                  <a:cubicBezTo>
                    <a:pt x="130171" y="7880"/>
                    <a:pt x="130076" y="7740"/>
                    <a:pt x="129965" y="7595"/>
                  </a:cubicBezTo>
                  <a:cubicBezTo>
                    <a:pt x="129860" y="7458"/>
                    <a:pt x="129742" y="7320"/>
                    <a:pt x="129570" y="7197"/>
                  </a:cubicBezTo>
                  <a:cubicBezTo>
                    <a:pt x="129464" y="7121"/>
                    <a:pt x="129338" y="7050"/>
                    <a:pt x="129184" y="6992"/>
                  </a:cubicBezTo>
                  <a:cubicBezTo>
                    <a:pt x="128766" y="6835"/>
                    <a:pt x="127950" y="6867"/>
                    <a:pt x="127496" y="6772"/>
                  </a:cubicBezTo>
                  <a:cubicBezTo>
                    <a:pt x="127451" y="6763"/>
                    <a:pt x="127406" y="6755"/>
                    <a:pt x="127360" y="6747"/>
                  </a:cubicBezTo>
                  <a:cubicBezTo>
                    <a:pt x="127051" y="6692"/>
                    <a:pt x="126751" y="6671"/>
                    <a:pt x="126463" y="6650"/>
                  </a:cubicBezTo>
                  <a:cubicBezTo>
                    <a:pt x="126174" y="6539"/>
                    <a:pt x="125883" y="6427"/>
                    <a:pt x="125592" y="6309"/>
                  </a:cubicBezTo>
                  <a:cubicBezTo>
                    <a:pt x="125301" y="6192"/>
                    <a:pt x="125007" y="6072"/>
                    <a:pt x="124715" y="5948"/>
                  </a:cubicBezTo>
                  <a:cubicBezTo>
                    <a:pt x="124703" y="5930"/>
                    <a:pt x="124692" y="5914"/>
                    <a:pt x="124681" y="5896"/>
                  </a:cubicBezTo>
                  <a:cubicBezTo>
                    <a:pt x="124609" y="5784"/>
                    <a:pt x="124543" y="5655"/>
                    <a:pt x="124485" y="5504"/>
                  </a:cubicBezTo>
                  <a:cubicBezTo>
                    <a:pt x="124464" y="5450"/>
                    <a:pt x="124445" y="5393"/>
                    <a:pt x="124427" y="5332"/>
                  </a:cubicBezTo>
                  <a:cubicBezTo>
                    <a:pt x="124316" y="5401"/>
                    <a:pt x="124191" y="5451"/>
                    <a:pt x="124057" y="5491"/>
                  </a:cubicBezTo>
                  <a:lnTo>
                    <a:pt x="123665" y="5480"/>
                  </a:lnTo>
                  <a:cubicBezTo>
                    <a:pt x="123535" y="5421"/>
                    <a:pt x="123405" y="5361"/>
                    <a:pt x="123275" y="5299"/>
                  </a:cubicBezTo>
                  <a:cubicBezTo>
                    <a:pt x="123119" y="5223"/>
                    <a:pt x="122939" y="5146"/>
                    <a:pt x="122744" y="5067"/>
                  </a:cubicBezTo>
                  <a:cubicBezTo>
                    <a:pt x="122640" y="5025"/>
                    <a:pt x="122532" y="4984"/>
                    <a:pt x="122420" y="4940"/>
                  </a:cubicBezTo>
                  <a:cubicBezTo>
                    <a:pt x="122408" y="4849"/>
                    <a:pt x="122399" y="4759"/>
                    <a:pt x="122396" y="4670"/>
                  </a:cubicBezTo>
                  <a:cubicBezTo>
                    <a:pt x="122392" y="4614"/>
                    <a:pt x="122392" y="4558"/>
                    <a:pt x="122396" y="4505"/>
                  </a:cubicBezTo>
                  <a:lnTo>
                    <a:pt x="122396" y="4505"/>
                  </a:lnTo>
                  <a:cubicBezTo>
                    <a:pt x="122371" y="4506"/>
                    <a:pt x="122346" y="4506"/>
                    <a:pt x="122320" y="4506"/>
                  </a:cubicBezTo>
                  <a:cubicBezTo>
                    <a:pt x="121948" y="4506"/>
                    <a:pt x="121476" y="4395"/>
                    <a:pt x="121079" y="4395"/>
                  </a:cubicBezTo>
                  <a:cubicBezTo>
                    <a:pt x="121039" y="4395"/>
                    <a:pt x="121000" y="4396"/>
                    <a:pt x="120962" y="4399"/>
                  </a:cubicBezTo>
                  <a:cubicBezTo>
                    <a:pt x="120898" y="4374"/>
                    <a:pt x="120835" y="4350"/>
                    <a:pt x="120771" y="4326"/>
                  </a:cubicBezTo>
                  <a:cubicBezTo>
                    <a:pt x="120768" y="4297"/>
                    <a:pt x="120766" y="4267"/>
                    <a:pt x="120764" y="4238"/>
                  </a:cubicBezTo>
                  <a:cubicBezTo>
                    <a:pt x="120764" y="4108"/>
                    <a:pt x="120789" y="3973"/>
                    <a:pt x="120777" y="3851"/>
                  </a:cubicBezTo>
                  <a:cubicBezTo>
                    <a:pt x="120769" y="3781"/>
                    <a:pt x="120752" y="3717"/>
                    <a:pt x="120710" y="3661"/>
                  </a:cubicBezTo>
                  <a:cubicBezTo>
                    <a:pt x="120625" y="3677"/>
                    <a:pt x="120534" y="3683"/>
                    <a:pt x="120440" y="3683"/>
                  </a:cubicBezTo>
                  <a:cubicBezTo>
                    <a:pt x="120018" y="3683"/>
                    <a:pt x="119523" y="3553"/>
                    <a:pt x="119101" y="3553"/>
                  </a:cubicBezTo>
                  <a:cubicBezTo>
                    <a:pt x="119083" y="3553"/>
                    <a:pt x="119066" y="3553"/>
                    <a:pt x="119048" y="3553"/>
                  </a:cubicBezTo>
                  <a:cubicBezTo>
                    <a:pt x="118963" y="3505"/>
                    <a:pt x="118884" y="3457"/>
                    <a:pt x="118809" y="3407"/>
                  </a:cubicBezTo>
                  <a:cubicBezTo>
                    <a:pt x="118805" y="3405"/>
                    <a:pt x="118802" y="3404"/>
                    <a:pt x="118801" y="3402"/>
                  </a:cubicBezTo>
                  <a:cubicBezTo>
                    <a:pt x="118794" y="3272"/>
                    <a:pt x="118802" y="3147"/>
                    <a:pt x="118786" y="3020"/>
                  </a:cubicBezTo>
                  <a:cubicBezTo>
                    <a:pt x="118778" y="2955"/>
                    <a:pt x="118764" y="2890"/>
                    <a:pt x="118736" y="2824"/>
                  </a:cubicBezTo>
                  <a:cubicBezTo>
                    <a:pt x="118661" y="2730"/>
                    <a:pt x="118588" y="2671"/>
                    <a:pt x="118519" y="2626"/>
                  </a:cubicBezTo>
                  <a:cubicBezTo>
                    <a:pt x="118328" y="2501"/>
                    <a:pt x="118161" y="2491"/>
                    <a:pt x="118005" y="2224"/>
                  </a:cubicBezTo>
                  <a:cubicBezTo>
                    <a:pt x="117967" y="2160"/>
                    <a:pt x="117930" y="2081"/>
                    <a:pt x="117893" y="1982"/>
                  </a:cubicBezTo>
                  <a:cubicBezTo>
                    <a:pt x="117158" y="2046"/>
                    <a:pt x="116411" y="2112"/>
                    <a:pt x="115656" y="2157"/>
                  </a:cubicBezTo>
                  <a:lnTo>
                    <a:pt x="112123" y="2055"/>
                  </a:lnTo>
                  <a:cubicBezTo>
                    <a:pt x="112189" y="1938"/>
                    <a:pt x="112253" y="1806"/>
                    <a:pt x="112319" y="1675"/>
                  </a:cubicBezTo>
                  <a:cubicBezTo>
                    <a:pt x="112387" y="1541"/>
                    <a:pt x="112454" y="1408"/>
                    <a:pt x="112522" y="1294"/>
                  </a:cubicBezTo>
                  <a:cubicBezTo>
                    <a:pt x="112539" y="1265"/>
                    <a:pt x="112555" y="1237"/>
                    <a:pt x="112573" y="1210"/>
                  </a:cubicBezTo>
                  <a:lnTo>
                    <a:pt x="112573" y="1210"/>
                  </a:lnTo>
                  <a:cubicBezTo>
                    <a:pt x="112491" y="1233"/>
                    <a:pt x="112408" y="1260"/>
                    <a:pt x="112319" y="1287"/>
                  </a:cubicBezTo>
                  <a:lnTo>
                    <a:pt x="106216" y="1114"/>
                  </a:lnTo>
                  <a:cubicBezTo>
                    <a:pt x="106171" y="1021"/>
                    <a:pt x="106126" y="929"/>
                    <a:pt x="106082" y="852"/>
                  </a:cubicBezTo>
                  <a:cubicBezTo>
                    <a:pt x="105957" y="947"/>
                    <a:pt x="105827" y="1030"/>
                    <a:pt x="105696" y="1099"/>
                  </a:cubicBezTo>
                  <a:lnTo>
                    <a:pt x="103845" y="1046"/>
                  </a:lnTo>
                  <a:cubicBezTo>
                    <a:pt x="103720" y="942"/>
                    <a:pt x="103609" y="810"/>
                    <a:pt x="103517" y="649"/>
                  </a:cubicBezTo>
                  <a:cubicBezTo>
                    <a:pt x="103450" y="534"/>
                    <a:pt x="103392" y="403"/>
                    <a:pt x="103345" y="259"/>
                  </a:cubicBezTo>
                  <a:cubicBezTo>
                    <a:pt x="103320" y="180"/>
                    <a:pt x="103299" y="96"/>
                    <a:pt x="103279" y="8"/>
                  </a:cubicBezTo>
                  <a:cubicBezTo>
                    <a:pt x="102796" y="48"/>
                    <a:pt x="102281" y="114"/>
                    <a:pt x="101761" y="214"/>
                  </a:cubicBezTo>
                  <a:lnTo>
                    <a:pt x="99553" y="149"/>
                  </a:lnTo>
                  <a:cubicBezTo>
                    <a:pt x="99575" y="98"/>
                    <a:pt x="99598" y="48"/>
                    <a:pt x="99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>
              <a:off x="0" y="3569750"/>
              <a:ext cx="9144257" cy="2423250"/>
            </a:xfrm>
            <a:custGeom>
              <a:avLst/>
              <a:gdLst/>
              <a:ahLst/>
              <a:cxnLst/>
              <a:rect l="l" t="t" r="r" b="b"/>
              <a:pathLst>
                <a:path w="236622" h="96930" extrusionOk="0">
                  <a:moveTo>
                    <a:pt x="29171" y="0"/>
                  </a:moveTo>
                  <a:cubicBezTo>
                    <a:pt x="28229" y="320"/>
                    <a:pt x="26948" y="969"/>
                    <a:pt x="25814" y="1231"/>
                  </a:cubicBezTo>
                  <a:cubicBezTo>
                    <a:pt x="25550" y="1263"/>
                    <a:pt x="25287" y="1299"/>
                    <a:pt x="25023" y="1334"/>
                  </a:cubicBezTo>
                  <a:cubicBezTo>
                    <a:pt x="25299" y="1033"/>
                    <a:pt x="25425" y="670"/>
                    <a:pt x="25601" y="418"/>
                  </a:cubicBezTo>
                  <a:lnTo>
                    <a:pt x="25601" y="418"/>
                  </a:lnTo>
                  <a:cubicBezTo>
                    <a:pt x="24775" y="879"/>
                    <a:pt x="23951" y="1355"/>
                    <a:pt x="23061" y="1639"/>
                  </a:cubicBezTo>
                  <a:cubicBezTo>
                    <a:pt x="22802" y="1686"/>
                    <a:pt x="22545" y="1734"/>
                    <a:pt x="22288" y="1782"/>
                  </a:cubicBezTo>
                  <a:cubicBezTo>
                    <a:pt x="22304" y="1488"/>
                    <a:pt x="22182" y="1114"/>
                    <a:pt x="22212" y="834"/>
                  </a:cubicBezTo>
                  <a:lnTo>
                    <a:pt x="22212" y="834"/>
                  </a:lnTo>
                  <a:cubicBezTo>
                    <a:pt x="21399" y="1382"/>
                    <a:pt x="20237" y="2003"/>
                    <a:pt x="19149" y="2528"/>
                  </a:cubicBezTo>
                  <a:cubicBezTo>
                    <a:pt x="18158" y="2849"/>
                    <a:pt x="17293" y="3240"/>
                    <a:pt x="16441" y="3602"/>
                  </a:cubicBezTo>
                  <a:cubicBezTo>
                    <a:pt x="16125" y="3650"/>
                    <a:pt x="15790" y="3667"/>
                    <a:pt x="15440" y="3667"/>
                  </a:cubicBezTo>
                  <a:cubicBezTo>
                    <a:pt x="14600" y="3667"/>
                    <a:pt x="13672" y="3569"/>
                    <a:pt x="12687" y="3569"/>
                  </a:cubicBezTo>
                  <a:cubicBezTo>
                    <a:pt x="12449" y="3569"/>
                    <a:pt x="12208" y="3574"/>
                    <a:pt x="11964" y="3589"/>
                  </a:cubicBezTo>
                  <a:cubicBezTo>
                    <a:pt x="11784" y="4162"/>
                    <a:pt x="11284" y="4505"/>
                    <a:pt x="10717" y="4638"/>
                  </a:cubicBezTo>
                  <a:cubicBezTo>
                    <a:pt x="10418" y="4638"/>
                    <a:pt x="10104" y="4649"/>
                    <a:pt x="9777" y="4673"/>
                  </a:cubicBezTo>
                  <a:cubicBezTo>
                    <a:pt x="9261" y="4593"/>
                    <a:pt x="8796" y="4347"/>
                    <a:pt x="8560" y="3949"/>
                  </a:cubicBezTo>
                  <a:cubicBezTo>
                    <a:pt x="8169" y="4516"/>
                    <a:pt x="7647" y="4983"/>
                    <a:pt x="7091" y="4983"/>
                  </a:cubicBezTo>
                  <a:cubicBezTo>
                    <a:pt x="6810" y="4983"/>
                    <a:pt x="6521" y="4865"/>
                    <a:pt x="6235" y="4580"/>
                  </a:cubicBezTo>
                  <a:cubicBezTo>
                    <a:pt x="5643" y="5062"/>
                    <a:pt x="4912" y="5516"/>
                    <a:pt x="4160" y="5633"/>
                  </a:cubicBezTo>
                  <a:cubicBezTo>
                    <a:pt x="4194" y="5199"/>
                    <a:pt x="4012" y="4620"/>
                    <a:pt x="4081" y="4201"/>
                  </a:cubicBezTo>
                  <a:lnTo>
                    <a:pt x="4081" y="4201"/>
                  </a:lnTo>
                  <a:cubicBezTo>
                    <a:pt x="3641" y="4821"/>
                    <a:pt x="2411" y="5625"/>
                    <a:pt x="1423" y="6411"/>
                  </a:cubicBezTo>
                  <a:cubicBezTo>
                    <a:pt x="778" y="6594"/>
                    <a:pt x="374" y="6716"/>
                    <a:pt x="336" y="6716"/>
                  </a:cubicBezTo>
                  <a:cubicBezTo>
                    <a:pt x="334" y="6716"/>
                    <a:pt x="333" y="6716"/>
                    <a:pt x="333" y="6714"/>
                  </a:cubicBezTo>
                  <a:lnTo>
                    <a:pt x="333" y="6714"/>
                  </a:lnTo>
                  <a:lnTo>
                    <a:pt x="149" y="6813"/>
                  </a:lnTo>
                  <a:lnTo>
                    <a:pt x="149" y="7722"/>
                  </a:lnTo>
                  <a:cubicBezTo>
                    <a:pt x="20" y="7971"/>
                    <a:pt x="1" y="8204"/>
                    <a:pt x="139" y="8410"/>
                  </a:cubicBezTo>
                  <a:cubicBezTo>
                    <a:pt x="142" y="8413"/>
                    <a:pt x="145" y="8416"/>
                    <a:pt x="149" y="8420"/>
                  </a:cubicBezTo>
                  <a:lnTo>
                    <a:pt x="149" y="96929"/>
                  </a:lnTo>
                  <a:lnTo>
                    <a:pt x="236621" y="96929"/>
                  </a:lnTo>
                  <a:lnTo>
                    <a:pt x="236621" y="17675"/>
                  </a:lnTo>
                  <a:cubicBezTo>
                    <a:pt x="235688" y="17294"/>
                    <a:pt x="234336" y="17181"/>
                    <a:pt x="233250" y="16820"/>
                  </a:cubicBezTo>
                  <a:cubicBezTo>
                    <a:pt x="232337" y="16516"/>
                    <a:pt x="231646" y="15851"/>
                    <a:pt x="230728" y="15402"/>
                  </a:cubicBezTo>
                  <a:cubicBezTo>
                    <a:pt x="230605" y="15341"/>
                    <a:pt x="230481" y="15293"/>
                    <a:pt x="230356" y="15242"/>
                  </a:cubicBezTo>
                  <a:cubicBezTo>
                    <a:pt x="230335" y="15205"/>
                    <a:pt x="230315" y="15168"/>
                    <a:pt x="230291" y="15129"/>
                  </a:cubicBezTo>
                  <a:cubicBezTo>
                    <a:pt x="229718" y="14188"/>
                    <a:pt x="229543" y="13979"/>
                    <a:pt x="229289" y="13979"/>
                  </a:cubicBezTo>
                  <a:cubicBezTo>
                    <a:pt x="229085" y="13979"/>
                    <a:pt x="228831" y="14113"/>
                    <a:pt x="228281" y="14113"/>
                  </a:cubicBezTo>
                  <a:cubicBezTo>
                    <a:pt x="228189" y="14113"/>
                    <a:pt x="228089" y="14109"/>
                    <a:pt x="227979" y="14101"/>
                  </a:cubicBezTo>
                  <a:cubicBezTo>
                    <a:pt x="227476" y="14061"/>
                    <a:pt x="227052" y="14057"/>
                    <a:pt x="226674" y="14057"/>
                  </a:cubicBezTo>
                  <a:cubicBezTo>
                    <a:pt x="226594" y="14057"/>
                    <a:pt x="226517" y="14057"/>
                    <a:pt x="226441" y="14057"/>
                  </a:cubicBezTo>
                  <a:cubicBezTo>
                    <a:pt x="225358" y="14057"/>
                    <a:pt x="224634" y="14026"/>
                    <a:pt x="223384" y="13059"/>
                  </a:cubicBezTo>
                  <a:lnTo>
                    <a:pt x="223384" y="13059"/>
                  </a:lnTo>
                  <a:cubicBezTo>
                    <a:pt x="223448" y="14989"/>
                    <a:pt x="222819" y="15409"/>
                    <a:pt x="221513" y="15409"/>
                  </a:cubicBezTo>
                  <a:cubicBezTo>
                    <a:pt x="221085" y="15409"/>
                    <a:pt x="220585" y="15364"/>
                    <a:pt x="220012" y="15312"/>
                  </a:cubicBezTo>
                  <a:cubicBezTo>
                    <a:pt x="219675" y="15282"/>
                    <a:pt x="219789" y="14557"/>
                    <a:pt x="219347" y="14502"/>
                  </a:cubicBezTo>
                  <a:cubicBezTo>
                    <a:pt x="219326" y="14500"/>
                    <a:pt x="219305" y="14499"/>
                    <a:pt x="219284" y="14499"/>
                  </a:cubicBezTo>
                  <a:cubicBezTo>
                    <a:pt x="218862" y="14499"/>
                    <a:pt x="218291" y="14952"/>
                    <a:pt x="217956" y="14952"/>
                  </a:cubicBezTo>
                  <a:cubicBezTo>
                    <a:pt x="217941" y="14952"/>
                    <a:pt x="217927" y="14951"/>
                    <a:pt x="217914" y="14949"/>
                  </a:cubicBezTo>
                  <a:cubicBezTo>
                    <a:pt x="217476" y="14803"/>
                    <a:pt x="217039" y="14645"/>
                    <a:pt x="216601" y="14488"/>
                  </a:cubicBezTo>
                  <a:cubicBezTo>
                    <a:pt x="216477" y="14311"/>
                    <a:pt x="216448" y="14017"/>
                    <a:pt x="216560" y="13485"/>
                  </a:cubicBezTo>
                  <a:lnTo>
                    <a:pt x="216560" y="13485"/>
                  </a:lnTo>
                  <a:cubicBezTo>
                    <a:pt x="216101" y="13712"/>
                    <a:pt x="215498" y="13905"/>
                    <a:pt x="214897" y="13906"/>
                  </a:cubicBezTo>
                  <a:cubicBezTo>
                    <a:pt x="214707" y="13848"/>
                    <a:pt x="214516" y="13794"/>
                    <a:pt x="214325" y="13744"/>
                  </a:cubicBezTo>
                  <a:cubicBezTo>
                    <a:pt x="214381" y="13490"/>
                    <a:pt x="214343" y="13152"/>
                    <a:pt x="214457" y="12858"/>
                  </a:cubicBezTo>
                  <a:lnTo>
                    <a:pt x="214457" y="12858"/>
                  </a:lnTo>
                  <a:cubicBezTo>
                    <a:pt x="213938" y="13042"/>
                    <a:pt x="213451" y="13100"/>
                    <a:pt x="212983" y="13100"/>
                  </a:cubicBezTo>
                  <a:cubicBezTo>
                    <a:pt x="212171" y="13100"/>
                    <a:pt x="211419" y="12924"/>
                    <a:pt x="210673" y="12924"/>
                  </a:cubicBezTo>
                  <a:cubicBezTo>
                    <a:pt x="210164" y="12924"/>
                    <a:pt x="209658" y="13006"/>
                    <a:pt x="209136" y="13281"/>
                  </a:cubicBezTo>
                  <a:cubicBezTo>
                    <a:pt x="209028" y="13279"/>
                    <a:pt x="208920" y="13279"/>
                    <a:pt x="208813" y="13278"/>
                  </a:cubicBezTo>
                  <a:cubicBezTo>
                    <a:pt x="208877" y="13115"/>
                    <a:pt x="208956" y="12932"/>
                    <a:pt x="208981" y="12863"/>
                  </a:cubicBezTo>
                  <a:cubicBezTo>
                    <a:pt x="208647" y="12800"/>
                    <a:pt x="208311" y="12836"/>
                    <a:pt x="207974" y="12773"/>
                  </a:cubicBezTo>
                  <a:cubicBezTo>
                    <a:pt x="207927" y="12730"/>
                    <a:pt x="208180" y="12669"/>
                    <a:pt x="208144" y="12669"/>
                  </a:cubicBezTo>
                  <a:cubicBezTo>
                    <a:pt x="207671" y="12632"/>
                    <a:pt x="207177" y="12574"/>
                    <a:pt x="206700" y="12574"/>
                  </a:cubicBezTo>
                  <a:cubicBezTo>
                    <a:pt x="205958" y="12574"/>
                    <a:pt x="205259" y="12713"/>
                    <a:pt x="204745" y="13286"/>
                  </a:cubicBezTo>
                  <a:cubicBezTo>
                    <a:pt x="204636" y="13286"/>
                    <a:pt x="204527" y="13286"/>
                    <a:pt x="204417" y="13284"/>
                  </a:cubicBezTo>
                  <a:cubicBezTo>
                    <a:pt x="204202" y="13075"/>
                    <a:pt x="203866" y="12804"/>
                    <a:pt x="203784" y="12641"/>
                  </a:cubicBezTo>
                  <a:cubicBezTo>
                    <a:pt x="203582" y="12895"/>
                    <a:pt x="203376" y="13096"/>
                    <a:pt x="203162" y="13260"/>
                  </a:cubicBezTo>
                  <a:cubicBezTo>
                    <a:pt x="203019" y="13255"/>
                    <a:pt x="202875" y="13254"/>
                    <a:pt x="202732" y="13247"/>
                  </a:cubicBezTo>
                  <a:cubicBezTo>
                    <a:pt x="201787" y="13210"/>
                    <a:pt x="200864" y="13099"/>
                    <a:pt x="199955" y="12947"/>
                  </a:cubicBezTo>
                  <a:cubicBezTo>
                    <a:pt x="200036" y="12543"/>
                    <a:pt x="200252" y="12191"/>
                    <a:pt x="200602" y="11920"/>
                  </a:cubicBezTo>
                  <a:lnTo>
                    <a:pt x="200602" y="11920"/>
                  </a:lnTo>
                  <a:cubicBezTo>
                    <a:pt x="199961" y="11979"/>
                    <a:pt x="198818" y="12286"/>
                    <a:pt x="197692" y="12482"/>
                  </a:cubicBezTo>
                  <a:cubicBezTo>
                    <a:pt x="196625" y="12232"/>
                    <a:pt x="195567" y="11950"/>
                    <a:pt x="194503" y="11677"/>
                  </a:cubicBezTo>
                  <a:cubicBezTo>
                    <a:pt x="194481" y="11340"/>
                    <a:pt x="194582" y="10901"/>
                    <a:pt x="194854" y="10329"/>
                  </a:cubicBezTo>
                  <a:cubicBezTo>
                    <a:pt x="194831" y="10328"/>
                    <a:pt x="194809" y="10328"/>
                    <a:pt x="194787" y="10328"/>
                  </a:cubicBezTo>
                  <a:cubicBezTo>
                    <a:pt x="193534" y="10328"/>
                    <a:pt x="193146" y="11079"/>
                    <a:pt x="192022" y="11086"/>
                  </a:cubicBezTo>
                  <a:cubicBezTo>
                    <a:pt x="190621" y="10788"/>
                    <a:pt x="189195" y="10562"/>
                    <a:pt x="187709" y="10507"/>
                  </a:cubicBezTo>
                  <a:cubicBezTo>
                    <a:pt x="187336" y="10494"/>
                    <a:pt x="186963" y="10481"/>
                    <a:pt x="186590" y="10469"/>
                  </a:cubicBezTo>
                  <a:cubicBezTo>
                    <a:pt x="185140" y="9828"/>
                    <a:pt x="183695" y="9347"/>
                    <a:pt x="182164" y="9347"/>
                  </a:cubicBezTo>
                  <a:cubicBezTo>
                    <a:pt x="181448" y="9347"/>
                    <a:pt x="180714" y="9452"/>
                    <a:pt x="179951" y="9696"/>
                  </a:cubicBezTo>
                  <a:cubicBezTo>
                    <a:pt x="180020" y="9876"/>
                    <a:pt x="180028" y="10068"/>
                    <a:pt x="180053" y="10265"/>
                  </a:cubicBezTo>
                  <a:cubicBezTo>
                    <a:pt x="179572" y="10255"/>
                    <a:pt x="179093" y="10242"/>
                    <a:pt x="178613" y="10234"/>
                  </a:cubicBezTo>
                  <a:cubicBezTo>
                    <a:pt x="178115" y="9970"/>
                    <a:pt x="177633" y="9736"/>
                    <a:pt x="176980" y="9736"/>
                  </a:cubicBezTo>
                  <a:cubicBezTo>
                    <a:pt x="176767" y="9736"/>
                    <a:pt x="176535" y="9761"/>
                    <a:pt x="176279" y="9818"/>
                  </a:cubicBezTo>
                  <a:cubicBezTo>
                    <a:pt x="175905" y="9901"/>
                    <a:pt x="175582" y="10044"/>
                    <a:pt x="175271" y="10200"/>
                  </a:cubicBezTo>
                  <a:cubicBezTo>
                    <a:pt x="175161" y="10200"/>
                    <a:pt x="175050" y="10200"/>
                    <a:pt x="174940" y="10200"/>
                  </a:cubicBezTo>
                  <a:cubicBezTo>
                    <a:pt x="174166" y="10200"/>
                    <a:pt x="173391" y="10205"/>
                    <a:pt x="172617" y="10215"/>
                  </a:cubicBezTo>
                  <a:cubicBezTo>
                    <a:pt x="172662" y="9866"/>
                    <a:pt x="172776" y="9607"/>
                    <a:pt x="173149" y="9286"/>
                  </a:cubicBezTo>
                  <a:lnTo>
                    <a:pt x="173149" y="9286"/>
                  </a:lnTo>
                  <a:cubicBezTo>
                    <a:pt x="172460" y="9457"/>
                    <a:pt x="171654" y="9467"/>
                    <a:pt x="170848" y="9467"/>
                  </a:cubicBezTo>
                  <a:cubicBezTo>
                    <a:pt x="170750" y="9467"/>
                    <a:pt x="170652" y="9467"/>
                    <a:pt x="170554" y="9467"/>
                  </a:cubicBezTo>
                  <a:cubicBezTo>
                    <a:pt x="170168" y="9467"/>
                    <a:pt x="169784" y="9469"/>
                    <a:pt x="169417" y="9490"/>
                  </a:cubicBezTo>
                  <a:cubicBezTo>
                    <a:pt x="169345" y="9779"/>
                    <a:pt x="169208" y="9972"/>
                    <a:pt x="169134" y="10260"/>
                  </a:cubicBezTo>
                  <a:cubicBezTo>
                    <a:pt x="168997" y="10280"/>
                    <a:pt x="168872" y="10289"/>
                    <a:pt x="168757" y="10289"/>
                  </a:cubicBezTo>
                  <a:cubicBezTo>
                    <a:pt x="167806" y="10289"/>
                    <a:pt x="167561" y="9656"/>
                    <a:pt x="166857" y="9450"/>
                  </a:cubicBezTo>
                  <a:cubicBezTo>
                    <a:pt x="166433" y="9326"/>
                    <a:pt x="166139" y="9282"/>
                    <a:pt x="165899" y="9282"/>
                  </a:cubicBezTo>
                  <a:cubicBezTo>
                    <a:pt x="165440" y="9282"/>
                    <a:pt x="165180" y="9442"/>
                    <a:pt x="164584" y="9504"/>
                  </a:cubicBezTo>
                  <a:cubicBezTo>
                    <a:pt x="163987" y="9567"/>
                    <a:pt x="162827" y="9789"/>
                    <a:pt x="161782" y="9789"/>
                  </a:cubicBezTo>
                  <a:cubicBezTo>
                    <a:pt x="160696" y="9789"/>
                    <a:pt x="159734" y="9550"/>
                    <a:pt x="159654" y="8648"/>
                  </a:cubicBezTo>
                  <a:cubicBezTo>
                    <a:pt x="159342" y="8486"/>
                    <a:pt x="159090" y="8423"/>
                    <a:pt x="158873" y="8423"/>
                  </a:cubicBezTo>
                  <a:cubicBezTo>
                    <a:pt x="158154" y="8423"/>
                    <a:pt x="157818" y="9121"/>
                    <a:pt x="156933" y="9263"/>
                  </a:cubicBezTo>
                  <a:cubicBezTo>
                    <a:pt x="156837" y="9279"/>
                    <a:pt x="156722" y="9286"/>
                    <a:pt x="156593" y="9286"/>
                  </a:cubicBezTo>
                  <a:cubicBezTo>
                    <a:pt x="155814" y="9286"/>
                    <a:pt x="154527" y="9040"/>
                    <a:pt x="153811" y="8990"/>
                  </a:cubicBezTo>
                  <a:cubicBezTo>
                    <a:pt x="153968" y="8686"/>
                    <a:pt x="153831" y="8150"/>
                    <a:pt x="153962" y="7799"/>
                  </a:cubicBezTo>
                  <a:cubicBezTo>
                    <a:pt x="153871" y="7788"/>
                    <a:pt x="153786" y="7783"/>
                    <a:pt x="153705" y="7783"/>
                  </a:cubicBezTo>
                  <a:cubicBezTo>
                    <a:pt x="152767" y="7783"/>
                    <a:pt x="152438" y="8492"/>
                    <a:pt x="151517" y="8662"/>
                  </a:cubicBezTo>
                  <a:cubicBezTo>
                    <a:pt x="151301" y="8702"/>
                    <a:pt x="151094" y="8718"/>
                    <a:pt x="150892" y="8718"/>
                  </a:cubicBezTo>
                  <a:cubicBezTo>
                    <a:pt x="150175" y="8718"/>
                    <a:pt x="149524" y="8513"/>
                    <a:pt x="148761" y="8436"/>
                  </a:cubicBezTo>
                  <a:cubicBezTo>
                    <a:pt x="148734" y="8489"/>
                    <a:pt x="148697" y="8529"/>
                    <a:pt x="148665" y="8577"/>
                  </a:cubicBezTo>
                  <a:cubicBezTo>
                    <a:pt x="147682" y="8519"/>
                    <a:pt x="146701" y="8488"/>
                    <a:pt x="145719" y="8488"/>
                  </a:cubicBezTo>
                  <a:cubicBezTo>
                    <a:pt x="145670" y="8488"/>
                    <a:pt x="145620" y="8489"/>
                    <a:pt x="145571" y="8489"/>
                  </a:cubicBezTo>
                  <a:cubicBezTo>
                    <a:pt x="145157" y="8296"/>
                    <a:pt x="144576" y="8188"/>
                    <a:pt x="143890" y="8150"/>
                  </a:cubicBezTo>
                  <a:cubicBezTo>
                    <a:pt x="143842" y="7931"/>
                    <a:pt x="143821" y="7680"/>
                    <a:pt x="143845" y="7378"/>
                  </a:cubicBezTo>
                  <a:lnTo>
                    <a:pt x="143845" y="7378"/>
                  </a:lnTo>
                  <a:cubicBezTo>
                    <a:pt x="143042" y="7425"/>
                    <a:pt x="142355" y="7892"/>
                    <a:pt x="141626" y="8225"/>
                  </a:cubicBezTo>
                  <a:cubicBezTo>
                    <a:pt x="141224" y="8265"/>
                    <a:pt x="140813" y="8320"/>
                    <a:pt x="140401" y="8384"/>
                  </a:cubicBezTo>
                  <a:cubicBezTo>
                    <a:pt x="140528" y="8103"/>
                    <a:pt x="140555" y="7831"/>
                    <a:pt x="140671" y="7577"/>
                  </a:cubicBezTo>
                  <a:lnTo>
                    <a:pt x="140671" y="7577"/>
                  </a:lnTo>
                  <a:cubicBezTo>
                    <a:pt x="140240" y="7833"/>
                    <a:pt x="139850" y="8209"/>
                    <a:pt x="139447" y="8553"/>
                  </a:cubicBezTo>
                  <a:cubicBezTo>
                    <a:pt x="138841" y="8672"/>
                    <a:pt x="138244" y="8810"/>
                    <a:pt x="137685" y="8963"/>
                  </a:cubicBezTo>
                  <a:cubicBezTo>
                    <a:pt x="137766" y="8487"/>
                    <a:pt x="137754" y="7962"/>
                    <a:pt x="137775" y="7420"/>
                  </a:cubicBezTo>
                  <a:lnTo>
                    <a:pt x="137775" y="7420"/>
                  </a:lnTo>
                  <a:cubicBezTo>
                    <a:pt x="137635" y="8082"/>
                    <a:pt x="136925" y="8768"/>
                    <a:pt x="136154" y="9456"/>
                  </a:cubicBezTo>
                  <a:cubicBezTo>
                    <a:pt x="135323" y="9771"/>
                    <a:pt x="134685" y="10112"/>
                    <a:pt x="134383" y="10445"/>
                  </a:cubicBezTo>
                  <a:cubicBezTo>
                    <a:pt x="134344" y="10456"/>
                    <a:pt x="134307" y="10467"/>
                    <a:pt x="134269" y="10478"/>
                  </a:cubicBezTo>
                  <a:cubicBezTo>
                    <a:pt x="132970" y="10572"/>
                    <a:pt x="131804" y="10831"/>
                    <a:pt x="130633" y="10831"/>
                  </a:cubicBezTo>
                  <a:cubicBezTo>
                    <a:pt x="130282" y="10831"/>
                    <a:pt x="129931" y="10808"/>
                    <a:pt x="129576" y="10750"/>
                  </a:cubicBezTo>
                  <a:lnTo>
                    <a:pt x="129576" y="10750"/>
                  </a:lnTo>
                  <a:cubicBezTo>
                    <a:pt x="129627" y="11152"/>
                    <a:pt x="129573" y="11438"/>
                    <a:pt x="129449" y="11634"/>
                  </a:cubicBezTo>
                  <a:cubicBezTo>
                    <a:pt x="128988" y="11698"/>
                    <a:pt x="128525" y="11748"/>
                    <a:pt x="128057" y="11772"/>
                  </a:cubicBezTo>
                  <a:cubicBezTo>
                    <a:pt x="127959" y="11777"/>
                    <a:pt x="127861" y="11777"/>
                    <a:pt x="127765" y="11782"/>
                  </a:cubicBezTo>
                  <a:cubicBezTo>
                    <a:pt x="127588" y="11709"/>
                    <a:pt x="127418" y="11622"/>
                    <a:pt x="127262" y="11526"/>
                  </a:cubicBezTo>
                  <a:cubicBezTo>
                    <a:pt x="127210" y="11328"/>
                    <a:pt x="127238" y="11160"/>
                    <a:pt x="127194" y="10960"/>
                  </a:cubicBezTo>
                  <a:cubicBezTo>
                    <a:pt x="127131" y="10956"/>
                    <a:pt x="127067" y="10954"/>
                    <a:pt x="127005" y="10954"/>
                  </a:cubicBezTo>
                  <a:cubicBezTo>
                    <a:pt x="126256" y="10954"/>
                    <a:pt x="125564" y="11256"/>
                    <a:pt x="124938" y="11700"/>
                  </a:cubicBezTo>
                  <a:cubicBezTo>
                    <a:pt x="124997" y="11224"/>
                    <a:pt x="124808" y="10653"/>
                    <a:pt x="124922" y="10162"/>
                  </a:cubicBezTo>
                  <a:lnTo>
                    <a:pt x="124922" y="10162"/>
                  </a:lnTo>
                  <a:cubicBezTo>
                    <a:pt x="124504" y="10600"/>
                    <a:pt x="123161" y="11444"/>
                    <a:pt x="122055" y="11769"/>
                  </a:cubicBezTo>
                  <a:cubicBezTo>
                    <a:pt x="121592" y="11749"/>
                    <a:pt x="121128" y="11725"/>
                    <a:pt x="120663" y="11700"/>
                  </a:cubicBezTo>
                  <a:cubicBezTo>
                    <a:pt x="120462" y="11505"/>
                    <a:pt x="120390" y="11158"/>
                    <a:pt x="120522" y="10597"/>
                  </a:cubicBezTo>
                  <a:cubicBezTo>
                    <a:pt x="120538" y="10578"/>
                    <a:pt x="120876" y="10125"/>
                    <a:pt x="120875" y="10125"/>
                  </a:cubicBezTo>
                  <a:lnTo>
                    <a:pt x="120875" y="10125"/>
                  </a:lnTo>
                  <a:cubicBezTo>
                    <a:pt x="120875" y="10125"/>
                    <a:pt x="120875" y="10125"/>
                    <a:pt x="120875" y="10125"/>
                  </a:cubicBezTo>
                  <a:cubicBezTo>
                    <a:pt x="120792" y="10115"/>
                    <a:pt x="120712" y="10110"/>
                    <a:pt x="120634" y="10110"/>
                  </a:cubicBezTo>
                  <a:cubicBezTo>
                    <a:pt x="119666" y="10110"/>
                    <a:pt x="119098" y="10857"/>
                    <a:pt x="118461" y="11565"/>
                  </a:cubicBezTo>
                  <a:cubicBezTo>
                    <a:pt x="117494" y="11500"/>
                    <a:pt x="116530" y="11430"/>
                    <a:pt x="115569" y="11361"/>
                  </a:cubicBezTo>
                  <a:cubicBezTo>
                    <a:pt x="115654" y="11155"/>
                    <a:pt x="115737" y="10951"/>
                    <a:pt x="115816" y="10750"/>
                  </a:cubicBezTo>
                  <a:cubicBezTo>
                    <a:pt x="115357" y="10590"/>
                    <a:pt x="114366" y="10425"/>
                    <a:pt x="113426" y="10425"/>
                  </a:cubicBezTo>
                  <a:cubicBezTo>
                    <a:pt x="112518" y="10425"/>
                    <a:pt x="111658" y="10579"/>
                    <a:pt x="111368" y="11041"/>
                  </a:cubicBezTo>
                  <a:cubicBezTo>
                    <a:pt x="109618" y="10825"/>
                    <a:pt x="107898" y="10403"/>
                    <a:pt x="106161" y="10115"/>
                  </a:cubicBezTo>
                  <a:cubicBezTo>
                    <a:pt x="105897" y="9808"/>
                    <a:pt x="105679" y="9414"/>
                    <a:pt x="105526" y="8902"/>
                  </a:cubicBezTo>
                  <a:cubicBezTo>
                    <a:pt x="104948" y="9406"/>
                    <a:pt x="103787" y="9771"/>
                    <a:pt x="102706" y="9805"/>
                  </a:cubicBezTo>
                  <a:cubicBezTo>
                    <a:pt x="102539" y="9803"/>
                    <a:pt x="102370" y="9800"/>
                    <a:pt x="102203" y="9798"/>
                  </a:cubicBezTo>
                  <a:cubicBezTo>
                    <a:pt x="101496" y="9747"/>
                    <a:pt x="100870" y="9528"/>
                    <a:pt x="100541" y="9080"/>
                  </a:cubicBezTo>
                  <a:cubicBezTo>
                    <a:pt x="100668" y="9006"/>
                    <a:pt x="100975" y="8789"/>
                    <a:pt x="101073" y="8706"/>
                  </a:cubicBezTo>
                  <a:lnTo>
                    <a:pt x="101073" y="8706"/>
                  </a:lnTo>
                  <a:cubicBezTo>
                    <a:pt x="99955" y="8709"/>
                    <a:pt x="98091" y="9402"/>
                    <a:pt x="96625" y="9402"/>
                  </a:cubicBezTo>
                  <a:cubicBezTo>
                    <a:pt x="95942" y="9402"/>
                    <a:pt x="95345" y="9251"/>
                    <a:pt x="94952" y="8810"/>
                  </a:cubicBezTo>
                  <a:cubicBezTo>
                    <a:pt x="95106" y="8656"/>
                    <a:pt x="95267" y="8506"/>
                    <a:pt x="95422" y="8331"/>
                  </a:cubicBezTo>
                  <a:lnTo>
                    <a:pt x="95422" y="8331"/>
                  </a:lnTo>
                  <a:cubicBezTo>
                    <a:pt x="94827" y="8479"/>
                    <a:pt x="93704" y="8732"/>
                    <a:pt x="92705" y="8732"/>
                  </a:cubicBezTo>
                  <a:cubicBezTo>
                    <a:pt x="91618" y="8732"/>
                    <a:pt x="90678" y="8433"/>
                    <a:pt x="90723" y="7373"/>
                  </a:cubicBezTo>
                  <a:lnTo>
                    <a:pt x="90723" y="7373"/>
                  </a:lnTo>
                  <a:cubicBezTo>
                    <a:pt x="89823" y="7767"/>
                    <a:pt x="88742" y="8198"/>
                    <a:pt x="87638" y="8363"/>
                  </a:cubicBezTo>
                  <a:cubicBezTo>
                    <a:pt x="87088" y="8288"/>
                    <a:pt x="86535" y="8206"/>
                    <a:pt x="85986" y="8125"/>
                  </a:cubicBezTo>
                  <a:cubicBezTo>
                    <a:pt x="86024" y="7870"/>
                    <a:pt x="86015" y="7563"/>
                    <a:pt x="86085" y="7373"/>
                  </a:cubicBezTo>
                  <a:lnTo>
                    <a:pt x="86085" y="7373"/>
                  </a:lnTo>
                  <a:cubicBezTo>
                    <a:pt x="85542" y="7528"/>
                    <a:pt x="84528" y="7730"/>
                    <a:pt x="83535" y="7775"/>
                  </a:cubicBezTo>
                  <a:cubicBezTo>
                    <a:pt x="82865" y="7684"/>
                    <a:pt x="82196" y="7600"/>
                    <a:pt x="81526" y="7521"/>
                  </a:cubicBezTo>
                  <a:cubicBezTo>
                    <a:pt x="81031" y="7303"/>
                    <a:pt x="80734" y="6925"/>
                    <a:pt x="80811" y="6314"/>
                  </a:cubicBezTo>
                  <a:lnTo>
                    <a:pt x="80811" y="6314"/>
                  </a:lnTo>
                  <a:cubicBezTo>
                    <a:pt x="79922" y="6707"/>
                    <a:pt x="79067" y="6854"/>
                    <a:pt x="78231" y="6854"/>
                  </a:cubicBezTo>
                  <a:cubicBezTo>
                    <a:pt x="75768" y="6854"/>
                    <a:pt x="73479" y="5579"/>
                    <a:pt x="71030" y="5579"/>
                  </a:cubicBezTo>
                  <a:cubicBezTo>
                    <a:pt x="70497" y="5579"/>
                    <a:pt x="69956" y="5640"/>
                    <a:pt x="69404" y="5787"/>
                  </a:cubicBezTo>
                  <a:cubicBezTo>
                    <a:pt x="69497" y="5599"/>
                    <a:pt x="69590" y="5167"/>
                    <a:pt x="69655" y="5066"/>
                  </a:cubicBezTo>
                  <a:lnTo>
                    <a:pt x="69655" y="5066"/>
                  </a:lnTo>
                  <a:cubicBezTo>
                    <a:pt x="69020" y="5164"/>
                    <a:pt x="68327" y="5180"/>
                    <a:pt x="67622" y="5180"/>
                  </a:cubicBezTo>
                  <a:cubicBezTo>
                    <a:pt x="67305" y="5180"/>
                    <a:pt x="66986" y="5177"/>
                    <a:pt x="66669" y="5177"/>
                  </a:cubicBezTo>
                  <a:cubicBezTo>
                    <a:pt x="65950" y="5013"/>
                    <a:pt x="65227" y="4862"/>
                    <a:pt x="64496" y="4728"/>
                  </a:cubicBezTo>
                  <a:cubicBezTo>
                    <a:pt x="64665" y="4474"/>
                    <a:pt x="64848" y="4219"/>
                    <a:pt x="65023" y="4074"/>
                  </a:cubicBezTo>
                  <a:cubicBezTo>
                    <a:pt x="64803" y="4014"/>
                    <a:pt x="64594" y="3990"/>
                    <a:pt x="64392" y="3990"/>
                  </a:cubicBezTo>
                  <a:cubicBezTo>
                    <a:pt x="63608" y="3990"/>
                    <a:pt x="62937" y="4351"/>
                    <a:pt x="62189" y="4351"/>
                  </a:cubicBezTo>
                  <a:cubicBezTo>
                    <a:pt x="62158" y="4351"/>
                    <a:pt x="62126" y="4350"/>
                    <a:pt x="62093" y="4349"/>
                  </a:cubicBezTo>
                  <a:cubicBezTo>
                    <a:pt x="61097" y="4305"/>
                    <a:pt x="60687" y="3733"/>
                    <a:pt x="59933" y="3605"/>
                  </a:cubicBezTo>
                  <a:cubicBezTo>
                    <a:pt x="59824" y="3586"/>
                    <a:pt x="59703" y="3579"/>
                    <a:pt x="59573" y="3579"/>
                  </a:cubicBezTo>
                  <a:cubicBezTo>
                    <a:pt x="59107" y="3579"/>
                    <a:pt x="58530" y="3677"/>
                    <a:pt x="57973" y="3724"/>
                  </a:cubicBezTo>
                  <a:cubicBezTo>
                    <a:pt x="57415" y="3619"/>
                    <a:pt x="56857" y="3510"/>
                    <a:pt x="56300" y="3399"/>
                  </a:cubicBezTo>
                  <a:cubicBezTo>
                    <a:pt x="56102" y="3214"/>
                    <a:pt x="55970" y="2941"/>
                    <a:pt x="55945" y="2534"/>
                  </a:cubicBezTo>
                  <a:cubicBezTo>
                    <a:pt x="55670" y="2486"/>
                    <a:pt x="55407" y="2468"/>
                    <a:pt x="55151" y="2468"/>
                  </a:cubicBezTo>
                  <a:cubicBezTo>
                    <a:pt x="54308" y="2468"/>
                    <a:pt x="53543" y="2671"/>
                    <a:pt x="52718" y="2706"/>
                  </a:cubicBezTo>
                  <a:cubicBezTo>
                    <a:pt x="52329" y="2637"/>
                    <a:pt x="51940" y="2567"/>
                    <a:pt x="51549" y="2504"/>
                  </a:cubicBezTo>
                  <a:cubicBezTo>
                    <a:pt x="51366" y="2473"/>
                    <a:pt x="51178" y="2448"/>
                    <a:pt x="50990" y="2425"/>
                  </a:cubicBezTo>
                  <a:cubicBezTo>
                    <a:pt x="51413" y="2237"/>
                    <a:pt x="51435" y="1943"/>
                    <a:pt x="51739" y="1692"/>
                  </a:cubicBezTo>
                  <a:lnTo>
                    <a:pt x="51739" y="1692"/>
                  </a:lnTo>
                  <a:cubicBezTo>
                    <a:pt x="50079" y="1704"/>
                    <a:pt x="48600" y="2044"/>
                    <a:pt x="47029" y="2285"/>
                  </a:cubicBezTo>
                  <a:cubicBezTo>
                    <a:pt x="46684" y="2288"/>
                    <a:pt x="46339" y="2290"/>
                    <a:pt x="45995" y="2290"/>
                  </a:cubicBezTo>
                  <a:cubicBezTo>
                    <a:pt x="45569" y="2290"/>
                    <a:pt x="45145" y="2286"/>
                    <a:pt x="44724" y="2276"/>
                  </a:cubicBezTo>
                  <a:cubicBezTo>
                    <a:pt x="44751" y="2009"/>
                    <a:pt x="44713" y="1718"/>
                    <a:pt x="44779" y="1477"/>
                  </a:cubicBezTo>
                  <a:lnTo>
                    <a:pt x="44779" y="1477"/>
                  </a:lnTo>
                  <a:cubicBezTo>
                    <a:pt x="44045" y="1642"/>
                    <a:pt x="43338" y="1710"/>
                    <a:pt x="42650" y="1710"/>
                  </a:cubicBezTo>
                  <a:cubicBezTo>
                    <a:pt x="41689" y="1710"/>
                    <a:pt x="40765" y="1578"/>
                    <a:pt x="39858" y="1395"/>
                  </a:cubicBezTo>
                  <a:cubicBezTo>
                    <a:pt x="38771" y="934"/>
                    <a:pt x="37785" y="403"/>
                    <a:pt x="36379" y="391"/>
                  </a:cubicBezTo>
                  <a:cubicBezTo>
                    <a:pt x="36342" y="390"/>
                    <a:pt x="36306" y="390"/>
                    <a:pt x="36270" y="390"/>
                  </a:cubicBezTo>
                  <a:cubicBezTo>
                    <a:pt x="35921" y="390"/>
                    <a:pt x="35578" y="404"/>
                    <a:pt x="35238" y="424"/>
                  </a:cubicBezTo>
                  <a:cubicBezTo>
                    <a:pt x="34740" y="360"/>
                    <a:pt x="34237" y="321"/>
                    <a:pt x="33725" y="321"/>
                  </a:cubicBezTo>
                  <a:cubicBezTo>
                    <a:pt x="33024" y="321"/>
                    <a:pt x="32306" y="393"/>
                    <a:pt x="31562" y="571"/>
                  </a:cubicBezTo>
                  <a:cubicBezTo>
                    <a:pt x="31535" y="415"/>
                    <a:pt x="31588" y="180"/>
                    <a:pt x="31546" y="47"/>
                  </a:cubicBezTo>
                  <a:lnTo>
                    <a:pt x="31546" y="47"/>
                  </a:lnTo>
                  <a:cubicBezTo>
                    <a:pt x="30944" y="262"/>
                    <a:pt x="30302" y="367"/>
                    <a:pt x="29637" y="367"/>
                  </a:cubicBezTo>
                  <a:cubicBezTo>
                    <a:pt x="29508" y="367"/>
                    <a:pt x="29378" y="363"/>
                    <a:pt x="29248" y="355"/>
                  </a:cubicBezTo>
                  <a:cubicBezTo>
                    <a:pt x="29225" y="236"/>
                    <a:pt x="29200" y="117"/>
                    <a:pt x="29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>
            <a:spLocks noGrp="1"/>
          </p:cNvSpPr>
          <p:nvPr>
            <p:ph type="subTitle" idx="1"/>
          </p:nvPr>
        </p:nvSpPr>
        <p:spPr>
          <a:xfrm>
            <a:off x="720000" y="2014130"/>
            <a:ext cx="219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2"/>
          </p:nvPr>
        </p:nvSpPr>
        <p:spPr>
          <a:xfrm>
            <a:off x="3666900" y="2014130"/>
            <a:ext cx="219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3"/>
          </p:nvPr>
        </p:nvSpPr>
        <p:spPr>
          <a:xfrm>
            <a:off x="720000" y="3710432"/>
            <a:ext cx="219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4"/>
          </p:nvPr>
        </p:nvSpPr>
        <p:spPr>
          <a:xfrm>
            <a:off x="3666900" y="3710432"/>
            <a:ext cx="219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1045013"/>
            <a:ext cx="733500" cy="733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2743610"/>
            <a:ext cx="7314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 idx="7" hasCustomPrompt="1"/>
          </p:nvPr>
        </p:nvSpPr>
        <p:spPr>
          <a:xfrm>
            <a:off x="3666900" y="1047113"/>
            <a:ext cx="7314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8" hasCustomPrompt="1"/>
          </p:nvPr>
        </p:nvSpPr>
        <p:spPr>
          <a:xfrm>
            <a:off x="3666900" y="2743610"/>
            <a:ext cx="7314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9"/>
          </p:nvPr>
        </p:nvSpPr>
        <p:spPr>
          <a:xfrm>
            <a:off x="720000" y="1579352"/>
            <a:ext cx="21975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Metamorphous"/>
                <a:ea typeface="Metamorphous"/>
                <a:cs typeface="Metamorphous"/>
                <a:sym typeface="Metamorph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13"/>
          </p:nvPr>
        </p:nvSpPr>
        <p:spPr>
          <a:xfrm>
            <a:off x="720000" y="3283100"/>
            <a:ext cx="21975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Metamorphous"/>
                <a:ea typeface="Metamorphous"/>
                <a:cs typeface="Metamorphous"/>
                <a:sym typeface="Metamorph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subTitle" idx="14"/>
          </p:nvPr>
        </p:nvSpPr>
        <p:spPr>
          <a:xfrm>
            <a:off x="3666900" y="1579352"/>
            <a:ext cx="21975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Metamorphous"/>
                <a:ea typeface="Metamorphous"/>
                <a:cs typeface="Metamorphous"/>
                <a:sym typeface="Metamorph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subTitle" idx="15"/>
          </p:nvPr>
        </p:nvSpPr>
        <p:spPr>
          <a:xfrm>
            <a:off x="3666900" y="3283100"/>
            <a:ext cx="21975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Metamorphous"/>
                <a:ea typeface="Metamorphous"/>
                <a:cs typeface="Metamorphous"/>
                <a:sym typeface="Metamorph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_AND_BODY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>
            <a:spLocks noGrp="1"/>
          </p:cNvSpPr>
          <p:nvPr>
            <p:ph type="title"/>
          </p:nvPr>
        </p:nvSpPr>
        <p:spPr>
          <a:xfrm>
            <a:off x="792538" y="1696650"/>
            <a:ext cx="3263400" cy="55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subTitle" idx="1"/>
          </p:nvPr>
        </p:nvSpPr>
        <p:spPr>
          <a:xfrm>
            <a:off x="792538" y="2253150"/>
            <a:ext cx="3263400" cy="8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9" name="Google Shape;159;p14"/>
          <p:cNvGrpSpPr/>
          <p:nvPr/>
        </p:nvGrpSpPr>
        <p:grpSpPr>
          <a:xfrm>
            <a:off x="50" y="3391887"/>
            <a:ext cx="9145246" cy="2841256"/>
            <a:chOff x="50" y="3391887"/>
            <a:chExt cx="9145246" cy="2841256"/>
          </a:xfrm>
        </p:grpSpPr>
        <p:grpSp>
          <p:nvGrpSpPr>
            <p:cNvPr id="160" name="Google Shape;160;p14"/>
            <p:cNvGrpSpPr/>
            <p:nvPr/>
          </p:nvGrpSpPr>
          <p:grpSpPr>
            <a:xfrm flipH="1">
              <a:off x="50" y="3635316"/>
              <a:ext cx="9145246" cy="2597827"/>
              <a:chOff x="50" y="2885841"/>
              <a:chExt cx="9145246" cy="2597827"/>
            </a:xfrm>
          </p:grpSpPr>
          <p:sp>
            <p:nvSpPr>
              <p:cNvPr id="161" name="Google Shape;161;p14"/>
              <p:cNvSpPr/>
              <p:nvPr/>
            </p:nvSpPr>
            <p:spPr>
              <a:xfrm>
                <a:off x="50" y="2885841"/>
                <a:ext cx="1782039" cy="846980"/>
              </a:xfrm>
              <a:custGeom>
                <a:avLst/>
                <a:gdLst/>
                <a:ahLst/>
                <a:cxnLst/>
                <a:rect l="l" t="t" r="r" b="b"/>
                <a:pathLst>
                  <a:path w="46868" h="36982" extrusionOk="0">
                    <a:moveTo>
                      <a:pt x="46868" y="8332"/>
                    </a:moveTo>
                    <a:cubicBezTo>
                      <a:pt x="46868" y="8332"/>
                      <a:pt x="34670" y="9009"/>
                      <a:pt x="27387" y="4267"/>
                    </a:cubicBezTo>
                    <a:cubicBezTo>
                      <a:pt x="20835" y="0"/>
                      <a:pt x="13184" y="806"/>
                      <a:pt x="0" y="10629"/>
                    </a:cubicBezTo>
                    <a:lnTo>
                      <a:pt x="0" y="36982"/>
                    </a:lnTo>
                    <a:cubicBezTo>
                      <a:pt x="1733" y="36874"/>
                      <a:pt x="3628" y="36705"/>
                      <a:pt x="5702" y="36454"/>
                    </a:cubicBezTo>
                    <a:cubicBezTo>
                      <a:pt x="21118" y="34590"/>
                      <a:pt x="30097" y="35606"/>
                      <a:pt x="33147" y="32558"/>
                    </a:cubicBezTo>
                    <a:cubicBezTo>
                      <a:pt x="36195" y="29508"/>
                      <a:pt x="46868" y="8332"/>
                      <a:pt x="46868" y="833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4"/>
              <p:cNvSpPr/>
              <p:nvPr/>
            </p:nvSpPr>
            <p:spPr>
              <a:xfrm>
                <a:off x="461712" y="2918431"/>
                <a:ext cx="1246149" cy="687602"/>
              </a:xfrm>
              <a:custGeom>
                <a:avLst/>
                <a:gdLst/>
                <a:ahLst/>
                <a:cxnLst/>
                <a:rect l="l" t="t" r="r" b="b"/>
                <a:pathLst>
                  <a:path w="32774" h="30023" extrusionOk="0">
                    <a:moveTo>
                      <a:pt x="32773" y="6941"/>
                    </a:moveTo>
                    <a:cubicBezTo>
                      <a:pt x="29033" y="6915"/>
                      <a:pt x="20741" y="6422"/>
                      <a:pt x="15245" y="2844"/>
                    </a:cubicBezTo>
                    <a:cubicBezTo>
                      <a:pt x="12243" y="889"/>
                      <a:pt x="9011" y="0"/>
                      <a:pt x="5122" y="552"/>
                    </a:cubicBezTo>
                    <a:cubicBezTo>
                      <a:pt x="5371" y="1479"/>
                      <a:pt x="5472" y="2771"/>
                      <a:pt x="4845" y="4198"/>
                    </a:cubicBezTo>
                    <a:cubicBezTo>
                      <a:pt x="3618" y="6995"/>
                      <a:pt x="6117" y="3818"/>
                      <a:pt x="6582" y="4071"/>
                    </a:cubicBezTo>
                    <a:cubicBezTo>
                      <a:pt x="7049" y="4326"/>
                      <a:pt x="9504" y="7417"/>
                      <a:pt x="5396" y="13177"/>
                    </a:cubicBezTo>
                    <a:cubicBezTo>
                      <a:pt x="5396" y="13177"/>
                      <a:pt x="5185" y="13495"/>
                      <a:pt x="5375" y="13770"/>
                    </a:cubicBezTo>
                    <a:cubicBezTo>
                      <a:pt x="5565" y="14045"/>
                      <a:pt x="6772" y="13197"/>
                      <a:pt x="7620" y="12606"/>
                    </a:cubicBezTo>
                    <a:cubicBezTo>
                      <a:pt x="8466" y="12012"/>
                      <a:pt x="10880" y="9344"/>
                      <a:pt x="11390" y="9217"/>
                    </a:cubicBezTo>
                    <a:cubicBezTo>
                      <a:pt x="11897" y="9091"/>
                      <a:pt x="10839" y="17729"/>
                      <a:pt x="5163" y="24166"/>
                    </a:cubicBezTo>
                    <a:cubicBezTo>
                      <a:pt x="0" y="30022"/>
                      <a:pt x="22736" y="24242"/>
                      <a:pt x="27776" y="20155"/>
                    </a:cubicBezTo>
                    <a:cubicBezTo>
                      <a:pt x="28247" y="19292"/>
                      <a:pt x="28717" y="18421"/>
                      <a:pt x="29176" y="17564"/>
                    </a:cubicBezTo>
                    <a:cubicBezTo>
                      <a:pt x="30305" y="14285"/>
                      <a:pt x="32260" y="9530"/>
                      <a:pt x="32773" y="69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>
                <a:off x="50" y="2885850"/>
                <a:ext cx="3855963" cy="1166630"/>
              </a:xfrm>
              <a:custGeom>
                <a:avLst/>
                <a:gdLst/>
                <a:ahLst/>
                <a:cxnLst/>
                <a:rect l="l" t="t" r="r" b="b"/>
                <a:pathLst>
                  <a:path w="108192" h="50939" extrusionOk="0">
                    <a:moveTo>
                      <a:pt x="108192" y="48619"/>
                    </a:moveTo>
                    <a:cubicBezTo>
                      <a:pt x="108192" y="48619"/>
                      <a:pt x="103799" y="31271"/>
                      <a:pt x="89726" y="24563"/>
                    </a:cubicBezTo>
                    <a:cubicBezTo>
                      <a:pt x="75655" y="17856"/>
                      <a:pt x="60420" y="4405"/>
                      <a:pt x="55337" y="2203"/>
                    </a:cubicBezTo>
                    <a:cubicBezTo>
                      <a:pt x="50256" y="1"/>
                      <a:pt x="45343" y="1695"/>
                      <a:pt x="39245" y="8470"/>
                    </a:cubicBezTo>
                    <a:cubicBezTo>
                      <a:pt x="33147" y="15247"/>
                      <a:pt x="20441" y="20497"/>
                      <a:pt x="1806" y="23378"/>
                    </a:cubicBezTo>
                    <a:cubicBezTo>
                      <a:pt x="1194" y="23473"/>
                      <a:pt x="591" y="23572"/>
                      <a:pt x="0" y="23674"/>
                    </a:cubicBezTo>
                    <a:lnTo>
                      <a:pt x="0" y="48690"/>
                    </a:lnTo>
                    <a:cubicBezTo>
                      <a:pt x="2918" y="50148"/>
                      <a:pt x="5263" y="50938"/>
                      <a:pt x="6381" y="50482"/>
                    </a:cubicBezTo>
                    <a:cubicBezTo>
                      <a:pt x="10954" y="48619"/>
                      <a:pt x="108192" y="48619"/>
                      <a:pt x="108192" y="4861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4"/>
              <p:cNvSpPr/>
              <p:nvPr/>
            </p:nvSpPr>
            <p:spPr>
              <a:xfrm>
                <a:off x="1227200" y="2913025"/>
                <a:ext cx="2887829" cy="1243198"/>
              </a:xfrm>
              <a:custGeom>
                <a:avLst/>
                <a:gdLst/>
                <a:ahLst/>
                <a:cxnLst/>
                <a:rect l="l" t="t" r="r" b="b"/>
                <a:pathLst>
                  <a:path w="73142" h="48130" extrusionOk="0">
                    <a:moveTo>
                      <a:pt x="73142" y="47581"/>
                    </a:moveTo>
                    <a:cubicBezTo>
                      <a:pt x="73142" y="47581"/>
                      <a:pt x="68749" y="30233"/>
                      <a:pt x="54676" y="23525"/>
                    </a:cubicBezTo>
                    <a:cubicBezTo>
                      <a:pt x="40605" y="16818"/>
                      <a:pt x="25370" y="3367"/>
                      <a:pt x="20287" y="1165"/>
                    </a:cubicBezTo>
                    <a:cubicBezTo>
                      <a:pt x="18141" y="235"/>
                      <a:pt x="16025" y="1"/>
                      <a:pt x="13836" y="549"/>
                    </a:cubicBezTo>
                    <a:cubicBezTo>
                      <a:pt x="13998" y="2777"/>
                      <a:pt x="13758" y="6469"/>
                      <a:pt x="11329" y="10376"/>
                    </a:cubicBezTo>
                    <a:cubicBezTo>
                      <a:pt x="11329" y="10376"/>
                      <a:pt x="11054" y="11181"/>
                      <a:pt x="11775" y="11075"/>
                    </a:cubicBezTo>
                    <a:cubicBezTo>
                      <a:pt x="12495" y="10969"/>
                      <a:pt x="15523" y="7750"/>
                      <a:pt x="16010" y="6988"/>
                    </a:cubicBezTo>
                    <a:cubicBezTo>
                      <a:pt x="16497" y="6225"/>
                      <a:pt x="16793" y="11075"/>
                      <a:pt x="15523" y="12980"/>
                    </a:cubicBezTo>
                    <a:cubicBezTo>
                      <a:pt x="14252" y="14886"/>
                      <a:pt x="12432" y="16623"/>
                      <a:pt x="12515" y="17174"/>
                    </a:cubicBezTo>
                    <a:cubicBezTo>
                      <a:pt x="12601" y="17724"/>
                      <a:pt x="17005" y="16538"/>
                      <a:pt x="17853" y="16073"/>
                    </a:cubicBezTo>
                    <a:cubicBezTo>
                      <a:pt x="18699" y="15606"/>
                      <a:pt x="17048" y="22721"/>
                      <a:pt x="10948" y="30852"/>
                    </a:cubicBezTo>
                    <a:cubicBezTo>
                      <a:pt x="7388" y="35600"/>
                      <a:pt x="3021" y="42885"/>
                      <a:pt x="1" y="48130"/>
                    </a:cubicBezTo>
                    <a:cubicBezTo>
                      <a:pt x="30155" y="47583"/>
                      <a:pt x="73142" y="47581"/>
                      <a:pt x="73142" y="475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5" name="Google Shape;165;p14"/>
              <p:cNvGrpSpPr/>
              <p:nvPr/>
            </p:nvGrpSpPr>
            <p:grpSpPr>
              <a:xfrm>
                <a:off x="1073" y="3322293"/>
                <a:ext cx="9144222" cy="2161376"/>
                <a:chOff x="1073" y="3322293"/>
                <a:chExt cx="9144222" cy="2161376"/>
              </a:xfrm>
            </p:grpSpPr>
            <p:sp>
              <p:nvSpPr>
                <p:cNvPr id="166" name="Google Shape;166;p14"/>
                <p:cNvSpPr/>
                <p:nvPr/>
              </p:nvSpPr>
              <p:spPr>
                <a:xfrm>
                  <a:off x="1073" y="3322293"/>
                  <a:ext cx="9144086" cy="2159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726" h="94282" extrusionOk="0">
                      <a:moveTo>
                        <a:pt x="0" y="90015"/>
                      </a:moveTo>
                      <a:cubicBezTo>
                        <a:pt x="1648" y="90240"/>
                        <a:pt x="3297" y="90460"/>
                        <a:pt x="4947" y="90692"/>
                      </a:cubicBezTo>
                      <a:cubicBezTo>
                        <a:pt x="8605" y="91207"/>
                        <a:pt x="12284" y="91542"/>
                        <a:pt x="15931" y="92124"/>
                      </a:cubicBezTo>
                      <a:cubicBezTo>
                        <a:pt x="19394" y="92676"/>
                        <a:pt x="22832" y="93366"/>
                        <a:pt x="26277" y="94019"/>
                      </a:cubicBezTo>
                      <a:cubicBezTo>
                        <a:pt x="26742" y="94107"/>
                        <a:pt x="27210" y="94196"/>
                        <a:pt x="27677" y="94281"/>
                      </a:cubicBezTo>
                      <a:lnTo>
                        <a:pt x="214948" y="77276"/>
                      </a:lnTo>
                      <a:lnTo>
                        <a:pt x="215725" y="50489"/>
                      </a:lnTo>
                      <a:lnTo>
                        <a:pt x="215725" y="11713"/>
                      </a:lnTo>
                      <a:cubicBezTo>
                        <a:pt x="215653" y="11752"/>
                        <a:pt x="215578" y="11797"/>
                        <a:pt x="215508" y="11845"/>
                      </a:cubicBezTo>
                      <a:cubicBezTo>
                        <a:pt x="215342" y="11955"/>
                        <a:pt x="215167" y="12020"/>
                        <a:pt x="214993" y="12113"/>
                      </a:cubicBezTo>
                      <a:cubicBezTo>
                        <a:pt x="214801" y="12215"/>
                        <a:pt x="214622" y="12338"/>
                        <a:pt x="214431" y="12440"/>
                      </a:cubicBezTo>
                      <a:cubicBezTo>
                        <a:pt x="214109" y="12613"/>
                        <a:pt x="213880" y="12929"/>
                        <a:pt x="213540" y="13069"/>
                      </a:cubicBezTo>
                      <a:cubicBezTo>
                        <a:pt x="213172" y="13218"/>
                        <a:pt x="212822" y="13379"/>
                        <a:pt x="212463" y="13552"/>
                      </a:cubicBezTo>
                      <a:cubicBezTo>
                        <a:pt x="212108" y="13727"/>
                        <a:pt x="211755" y="13850"/>
                        <a:pt x="211355" y="13889"/>
                      </a:cubicBezTo>
                      <a:cubicBezTo>
                        <a:pt x="210949" y="13930"/>
                        <a:pt x="210583" y="13835"/>
                        <a:pt x="210183" y="13785"/>
                      </a:cubicBezTo>
                      <a:cubicBezTo>
                        <a:pt x="209809" y="13736"/>
                        <a:pt x="209516" y="13500"/>
                        <a:pt x="209196" y="13320"/>
                      </a:cubicBezTo>
                      <a:cubicBezTo>
                        <a:pt x="208852" y="13125"/>
                        <a:pt x="208461" y="12959"/>
                        <a:pt x="208091" y="12818"/>
                      </a:cubicBezTo>
                      <a:cubicBezTo>
                        <a:pt x="207743" y="12686"/>
                        <a:pt x="207477" y="12442"/>
                        <a:pt x="207124" y="12314"/>
                      </a:cubicBezTo>
                      <a:cubicBezTo>
                        <a:pt x="206784" y="12191"/>
                        <a:pt x="206441" y="12139"/>
                        <a:pt x="206079" y="12169"/>
                      </a:cubicBezTo>
                      <a:cubicBezTo>
                        <a:pt x="205865" y="12187"/>
                        <a:pt x="205644" y="12251"/>
                        <a:pt x="205433" y="12174"/>
                      </a:cubicBezTo>
                      <a:cubicBezTo>
                        <a:pt x="205244" y="12105"/>
                        <a:pt x="205058" y="12018"/>
                        <a:pt x="204868" y="11947"/>
                      </a:cubicBezTo>
                      <a:cubicBezTo>
                        <a:pt x="204489" y="11804"/>
                        <a:pt x="204107" y="11659"/>
                        <a:pt x="203709" y="11574"/>
                      </a:cubicBezTo>
                      <a:cubicBezTo>
                        <a:pt x="203280" y="11481"/>
                        <a:pt x="202871" y="11332"/>
                        <a:pt x="202445" y="11233"/>
                      </a:cubicBezTo>
                      <a:cubicBezTo>
                        <a:pt x="202274" y="11192"/>
                        <a:pt x="202097" y="11168"/>
                        <a:pt x="201924" y="11133"/>
                      </a:cubicBezTo>
                      <a:cubicBezTo>
                        <a:pt x="201725" y="11090"/>
                        <a:pt x="201539" y="11017"/>
                        <a:pt x="201344" y="10958"/>
                      </a:cubicBezTo>
                      <a:cubicBezTo>
                        <a:pt x="201141" y="10898"/>
                        <a:pt x="200940" y="10839"/>
                        <a:pt x="200739" y="10770"/>
                      </a:cubicBezTo>
                      <a:cubicBezTo>
                        <a:pt x="200538" y="10701"/>
                        <a:pt x="200369" y="10711"/>
                        <a:pt x="200161" y="10690"/>
                      </a:cubicBezTo>
                      <a:cubicBezTo>
                        <a:pt x="200133" y="10686"/>
                        <a:pt x="200103" y="10683"/>
                        <a:pt x="200074" y="10681"/>
                      </a:cubicBezTo>
                      <a:cubicBezTo>
                        <a:pt x="200068" y="10651"/>
                        <a:pt x="200046" y="10625"/>
                        <a:pt x="200005" y="10627"/>
                      </a:cubicBezTo>
                      <a:cubicBezTo>
                        <a:pt x="199822" y="10633"/>
                        <a:pt x="199638" y="10633"/>
                        <a:pt x="199456" y="10644"/>
                      </a:cubicBezTo>
                      <a:cubicBezTo>
                        <a:pt x="199296" y="10655"/>
                        <a:pt x="199159" y="10699"/>
                        <a:pt x="199010" y="10748"/>
                      </a:cubicBezTo>
                      <a:cubicBezTo>
                        <a:pt x="198852" y="10796"/>
                        <a:pt x="198677" y="10792"/>
                        <a:pt x="198513" y="10798"/>
                      </a:cubicBezTo>
                      <a:cubicBezTo>
                        <a:pt x="198333" y="10805"/>
                        <a:pt x="198154" y="10819"/>
                        <a:pt x="197974" y="10830"/>
                      </a:cubicBezTo>
                      <a:cubicBezTo>
                        <a:pt x="197892" y="10837"/>
                        <a:pt x="197814" y="10843"/>
                        <a:pt x="197734" y="10861"/>
                      </a:cubicBezTo>
                      <a:cubicBezTo>
                        <a:pt x="197652" y="10880"/>
                        <a:pt x="197581" y="10915"/>
                        <a:pt x="197505" y="10945"/>
                      </a:cubicBezTo>
                      <a:cubicBezTo>
                        <a:pt x="197353" y="11006"/>
                        <a:pt x="197191" y="10978"/>
                        <a:pt x="197033" y="10973"/>
                      </a:cubicBezTo>
                      <a:cubicBezTo>
                        <a:pt x="196867" y="10965"/>
                        <a:pt x="196704" y="10971"/>
                        <a:pt x="196540" y="10960"/>
                      </a:cubicBezTo>
                      <a:cubicBezTo>
                        <a:pt x="196360" y="10947"/>
                        <a:pt x="196203" y="10990"/>
                        <a:pt x="196045" y="11073"/>
                      </a:cubicBezTo>
                      <a:cubicBezTo>
                        <a:pt x="195900" y="11151"/>
                        <a:pt x="195748" y="11211"/>
                        <a:pt x="195597" y="11278"/>
                      </a:cubicBezTo>
                      <a:cubicBezTo>
                        <a:pt x="195446" y="11343"/>
                        <a:pt x="195305" y="11423"/>
                        <a:pt x="195151" y="11482"/>
                      </a:cubicBezTo>
                      <a:cubicBezTo>
                        <a:pt x="194996" y="11542"/>
                        <a:pt x="194853" y="11609"/>
                        <a:pt x="194716" y="11700"/>
                      </a:cubicBezTo>
                      <a:cubicBezTo>
                        <a:pt x="194660" y="11735"/>
                        <a:pt x="194606" y="11774"/>
                        <a:pt x="194544" y="11799"/>
                      </a:cubicBezTo>
                      <a:cubicBezTo>
                        <a:pt x="194468" y="11830"/>
                        <a:pt x="194388" y="11834"/>
                        <a:pt x="194308" y="11841"/>
                      </a:cubicBezTo>
                      <a:cubicBezTo>
                        <a:pt x="194139" y="11858"/>
                        <a:pt x="193968" y="11873"/>
                        <a:pt x="193799" y="11884"/>
                      </a:cubicBezTo>
                      <a:cubicBezTo>
                        <a:pt x="193639" y="11895"/>
                        <a:pt x="193490" y="11895"/>
                        <a:pt x="193339" y="11828"/>
                      </a:cubicBezTo>
                      <a:cubicBezTo>
                        <a:pt x="193055" y="11702"/>
                        <a:pt x="192744" y="11579"/>
                        <a:pt x="192426" y="11570"/>
                      </a:cubicBezTo>
                      <a:cubicBezTo>
                        <a:pt x="192272" y="11566"/>
                        <a:pt x="192123" y="11614"/>
                        <a:pt x="191976" y="11655"/>
                      </a:cubicBezTo>
                      <a:cubicBezTo>
                        <a:pt x="191816" y="11700"/>
                        <a:pt x="191673" y="11707"/>
                        <a:pt x="191515" y="11650"/>
                      </a:cubicBezTo>
                      <a:cubicBezTo>
                        <a:pt x="191243" y="11549"/>
                        <a:pt x="191018" y="11350"/>
                        <a:pt x="190736" y="11274"/>
                      </a:cubicBezTo>
                      <a:cubicBezTo>
                        <a:pt x="190667" y="11256"/>
                        <a:pt x="190596" y="11239"/>
                        <a:pt x="190531" y="11205"/>
                      </a:cubicBezTo>
                      <a:cubicBezTo>
                        <a:pt x="190477" y="11177"/>
                        <a:pt x="190431" y="11138"/>
                        <a:pt x="190382" y="11103"/>
                      </a:cubicBezTo>
                      <a:cubicBezTo>
                        <a:pt x="190271" y="11027"/>
                        <a:pt x="190146" y="10990"/>
                        <a:pt x="190014" y="10967"/>
                      </a:cubicBezTo>
                      <a:cubicBezTo>
                        <a:pt x="189690" y="10911"/>
                        <a:pt x="189406" y="10971"/>
                        <a:pt x="189120" y="11127"/>
                      </a:cubicBezTo>
                      <a:cubicBezTo>
                        <a:pt x="188835" y="11283"/>
                        <a:pt x="188593" y="11505"/>
                        <a:pt x="188327" y="11691"/>
                      </a:cubicBezTo>
                      <a:cubicBezTo>
                        <a:pt x="188208" y="11774"/>
                        <a:pt x="188089" y="11858"/>
                        <a:pt x="187991" y="11966"/>
                      </a:cubicBezTo>
                      <a:cubicBezTo>
                        <a:pt x="187894" y="12070"/>
                        <a:pt x="187808" y="12156"/>
                        <a:pt x="187682" y="12224"/>
                      </a:cubicBezTo>
                      <a:cubicBezTo>
                        <a:pt x="187537" y="12303"/>
                        <a:pt x="187394" y="12386"/>
                        <a:pt x="187249" y="12466"/>
                      </a:cubicBezTo>
                      <a:cubicBezTo>
                        <a:pt x="187104" y="12546"/>
                        <a:pt x="186945" y="12643"/>
                        <a:pt x="186782" y="12682"/>
                      </a:cubicBezTo>
                      <a:cubicBezTo>
                        <a:pt x="186622" y="12717"/>
                        <a:pt x="186454" y="12710"/>
                        <a:pt x="186293" y="12747"/>
                      </a:cubicBezTo>
                      <a:cubicBezTo>
                        <a:pt x="186140" y="12782"/>
                        <a:pt x="185999" y="12859"/>
                        <a:pt x="185872" y="12948"/>
                      </a:cubicBezTo>
                      <a:cubicBezTo>
                        <a:pt x="185634" y="13119"/>
                        <a:pt x="185441" y="13342"/>
                        <a:pt x="185195" y="13506"/>
                      </a:cubicBezTo>
                      <a:cubicBezTo>
                        <a:pt x="184924" y="13688"/>
                        <a:pt x="184623" y="13815"/>
                        <a:pt x="184368" y="14021"/>
                      </a:cubicBezTo>
                      <a:cubicBezTo>
                        <a:pt x="184126" y="14214"/>
                        <a:pt x="183912" y="14441"/>
                        <a:pt x="183669" y="14635"/>
                      </a:cubicBezTo>
                      <a:cubicBezTo>
                        <a:pt x="183557" y="14724"/>
                        <a:pt x="183438" y="14808"/>
                        <a:pt x="183308" y="14871"/>
                      </a:cubicBezTo>
                      <a:cubicBezTo>
                        <a:pt x="183161" y="14942"/>
                        <a:pt x="182999" y="14990"/>
                        <a:pt x="182847" y="15046"/>
                      </a:cubicBezTo>
                      <a:cubicBezTo>
                        <a:pt x="182698" y="15100"/>
                        <a:pt x="182566" y="15076"/>
                        <a:pt x="182411" y="15081"/>
                      </a:cubicBezTo>
                      <a:cubicBezTo>
                        <a:pt x="182372" y="15083"/>
                        <a:pt x="182350" y="15113"/>
                        <a:pt x="182346" y="15144"/>
                      </a:cubicBezTo>
                      <a:cubicBezTo>
                        <a:pt x="182242" y="15124"/>
                        <a:pt x="182140" y="15103"/>
                        <a:pt x="182036" y="15085"/>
                      </a:cubicBezTo>
                      <a:cubicBezTo>
                        <a:pt x="181842" y="15053"/>
                        <a:pt x="181656" y="15057"/>
                        <a:pt x="181463" y="15064"/>
                      </a:cubicBezTo>
                      <a:cubicBezTo>
                        <a:pt x="181273" y="15072"/>
                        <a:pt x="181083" y="15063"/>
                        <a:pt x="180894" y="15042"/>
                      </a:cubicBezTo>
                      <a:cubicBezTo>
                        <a:pt x="180715" y="15022"/>
                        <a:pt x="180535" y="15001"/>
                        <a:pt x="180354" y="15016"/>
                      </a:cubicBezTo>
                      <a:cubicBezTo>
                        <a:pt x="180274" y="15023"/>
                        <a:pt x="180195" y="15040"/>
                        <a:pt x="180115" y="15042"/>
                      </a:cubicBezTo>
                      <a:cubicBezTo>
                        <a:pt x="180022" y="15044"/>
                        <a:pt x="179930" y="15020"/>
                        <a:pt x="179837" y="15018"/>
                      </a:cubicBezTo>
                      <a:cubicBezTo>
                        <a:pt x="179746" y="15014"/>
                        <a:pt x="179655" y="15027"/>
                        <a:pt x="179564" y="15027"/>
                      </a:cubicBezTo>
                      <a:cubicBezTo>
                        <a:pt x="179467" y="15027"/>
                        <a:pt x="179369" y="15020"/>
                        <a:pt x="179270" y="15020"/>
                      </a:cubicBezTo>
                      <a:cubicBezTo>
                        <a:pt x="179077" y="15022"/>
                        <a:pt x="178887" y="15046"/>
                        <a:pt x="178694" y="15033"/>
                      </a:cubicBezTo>
                      <a:cubicBezTo>
                        <a:pt x="178502" y="15018"/>
                        <a:pt x="178322" y="14986"/>
                        <a:pt x="178130" y="15010"/>
                      </a:cubicBezTo>
                      <a:cubicBezTo>
                        <a:pt x="178041" y="15022"/>
                        <a:pt x="177952" y="15038"/>
                        <a:pt x="177862" y="15044"/>
                      </a:cubicBezTo>
                      <a:cubicBezTo>
                        <a:pt x="177777" y="15049"/>
                        <a:pt x="177723" y="15018"/>
                        <a:pt x="177649" y="14979"/>
                      </a:cubicBezTo>
                      <a:cubicBezTo>
                        <a:pt x="177576" y="14940"/>
                        <a:pt x="177498" y="14916"/>
                        <a:pt x="177422" y="14884"/>
                      </a:cubicBezTo>
                      <a:cubicBezTo>
                        <a:pt x="177332" y="14849"/>
                        <a:pt x="177251" y="14798"/>
                        <a:pt x="177161" y="14759"/>
                      </a:cubicBezTo>
                      <a:cubicBezTo>
                        <a:pt x="176990" y="14679"/>
                        <a:pt x="176817" y="14603"/>
                        <a:pt x="176652" y="14508"/>
                      </a:cubicBezTo>
                      <a:cubicBezTo>
                        <a:pt x="176484" y="14413"/>
                        <a:pt x="176313" y="14356"/>
                        <a:pt x="176127" y="14298"/>
                      </a:cubicBezTo>
                      <a:cubicBezTo>
                        <a:pt x="175765" y="14183"/>
                        <a:pt x="175398" y="14064"/>
                        <a:pt x="175026" y="13976"/>
                      </a:cubicBezTo>
                      <a:cubicBezTo>
                        <a:pt x="174853" y="13937"/>
                        <a:pt x="174688" y="13949"/>
                        <a:pt x="174511" y="13960"/>
                      </a:cubicBezTo>
                      <a:cubicBezTo>
                        <a:pt x="174325" y="13971"/>
                        <a:pt x="174152" y="13989"/>
                        <a:pt x="173979" y="14056"/>
                      </a:cubicBezTo>
                      <a:cubicBezTo>
                        <a:pt x="173819" y="14120"/>
                        <a:pt x="173659" y="14188"/>
                        <a:pt x="173496" y="14244"/>
                      </a:cubicBezTo>
                      <a:cubicBezTo>
                        <a:pt x="173325" y="14302"/>
                        <a:pt x="173135" y="14268"/>
                        <a:pt x="172962" y="14330"/>
                      </a:cubicBezTo>
                      <a:cubicBezTo>
                        <a:pt x="172919" y="14345"/>
                        <a:pt x="172878" y="14367"/>
                        <a:pt x="172834" y="14373"/>
                      </a:cubicBezTo>
                      <a:cubicBezTo>
                        <a:pt x="172791" y="14378"/>
                        <a:pt x="172748" y="14373"/>
                        <a:pt x="172705" y="14380"/>
                      </a:cubicBezTo>
                      <a:cubicBezTo>
                        <a:pt x="172620" y="14391"/>
                        <a:pt x="172547" y="14436"/>
                        <a:pt x="172480" y="14488"/>
                      </a:cubicBezTo>
                      <a:cubicBezTo>
                        <a:pt x="172331" y="14601"/>
                        <a:pt x="172162" y="14681"/>
                        <a:pt x="172004" y="14780"/>
                      </a:cubicBezTo>
                      <a:cubicBezTo>
                        <a:pt x="171842" y="14880"/>
                        <a:pt x="171681" y="14947"/>
                        <a:pt x="171506" y="15022"/>
                      </a:cubicBezTo>
                      <a:cubicBezTo>
                        <a:pt x="171349" y="15090"/>
                        <a:pt x="171206" y="15185"/>
                        <a:pt x="171031" y="15202"/>
                      </a:cubicBezTo>
                      <a:cubicBezTo>
                        <a:pt x="170859" y="15217"/>
                        <a:pt x="170682" y="15169"/>
                        <a:pt x="170514" y="15137"/>
                      </a:cubicBezTo>
                      <a:cubicBezTo>
                        <a:pt x="170340" y="15105"/>
                        <a:pt x="170183" y="15022"/>
                        <a:pt x="170009" y="14999"/>
                      </a:cubicBezTo>
                      <a:cubicBezTo>
                        <a:pt x="169919" y="14986"/>
                        <a:pt x="169849" y="14971"/>
                        <a:pt x="169769" y="14936"/>
                      </a:cubicBezTo>
                      <a:cubicBezTo>
                        <a:pt x="169702" y="14906"/>
                        <a:pt x="169633" y="14882"/>
                        <a:pt x="169562" y="14862"/>
                      </a:cubicBezTo>
                      <a:cubicBezTo>
                        <a:pt x="169382" y="14811"/>
                        <a:pt x="169198" y="14771"/>
                        <a:pt x="169017" y="14717"/>
                      </a:cubicBezTo>
                      <a:cubicBezTo>
                        <a:pt x="168655" y="14609"/>
                        <a:pt x="168285" y="14492"/>
                        <a:pt x="167954" y="14304"/>
                      </a:cubicBezTo>
                      <a:cubicBezTo>
                        <a:pt x="167792" y="14211"/>
                        <a:pt x="167680" y="14092"/>
                        <a:pt x="167561" y="13950"/>
                      </a:cubicBezTo>
                      <a:cubicBezTo>
                        <a:pt x="167461" y="13831"/>
                        <a:pt x="167349" y="13718"/>
                        <a:pt x="167198" y="13664"/>
                      </a:cubicBezTo>
                      <a:cubicBezTo>
                        <a:pt x="166906" y="13558"/>
                        <a:pt x="166603" y="13662"/>
                        <a:pt x="166313" y="13727"/>
                      </a:cubicBezTo>
                      <a:cubicBezTo>
                        <a:pt x="166140" y="13768"/>
                        <a:pt x="165975" y="13813"/>
                        <a:pt x="165811" y="13883"/>
                      </a:cubicBezTo>
                      <a:cubicBezTo>
                        <a:pt x="165640" y="13956"/>
                        <a:pt x="165478" y="14049"/>
                        <a:pt x="165307" y="14118"/>
                      </a:cubicBezTo>
                      <a:cubicBezTo>
                        <a:pt x="165220" y="14153"/>
                        <a:pt x="165129" y="14175"/>
                        <a:pt x="165045" y="14216"/>
                      </a:cubicBezTo>
                      <a:cubicBezTo>
                        <a:pt x="164970" y="14254"/>
                        <a:pt x="164913" y="14306"/>
                        <a:pt x="164851" y="14361"/>
                      </a:cubicBezTo>
                      <a:cubicBezTo>
                        <a:pt x="164706" y="14497"/>
                        <a:pt x="164545" y="14618"/>
                        <a:pt x="164394" y="14750"/>
                      </a:cubicBezTo>
                      <a:cubicBezTo>
                        <a:pt x="164273" y="14856"/>
                        <a:pt x="164178" y="14996"/>
                        <a:pt x="164048" y="15094"/>
                      </a:cubicBezTo>
                      <a:cubicBezTo>
                        <a:pt x="163901" y="15206"/>
                        <a:pt x="163713" y="15165"/>
                        <a:pt x="163550" y="15228"/>
                      </a:cubicBezTo>
                      <a:cubicBezTo>
                        <a:pt x="163499" y="15248"/>
                        <a:pt x="163458" y="15284"/>
                        <a:pt x="163406" y="15297"/>
                      </a:cubicBezTo>
                      <a:cubicBezTo>
                        <a:pt x="163319" y="15321"/>
                        <a:pt x="163226" y="15312"/>
                        <a:pt x="163140" y="15336"/>
                      </a:cubicBezTo>
                      <a:cubicBezTo>
                        <a:pt x="163070" y="15354"/>
                        <a:pt x="163008" y="15392"/>
                        <a:pt x="162938" y="15403"/>
                      </a:cubicBezTo>
                      <a:cubicBezTo>
                        <a:pt x="162848" y="15420"/>
                        <a:pt x="162769" y="15438"/>
                        <a:pt x="162685" y="15475"/>
                      </a:cubicBezTo>
                      <a:cubicBezTo>
                        <a:pt x="162523" y="15407"/>
                        <a:pt x="162361" y="15338"/>
                        <a:pt x="162199" y="15267"/>
                      </a:cubicBezTo>
                      <a:cubicBezTo>
                        <a:pt x="161883" y="15128"/>
                        <a:pt x="161569" y="15044"/>
                        <a:pt x="161236" y="14953"/>
                      </a:cubicBezTo>
                      <a:cubicBezTo>
                        <a:pt x="161098" y="14914"/>
                        <a:pt x="160985" y="14824"/>
                        <a:pt x="160840" y="14802"/>
                      </a:cubicBezTo>
                      <a:cubicBezTo>
                        <a:pt x="160656" y="14774"/>
                        <a:pt x="160559" y="14707"/>
                        <a:pt x="160414" y="14594"/>
                      </a:cubicBezTo>
                      <a:cubicBezTo>
                        <a:pt x="160157" y="14393"/>
                        <a:pt x="159865" y="14222"/>
                        <a:pt x="159585" y="14058"/>
                      </a:cubicBezTo>
                      <a:cubicBezTo>
                        <a:pt x="158962" y="13692"/>
                        <a:pt x="158324" y="13353"/>
                        <a:pt x="157673" y="13041"/>
                      </a:cubicBezTo>
                      <a:cubicBezTo>
                        <a:pt x="157520" y="12967"/>
                        <a:pt x="157371" y="12883"/>
                        <a:pt x="157212" y="12820"/>
                      </a:cubicBezTo>
                      <a:cubicBezTo>
                        <a:pt x="157065" y="12760"/>
                        <a:pt x="156912" y="12732"/>
                        <a:pt x="156758" y="12695"/>
                      </a:cubicBezTo>
                      <a:cubicBezTo>
                        <a:pt x="156605" y="12658"/>
                        <a:pt x="156501" y="12550"/>
                        <a:pt x="156365" y="12479"/>
                      </a:cubicBezTo>
                      <a:cubicBezTo>
                        <a:pt x="156211" y="12401"/>
                        <a:pt x="156045" y="12349"/>
                        <a:pt x="155891" y="12277"/>
                      </a:cubicBezTo>
                      <a:cubicBezTo>
                        <a:pt x="155577" y="12130"/>
                        <a:pt x="155279" y="11957"/>
                        <a:pt x="154958" y="11823"/>
                      </a:cubicBezTo>
                      <a:cubicBezTo>
                        <a:pt x="154636" y="11693"/>
                        <a:pt x="154318" y="11572"/>
                        <a:pt x="153990" y="11456"/>
                      </a:cubicBezTo>
                      <a:cubicBezTo>
                        <a:pt x="153836" y="11402"/>
                        <a:pt x="153693" y="11324"/>
                        <a:pt x="153544" y="11259"/>
                      </a:cubicBezTo>
                      <a:cubicBezTo>
                        <a:pt x="153384" y="11189"/>
                        <a:pt x="153219" y="11137"/>
                        <a:pt x="153059" y="11064"/>
                      </a:cubicBezTo>
                      <a:cubicBezTo>
                        <a:pt x="152737" y="10919"/>
                        <a:pt x="152397" y="10819"/>
                        <a:pt x="152069" y="10681"/>
                      </a:cubicBezTo>
                      <a:cubicBezTo>
                        <a:pt x="151748" y="10545"/>
                        <a:pt x="151439" y="10394"/>
                        <a:pt x="151102" y="10288"/>
                      </a:cubicBezTo>
                      <a:cubicBezTo>
                        <a:pt x="150786" y="10190"/>
                        <a:pt x="150472" y="10097"/>
                        <a:pt x="150172" y="9952"/>
                      </a:cubicBezTo>
                      <a:cubicBezTo>
                        <a:pt x="149877" y="9807"/>
                        <a:pt x="149622" y="9623"/>
                        <a:pt x="149386" y="9396"/>
                      </a:cubicBezTo>
                      <a:cubicBezTo>
                        <a:pt x="149282" y="9295"/>
                        <a:pt x="149192" y="9191"/>
                        <a:pt x="149099" y="9083"/>
                      </a:cubicBezTo>
                      <a:cubicBezTo>
                        <a:pt x="148997" y="8966"/>
                        <a:pt x="148867" y="8873"/>
                        <a:pt x="148748" y="8771"/>
                      </a:cubicBezTo>
                      <a:cubicBezTo>
                        <a:pt x="148632" y="8670"/>
                        <a:pt x="148528" y="8542"/>
                        <a:pt x="148404" y="8458"/>
                      </a:cubicBezTo>
                      <a:cubicBezTo>
                        <a:pt x="148275" y="8371"/>
                        <a:pt x="148138" y="8334"/>
                        <a:pt x="148019" y="8232"/>
                      </a:cubicBezTo>
                      <a:cubicBezTo>
                        <a:pt x="147742" y="7994"/>
                        <a:pt x="147455" y="7774"/>
                        <a:pt x="147197" y="7519"/>
                      </a:cubicBezTo>
                      <a:cubicBezTo>
                        <a:pt x="146955" y="7283"/>
                        <a:pt x="146685" y="7080"/>
                        <a:pt x="146522" y="6785"/>
                      </a:cubicBezTo>
                      <a:cubicBezTo>
                        <a:pt x="146380" y="6528"/>
                        <a:pt x="146142" y="6348"/>
                        <a:pt x="145902" y="6184"/>
                      </a:cubicBezTo>
                      <a:cubicBezTo>
                        <a:pt x="145789" y="6104"/>
                        <a:pt x="145666" y="6028"/>
                        <a:pt x="145534" y="5981"/>
                      </a:cubicBezTo>
                      <a:cubicBezTo>
                        <a:pt x="145395" y="5931"/>
                        <a:pt x="145246" y="5937"/>
                        <a:pt x="145101" y="5927"/>
                      </a:cubicBezTo>
                      <a:cubicBezTo>
                        <a:pt x="144777" y="5909"/>
                        <a:pt x="144413" y="5964"/>
                        <a:pt x="144113" y="6085"/>
                      </a:cubicBezTo>
                      <a:cubicBezTo>
                        <a:pt x="143955" y="6149"/>
                        <a:pt x="143803" y="6175"/>
                        <a:pt x="143641" y="6219"/>
                      </a:cubicBezTo>
                      <a:cubicBezTo>
                        <a:pt x="143466" y="6268"/>
                        <a:pt x="143302" y="6338"/>
                        <a:pt x="143126" y="6379"/>
                      </a:cubicBezTo>
                      <a:cubicBezTo>
                        <a:pt x="142811" y="6450"/>
                        <a:pt x="142497" y="6532"/>
                        <a:pt x="142183" y="6597"/>
                      </a:cubicBezTo>
                      <a:cubicBezTo>
                        <a:pt x="141865" y="6660"/>
                        <a:pt x="141580" y="6842"/>
                        <a:pt x="141305" y="7006"/>
                      </a:cubicBezTo>
                      <a:cubicBezTo>
                        <a:pt x="141022" y="7177"/>
                        <a:pt x="140779" y="7359"/>
                        <a:pt x="140548" y="7594"/>
                      </a:cubicBezTo>
                      <a:cubicBezTo>
                        <a:pt x="140498" y="7644"/>
                        <a:pt x="140461" y="7700"/>
                        <a:pt x="140414" y="7752"/>
                      </a:cubicBezTo>
                      <a:cubicBezTo>
                        <a:pt x="140360" y="7811"/>
                        <a:pt x="140303" y="7841"/>
                        <a:pt x="140236" y="7880"/>
                      </a:cubicBezTo>
                      <a:cubicBezTo>
                        <a:pt x="140079" y="7975"/>
                        <a:pt x="139938" y="8103"/>
                        <a:pt x="139797" y="8217"/>
                      </a:cubicBezTo>
                      <a:cubicBezTo>
                        <a:pt x="139520" y="8436"/>
                        <a:pt x="139252" y="8656"/>
                        <a:pt x="138947" y="8838"/>
                      </a:cubicBezTo>
                      <a:cubicBezTo>
                        <a:pt x="138666" y="9005"/>
                        <a:pt x="138454" y="9247"/>
                        <a:pt x="138186" y="9431"/>
                      </a:cubicBezTo>
                      <a:cubicBezTo>
                        <a:pt x="138054" y="9522"/>
                        <a:pt x="137909" y="9593"/>
                        <a:pt x="137779" y="9686"/>
                      </a:cubicBezTo>
                      <a:cubicBezTo>
                        <a:pt x="137630" y="9792"/>
                        <a:pt x="137502" y="9885"/>
                        <a:pt x="137327" y="9944"/>
                      </a:cubicBezTo>
                      <a:cubicBezTo>
                        <a:pt x="137182" y="9995"/>
                        <a:pt x="137089" y="10095"/>
                        <a:pt x="136953" y="10155"/>
                      </a:cubicBezTo>
                      <a:cubicBezTo>
                        <a:pt x="136799" y="10222"/>
                        <a:pt x="136643" y="10253"/>
                        <a:pt x="136481" y="10300"/>
                      </a:cubicBezTo>
                      <a:cubicBezTo>
                        <a:pt x="136170" y="10387"/>
                        <a:pt x="135921" y="10593"/>
                        <a:pt x="135597" y="10629"/>
                      </a:cubicBezTo>
                      <a:cubicBezTo>
                        <a:pt x="135248" y="10668"/>
                        <a:pt x="134909" y="10692"/>
                        <a:pt x="134563" y="10765"/>
                      </a:cubicBezTo>
                      <a:cubicBezTo>
                        <a:pt x="134221" y="10835"/>
                        <a:pt x="133885" y="10835"/>
                        <a:pt x="133535" y="10826"/>
                      </a:cubicBezTo>
                      <a:cubicBezTo>
                        <a:pt x="133168" y="10819"/>
                        <a:pt x="132789" y="10807"/>
                        <a:pt x="132425" y="10763"/>
                      </a:cubicBezTo>
                      <a:cubicBezTo>
                        <a:pt x="132088" y="10722"/>
                        <a:pt x="131757" y="10627"/>
                        <a:pt x="131415" y="10623"/>
                      </a:cubicBezTo>
                      <a:cubicBezTo>
                        <a:pt x="131039" y="10620"/>
                        <a:pt x="130669" y="10668"/>
                        <a:pt x="130290" y="10647"/>
                      </a:cubicBezTo>
                      <a:cubicBezTo>
                        <a:pt x="129931" y="10627"/>
                        <a:pt x="129577" y="10569"/>
                        <a:pt x="129222" y="10534"/>
                      </a:cubicBezTo>
                      <a:cubicBezTo>
                        <a:pt x="128911" y="10502"/>
                        <a:pt x="128601" y="10558"/>
                        <a:pt x="128341" y="10352"/>
                      </a:cubicBezTo>
                      <a:cubicBezTo>
                        <a:pt x="128324" y="10337"/>
                        <a:pt x="128305" y="10335"/>
                        <a:pt x="128290" y="10339"/>
                      </a:cubicBezTo>
                      <a:cubicBezTo>
                        <a:pt x="127974" y="10138"/>
                        <a:pt x="127656" y="9944"/>
                        <a:pt x="127297" y="9820"/>
                      </a:cubicBezTo>
                      <a:cubicBezTo>
                        <a:pt x="127067" y="9740"/>
                        <a:pt x="126834" y="9664"/>
                        <a:pt x="126594" y="9613"/>
                      </a:cubicBezTo>
                      <a:cubicBezTo>
                        <a:pt x="126371" y="9567"/>
                        <a:pt x="126142" y="9558"/>
                        <a:pt x="125914" y="9550"/>
                      </a:cubicBezTo>
                      <a:cubicBezTo>
                        <a:pt x="125679" y="9543"/>
                        <a:pt x="125497" y="9598"/>
                        <a:pt x="125300" y="9721"/>
                      </a:cubicBezTo>
                      <a:cubicBezTo>
                        <a:pt x="125088" y="9855"/>
                        <a:pt x="124863" y="9950"/>
                        <a:pt x="124627" y="10028"/>
                      </a:cubicBezTo>
                      <a:cubicBezTo>
                        <a:pt x="124463" y="10082"/>
                        <a:pt x="124199" y="10218"/>
                        <a:pt x="124028" y="10125"/>
                      </a:cubicBezTo>
                      <a:cubicBezTo>
                        <a:pt x="123888" y="10049"/>
                        <a:pt x="123810" y="9877"/>
                        <a:pt x="123725" y="9751"/>
                      </a:cubicBezTo>
                      <a:cubicBezTo>
                        <a:pt x="123661" y="9662"/>
                        <a:pt x="123591" y="9578"/>
                        <a:pt x="123527" y="9491"/>
                      </a:cubicBezTo>
                      <a:cubicBezTo>
                        <a:pt x="123457" y="9396"/>
                        <a:pt x="123408" y="9293"/>
                        <a:pt x="123349" y="9193"/>
                      </a:cubicBezTo>
                      <a:cubicBezTo>
                        <a:pt x="123224" y="8981"/>
                        <a:pt x="123115" y="8769"/>
                        <a:pt x="123012" y="8544"/>
                      </a:cubicBezTo>
                      <a:cubicBezTo>
                        <a:pt x="122821" y="8114"/>
                        <a:pt x="122590" y="7690"/>
                        <a:pt x="122261" y="7346"/>
                      </a:cubicBezTo>
                      <a:cubicBezTo>
                        <a:pt x="122108" y="7186"/>
                        <a:pt x="121954" y="7086"/>
                        <a:pt x="121761" y="6980"/>
                      </a:cubicBezTo>
                      <a:cubicBezTo>
                        <a:pt x="121670" y="6930"/>
                        <a:pt x="121588" y="6863"/>
                        <a:pt x="121497" y="6813"/>
                      </a:cubicBezTo>
                      <a:cubicBezTo>
                        <a:pt x="121398" y="6755"/>
                        <a:pt x="121288" y="6725"/>
                        <a:pt x="121175" y="6703"/>
                      </a:cubicBezTo>
                      <a:cubicBezTo>
                        <a:pt x="120948" y="6658"/>
                        <a:pt x="120723" y="6604"/>
                        <a:pt x="120496" y="6561"/>
                      </a:cubicBezTo>
                      <a:cubicBezTo>
                        <a:pt x="120254" y="6515"/>
                        <a:pt x="120024" y="6472"/>
                        <a:pt x="119791" y="6394"/>
                      </a:cubicBezTo>
                      <a:cubicBezTo>
                        <a:pt x="119689" y="6359"/>
                        <a:pt x="119585" y="6331"/>
                        <a:pt x="119496" y="6268"/>
                      </a:cubicBezTo>
                      <a:cubicBezTo>
                        <a:pt x="119412" y="6206"/>
                        <a:pt x="119336" y="6134"/>
                        <a:pt x="119256" y="6067"/>
                      </a:cubicBezTo>
                      <a:cubicBezTo>
                        <a:pt x="119077" y="5914"/>
                        <a:pt x="118936" y="5725"/>
                        <a:pt x="118765" y="5567"/>
                      </a:cubicBezTo>
                      <a:cubicBezTo>
                        <a:pt x="118588" y="5401"/>
                        <a:pt x="118432" y="5217"/>
                        <a:pt x="118253" y="5055"/>
                      </a:cubicBezTo>
                      <a:cubicBezTo>
                        <a:pt x="118086" y="4904"/>
                        <a:pt x="117894" y="4780"/>
                        <a:pt x="117697" y="4670"/>
                      </a:cubicBezTo>
                      <a:cubicBezTo>
                        <a:pt x="117506" y="4562"/>
                        <a:pt x="117301" y="4449"/>
                        <a:pt x="117093" y="4380"/>
                      </a:cubicBezTo>
                      <a:cubicBezTo>
                        <a:pt x="116896" y="4315"/>
                        <a:pt x="116685" y="4304"/>
                        <a:pt x="116479" y="4326"/>
                      </a:cubicBezTo>
                      <a:cubicBezTo>
                        <a:pt x="116271" y="4348"/>
                        <a:pt x="116066" y="4400"/>
                        <a:pt x="115865" y="4460"/>
                      </a:cubicBezTo>
                      <a:cubicBezTo>
                        <a:pt x="115646" y="4523"/>
                        <a:pt x="115447" y="4627"/>
                        <a:pt x="115233" y="4696"/>
                      </a:cubicBezTo>
                      <a:cubicBezTo>
                        <a:pt x="115123" y="4733"/>
                        <a:pt x="115013" y="4752"/>
                        <a:pt x="114906" y="4797"/>
                      </a:cubicBezTo>
                      <a:cubicBezTo>
                        <a:pt x="114792" y="4843"/>
                        <a:pt x="114684" y="4899"/>
                        <a:pt x="114565" y="4930"/>
                      </a:cubicBezTo>
                      <a:cubicBezTo>
                        <a:pt x="114351" y="4990"/>
                        <a:pt x="114126" y="5066"/>
                        <a:pt x="113905" y="5098"/>
                      </a:cubicBezTo>
                      <a:cubicBezTo>
                        <a:pt x="113669" y="5131"/>
                        <a:pt x="113440" y="5150"/>
                        <a:pt x="113224" y="5263"/>
                      </a:cubicBezTo>
                      <a:cubicBezTo>
                        <a:pt x="113050" y="5354"/>
                        <a:pt x="112893" y="5477"/>
                        <a:pt x="112771" y="5630"/>
                      </a:cubicBezTo>
                      <a:cubicBezTo>
                        <a:pt x="112488" y="5979"/>
                        <a:pt x="112488" y="6444"/>
                        <a:pt x="112393" y="6863"/>
                      </a:cubicBezTo>
                      <a:cubicBezTo>
                        <a:pt x="112341" y="7099"/>
                        <a:pt x="112257" y="7324"/>
                        <a:pt x="112196" y="7556"/>
                      </a:cubicBezTo>
                      <a:cubicBezTo>
                        <a:pt x="112177" y="7625"/>
                        <a:pt x="112162" y="7703"/>
                        <a:pt x="112122" y="7763"/>
                      </a:cubicBezTo>
                      <a:cubicBezTo>
                        <a:pt x="112099" y="7796"/>
                        <a:pt x="112101" y="7796"/>
                        <a:pt x="112071" y="7793"/>
                      </a:cubicBezTo>
                      <a:cubicBezTo>
                        <a:pt x="112038" y="7787"/>
                        <a:pt x="111984" y="7707"/>
                        <a:pt x="111954" y="7687"/>
                      </a:cubicBezTo>
                      <a:cubicBezTo>
                        <a:pt x="111880" y="7633"/>
                        <a:pt x="111794" y="7609"/>
                        <a:pt x="111712" y="7568"/>
                      </a:cubicBezTo>
                      <a:cubicBezTo>
                        <a:pt x="111616" y="7521"/>
                        <a:pt x="111532" y="7445"/>
                        <a:pt x="111461" y="7363"/>
                      </a:cubicBezTo>
                      <a:cubicBezTo>
                        <a:pt x="111314" y="7198"/>
                        <a:pt x="111177" y="7015"/>
                        <a:pt x="111065" y="6826"/>
                      </a:cubicBezTo>
                      <a:cubicBezTo>
                        <a:pt x="110866" y="6485"/>
                        <a:pt x="110483" y="6111"/>
                        <a:pt x="110039" y="6204"/>
                      </a:cubicBezTo>
                      <a:cubicBezTo>
                        <a:pt x="109841" y="6245"/>
                        <a:pt x="109747" y="6413"/>
                        <a:pt x="109598" y="6528"/>
                      </a:cubicBezTo>
                      <a:cubicBezTo>
                        <a:pt x="109421" y="6664"/>
                        <a:pt x="109213" y="6753"/>
                        <a:pt x="109034" y="6891"/>
                      </a:cubicBezTo>
                      <a:cubicBezTo>
                        <a:pt x="108670" y="7177"/>
                        <a:pt x="108361" y="7538"/>
                        <a:pt x="108095" y="7914"/>
                      </a:cubicBezTo>
                      <a:cubicBezTo>
                        <a:pt x="107989" y="8060"/>
                        <a:pt x="107892" y="8215"/>
                        <a:pt x="107798" y="8369"/>
                      </a:cubicBezTo>
                      <a:cubicBezTo>
                        <a:pt x="107719" y="8349"/>
                        <a:pt x="107641" y="8330"/>
                        <a:pt x="107561" y="8321"/>
                      </a:cubicBezTo>
                      <a:cubicBezTo>
                        <a:pt x="107441" y="8306"/>
                        <a:pt x="107312" y="8336"/>
                        <a:pt x="107193" y="8308"/>
                      </a:cubicBezTo>
                      <a:cubicBezTo>
                        <a:pt x="107083" y="8284"/>
                        <a:pt x="106985" y="8211"/>
                        <a:pt x="106890" y="8153"/>
                      </a:cubicBezTo>
                      <a:cubicBezTo>
                        <a:pt x="106780" y="8086"/>
                        <a:pt x="106665" y="8034"/>
                        <a:pt x="106548" y="7984"/>
                      </a:cubicBezTo>
                      <a:cubicBezTo>
                        <a:pt x="106310" y="7886"/>
                        <a:pt x="106077" y="7781"/>
                        <a:pt x="105837" y="7687"/>
                      </a:cubicBezTo>
                      <a:cubicBezTo>
                        <a:pt x="105592" y="7592"/>
                        <a:pt x="105361" y="7471"/>
                        <a:pt x="105114" y="7382"/>
                      </a:cubicBezTo>
                      <a:cubicBezTo>
                        <a:pt x="104883" y="7302"/>
                        <a:pt x="104643" y="7211"/>
                        <a:pt x="104450" y="7067"/>
                      </a:cubicBezTo>
                      <a:cubicBezTo>
                        <a:pt x="104355" y="6997"/>
                        <a:pt x="104247" y="6952"/>
                        <a:pt x="104143" y="6896"/>
                      </a:cubicBezTo>
                      <a:cubicBezTo>
                        <a:pt x="104032" y="6837"/>
                        <a:pt x="103922" y="6773"/>
                        <a:pt x="103807" y="6720"/>
                      </a:cubicBezTo>
                      <a:cubicBezTo>
                        <a:pt x="103598" y="6625"/>
                        <a:pt x="103410" y="6496"/>
                        <a:pt x="103211" y="6387"/>
                      </a:cubicBezTo>
                      <a:cubicBezTo>
                        <a:pt x="102994" y="6266"/>
                        <a:pt x="102745" y="6214"/>
                        <a:pt x="102525" y="6098"/>
                      </a:cubicBezTo>
                      <a:cubicBezTo>
                        <a:pt x="102326" y="5994"/>
                        <a:pt x="102153" y="5883"/>
                        <a:pt x="101993" y="5730"/>
                      </a:cubicBezTo>
                      <a:cubicBezTo>
                        <a:pt x="101930" y="5671"/>
                        <a:pt x="101852" y="5594"/>
                        <a:pt x="101766" y="5555"/>
                      </a:cubicBezTo>
                      <a:cubicBezTo>
                        <a:pt x="101763" y="5550"/>
                        <a:pt x="101759" y="5542"/>
                        <a:pt x="101755" y="5537"/>
                      </a:cubicBezTo>
                      <a:cubicBezTo>
                        <a:pt x="101632" y="5373"/>
                        <a:pt x="101478" y="5286"/>
                        <a:pt x="101270" y="5282"/>
                      </a:cubicBezTo>
                      <a:cubicBezTo>
                        <a:pt x="101022" y="5276"/>
                        <a:pt x="100784" y="5299"/>
                        <a:pt x="100535" y="5261"/>
                      </a:cubicBezTo>
                      <a:cubicBezTo>
                        <a:pt x="100295" y="5224"/>
                        <a:pt x="100061" y="5159"/>
                        <a:pt x="99817" y="5157"/>
                      </a:cubicBezTo>
                      <a:cubicBezTo>
                        <a:pt x="99709" y="5155"/>
                        <a:pt x="99618" y="5155"/>
                        <a:pt x="99516" y="5113"/>
                      </a:cubicBezTo>
                      <a:cubicBezTo>
                        <a:pt x="99410" y="5072"/>
                        <a:pt x="99311" y="5020"/>
                        <a:pt x="99205" y="4981"/>
                      </a:cubicBezTo>
                      <a:cubicBezTo>
                        <a:pt x="98980" y="4899"/>
                        <a:pt x="98787" y="4772"/>
                        <a:pt x="98603" y="4624"/>
                      </a:cubicBezTo>
                      <a:cubicBezTo>
                        <a:pt x="98424" y="4479"/>
                        <a:pt x="98210" y="4382"/>
                        <a:pt x="98011" y="4267"/>
                      </a:cubicBezTo>
                      <a:cubicBezTo>
                        <a:pt x="97811" y="4151"/>
                        <a:pt x="97586" y="4051"/>
                        <a:pt x="97353" y="4025"/>
                      </a:cubicBezTo>
                      <a:cubicBezTo>
                        <a:pt x="97139" y="3999"/>
                        <a:pt x="96929" y="4045"/>
                        <a:pt x="96715" y="4038"/>
                      </a:cubicBezTo>
                      <a:cubicBezTo>
                        <a:pt x="96611" y="4034"/>
                        <a:pt x="96503" y="4019"/>
                        <a:pt x="96407" y="3984"/>
                      </a:cubicBezTo>
                      <a:cubicBezTo>
                        <a:pt x="96308" y="3947"/>
                        <a:pt x="96243" y="3882"/>
                        <a:pt x="96155" y="3829"/>
                      </a:cubicBezTo>
                      <a:cubicBezTo>
                        <a:pt x="95960" y="3714"/>
                        <a:pt x="95704" y="3733"/>
                        <a:pt x="95486" y="3748"/>
                      </a:cubicBezTo>
                      <a:cubicBezTo>
                        <a:pt x="95240" y="3764"/>
                        <a:pt x="94997" y="3779"/>
                        <a:pt x="94757" y="3844"/>
                      </a:cubicBezTo>
                      <a:cubicBezTo>
                        <a:pt x="94530" y="3906"/>
                        <a:pt x="94316" y="4006"/>
                        <a:pt x="94089" y="4069"/>
                      </a:cubicBezTo>
                      <a:cubicBezTo>
                        <a:pt x="93836" y="4142"/>
                        <a:pt x="93604" y="4116"/>
                        <a:pt x="93349" y="4064"/>
                      </a:cubicBezTo>
                      <a:cubicBezTo>
                        <a:pt x="93105" y="4015"/>
                        <a:pt x="92877" y="3995"/>
                        <a:pt x="92629" y="3991"/>
                      </a:cubicBezTo>
                      <a:cubicBezTo>
                        <a:pt x="92389" y="3988"/>
                        <a:pt x="92164" y="3896"/>
                        <a:pt x="91923" y="3887"/>
                      </a:cubicBezTo>
                      <a:cubicBezTo>
                        <a:pt x="91690" y="3876"/>
                        <a:pt x="91426" y="3887"/>
                        <a:pt x="91195" y="3928"/>
                      </a:cubicBezTo>
                      <a:cubicBezTo>
                        <a:pt x="91082" y="3948"/>
                        <a:pt x="90974" y="3995"/>
                        <a:pt x="90861" y="4014"/>
                      </a:cubicBezTo>
                      <a:cubicBezTo>
                        <a:pt x="90745" y="4034"/>
                        <a:pt x="90634" y="4041"/>
                        <a:pt x="90524" y="4084"/>
                      </a:cubicBezTo>
                      <a:cubicBezTo>
                        <a:pt x="90342" y="4155"/>
                        <a:pt x="90199" y="4281"/>
                        <a:pt x="90065" y="4417"/>
                      </a:cubicBezTo>
                      <a:cubicBezTo>
                        <a:pt x="89903" y="4583"/>
                        <a:pt x="89708" y="4705"/>
                        <a:pt x="89533" y="4858"/>
                      </a:cubicBezTo>
                      <a:cubicBezTo>
                        <a:pt x="89447" y="4936"/>
                        <a:pt x="89364" y="4988"/>
                        <a:pt x="89261" y="5044"/>
                      </a:cubicBezTo>
                      <a:cubicBezTo>
                        <a:pt x="89161" y="5096"/>
                        <a:pt x="89085" y="5169"/>
                        <a:pt x="88995" y="5237"/>
                      </a:cubicBezTo>
                      <a:cubicBezTo>
                        <a:pt x="88906" y="5304"/>
                        <a:pt x="88800" y="5332"/>
                        <a:pt x="88705" y="5388"/>
                      </a:cubicBezTo>
                      <a:cubicBezTo>
                        <a:pt x="88609" y="5442"/>
                        <a:pt x="88527" y="5518"/>
                        <a:pt x="88439" y="5583"/>
                      </a:cubicBezTo>
                      <a:cubicBezTo>
                        <a:pt x="88246" y="5721"/>
                        <a:pt x="88036" y="5825"/>
                        <a:pt x="87848" y="5972"/>
                      </a:cubicBezTo>
                      <a:cubicBezTo>
                        <a:pt x="87658" y="6119"/>
                        <a:pt x="87474" y="6264"/>
                        <a:pt x="87262" y="6381"/>
                      </a:cubicBezTo>
                      <a:cubicBezTo>
                        <a:pt x="87046" y="6502"/>
                        <a:pt x="86819" y="6601"/>
                        <a:pt x="86606" y="6727"/>
                      </a:cubicBezTo>
                      <a:cubicBezTo>
                        <a:pt x="86407" y="6842"/>
                        <a:pt x="86245" y="7004"/>
                        <a:pt x="86057" y="7134"/>
                      </a:cubicBezTo>
                      <a:cubicBezTo>
                        <a:pt x="85865" y="7266"/>
                        <a:pt x="85670" y="7397"/>
                        <a:pt x="85473" y="7521"/>
                      </a:cubicBezTo>
                      <a:cubicBezTo>
                        <a:pt x="85071" y="7774"/>
                        <a:pt x="84606" y="7923"/>
                        <a:pt x="84188" y="8148"/>
                      </a:cubicBezTo>
                      <a:cubicBezTo>
                        <a:pt x="83980" y="8258"/>
                        <a:pt x="83781" y="8386"/>
                        <a:pt x="83602" y="8540"/>
                      </a:cubicBezTo>
                      <a:cubicBezTo>
                        <a:pt x="83416" y="8700"/>
                        <a:pt x="83249" y="8881"/>
                        <a:pt x="83059" y="9039"/>
                      </a:cubicBezTo>
                      <a:cubicBezTo>
                        <a:pt x="82672" y="9359"/>
                        <a:pt x="82231" y="9597"/>
                        <a:pt x="81824" y="9889"/>
                      </a:cubicBezTo>
                      <a:cubicBezTo>
                        <a:pt x="81612" y="10041"/>
                        <a:pt x="81406" y="10203"/>
                        <a:pt x="81203" y="10367"/>
                      </a:cubicBezTo>
                      <a:cubicBezTo>
                        <a:pt x="81041" y="10497"/>
                        <a:pt x="80885" y="10666"/>
                        <a:pt x="80667" y="10692"/>
                      </a:cubicBezTo>
                      <a:cubicBezTo>
                        <a:pt x="80431" y="10720"/>
                        <a:pt x="80191" y="10664"/>
                        <a:pt x="79962" y="10618"/>
                      </a:cubicBezTo>
                      <a:cubicBezTo>
                        <a:pt x="79710" y="10566"/>
                        <a:pt x="79455" y="10532"/>
                        <a:pt x="79198" y="10493"/>
                      </a:cubicBezTo>
                      <a:cubicBezTo>
                        <a:pt x="78943" y="10454"/>
                        <a:pt x="78713" y="10448"/>
                        <a:pt x="78454" y="10480"/>
                      </a:cubicBezTo>
                      <a:cubicBezTo>
                        <a:pt x="78203" y="10510"/>
                        <a:pt x="77950" y="10515"/>
                        <a:pt x="77701" y="10553"/>
                      </a:cubicBezTo>
                      <a:cubicBezTo>
                        <a:pt x="77457" y="10588"/>
                        <a:pt x="77221" y="10666"/>
                        <a:pt x="76991" y="10744"/>
                      </a:cubicBezTo>
                      <a:cubicBezTo>
                        <a:pt x="76892" y="10778"/>
                        <a:pt x="76801" y="10815"/>
                        <a:pt x="76725" y="10884"/>
                      </a:cubicBezTo>
                      <a:cubicBezTo>
                        <a:pt x="76654" y="10949"/>
                        <a:pt x="76539" y="10960"/>
                        <a:pt x="76449" y="10995"/>
                      </a:cubicBezTo>
                      <a:cubicBezTo>
                        <a:pt x="76265" y="11071"/>
                        <a:pt x="76059" y="11161"/>
                        <a:pt x="75856" y="11153"/>
                      </a:cubicBezTo>
                      <a:cubicBezTo>
                        <a:pt x="75856" y="11151"/>
                        <a:pt x="75856" y="11151"/>
                        <a:pt x="75856" y="11151"/>
                      </a:cubicBezTo>
                      <a:cubicBezTo>
                        <a:pt x="75834" y="11099"/>
                        <a:pt x="75750" y="11107"/>
                        <a:pt x="75741" y="11155"/>
                      </a:cubicBezTo>
                      <a:cubicBezTo>
                        <a:pt x="75700" y="11146"/>
                        <a:pt x="75659" y="11133"/>
                        <a:pt x="75618" y="11122"/>
                      </a:cubicBezTo>
                      <a:cubicBezTo>
                        <a:pt x="75490" y="11077"/>
                        <a:pt x="75365" y="11021"/>
                        <a:pt x="75242" y="10964"/>
                      </a:cubicBezTo>
                      <a:cubicBezTo>
                        <a:pt x="74982" y="10841"/>
                        <a:pt x="74722" y="10733"/>
                        <a:pt x="74446" y="10646"/>
                      </a:cubicBezTo>
                      <a:cubicBezTo>
                        <a:pt x="74307" y="10603"/>
                        <a:pt x="74164" y="10569"/>
                        <a:pt x="74028" y="10517"/>
                      </a:cubicBezTo>
                      <a:cubicBezTo>
                        <a:pt x="73909" y="10471"/>
                        <a:pt x="73799" y="10402"/>
                        <a:pt x="73680" y="10350"/>
                      </a:cubicBezTo>
                      <a:cubicBezTo>
                        <a:pt x="73569" y="10300"/>
                        <a:pt x="73446" y="10266"/>
                        <a:pt x="73342" y="10197"/>
                      </a:cubicBezTo>
                      <a:cubicBezTo>
                        <a:pt x="73228" y="10123"/>
                        <a:pt x="73122" y="10032"/>
                        <a:pt x="73014" y="9946"/>
                      </a:cubicBezTo>
                      <a:cubicBezTo>
                        <a:pt x="72903" y="9859"/>
                        <a:pt x="72789" y="9770"/>
                        <a:pt x="72670" y="9691"/>
                      </a:cubicBezTo>
                      <a:cubicBezTo>
                        <a:pt x="72557" y="9615"/>
                        <a:pt x="72455" y="9526"/>
                        <a:pt x="72341" y="9452"/>
                      </a:cubicBezTo>
                      <a:cubicBezTo>
                        <a:pt x="72226" y="9377"/>
                        <a:pt x="72135" y="9280"/>
                        <a:pt x="72032" y="9193"/>
                      </a:cubicBezTo>
                      <a:cubicBezTo>
                        <a:pt x="71923" y="9102"/>
                        <a:pt x="71800" y="9026"/>
                        <a:pt x="71679" y="8949"/>
                      </a:cubicBezTo>
                      <a:cubicBezTo>
                        <a:pt x="71432" y="8788"/>
                        <a:pt x="71179" y="8631"/>
                        <a:pt x="70918" y="8492"/>
                      </a:cubicBezTo>
                      <a:cubicBezTo>
                        <a:pt x="70660" y="8352"/>
                        <a:pt x="70401" y="8207"/>
                        <a:pt x="70137" y="8077"/>
                      </a:cubicBezTo>
                      <a:cubicBezTo>
                        <a:pt x="69884" y="7953"/>
                        <a:pt x="69615" y="7860"/>
                        <a:pt x="69351" y="7763"/>
                      </a:cubicBezTo>
                      <a:cubicBezTo>
                        <a:pt x="69113" y="7677"/>
                        <a:pt x="68873" y="7594"/>
                        <a:pt x="68668" y="7443"/>
                      </a:cubicBezTo>
                      <a:cubicBezTo>
                        <a:pt x="68560" y="7363"/>
                        <a:pt x="68456" y="7279"/>
                        <a:pt x="68345" y="7207"/>
                      </a:cubicBezTo>
                      <a:cubicBezTo>
                        <a:pt x="68235" y="7134"/>
                        <a:pt x="68118" y="7082"/>
                        <a:pt x="68000" y="7025"/>
                      </a:cubicBezTo>
                      <a:cubicBezTo>
                        <a:pt x="67762" y="6911"/>
                        <a:pt x="67545" y="6764"/>
                        <a:pt x="67316" y="6636"/>
                      </a:cubicBezTo>
                      <a:cubicBezTo>
                        <a:pt x="67201" y="6571"/>
                        <a:pt x="67082" y="6509"/>
                        <a:pt x="66959" y="6461"/>
                      </a:cubicBezTo>
                      <a:cubicBezTo>
                        <a:pt x="66833" y="6413"/>
                        <a:pt x="66714" y="6394"/>
                        <a:pt x="66580" y="6383"/>
                      </a:cubicBezTo>
                      <a:cubicBezTo>
                        <a:pt x="66446" y="6370"/>
                        <a:pt x="66319" y="6325"/>
                        <a:pt x="66185" y="6318"/>
                      </a:cubicBezTo>
                      <a:cubicBezTo>
                        <a:pt x="66059" y="6312"/>
                        <a:pt x="65929" y="6305"/>
                        <a:pt x="65800" y="6303"/>
                      </a:cubicBezTo>
                      <a:cubicBezTo>
                        <a:pt x="65653" y="6301"/>
                        <a:pt x="65520" y="6346"/>
                        <a:pt x="65378" y="6383"/>
                      </a:cubicBezTo>
                      <a:cubicBezTo>
                        <a:pt x="65233" y="6422"/>
                        <a:pt x="65088" y="6448"/>
                        <a:pt x="64941" y="6476"/>
                      </a:cubicBezTo>
                      <a:cubicBezTo>
                        <a:pt x="64809" y="6500"/>
                        <a:pt x="64677" y="6519"/>
                        <a:pt x="64543" y="6535"/>
                      </a:cubicBezTo>
                      <a:cubicBezTo>
                        <a:pt x="64454" y="6454"/>
                        <a:pt x="64365" y="6368"/>
                        <a:pt x="64273" y="6290"/>
                      </a:cubicBezTo>
                      <a:cubicBezTo>
                        <a:pt x="64141" y="6177"/>
                        <a:pt x="63987" y="6091"/>
                        <a:pt x="63846" y="5991"/>
                      </a:cubicBezTo>
                      <a:cubicBezTo>
                        <a:pt x="63704" y="5890"/>
                        <a:pt x="63595" y="5769"/>
                        <a:pt x="63487" y="5635"/>
                      </a:cubicBezTo>
                      <a:cubicBezTo>
                        <a:pt x="63256" y="5354"/>
                        <a:pt x="62996" y="5102"/>
                        <a:pt x="62756" y="4828"/>
                      </a:cubicBezTo>
                      <a:cubicBezTo>
                        <a:pt x="62652" y="4709"/>
                        <a:pt x="62542" y="4568"/>
                        <a:pt x="62386" y="4514"/>
                      </a:cubicBezTo>
                      <a:cubicBezTo>
                        <a:pt x="62319" y="4490"/>
                        <a:pt x="62256" y="4467"/>
                        <a:pt x="62194" y="4430"/>
                      </a:cubicBezTo>
                      <a:cubicBezTo>
                        <a:pt x="62127" y="4391"/>
                        <a:pt x="62059" y="4354"/>
                        <a:pt x="61979" y="4345"/>
                      </a:cubicBezTo>
                      <a:cubicBezTo>
                        <a:pt x="61893" y="4337"/>
                        <a:pt x="61820" y="4363"/>
                        <a:pt x="61744" y="4399"/>
                      </a:cubicBezTo>
                      <a:cubicBezTo>
                        <a:pt x="61662" y="4438"/>
                        <a:pt x="61579" y="4441"/>
                        <a:pt x="61488" y="4445"/>
                      </a:cubicBezTo>
                      <a:cubicBezTo>
                        <a:pt x="61303" y="4452"/>
                        <a:pt x="61145" y="4475"/>
                        <a:pt x="60984" y="4568"/>
                      </a:cubicBezTo>
                      <a:cubicBezTo>
                        <a:pt x="60844" y="4646"/>
                        <a:pt x="60725" y="4756"/>
                        <a:pt x="60589" y="4839"/>
                      </a:cubicBezTo>
                      <a:cubicBezTo>
                        <a:pt x="60441" y="4930"/>
                        <a:pt x="60281" y="5007"/>
                        <a:pt x="60132" y="5098"/>
                      </a:cubicBezTo>
                      <a:cubicBezTo>
                        <a:pt x="59977" y="5189"/>
                        <a:pt x="59831" y="5289"/>
                        <a:pt x="59697" y="5408"/>
                      </a:cubicBezTo>
                      <a:cubicBezTo>
                        <a:pt x="59572" y="5520"/>
                        <a:pt x="59457" y="5639"/>
                        <a:pt x="59310" y="5726"/>
                      </a:cubicBezTo>
                      <a:cubicBezTo>
                        <a:pt x="58994" y="5914"/>
                        <a:pt x="58735" y="6186"/>
                        <a:pt x="58503" y="6465"/>
                      </a:cubicBezTo>
                      <a:cubicBezTo>
                        <a:pt x="58384" y="6604"/>
                        <a:pt x="58274" y="6753"/>
                        <a:pt x="58166" y="6902"/>
                      </a:cubicBezTo>
                      <a:cubicBezTo>
                        <a:pt x="58071" y="7038"/>
                        <a:pt x="57984" y="7162"/>
                        <a:pt x="57848" y="7263"/>
                      </a:cubicBezTo>
                      <a:cubicBezTo>
                        <a:pt x="57785" y="7309"/>
                        <a:pt x="57718" y="7343"/>
                        <a:pt x="57651" y="7383"/>
                      </a:cubicBezTo>
                      <a:cubicBezTo>
                        <a:pt x="57573" y="7430"/>
                        <a:pt x="57508" y="7493"/>
                        <a:pt x="57439" y="7553"/>
                      </a:cubicBezTo>
                      <a:cubicBezTo>
                        <a:pt x="57303" y="7670"/>
                        <a:pt x="57147" y="7754"/>
                        <a:pt x="56989" y="7837"/>
                      </a:cubicBezTo>
                      <a:cubicBezTo>
                        <a:pt x="56924" y="7873"/>
                        <a:pt x="56860" y="7912"/>
                        <a:pt x="56786" y="7927"/>
                      </a:cubicBezTo>
                      <a:cubicBezTo>
                        <a:pt x="56693" y="7947"/>
                        <a:pt x="56609" y="7969"/>
                        <a:pt x="56522" y="8008"/>
                      </a:cubicBezTo>
                      <a:cubicBezTo>
                        <a:pt x="56355" y="8083"/>
                        <a:pt x="56195" y="8172"/>
                        <a:pt x="56033" y="8258"/>
                      </a:cubicBezTo>
                      <a:cubicBezTo>
                        <a:pt x="55875" y="8343"/>
                        <a:pt x="55706" y="8406"/>
                        <a:pt x="55547" y="8494"/>
                      </a:cubicBezTo>
                      <a:cubicBezTo>
                        <a:pt x="55388" y="8585"/>
                        <a:pt x="55259" y="8724"/>
                        <a:pt x="55118" y="8842"/>
                      </a:cubicBezTo>
                      <a:cubicBezTo>
                        <a:pt x="54986" y="8951"/>
                        <a:pt x="54850" y="9057"/>
                        <a:pt x="54701" y="9143"/>
                      </a:cubicBezTo>
                      <a:cubicBezTo>
                        <a:pt x="54545" y="9232"/>
                        <a:pt x="54419" y="9342"/>
                        <a:pt x="54290" y="9465"/>
                      </a:cubicBezTo>
                      <a:cubicBezTo>
                        <a:pt x="54162" y="9587"/>
                        <a:pt x="54039" y="9704"/>
                        <a:pt x="53879" y="9786"/>
                      </a:cubicBezTo>
                      <a:cubicBezTo>
                        <a:pt x="53712" y="9870"/>
                        <a:pt x="53546" y="9948"/>
                        <a:pt x="53385" y="10041"/>
                      </a:cubicBezTo>
                      <a:cubicBezTo>
                        <a:pt x="53228" y="10130"/>
                        <a:pt x="53074" y="10225"/>
                        <a:pt x="52907" y="10296"/>
                      </a:cubicBezTo>
                      <a:cubicBezTo>
                        <a:pt x="52732" y="10370"/>
                        <a:pt x="52546" y="10407"/>
                        <a:pt x="52358" y="10445"/>
                      </a:cubicBezTo>
                      <a:cubicBezTo>
                        <a:pt x="52168" y="10482"/>
                        <a:pt x="51977" y="10519"/>
                        <a:pt x="51791" y="10575"/>
                      </a:cubicBezTo>
                      <a:cubicBezTo>
                        <a:pt x="51707" y="10601"/>
                        <a:pt x="51627" y="10636"/>
                        <a:pt x="51545" y="10668"/>
                      </a:cubicBezTo>
                      <a:cubicBezTo>
                        <a:pt x="51456" y="10701"/>
                        <a:pt x="51365" y="10714"/>
                        <a:pt x="51274" y="10739"/>
                      </a:cubicBezTo>
                      <a:cubicBezTo>
                        <a:pt x="51106" y="10781"/>
                        <a:pt x="50961" y="10861"/>
                        <a:pt x="50786" y="10885"/>
                      </a:cubicBezTo>
                      <a:cubicBezTo>
                        <a:pt x="50697" y="10898"/>
                        <a:pt x="50608" y="10906"/>
                        <a:pt x="50519" y="10917"/>
                      </a:cubicBezTo>
                      <a:cubicBezTo>
                        <a:pt x="50422" y="10926"/>
                        <a:pt x="50344" y="10945"/>
                        <a:pt x="50249" y="10925"/>
                      </a:cubicBezTo>
                      <a:cubicBezTo>
                        <a:pt x="50137" y="10902"/>
                        <a:pt x="49998" y="10878"/>
                        <a:pt x="49888" y="10911"/>
                      </a:cubicBezTo>
                      <a:cubicBezTo>
                        <a:pt x="49879" y="10913"/>
                        <a:pt x="49873" y="10917"/>
                        <a:pt x="49868" y="10921"/>
                      </a:cubicBezTo>
                      <a:cubicBezTo>
                        <a:pt x="49821" y="10913"/>
                        <a:pt x="49777" y="10906"/>
                        <a:pt x="49730" y="10897"/>
                      </a:cubicBezTo>
                      <a:cubicBezTo>
                        <a:pt x="49421" y="10841"/>
                        <a:pt x="49120" y="10794"/>
                        <a:pt x="48826" y="10683"/>
                      </a:cubicBezTo>
                      <a:cubicBezTo>
                        <a:pt x="48553" y="10579"/>
                        <a:pt x="48287" y="10474"/>
                        <a:pt x="47997" y="10434"/>
                      </a:cubicBezTo>
                      <a:cubicBezTo>
                        <a:pt x="47684" y="10389"/>
                        <a:pt x="47394" y="10288"/>
                        <a:pt x="47089" y="10214"/>
                      </a:cubicBezTo>
                      <a:cubicBezTo>
                        <a:pt x="46801" y="10143"/>
                        <a:pt x="46539" y="10000"/>
                        <a:pt x="46251" y="9926"/>
                      </a:cubicBezTo>
                      <a:cubicBezTo>
                        <a:pt x="45955" y="9848"/>
                        <a:pt x="45667" y="9742"/>
                        <a:pt x="45388" y="9621"/>
                      </a:cubicBezTo>
                      <a:cubicBezTo>
                        <a:pt x="45101" y="9498"/>
                        <a:pt x="44824" y="9362"/>
                        <a:pt x="44530" y="9260"/>
                      </a:cubicBezTo>
                      <a:cubicBezTo>
                        <a:pt x="44235" y="9156"/>
                        <a:pt x="43917" y="9094"/>
                        <a:pt x="43628" y="8970"/>
                      </a:cubicBezTo>
                      <a:cubicBezTo>
                        <a:pt x="43519" y="8923"/>
                        <a:pt x="43424" y="8853"/>
                        <a:pt x="43320" y="8797"/>
                      </a:cubicBezTo>
                      <a:cubicBezTo>
                        <a:pt x="43197" y="8730"/>
                        <a:pt x="43061" y="8691"/>
                        <a:pt x="42935" y="8628"/>
                      </a:cubicBezTo>
                      <a:cubicBezTo>
                        <a:pt x="42680" y="8503"/>
                        <a:pt x="42449" y="8341"/>
                        <a:pt x="42185" y="8237"/>
                      </a:cubicBezTo>
                      <a:cubicBezTo>
                        <a:pt x="41914" y="8133"/>
                        <a:pt x="41655" y="7988"/>
                        <a:pt x="41356" y="7997"/>
                      </a:cubicBezTo>
                      <a:cubicBezTo>
                        <a:pt x="41052" y="8007"/>
                        <a:pt x="40746" y="8049"/>
                        <a:pt x="40444" y="8077"/>
                      </a:cubicBezTo>
                      <a:cubicBezTo>
                        <a:pt x="40147" y="8105"/>
                        <a:pt x="39931" y="8060"/>
                        <a:pt x="39676" y="7902"/>
                      </a:cubicBezTo>
                      <a:cubicBezTo>
                        <a:pt x="39572" y="7839"/>
                        <a:pt x="39468" y="7781"/>
                        <a:pt x="39343" y="7770"/>
                      </a:cubicBezTo>
                      <a:cubicBezTo>
                        <a:pt x="39208" y="7757"/>
                        <a:pt x="39072" y="7795"/>
                        <a:pt x="38938" y="7804"/>
                      </a:cubicBezTo>
                      <a:cubicBezTo>
                        <a:pt x="38795" y="7813"/>
                        <a:pt x="38653" y="7811"/>
                        <a:pt x="38514" y="7847"/>
                      </a:cubicBezTo>
                      <a:cubicBezTo>
                        <a:pt x="38373" y="7882"/>
                        <a:pt x="38237" y="7945"/>
                        <a:pt x="38103" y="8001"/>
                      </a:cubicBezTo>
                      <a:cubicBezTo>
                        <a:pt x="37984" y="8049"/>
                        <a:pt x="37874" y="8109"/>
                        <a:pt x="37787" y="8204"/>
                      </a:cubicBezTo>
                      <a:cubicBezTo>
                        <a:pt x="37681" y="8319"/>
                        <a:pt x="37610" y="8464"/>
                        <a:pt x="37508" y="8583"/>
                      </a:cubicBezTo>
                      <a:cubicBezTo>
                        <a:pt x="37426" y="8678"/>
                        <a:pt x="37320" y="8724"/>
                        <a:pt x="37221" y="8799"/>
                      </a:cubicBezTo>
                      <a:cubicBezTo>
                        <a:pt x="37169" y="8838"/>
                        <a:pt x="37128" y="8890"/>
                        <a:pt x="37073" y="8922"/>
                      </a:cubicBezTo>
                      <a:cubicBezTo>
                        <a:pt x="37004" y="8959"/>
                        <a:pt x="36929" y="8974"/>
                        <a:pt x="36866" y="9016"/>
                      </a:cubicBezTo>
                      <a:cubicBezTo>
                        <a:pt x="36751" y="9094"/>
                        <a:pt x="36654" y="9195"/>
                        <a:pt x="36541" y="9273"/>
                      </a:cubicBezTo>
                      <a:cubicBezTo>
                        <a:pt x="36424" y="9359"/>
                        <a:pt x="36282" y="9398"/>
                        <a:pt x="36163" y="9481"/>
                      </a:cubicBezTo>
                      <a:cubicBezTo>
                        <a:pt x="36046" y="9565"/>
                        <a:pt x="35946" y="9669"/>
                        <a:pt x="35827" y="9751"/>
                      </a:cubicBezTo>
                      <a:cubicBezTo>
                        <a:pt x="35711" y="9829"/>
                        <a:pt x="35594" y="9890"/>
                        <a:pt x="35490" y="9985"/>
                      </a:cubicBezTo>
                      <a:cubicBezTo>
                        <a:pt x="35404" y="10062"/>
                        <a:pt x="35291" y="10194"/>
                        <a:pt x="35166" y="10199"/>
                      </a:cubicBezTo>
                      <a:cubicBezTo>
                        <a:pt x="35105" y="10203"/>
                        <a:pt x="35034" y="10181"/>
                        <a:pt x="34975" y="10173"/>
                      </a:cubicBezTo>
                      <a:cubicBezTo>
                        <a:pt x="34880" y="10162"/>
                        <a:pt x="34787" y="10151"/>
                        <a:pt x="34694" y="10140"/>
                      </a:cubicBezTo>
                      <a:cubicBezTo>
                        <a:pt x="34538" y="10119"/>
                        <a:pt x="34380" y="10101"/>
                        <a:pt x="34225" y="10069"/>
                      </a:cubicBezTo>
                      <a:cubicBezTo>
                        <a:pt x="34078" y="10039"/>
                        <a:pt x="33956" y="9954"/>
                        <a:pt x="33816" y="9905"/>
                      </a:cubicBezTo>
                      <a:cubicBezTo>
                        <a:pt x="33684" y="9857"/>
                        <a:pt x="33572" y="9805"/>
                        <a:pt x="33455" y="9727"/>
                      </a:cubicBezTo>
                      <a:cubicBezTo>
                        <a:pt x="33340" y="9649"/>
                        <a:pt x="33223" y="9569"/>
                        <a:pt x="33096" y="9511"/>
                      </a:cubicBezTo>
                      <a:cubicBezTo>
                        <a:pt x="32983" y="9459"/>
                        <a:pt x="32860" y="9437"/>
                        <a:pt x="32745" y="9390"/>
                      </a:cubicBezTo>
                      <a:cubicBezTo>
                        <a:pt x="32615" y="9338"/>
                        <a:pt x="32501" y="9269"/>
                        <a:pt x="32365" y="9232"/>
                      </a:cubicBezTo>
                      <a:cubicBezTo>
                        <a:pt x="32107" y="9163"/>
                        <a:pt x="31845" y="9104"/>
                        <a:pt x="31581" y="9055"/>
                      </a:cubicBezTo>
                      <a:cubicBezTo>
                        <a:pt x="31287" y="9000"/>
                        <a:pt x="30995" y="9031"/>
                        <a:pt x="30710" y="8914"/>
                      </a:cubicBezTo>
                      <a:cubicBezTo>
                        <a:pt x="30441" y="8804"/>
                        <a:pt x="30193" y="8657"/>
                        <a:pt x="30030" y="8416"/>
                      </a:cubicBezTo>
                      <a:cubicBezTo>
                        <a:pt x="29955" y="8304"/>
                        <a:pt x="29866" y="8209"/>
                        <a:pt x="29779" y="8107"/>
                      </a:cubicBezTo>
                      <a:cubicBezTo>
                        <a:pt x="29682" y="7992"/>
                        <a:pt x="29604" y="7863"/>
                        <a:pt x="29507" y="7748"/>
                      </a:cubicBezTo>
                      <a:cubicBezTo>
                        <a:pt x="29360" y="7579"/>
                        <a:pt x="29236" y="7320"/>
                        <a:pt x="29022" y="7222"/>
                      </a:cubicBezTo>
                      <a:cubicBezTo>
                        <a:pt x="28845" y="7140"/>
                        <a:pt x="28678" y="7235"/>
                        <a:pt x="28553" y="7359"/>
                      </a:cubicBezTo>
                      <a:cubicBezTo>
                        <a:pt x="28436" y="7476"/>
                        <a:pt x="28347" y="7679"/>
                        <a:pt x="28149" y="7607"/>
                      </a:cubicBezTo>
                      <a:cubicBezTo>
                        <a:pt x="28049" y="7569"/>
                        <a:pt x="27965" y="7493"/>
                        <a:pt x="27876" y="7437"/>
                      </a:cubicBezTo>
                      <a:cubicBezTo>
                        <a:pt x="27751" y="7359"/>
                        <a:pt x="27631" y="7283"/>
                        <a:pt x="27512" y="7196"/>
                      </a:cubicBezTo>
                      <a:cubicBezTo>
                        <a:pt x="27290" y="7032"/>
                        <a:pt x="27063" y="6878"/>
                        <a:pt x="26838" y="6718"/>
                      </a:cubicBezTo>
                      <a:cubicBezTo>
                        <a:pt x="26632" y="6569"/>
                        <a:pt x="26507" y="6348"/>
                        <a:pt x="26293" y="6208"/>
                      </a:cubicBezTo>
                      <a:cubicBezTo>
                        <a:pt x="26193" y="6145"/>
                        <a:pt x="26087" y="6087"/>
                        <a:pt x="25992" y="6015"/>
                      </a:cubicBezTo>
                      <a:cubicBezTo>
                        <a:pt x="25884" y="5929"/>
                        <a:pt x="25823" y="5806"/>
                        <a:pt x="25730" y="5706"/>
                      </a:cubicBezTo>
                      <a:cubicBezTo>
                        <a:pt x="25652" y="5620"/>
                        <a:pt x="25572" y="5553"/>
                        <a:pt x="25516" y="5451"/>
                      </a:cubicBezTo>
                      <a:cubicBezTo>
                        <a:pt x="25445" y="5321"/>
                        <a:pt x="25365" y="5198"/>
                        <a:pt x="25291" y="5070"/>
                      </a:cubicBezTo>
                      <a:cubicBezTo>
                        <a:pt x="25226" y="4958"/>
                        <a:pt x="25172" y="4837"/>
                        <a:pt x="25094" y="4733"/>
                      </a:cubicBezTo>
                      <a:cubicBezTo>
                        <a:pt x="25016" y="4631"/>
                        <a:pt x="24915" y="4547"/>
                        <a:pt x="24811" y="4471"/>
                      </a:cubicBezTo>
                      <a:cubicBezTo>
                        <a:pt x="24616" y="4326"/>
                        <a:pt x="24428" y="4155"/>
                        <a:pt x="24186" y="4101"/>
                      </a:cubicBezTo>
                      <a:cubicBezTo>
                        <a:pt x="24078" y="4079"/>
                        <a:pt x="23971" y="4077"/>
                        <a:pt x="23863" y="4068"/>
                      </a:cubicBezTo>
                      <a:cubicBezTo>
                        <a:pt x="23705" y="4053"/>
                        <a:pt x="23550" y="4008"/>
                        <a:pt x="23392" y="3997"/>
                      </a:cubicBezTo>
                      <a:cubicBezTo>
                        <a:pt x="23258" y="3989"/>
                        <a:pt x="23126" y="4015"/>
                        <a:pt x="22992" y="4028"/>
                      </a:cubicBezTo>
                      <a:cubicBezTo>
                        <a:pt x="22825" y="4047"/>
                        <a:pt x="22659" y="4064"/>
                        <a:pt x="22492" y="4081"/>
                      </a:cubicBezTo>
                      <a:cubicBezTo>
                        <a:pt x="22178" y="4110"/>
                        <a:pt x="21893" y="4226"/>
                        <a:pt x="21584" y="4278"/>
                      </a:cubicBezTo>
                      <a:cubicBezTo>
                        <a:pt x="21278" y="4328"/>
                        <a:pt x="20967" y="4346"/>
                        <a:pt x="20660" y="4386"/>
                      </a:cubicBezTo>
                      <a:cubicBezTo>
                        <a:pt x="20647" y="4387"/>
                        <a:pt x="20634" y="4391"/>
                        <a:pt x="20627" y="4399"/>
                      </a:cubicBezTo>
                      <a:cubicBezTo>
                        <a:pt x="20523" y="4306"/>
                        <a:pt x="20422" y="4209"/>
                        <a:pt x="20318" y="4116"/>
                      </a:cubicBezTo>
                      <a:cubicBezTo>
                        <a:pt x="20173" y="3988"/>
                        <a:pt x="20017" y="3878"/>
                        <a:pt x="19842" y="3787"/>
                      </a:cubicBezTo>
                      <a:cubicBezTo>
                        <a:pt x="19663" y="3692"/>
                        <a:pt x="19483" y="3606"/>
                        <a:pt x="19321" y="3484"/>
                      </a:cubicBezTo>
                      <a:cubicBezTo>
                        <a:pt x="19156" y="3361"/>
                        <a:pt x="18971" y="3268"/>
                        <a:pt x="18804" y="3149"/>
                      </a:cubicBezTo>
                      <a:cubicBezTo>
                        <a:pt x="18650" y="3039"/>
                        <a:pt x="18521" y="2898"/>
                        <a:pt x="18356" y="2803"/>
                      </a:cubicBezTo>
                      <a:cubicBezTo>
                        <a:pt x="18209" y="2721"/>
                        <a:pt x="18056" y="2682"/>
                        <a:pt x="17930" y="2567"/>
                      </a:cubicBezTo>
                      <a:cubicBezTo>
                        <a:pt x="17791" y="2440"/>
                        <a:pt x="17699" y="2267"/>
                        <a:pt x="17569" y="2131"/>
                      </a:cubicBezTo>
                      <a:cubicBezTo>
                        <a:pt x="17433" y="1988"/>
                        <a:pt x="17262" y="1884"/>
                        <a:pt x="17121" y="1747"/>
                      </a:cubicBezTo>
                      <a:cubicBezTo>
                        <a:pt x="16982" y="1607"/>
                        <a:pt x="16857" y="1455"/>
                        <a:pt x="16742" y="1296"/>
                      </a:cubicBezTo>
                      <a:cubicBezTo>
                        <a:pt x="16623" y="1133"/>
                        <a:pt x="16504" y="984"/>
                        <a:pt x="16344" y="856"/>
                      </a:cubicBezTo>
                      <a:cubicBezTo>
                        <a:pt x="16195" y="735"/>
                        <a:pt x="16033" y="610"/>
                        <a:pt x="15855" y="536"/>
                      </a:cubicBezTo>
                      <a:cubicBezTo>
                        <a:pt x="15652" y="452"/>
                        <a:pt x="15458" y="473"/>
                        <a:pt x="15248" y="499"/>
                      </a:cubicBezTo>
                      <a:cubicBezTo>
                        <a:pt x="15044" y="523"/>
                        <a:pt x="14826" y="504"/>
                        <a:pt x="14633" y="580"/>
                      </a:cubicBezTo>
                      <a:cubicBezTo>
                        <a:pt x="14534" y="618"/>
                        <a:pt x="14445" y="677"/>
                        <a:pt x="14359" y="739"/>
                      </a:cubicBezTo>
                      <a:cubicBezTo>
                        <a:pt x="14272" y="800"/>
                        <a:pt x="14188" y="841"/>
                        <a:pt x="14093" y="889"/>
                      </a:cubicBezTo>
                      <a:cubicBezTo>
                        <a:pt x="14013" y="930"/>
                        <a:pt x="13932" y="973"/>
                        <a:pt x="13863" y="1029"/>
                      </a:cubicBezTo>
                      <a:cubicBezTo>
                        <a:pt x="13768" y="1105"/>
                        <a:pt x="13682" y="1185"/>
                        <a:pt x="13582" y="1256"/>
                      </a:cubicBezTo>
                      <a:cubicBezTo>
                        <a:pt x="13428" y="1365"/>
                        <a:pt x="13232" y="1427"/>
                        <a:pt x="13091" y="1555"/>
                      </a:cubicBezTo>
                      <a:cubicBezTo>
                        <a:pt x="13082" y="1562"/>
                        <a:pt x="13039" y="1605"/>
                        <a:pt x="13020" y="1639"/>
                      </a:cubicBezTo>
                      <a:cubicBezTo>
                        <a:pt x="12994" y="1641"/>
                        <a:pt x="12963" y="1657"/>
                        <a:pt x="12944" y="1667"/>
                      </a:cubicBezTo>
                      <a:cubicBezTo>
                        <a:pt x="12862" y="1713"/>
                        <a:pt x="12795" y="1800"/>
                        <a:pt x="12702" y="1821"/>
                      </a:cubicBezTo>
                      <a:cubicBezTo>
                        <a:pt x="12693" y="1819"/>
                        <a:pt x="12684" y="1817"/>
                        <a:pt x="12674" y="1813"/>
                      </a:cubicBezTo>
                      <a:cubicBezTo>
                        <a:pt x="12652" y="1791"/>
                        <a:pt x="12617" y="1784"/>
                        <a:pt x="12587" y="1793"/>
                      </a:cubicBezTo>
                      <a:cubicBezTo>
                        <a:pt x="12401" y="1750"/>
                        <a:pt x="12213" y="1719"/>
                        <a:pt x="12035" y="1655"/>
                      </a:cubicBezTo>
                      <a:cubicBezTo>
                        <a:pt x="11793" y="1570"/>
                        <a:pt x="11601" y="1430"/>
                        <a:pt x="11400" y="1276"/>
                      </a:cubicBezTo>
                      <a:cubicBezTo>
                        <a:pt x="11198" y="1120"/>
                        <a:pt x="10989" y="999"/>
                        <a:pt x="10749" y="904"/>
                      </a:cubicBezTo>
                      <a:cubicBezTo>
                        <a:pt x="10627" y="856"/>
                        <a:pt x="10502" y="800"/>
                        <a:pt x="10370" y="778"/>
                      </a:cubicBezTo>
                      <a:cubicBezTo>
                        <a:pt x="10238" y="753"/>
                        <a:pt x="10117" y="742"/>
                        <a:pt x="9994" y="688"/>
                      </a:cubicBezTo>
                      <a:cubicBezTo>
                        <a:pt x="9873" y="638"/>
                        <a:pt x="9753" y="588"/>
                        <a:pt x="9630" y="541"/>
                      </a:cubicBezTo>
                      <a:cubicBezTo>
                        <a:pt x="9498" y="491"/>
                        <a:pt x="9375" y="422"/>
                        <a:pt x="9236" y="389"/>
                      </a:cubicBezTo>
                      <a:cubicBezTo>
                        <a:pt x="8970" y="328"/>
                        <a:pt x="8726" y="188"/>
                        <a:pt x="8464" y="110"/>
                      </a:cubicBezTo>
                      <a:cubicBezTo>
                        <a:pt x="8358" y="76"/>
                        <a:pt x="8254" y="86"/>
                        <a:pt x="8146" y="69"/>
                      </a:cubicBezTo>
                      <a:cubicBezTo>
                        <a:pt x="8014" y="49"/>
                        <a:pt x="7887" y="0"/>
                        <a:pt x="7753" y="11"/>
                      </a:cubicBezTo>
                      <a:cubicBezTo>
                        <a:pt x="7651" y="21"/>
                        <a:pt x="7558" y="67"/>
                        <a:pt x="7458" y="78"/>
                      </a:cubicBezTo>
                      <a:cubicBezTo>
                        <a:pt x="7311" y="91"/>
                        <a:pt x="7195" y="123"/>
                        <a:pt x="7062" y="181"/>
                      </a:cubicBezTo>
                      <a:cubicBezTo>
                        <a:pt x="6941" y="233"/>
                        <a:pt x="6816" y="246"/>
                        <a:pt x="6690" y="275"/>
                      </a:cubicBezTo>
                      <a:cubicBezTo>
                        <a:pt x="6559" y="305"/>
                        <a:pt x="6429" y="328"/>
                        <a:pt x="6297" y="352"/>
                      </a:cubicBezTo>
                      <a:cubicBezTo>
                        <a:pt x="6029" y="402"/>
                        <a:pt x="5763" y="476"/>
                        <a:pt x="5496" y="532"/>
                      </a:cubicBezTo>
                      <a:cubicBezTo>
                        <a:pt x="5213" y="592"/>
                        <a:pt x="4928" y="657"/>
                        <a:pt x="4651" y="740"/>
                      </a:cubicBezTo>
                      <a:cubicBezTo>
                        <a:pt x="4385" y="818"/>
                        <a:pt x="4134" y="921"/>
                        <a:pt x="3878" y="1023"/>
                      </a:cubicBezTo>
                      <a:cubicBezTo>
                        <a:pt x="3627" y="1124"/>
                        <a:pt x="3366" y="1196"/>
                        <a:pt x="3121" y="1311"/>
                      </a:cubicBezTo>
                      <a:cubicBezTo>
                        <a:pt x="3007" y="1365"/>
                        <a:pt x="2899" y="1430"/>
                        <a:pt x="2784" y="1479"/>
                      </a:cubicBezTo>
                      <a:cubicBezTo>
                        <a:pt x="2663" y="1529"/>
                        <a:pt x="2533" y="1559"/>
                        <a:pt x="2416" y="1614"/>
                      </a:cubicBezTo>
                      <a:cubicBezTo>
                        <a:pt x="2314" y="1665"/>
                        <a:pt x="2208" y="1696"/>
                        <a:pt x="2107" y="1748"/>
                      </a:cubicBezTo>
                      <a:cubicBezTo>
                        <a:pt x="1992" y="1810"/>
                        <a:pt x="1886" y="1880"/>
                        <a:pt x="1778" y="1949"/>
                      </a:cubicBezTo>
                      <a:cubicBezTo>
                        <a:pt x="1644" y="2035"/>
                        <a:pt x="1506" y="2111"/>
                        <a:pt x="1358" y="2171"/>
                      </a:cubicBezTo>
                      <a:cubicBezTo>
                        <a:pt x="1222" y="2223"/>
                        <a:pt x="1084" y="2265"/>
                        <a:pt x="952" y="2327"/>
                      </a:cubicBezTo>
                      <a:cubicBezTo>
                        <a:pt x="686" y="2453"/>
                        <a:pt x="407" y="2567"/>
                        <a:pt x="160" y="2723"/>
                      </a:cubicBezTo>
                      <a:cubicBezTo>
                        <a:pt x="106" y="2756"/>
                        <a:pt x="54" y="2786"/>
                        <a:pt x="0" y="2814"/>
                      </a:cubicBezTo>
                      <a:lnTo>
                        <a:pt x="0" y="9001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14"/>
                <p:cNvSpPr/>
                <p:nvPr/>
              </p:nvSpPr>
              <p:spPr>
                <a:xfrm>
                  <a:off x="1125" y="3547850"/>
                  <a:ext cx="9144171" cy="1935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728" h="88444" extrusionOk="0">
                      <a:moveTo>
                        <a:pt x="215725" y="1734"/>
                      </a:moveTo>
                      <a:lnTo>
                        <a:pt x="215725" y="83372"/>
                      </a:lnTo>
                      <a:lnTo>
                        <a:pt x="215489" y="83413"/>
                      </a:lnTo>
                      <a:cubicBezTo>
                        <a:pt x="212294" y="83956"/>
                        <a:pt x="209093" y="84393"/>
                        <a:pt x="205891" y="84884"/>
                      </a:cubicBezTo>
                      <a:cubicBezTo>
                        <a:pt x="202528" y="85400"/>
                        <a:pt x="199146" y="85744"/>
                        <a:pt x="195794" y="86322"/>
                      </a:cubicBezTo>
                      <a:cubicBezTo>
                        <a:pt x="192612" y="86869"/>
                        <a:pt x="189452" y="87544"/>
                        <a:pt x="186289" y="88185"/>
                      </a:cubicBezTo>
                      <a:cubicBezTo>
                        <a:pt x="185859" y="88273"/>
                        <a:pt x="185432" y="88358"/>
                        <a:pt x="185002" y="88444"/>
                      </a:cubicBezTo>
                      <a:lnTo>
                        <a:pt x="0" y="73134"/>
                      </a:lnTo>
                      <a:lnTo>
                        <a:pt x="0" y="11284"/>
                      </a:lnTo>
                      <a:cubicBezTo>
                        <a:pt x="134" y="11310"/>
                        <a:pt x="266" y="11341"/>
                        <a:pt x="398" y="11382"/>
                      </a:cubicBezTo>
                      <a:cubicBezTo>
                        <a:pt x="677" y="11468"/>
                        <a:pt x="960" y="11581"/>
                        <a:pt x="1200" y="11749"/>
                      </a:cubicBezTo>
                      <a:cubicBezTo>
                        <a:pt x="1304" y="11821"/>
                        <a:pt x="1402" y="11907"/>
                        <a:pt x="1477" y="12011"/>
                      </a:cubicBezTo>
                      <a:cubicBezTo>
                        <a:pt x="1503" y="12046"/>
                        <a:pt x="1529" y="12128"/>
                        <a:pt x="1562" y="12152"/>
                      </a:cubicBezTo>
                      <a:cubicBezTo>
                        <a:pt x="1631" y="12203"/>
                        <a:pt x="1722" y="12141"/>
                        <a:pt x="1798" y="12102"/>
                      </a:cubicBezTo>
                      <a:cubicBezTo>
                        <a:pt x="2120" y="11942"/>
                        <a:pt x="2431" y="11745"/>
                        <a:pt x="2771" y="11628"/>
                      </a:cubicBezTo>
                      <a:cubicBezTo>
                        <a:pt x="2924" y="11574"/>
                        <a:pt x="3076" y="11546"/>
                        <a:pt x="3238" y="11540"/>
                      </a:cubicBezTo>
                      <a:cubicBezTo>
                        <a:pt x="3405" y="11533"/>
                        <a:pt x="3595" y="11540"/>
                        <a:pt x="3751" y="11468"/>
                      </a:cubicBezTo>
                      <a:cubicBezTo>
                        <a:pt x="3891" y="11403"/>
                        <a:pt x="4008" y="11310"/>
                        <a:pt x="4157" y="11256"/>
                      </a:cubicBezTo>
                      <a:cubicBezTo>
                        <a:pt x="4309" y="11200"/>
                        <a:pt x="4469" y="11165"/>
                        <a:pt x="4625" y="11122"/>
                      </a:cubicBezTo>
                      <a:cubicBezTo>
                        <a:pt x="4768" y="11083"/>
                        <a:pt x="4900" y="11018"/>
                        <a:pt x="5042" y="10977"/>
                      </a:cubicBezTo>
                      <a:cubicBezTo>
                        <a:pt x="5187" y="10938"/>
                        <a:pt x="5347" y="10953"/>
                        <a:pt x="5496" y="10973"/>
                      </a:cubicBezTo>
                      <a:cubicBezTo>
                        <a:pt x="5825" y="11016"/>
                        <a:pt x="6156" y="11185"/>
                        <a:pt x="6442" y="11349"/>
                      </a:cubicBezTo>
                      <a:cubicBezTo>
                        <a:pt x="6578" y="11427"/>
                        <a:pt x="6738" y="11451"/>
                        <a:pt x="6877" y="11526"/>
                      </a:cubicBezTo>
                      <a:cubicBezTo>
                        <a:pt x="7049" y="11617"/>
                        <a:pt x="7212" y="11721"/>
                        <a:pt x="7372" y="11829"/>
                      </a:cubicBezTo>
                      <a:cubicBezTo>
                        <a:pt x="7699" y="12050"/>
                        <a:pt x="8081" y="12314"/>
                        <a:pt x="8497" y="12221"/>
                      </a:cubicBezTo>
                      <a:cubicBezTo>
                        <a:pt x="8819" y="12150"/>
                        <a:pt x="9081" y="11922"/>
                        <a:pt x="9427" y="11972"/>
                      </a:cubicBezTo>
                      <a:cubicBezTo>
                        <a:pt x="9790" y="12022"/>
                        <a:pt x="10119" y="12243"/>
                        <a:pt x="10430" y="12420"/>
                      </a:cubicBezTo>
                      <a:cubicBezTo>
                        <a:pt x="10742" y="12599"/>
                        <a:pt x="11075" y="12710"/>
                        <a:pt x="11376" y="12911"/>
                      </a:cubicBezTo>
                      <a:cubicBezTo>
                        <a:pt x="11529" y="13013"/>
                        <a:pt x="11692" y="13073"/>
                        <a:pt x="11852" y="13158"/>
                      </a:cubicBezTo>
                      <a:cubicBezTo>
                        <a:pt x="12029" y="13253"/>
                        <a:pt x="12194" y="13367"/>
                        <a:pt x="12373" y="13460"/>
                      </a:cubicBezTo>
                      <a:cubicBezTo>
                        <a:pt x="12671" y="13618"/>
                        <a:pt x="12884" y="13914"/>
                        <a:pt x="13199" y="14040"/>
                      </a:cubicBezTo>
                      <a:cubicBezTo>
                        <a:pt x="13537" y="14178"/>
                        <a:pt x="13863" y="14325"/>
                        <a:pt x="14194" y="14484"/>
                      </a:cubicBezTo>
                      <a:cubicBezTo>
                        <a:pt x="14523" y="14644"/>
                        <a:pt x="14848" y="14756"/>
                        <a:pt x="15217" y="14789"/>
                      </a:cubicBezTo>
                      <a:cubicBezTo>
                        <a:pt x="15590" y="14825"/>
                        <a:pt x="15927" y="14732"/>
                        <a:pt x="16293" y="14682"/>
                      </a:cubicBezTo>
                      <a:cubicBezTo>
                        <a:pt x="16637" y="14633"/>
                        <a:pt x="16905" y="14410"/>
                        <a:pt x="17199" y="14237"/>
                      </a:cubicBezTo>
                      <a:cubicBezTo>
                        <a:pt x="17515" y="14051"/>
                        <a:pt x="17872" y="13893"/>
                        <a:pt x="18211" y="13757"/>
                      </a:cubicBezTo>
                      <a:cubicBezTo>
                        <a:pt x="18529" y="13631"/>
                        <a:pt x="18772" y="13400"/>
                        <a:pt x="19096" y="13278"/>
                      </a:cubicBezTo>
                      <a:cubicBezTo>
                        <a:pt x="19410" y="13158"/>
                        <a:pt x="19723" y="13106"/>
                        <a:pt x="20059" y="13132"/>
                      </a:cubicBezTo>
                      <a:cubicBezTo>
                        <a:pt x="20255" y="13147"/>
                        <a:pt x="20459" y="13205"/>
                        <a:pt x="20653" y="13132"/>
                      </a:cubicBezTo>
                      <a:cubicBezTo>
                        <a:pt x="20826" y="13065"/>
                        <a:pt x="20995" y="12982"/>
                        <a:pt x="21170" y="12913"/>
                      </a:cubicBezTo>
                      <a:cubicBezTo>
                        <a:pt x="21519" y="12777"/>
                        <a:pt x="21869" y="12638"/>
                        <a:pt x="22233" y="12554"/>
                      </a:cubicBezTo>
                      <a:cubicBezTo>
                        <a:pt x="22628" y="12465"/>
                        <a:pt x="23003" y="12320"/>
                        <a:pt x="23394" y="12225"/>
                      </a:cubicBezTo>
                      <a:cubicBezTo>
                        <a:pt x="23552" y="12184"/>
                        <a:pt x="23714" y="12162"/>
                        <a:pt x="23872" y="12124"/>
                      </a:cubicBezTo>
                      <a:cubicBezTo>
                        <a:pt x="24056" y="12084"/>
                        <a:pt x="24227" y="12013"/>
                        <a:pt x="24406" y="11957"/>
                      </a:cubicBezTo>
                      <a:cubicBezTo>
                        <a:pt x="24592" y="11899"/>
                        <a:pt x="24776" y="11844"/>
                        <a:pt x="24960" y="11777"/>
                      </a:cubicBezTo>
                      <a:cubicBezTo>
                        <a:pt x="25146" y="11710"/>
                        <a:pt x="25300" y="11715"/>
                        <a:pt x="25492" y="11695"/>
                      </a:cubicBezTo>
                      <a:cubicBezTo>
                        <a:pt x="25518" y="11691"/>
                        <a:pt x="25546" y="11689"/>
                        <a:pt x="25572" y="11686"/>
                      </a:cubicBezTo>
                      <a:cubicBezTo>
                        <a:pt x="25577" y="11659"/>
                        <a:pt x="25598" y="11633"/>
                        <a:pt x="25635" y="11635"/>
                      </a:cubicBezTo>
                      <a:cubicBezTo>
                        <a:pt x="25804" y="11639"/>
                        <a:pt x="25973" y="11637"/>
                        <a:pt x="26141" y="11646"/>
                      </a:cubicBezTo>
                      <a:cubicBezTo>
                        <a:pt x="26288" y="11654"/>
                        <a:pt x="26414" y="11697"/>
                        <a:pt x="26554" y="11739"/>
                      </a:cubicBezTo>
                      <a:cubicBezTo>
                        <a:pt x="26699" y="11782"/>
                        <a:pt x="26859" y="11779"/>
                        <a:pt x="27009" y="11782"/>
                      </a:cubicBezTo>
                      <a:cubicBezTo>
                        <a:pt x="27175" y="11788"/>
                        <a:pt x="27340" y="11799"/>
                        <a:pt x="27506" y="11808"/>
                      </a:cubicBezTo>
                      <a:cubicBezTo>
                        <a:pt x="27582" y="11812"/>
                        <a:pt x="27655" y="11818"/>
                        <a:pt x="27727" y="11834"/>
                      </a:cubicBezTo>
                      <a:cubicBezTo>
                        <a:pt x="27803" y="11851"/>
                        <a:pt x="27869" y="11885"/>
                        <a:pt x="27939" y="11912"/>
                      </a:cubicBezTo>
                      <a:cubicBezTo>
                        <a:pt x="28081" y="11966"/>
                        <a:pt x="28228" y="11940"/>
                        <a:pt x="28374" y="11933"/>
                      </a:cubicBezTo>
                      <a:cubicBezTo>
                        <a:pt x="28527" y="11925"/>
                        <a:pt x="28678" y="11927"/>
                        <a:pt x="28828" y="11916"/>
                      </a:cubicBezTo>
                      <a:cubicBezTo>
                        <a:pt x="28994" y="11903"/>
                        <a:pt x="29139" y="11940"/>
                        <a:pt x="29284" y="12018"/>
                      </a:cubicBezTo>
                      <a:cubicBezTo>
                        <a:pt x="29418" y="12089"/>
                        <a:pt x="29559" y="12145"/>
                        <a:pt x="29699" y="12206"/>
                      </a:cubicBezTo>
                      <a:cubicBezTo>
                        <a:pt x="29838" y="12266"/>
                        <a:pt x="29968" y="12340"/>
                        <a:pt x="30111" y="12394"/>
                      </a:cubicBezTo>
                      <a:cubicBezTo>
                        <a:pt x="30255" y="12448"/>
                        <a:pt x="30387" y="12509"/>
                        <a:pt x="30513" y="12593"/>
                      </a:cubicBezTo>
                      <a:cubicBezTo>
                        <a:pt x="30565" y="12627"/>
                        <a:pt x="30615" y="12662"/>
                        <a:pt x="30673" y="12684"/>
                      </a:cubicBezTo>
                      <a:cubicBezTo>
                        <a:pt x="30742" y="12712"/>
                        <a:pt x="30816" y="12718"/>
                        <a:pt x="30891" y="12723"/>
                      </a:cubicBezTo>
                      <a:cubicBezTo>
                        <a:pt x="31047" y="12736"/>
                        <a:pt x="31203" y="12747"/>
                        <a:pt x="31358" y="12759"/>
                      </a:cubicBezTo>
                      <a:cubicBezTo>
                        <a:pt x="31506" y="12768"/>
                        <a:pt x="31644" y="12766"/>
                        <a:pt x="31782" y="12703"/>
                      </a:cubicBezTo>
                      <a:cubicBezTo>
                        <a:pt x="32042" y="12580"/>
                        <a:pt x="32328" y="12463"/>
                        <a:pt x="32620" y="12452"/>
                      </a:cubicBezTo>
                      <a:cubicBezTo>
                        <a:pt x="32762" y="12446"/>
                        <a:pt x="32899" y="12491"/>
                        <a:pt x="33035" y="12528"/>
                      </a:cubicBezTo>
                      <a:cubicBezTo>
                        <a:pt x="33182" y="12569"/>
                        <a:pt x="33314" y="12575"/>
                        <a:pt x="33457" y="12519"/>
                      </a:cubicBezTo>
                      <a:cubicBezTo>
                        <a:pt x="33708" y="12422"/>
                        <a:pt x="33913" y="12234"/>
                        <a:pt x="34171" y="12160"/>
                      </a:cubicBezTo>
                      <a:cubicBezTo>
                        <a:pt x="34236" y="12141"/>
                        <a:pt x="34302" y="12126"/>
                        <a:pt x="34361" y="12095"/>
                      </a:cubicBezTo>
                      <a:cubicBezTo>
                        <a:pt x="34409" y="12067"/>
                        <a:pt x="34452" y="12030"/>
                        <a:pt x="34497" y="11996"/>
                      </a:cubicBezTo>
                      <a:cubicBezTo>
                        <a:pt x="34597" y="11924"/>
                        <a:pt x="34713" y="11888"/>
                        <a:pt x="34833" y="11866"/>
                      </a:cubicBezTo>
                      <a:cubicBezTo>
                        <a:pt x="35131" y="11810"/>
                        <a:pt x="35393" y="11864"/>
                        <a:pt x="35657" y="12007"/>
                      </a:cubicBezTo>
                      <a:cubicBezTo>
                        <a:pt x="35923" y="12152"/>
                        <a:pt x="36146" y="12357"/>
                        <a:pt x="36392" y="12528"/>
                      </a:cubicBezTo>
                      <a:cubicBezTo>
                        <a:pt x="36503" y="12606"/>
                        <a:pt x="36613" y="12682"/>
                        <a:pt x="36706" y="12783"/>
                      </a:cubicBezTo>
                      <a:cubicBezTo>
                        <a:pt x="36795" y="12880"/>
                        <a:pt x="36874" y="12959"/>
                        <a:pt x="36991" y="13023"/>
                      </a:cubicBezTo>
                      <a:cubicBezTo>
                        <a:pt x="37126" y="13095"/>
                        <a:pt x="37259" y="13171"/>
                        <a:pt x="37392" y="13246"/>
                      </a:cubicBezTo>
                      <a:cubicBezTo>
                        <a:pt x="37528" y="13318"/>
                        <a:pt x="37673" y="13408"/>
                        <a:pt x="37824" y="13443"/>
                      </a:cubicBezTo>
                      <a:cubicBezTo>
                        <a:pt x="37973" y="13475"/>
                        <a:pt x="38127" y="13465"/>
                        <a:pt x="38276" y="13499"/>
                      </a:cubicBezTo>
                      <a:cubicBezTo>
                        <a:pt x="38415" y="13530"/>
                        <a:pt x="38545" y="13601"/>
                        <a:pt x="38665" y="13685"/>
                      </a:cubicBezTo>
                      <a:cubicBezTo>
                        <a:pt x="38886" y="13843"/>
                        <a:pt x="39066" y="14049"/>
                        <a:pt x="39291" y="14200"/>
                      </a:cubicBezTo>
                      <a:cubicBezTo>
                        <a:pt x="39544" y="14367"/>
                        <a:pt x="39821" y="14484"/>
                        <a:pt x="40059" y="14674"/>
                      </a:cubicBezTo>
                      <a:cubicBezTo>
                        <a:pt x="40284" y="14855"/>
                        <a:pt x="40482" y="15065"/>
                        <a:pt x="40708" y="15245"/>
                      </a:cubicBezTo>
                      <a:cubicBezTo>
                        <a:pt x="40813" y="15327"/>
                        <a:pt x="40922" y="15403"/>
                        <a:pt x="41041" y="15461"/>
                      </a:cubicBezTo>
                      <a:cubicBezTo>
                        <a:pt x="41177" y="15526"/>
                        <a:pt x="41326" y="15571"/>
                        <a:pt x="41467" y="15623"/>
                      </a:cubicBezTo>
                      <a:cubicBezTo>
                        <a:pt x="41605" y="15671"/>
                        <a:pt x="41726" y="15645"/>
                        <a:pt x="41867" y="15651"/>
                      </a:cubicBezTo>
                      <a:cubicBezTo>
                        <a:pt x="41904" y="15651"/>
                        <a:pt x="41925" y="15678"/>
                        <a:pt x="41928" y="15708"/>
                      </a:cubicBezTo>
                      <a:cubicBezTo>
                        <a:pt x="42023" y="15690"/>
                        <a:pt x="42120" y="15667"/>
                        <a:pt x="42215" y="15651"/>
                      </a:cubicBezTo>
                      <a:cubicBezTo>
                        <a:pt x="42391" y="15619"/>
                        <a:pt x="42563" y="15623"/>
                        <a:pt x="42741" y="15626"/>
                      </a:cubicBezTo>
                      <a:cubicBezTo>
                        <a:pt x="42916" y="15632"/>
                        <a:pt x="43091" y="15623"/>
                        <a:pt x="43264" y="15600"/>
                      </a:cubicBezTo>
                      <a:cubicBezTo>
                        <a:pt x="43429" y="15582"/>
                        <a:pt x="43595" y="15559"/>
                        <a:pt x="43762" y="15572"/>
                      </a:cubicBezTo>
                      <a:cubicBezTo>
                        <a:pt x="43835" y="15578"/>
                        <a:pt x="43909" y="15593"/>
                        <a:pt x="43983" y="15593"/>
                      </a:cubicBezTo>
                      <a:cubicBezTo>
                        <a:pt x="44067" y="15595"/>
                        <a:pt x="44153" y="15571"/>
                        <a:pt x="44236" y="15569"/>
                      </a:cubicBezTo>
                      <a:cubicBezTo>
                        <a:pt x="44322" y="15565"/>
                        <a:pt x="44406" y="15576"/>
                        <a:pt x="44489" y="15574"/>
                      </a:cubicBezTo>
                      <a:cubicBezTo>
                        <a:pt x="44579" y="15574"/>
                        <a:pt x="44670" y="15567"/>
                        <a:pt x="44759" y="15565"/>
                      </a:cubicBezTo>
                      <a:cubicBezTo>
                        <a:pt x="44938" y="15565"/>
                        <a:pt x="45112" y="15587"/>
                        <a:pt x="45291" y="15572"/>
                      </a:cubicBezTo>
                      <a:cubicBezTo>
                        <a:pt x="45466" y="15558"/>
                        <a:pt x="45631" y="15526"/>
                        <a:pt x="45808" y="15546"/>
                      </a:cubicBezTo>
                      <a:cubicBezTo>
                        <a:pt x="45890" y="15556"/>
                        <a:pt x="45972" y="15572"/>
                        <a:pt x="46055" y="15576"/>
                      </a:cubicBezTo>
                      <a:cubicBezTo>
                        <a:pt x="46133" y="15580"/>
                        <a:pt x="46184" y="15550"/>
                        <a:pt x="46251" y="15513"/>
                      </a:cubicBezTo>
                      <a:cubicBezTo>
                        <a:pt x="46317" y="15476"/>
                        <a:pt x="46388" y="15452"/>
                        <a:pt x="46459" y="15422"/>
                      </a:cubicBezTo>
                      <a:cubicBezTo>
                        <a:pt x="46541" y="15388"/>
                        <a:pt x="46617" y="15340"/>
                        <a:pt x="46697" y="15303"/>
                      </a:cubicBezTo>
                      <a:cubicBezTo>
                        <a:pt x="46857" y="15227"/>
                        <a:pt x="47013" y="15152"/>
                        <a:pt x="47164" y="15065"/>
                      </a:cubicBezTo>
                      <a:cubicBezTo>
                        <a:pt x="47318" y="14974"/>
                        <a:pt x="47476" y="14918"/>
                        <a:pt x="47645" y="14862"/>
                      </a:cubicBezTo>
                      <a:cubicBezTo>
                        <a:pt x="47978" y="14752"/>
                        <a:pt x="48315" y="14637"/>
                        <a:pt x="48655" y="14551"/>
                      </a:cubicBezTo>
                      <a:cubicBezTo>
                        <a:pt x="48815" y="14512"/>
                        <a:pt x="48968" y="14524"/>
                        <a:pt x="49131" y="14531"/>
                      </a:cubicBezTo>
                      <a:cubicBezTo>
                        <a:pt x="49301" y="14538"/>
                        <a:pt x="49460" y="14555"/>
                        <a:pt x="49620" y="14618"/>
                      </a:cubicBezTo>
                      <a:cubicBezTo>
                        <a:pt x="49767" y="14676"/>
                        <a:pt x="49916" y="14737"/>
                        <a:pt x="50067" y="14788"/>
                      </a:cubicBezTo>
                      <a:cubicBezTo>
                        <a:pt x="50225" y="14842"/>
                        <a:pt x="50400" y="14808"/>
                        <a:pt x="50560" y="14864"/>
                      </a:cubicBezTo>
                      <a:cubicBezTo>
                        <a:pt x="50599" y="14879"/>
                        <a:pt x="50636" y="14897"/>
                        <a:pt x="50679" y="14903"/>
                      </a:cubicBezTo>
                      <a:cubicBezTo>
                        <a:pt x="50718" y="14909"/>
                        <a:pt x="50757" y="14903"/>
                        <a:pt x="50798" y="14909"/>
                      </a:cubicBezTo>
                      <a:cubicBezTo>
                        <a:pt x="50876" y="14920"/>
                        <a:pt x="50943" y="14961"/>
                        <a:pt x="51004" y="15007"/>
                      </a:cubicBezTo>
                      <a:cubicBezTo>
                        <a:pt x="51142" y="15113"/>
                        <a:pt x="51298" y="15186"/>
                        <a:pt x="51445" y="15277"/>
                      </a:cubicBezTo>
                      <a:cubicBezTo>
                        <a:pt x="51594" y="15370"/>
                        <a:pt x="51744" y="15431"/>
                        <a:pt x="51904" y="15500"/>
                      </a:cubicBezTo>
                      <a:cubicBezTo>
                        <a:pt x="52049" y="15561"/>
                        <a:pt x="52183" y="15649"/>
                        <a:pt x="52345" y="15664"/>
                      </a:cubicBezTo>
                      <a:cubicBezTo>
                        <a:pt x="52503" y="15677"/>
                        <a:pt x="52665" y="15630"/>
                        <a:pt x="52819" y="15598"/>
                      </a:cubicBezTo>
                      <a:cubicBezTo>
                        <a:pt x="52979" y="15567"/>
                        <a:pt x="53122" y="15487"/>
                        <a:pt x="53284" y="15465"/>
                      </a:cubicBezTo>
                      <a:cubicBezTo>
                        <a:pt x="53366" y="15453"/>
                        <a:pt x="53429" y="15439"/>
                        <a:pt x="53505" y="15403"/>
                      </a:cubicBezTo>
                      <a:cubicBezTo>
                        <a:pt x="53565" y="15375"/>
                        <a:pt x="53628" y="15351"/>
                        <a:pt x="53693" y="15333"/>
                      </a:cubicBezTo>
                      <a:cubicBezTo>
                        <a:pt x="53859" y="15282"/>
                        <a:pt x="54028" y="15243"/>
                        <a:pt x="54194" y="15193"/>
                      </a:cubicBezTo>
                      <a:cubicBezTo>
                        <a:pt x="54526" y="15087"/>
                        <a:pt x="54867" y="14974"/>
                        <a:pt x="55168" y="14795"/>
                      </a:cubicBezTo>
                      <a:cubicBezTo>
                        <a:pt x="55317" y="14708"/>
                        <a:pt x="55419" y="14594"/>
                        <a:pt x="55527" y="14462"/>
                      </a:cubicBezTo>
                      <a:cubicBezTo>
                        <a:pt x="55618" y="14351"/>
                        <a:pt x="55720" y="14243"/>
                        <a:pt x="55858" y="14191"/>
                      </a:cubicBezTo>
                      <a:cubicBezTo>
                        <a:pt x="56126" y="14090"/>
                        <a:pt x="56407" y="14185"/>
                        <a:pt x="56673" y="14243"/>
                      </a:cubicBezTo>
                      <a:cubicBezTo>
                        <a:pt x="56833" y="14278"/>
                        <a:pt x="56987" y="14319"/>
                        <a:pt x="57138" y="14384"/>
                      </a:cubicBezTo>
                      <a:cubicBezTo>
                        <a:pt x="57294" y="14451"/>
                        <a:pt x="57444" y="14537"/>
                        <a:pt x="57603" y="14600"/>
                      </a:cubicBezTo>
                      <a:cubicBezTo>
                        <a:pt x="57682" y="14631"/>
                        <a:pt x="57768" y="14652"/>
                        <a:pt x="57844" y="14689"/>
                      </a:cubicBezTo>
                      <a:cubicBezTo>
                        <a:pt x="57915" y="14724"/>
                        <a:pt x="57969" y="14771"/>
                        <a:pt x="58025" y="14823"/>
                      </a:cubicBezTo>
                      <a:cubicBezTo>
                        <a:pt x="58160" y="14949"/>
                        <a:pt x="58309" y="15059"/>
                        <a:pt x="58449" y="15182"/>
                      </a:cubicBezTo>
                      <a:cubicBezTo>
                        <a:pt x="58562" y="15282"/>
                        <a:pt x="58651" y="15411"/>
                        <a:pt x="58770" y="15502"/>
                      </a:cubicBezTo>
                      <a:cubicBezTo>
                        <a:pt x="58906" y="15606"/>
                        <a:pt x="59079" y="15565"/>
                        <a:pt x="59232" y="15625"/>
                      </a:cubicBezTo>
                      <a:cubicBezTo>
                        <a:pt x="59276" y="15641"/>
                        <a:pt x="59315" y="15675"/>
                        <a:pt x="59364" y="15688"/>
                      </a:cubicBezTo>
                      <a:cubicBezTo>
                        <a:pt x="59444" y="15706"/>
                        <a:pt x="59529" y="15699"/>
                        <a:pt x="59609" y="15721"/>
                      </a:cubicBezTo>
                      <a:cubicBezTo>
                        <a:pt x="59672" y="15738"/>
                        <a:pt x="59730" y="15771"/>
                        <a:pt x="59795" y="15783"/>
                      </a:cubicBezTo>
                      <a:cubicBezTo>
                        <a:pt x="59879" y="15797"/>
                        <a:pt x="59951" y="15814"/>
                        <a:pt x="60030" y="15846"/>
                      </a:cubicBezTo>
                      <a:cubicBezTo>
                        <a:pt x="60176" y="15781"/>
                        <a:pt x="60325" y="15716"/>
                        <a:pt x="60474" y="15647"/>
                      </a:cubicBezTo>
                      <a:cubicBezTo>
                        <a:pt x="60764" y="15515"/>
                        <a:pt x="61052" y="15433"/>
                        <a:pt x="61357" y="15344"/>
                      </a:cubicBezTo>
                      <a:cubicBezTo>
                        <a:pt x="61484" y="15307"/>
                        <a:pt x="61588" y="15223"/>
                        <a:pt x="61722" y="15201"/>
                      </a:cubicBezTo>
                      <a:cubicBezTo>
                        <a:pt x="61891" y="15173"/>
                        <a:pt x="61979" y="15109"/>
                        <a:pt x="62111" y="15002"/>
                      </a:cubicBezTo>
                      <a:cubicBezTo>
                        <a:pt x="62345" y="14812"/>
                        <a:pt x="62613" y="14650"/>
                        <a:pt x="62871" y="14492"/>
                      </a:cubicBezTo>
                      <a:cubicBezTo>
                        <a:pt x="63440" y="14144"/>
                        <a:pt x="64024" y="13822"/>
                        <a:pt x="64619" y="13523"/>
                      </a:cubicBezTo>
                      <a:cubicBezTo>
                        <a:pt x="64761" y="13452"/>
                        <a:pt x="64898" y="13372"/>
                        <a:pt x="65043" y="13311"/>
                      </a:cubicBezTo>
                      <a:cubicBezTo>
                        <a:pt x="65179" y="13255"/>
                        <a:pt x="65317" y="13227"/>
                        <a:pt x="65460" y="13192"/>
                      </a:cubicBezTo>
                      <a:cubicBezTo>
                        <a:pt x="65601" y="13157"/>
                        <a:pt x="65694" y="13054"/>
                        <a:pt x="65821" y="12987"/>
                      </a:cubicBezTo>
                      <a:cubicBezTo>
                        <a:pt x="65960" y="12913"/>
                        <a:pt x="66113" y="12861"/>
                        <a:pt x="66254" y="12792"/>
                      </a:cubicBezTo>
                      <a:cubicBezTo>
                        <a:pt x="66542" y="12651"/>
                        <a:pt x="66814" y="12487"/>
                        <a:pt x="67110" y="12361"/>
                      </a:cubicBezTo>
                      <a:cubicBezTo>
                        <a:pt x="67405" y="12234"/>
                        <a:pt x="67695" y="12119"/>
                        <a:pt x="67997" y="12007"/>
                      </a:cubicBezTo>
                      <a:cubicBezTo>
                        <a:pt x="68138" y="11957"/>
                        <a:pt x="68268" y="11883"/>
                        <a:pt x="68406" y="11819"/>
                      </a:cubicBezTo>
                      <a:cubicBezTo>
                        <a:pt x="68551" y="11752"/>
                        <a:pt x="68703" y="11702"/>
                        <a:pt x="68850" y="11633"/>
                      </a:cubicBezTo>
                      <a:cubicBezTo>
                        <a:pt x="69146" y="11494"/>
                        <a:pt x="69459" y="11395"/>
                        <a:pt x="69758" y="11265"/>
                      </a:cubicBezTo>
                      <a:cubicBezTo>
                        <a:pt x="70054" y="11135"/>
                        <a:pt x="70334" y="10990"/>
                        <a:pt x="70643" y="10890"/>
                      </a:cubicBezTo>
                      <a:cubicBezTo>
                        <a:pt x="70935" y="10795"/>
                        <a:pt x="71223" y="10704"/>
                        <a:pt x="71497" y="10566"/>
                      </a:cubicBezTo>
                      <a:cubicBezTo>
                        <a:pt x="71768" y="10426"/>
                        <a:pt x="72001" y="10252"/>
                        <a:pt x="72217" y="10038"/>
                      </a:cubicBezTo>
                      <a:cubicBezTo>
                        <a:pt x="72311" y="9945"/>
                        <a:pt x="72391" y="9844"/>
                        <a:pt x="72477" y="9744"/>
                      </a:cubicBezTo>
                      <a:cubicBezTo>
                        <a:pt x="72572" y="9632"/>
                        <a:pt x="72689" y="9545"/>
                        <a:pt x="72799" y="9448"/>
                      </a:cubicBezTo>
                      <a:cubicBezTo>
                        <a:pt x="72903" y="9353"/>
                        <a:pt x="72996" y="9232"/>
                        <a:pt x="73113" y="9153"/>
                      </a:cubicBezTo>
                      <a:cubicBezTo>
                        <a:pt x="73228" y="9071"/>
                        <a:pt x="73355" y="9033"/>
                        <a:pt x="73464" y="8937"/>
                      </a:cubicBezTo>
                      <a:cubicBezTo>
                        <a:pt x="73717" y="8712"/>
                        <a:pt x="73978" y="8503"/>
                        <a:pt x="74216" y="8262"/>
                      </a:cubicBezTo>
                      <a:cubicBezTo>
                        <a:pt x="74435" y="8039"/>
                        <a:pt x="74681" y="7847"/>
                        <a:pt x="74830" y="7568"/>
                      </a:cubicBezTo>
                      <a:cubicBezTo>
                        <a:pt x="74958" y="7328"/>
                        <a:pt x="75174" y="7157"/>
                        <a:pt x="75393" y="7001"/>
                      </a:cubicBezTo>
                      <a:cubicBezTo>
                        <a:pt x="75497" y="6926"/>
                        <a:pt x="75609" y="6852"/>
                        <a:pt x="75730" y="6807"/>
                      </a:cubicBezTo>
                      <a:cubicBezTo>
                        <a:pt x="75858" y="6759"/>
                        <a:pt x="75996" y="6763"/>
                        <a:pt x="76129" y="6755"/>
                      </a:cubicBezTo>
                      <a:cubicBezTo>
                        <a:pt x="76425" y="6733"/>
                        <a:pt x="76762" y="6781"/>
                        <a:pt x="77039" y="6893"/>
                      </a:cubicBezTo>
                      <a:cubicBezTo>
                        <a:pt x="77186" y="6951"/>
                        <a:pt x="77325" y="6973"/>
                        <a:pt x="77476" y="7016"/>
                      </a:cubicBezTo>
                      <a:cubicBezTo>
                        <a:pt x="77636" y="7058"/>
                        <a:pt x="77788" y="7124"/>
                        <a:pt x="77952" y="7159"/>
                      </a:cubicBezTo>
                      <a:cubicBezTo>
                        <a:pt x="78240" y="7222"/>
                        <a:pt x="78530" y="7298"/>
                        <a:pt x="78821" y="7354"/>
                      </a:cubicBezTo>
                      <a:cubicBezTo>
                        <a:pt x="79114" y="7412"/>
                        <a:pt x="79379" y="7579"/>
                        <a:pt x="79633" y="7732"/>
                      </a:cubicBezTo>
                      <a:cubicBezTo>
                        <a:pt x="79896" y="7888"/>
                        <a:pt x="80121" y="8057"/>
                        <a:pt x="80336" y="8273"/>
                      </a:cubicBezTo>
                      <a:cubicBezTo>
                        <a:pt x="80381" y="8319"/>
                        <a:pt x="80416" y="8373"/>
                        <a:pt x="80459" y="8420"/>
                      </a:cubicBezTo>
                      <a:cubicBezTo>
                        <a:pt x="80509" y="8476"/>
                        <a:pt x="80563" y="8502"/>
                        <a:pt x="80626" y="8541"/>
                      </a:cubicBezTo>
                      <a:cubicBezTo>
                        <a:pt x="80770" y="8626"/>
                        <a:pt x="80902" y="8745"/>
                        <a:pt x="81034" y="8851"/>
                      </a:cubicBezTo>
                      <a:cubicBezTo>
                        <a:pt x="81290" y="9054"/>
                        <a:pt x="81538" y="9257"/>
                        <a:pt x="81820" y="9424"/>
                      </a:cubicBezTo>
                      <a:cubicBezTo>
                        <a:pt x="82081" y="9578"/>
                        <a:pt x="82278" y="9803"/>
                        <a:pt x="82527" y="9975"/>
                      </a:cubicBezTo>
                      <a:cubicBezTo>
                        <a:pt x="82648" y="10058"/>
                        <a:pt x="82784" y="10121"/>
                        <a:pt x="82903" y="10209"/>
                      </a:cubicBezTo>
                      <a:cubicBezTo>
                        <a:pt x="83040" y="10306"/>
                        <a:pt x="83159" y="10393"/>
                        <a:pt x="83321" y="10447"/>
                      </a:cubicBezTo>
                      <a:cubicBezTo>
                        <a:pt x="83453" y="10493"/>
                        <a:pt x="83543" y="10585"/>
                        <a:pt x="83665" y="10638"/>
                      </a:cubicBezTo>
                      <a:cubicBezTo>
                        <a:pt x="83810" y="10702"/>
                        <a:pt x="83954" y="10730"/>
                        <a:pt x="84102" y="10771"/>
                      </a:cubicBezTo>
                      <a:cubicBezTo>
                        <a:pt x="84391" y="10852"/>
                        <a:pt x="84621" y="11042"/>
                        <a:pt x="84921" y="11074"/>
                      </a:cubicBezTo>
                      <a:cubicBezTo>
                        <a:pt x="85242" y="11105"/>
                        <a:pt x="85553" y="11124"/>
                        <a:pt x="85871" y="11189"/>
                      </a:cubicBezTo>
                      <a:cubicBezTo>
                        <a:pt x="86187" y="11254"/>
                        <a:pt x="86498" y="11250"/>
                        <a:pt x="86819" y="11239"/>
                      </a:cubicBezTo>
                      <a:cubicBezTo>
                        <a:pt x="87156" y="11228"/>
                        <a:pt x="87506" y="11215"/>
                        <a:pt x="87840" y="11170"/>
                      </a:cubicBezTo>
                      <a:cubicBezTo>
                        <a:pt x="88151" y="11129"/>
                        <a:pt x="88454" y="11038"/>
                        <a:pt x="88768" y="11031"/>
                      </a:cubicBezTo>
                      <a:cubicBezTo>
                        <a:pt x="89114" y="11023"/>
                        <a:pt x="89457" y="11066"/>
                        <a:pt x="89804" y="11044"/>
                      </a:cubicBezTo>
                      <a:cubicBezTo>
                        <a:pt x="90135" y="11022"/>
                        <a:pt x="90459" y="10964"/>
                        <a:pt x="90786" y="10927"/>
                      </a:cubicBezTo>
                      <a:cubicBezTo>
                        <a:pt x="91073" y="10895"/>
                        <a:pt x="91359" y="10943"/>
                        <a:pt x="91597" y="10748"/>
                      </a:cubicBezTo>
                      <a:cubicBezTo>
                        <a:pt x="91612" y="10735"/>
                        <a:pt x="91629" y="10733"/>
                        <a:pt x="91642" y="10737"/>
                      </a:cubicBezTo>
                      <a:cubicBezTo>
                        <a:pt x="91932" y="10545"/>
                        <a:pt x="92222" y="10361"/>
                        <a:pt x="92553" y="10242"/>
                      </a:cubicBezTo>
                      <a:cubicBezTo>
                        <a:pt x="92763" y="10166"/>
                        <a:pt x="92977" y="10092"/>
                        <a:pt x="93197" y="10043"/>
                      </a:cubicBezTo>
                      <a:cubicBezTo>
                        <a:pt x="93401" y="9997"/>
                        <a:pt x="93613" y="9986"/>
                        <a:pt x="93821" y="9976"/>
                      </a:cubicBezTo>
                      <a:cubicBezTo>
                        <a:pt x="94039" y="9969"/>
                        <a:pt x="94206" y="10019"/>
                        <a:pt x="94389" y="10133"/>
                      </a:cubicBezTo>
                      <a:cubicBezTo>
                        <a:pt x="94584" y="10255"/>
                        <a:pt x="94792" y="10343"/>
                        <a:pt x="95012" y="10413"/>
                      </a:cubicBezTo>
                      <a:cubicBezTo>
                        <a:pt x="95164" y="10464"/>
                        <a:pt x="95408" y="10586"/>
                        <a:pt x="95562" y="10499"/>
                      </a:cubicBezTo>
                      <a:cubicBezTo>
                        <a:pt x="95692" y="10426"/>
                        <a:pt x="95761" y="10265"/>
                        <a:pt x="95839" y="10148"/>
                      </a:cubicBezTo>
                      <a:cubicBezTo>
                        <a:pt x="95897" y="10062"/>
                        <a:pt x="95960" y="9984"/>
                        <a:pt x="96018" y="9900"/>
                      </a:cubicBezTo>
                      <a:cubicBezTo>
                        <a:pt x="96081" y="9811"/>
                        <a:pt x="96128" y="9716"/>
                        <a:pt x="96180" y="9621"/>
                      </a:cubicBezTo>
                      <a:cubicBezTo>
                        <a:pt x="96293" y="9420"/>
                        <a:pt x="96392" y="9221"/>
                        <a:pt x="96483" y="9009"/>
                      </a:cubicBezTo>
                      <a:cubicBezTo>
                        <a:pt x="96658" y="8606"/>
                        <a:pt x="96864" y="8208"/>
                        <a:pt x="97165" y="7882"/>
                      </a:cubicBezTo>
                      <a:cubicBezTo>
                        <a:pt x="97305" y="7732"/>
                        <a:pt x="97446" y="7637"/>
                        <a:pt x="97621" y="7535"/>
                      </a:cubicBezTo>
                      <a:cubicBezTo>
                        <a:pt x="97705" y="7486"/>
                        <a:pt x="97779" y="7425"/>
                        <a:pt x="97863" y="7376"/>
                      </a:cubicBezTo>
                      <a:cubicBezTo>
                        <a:pt x="97954" y="7323"/>
                        <a:pt x="98056" y="7293"/>
                        <a:pt x="98158" y="7270"/>
                      </a:cubicBezTo>
                      <a:cubicBezTo>
                        <a:pt x="98367" y="7226"/>
                        <a:pt x="98575" y="7174"/>
                        <a:pt x="98783" y="7131"/>
                      </a:cubicBezTo>
                      <a:cubicBezTo>
                        <a:pt x="99005" y="7086"/>
                        <a:pt x="99217" y="7044"/>
                        <a:pt x="99429" y="6969"/>
                      </a:cubicBezTo>
                      <a:cubicBezTo>
                        <a:pt x="99523" y="6936"/>
                        <a:pt x="99620" y="6908"/>
                        <a:pt x="99700" y="6846"/>
                      </a:cubicBezTo>
                      <a:cubicBezTo>
                        <a:pt x="99778" y="6791"/>
                        <a:pt x="99847" y="6720"/>
                        <a:pt x="99920" y="6657"/>
                      </a:cubicBezTo>
                      <a:cubicBezTo>
                        <a:pt x="100083" y="6515"/>
                        <a:pt x="100210" y="6335"/>
                        <a:pt x="100368" y="6184"/>
                      </a:cubicBezTo>
                      <a:cubicBezTo>
                        <a:pt x="100528" y="6028"/>
                        <a:pt x="100671" y="5853"/>
                        <a:pt x="100835" y="5701"/>
                      </a:cubicBezTo>
                      <a:cubicBezTo>
                        <a:pt x="100987" y="5559"/>
                        <a:pt x="101162" y="5440"/>
                        <a:pt x="101342" y="5336"/>
                      </a:cubicBezTo>
                      <a:cubicBezTo>
                        <a:pt x="101517" y="5234"/>
                        <a:pt x="101705" y="5126"/>
                        <a:pt x="101897" y="5059"/>
                      </a:cubicBezTo>
                      <a:cubicBezTo>
                        <a:pt x="102077" y="4998"/>
                        <a:pt x="102270" y="4985"/>
                        <a:pt x="102460" y="5003"/>
                      </a:cubicBezTo>
                      <a:cubicBezTo>
                        <a:pt x="102652" y="5024"/>
                        <a:pt x="102841" y="5070"/>
                        <a:pt x="103025" y="5124"/>
                      </a:cubicBezTo>
                      <a:cubicBezTo>
                        <a:pt x="103228" y="5180"/>
                        <a:pt x="103412" y="5277"/>
                        <a:pt x="103611" y="5340"/>
                      </a:cubicBezTo>
                      <a:cubicBezTo>
                        <a:pt x="103712" y="5373"/>
                        <a:pt x="103814" y="5390"/>
                        <a:pt x="103913" y="5431"/>
                      </a:cubicBezTo>
                      <a:cubicBezTo>
                        <a:pt x="104017" y="5472"/>
                        <a:pt x="104117" y="5524"/>
                        <a:pt x="104227" y="5552"/>
                      </a:cubicBezTo>
                      <a:cubicBezTo>
                        <a:pt x="104424" y="5606"/>
                        <a:pt x="104632" y="5677"/>
                        <a:pt x="104835" y="5705"/>
                      </a:cubicBezTo>
                      <a:cubicBezTo>
                        <a:pt x="105054" y="5732"/>
                        <a:pt x="105265" y="5749"/>
                        <a:pt x="105465" y="5853"/>
                      </a:cubicBezTo>
                      <a:cubicBezTo>
                        <a:pt x="105625" y="5937"/>
                        <a:pt x="105770" y="6050"/>
                        <a:pt x="105886" y="6192"/>
                      </a:cubicBezTo>
                      <a:cubicBezTo>
                        <a:pt x="106148" y="6515"/>
                        <a:pt x="106152" y="6952"/>
                        <a:pt x="106243" y="7345"/>
                      </a:cubicBezTo>
                      <a:cubicBezTo>
                        <a:pt x="106295" y="7564"/>
                        <a:pt x="106373" y="7773"/>
                        <a:pt x="106433" y="7990"/>
                      </a:cubicBezTo>
                      <a:cubicBezTo>
                        <a:pt x="106449" y="8053"/>
                        <a:pt x="106462" y="8128"/>
                        <a:pt x="106501" y="8184"/>
                      </a:cubicBezTo>
                      <a:cubicBezTo>
                        <a:pt x="106524" y="8213"/>
                        <a:pt x="106522" y="8215"/>
                        <a:pt x="106548" y="8210"/>
                      </a:cubicBezTo>
                      <a:cubicBezTo>
                        <a:pt x="106578" y="8204"/>
                        <a:pt x="106628" y="8130"/>
                        <a:pt x="106654" y="8109"/>
                      </a:cubicBezTo>
                      <a:cubicBezTo>
                        <a:pt x="106723" y="8059"/>
                        <a:pt x="106803" y="8035"/>
                        <a:pt x="106875" y="7998"/>
                      </a:cubicBezTo>
                      <a:cubicBezTo>
                        <a:pt x="106964" y="7951"/>
                        <a:pt x="107041" y="7879"/>
                        <a:pt x="107106" y="7804"/>
                      </a:cubicBezTo>
                      <a:cubicBezTo>
                        <a:pt x="107238" y="7648"/>
                        <a:pt x="107364" y="7475"/>
                        <a:pt x="107465" y="7296"/>
                      </a:cubicBezTo>
                      <a:cubicBezTo>
                        <a:pt x="107645" y="6977"/>
                        <a:pt x="107995" y="6623"/>
                        <a:pt x="108404" y="6705"/>
                      </a:cubicBezTo>
                      <a:cubicBezTo>
                        <a:pt x="108586" y="6742"/>
                        <a:pt x="108674" y="6898"/>
                        <a:pt x="108813" y="7004"/>
                      </a:cubicBezTo>
                      <a:cubicBezTo>
                        <a:pt x="108977" y="7131"/>
                        <a:pt x="109170" y="7211"/>
                        <a:pt x="109336" y="7339"/>
                      </a:cubicBezTo>
                      <a:cubicBezTo>
                        <a:pt x="109674" y="7605"/>
                        <a:pt x="109960" y="7938"/>
                        <a:pt x="110210" y="8288"/>
                      </a:cubicBezTo>
                      <a:cubicBezTo>
                        <a:pt x="110308" y="8425"/>
                        <a:pt x="110398" y="8570"/>
                        <a:pt x="110487" y="8714"/>
                      </a:cubicBezTo>
                      <a:cubicBezTo>
                        <a:pt x="110557" y="8693"/>
                        <a:pt x="110630" y="8675"/>
                        <a:pt x="110703" y="8665"/>
                      </a:cubicBezTo>
                      <a:cubicBezTo>
                        <a:pt x="110814" y="8650"/>
                        <a:pt x="110933" y="8676"/>
                        <a:pt x="111043" y="8650"/>
                      </a:cubicBezTo>
                      <a:cubicBezTo>
                        <a:pt x="111143" y="8626"/>
                        <a:pt x="111233" y="8557"/>
                        <a:pt x="111320" y="8503"/>
                      </a:cubicBezTo>
                      <a:cubicBezTo>
                        <a:pt x="111420" y="8440"/>
                        <a:pt x="111526" y="8390"/>
                        <a:pt x="111634" y="8342"/>
                      </a:cubicBezTo>
                      <a:cubicBezTo>
                        <a:pt x="111852" y="8247"/>
                        <a:pt x="112066" y="8146"/>
                        <a:pt x="112285" y="8057"/>
                      </a:cubicBezTo>
                      <a:cubicBezTo>
                        <a:pt x="112510" y="7966"/>
                        <a:pt x="112722" y="7851"/>
                        <a:pt x="112949" y="7765"/>
                      </a:cubicBezTo>
                      <a:cubicBezTo>
                        <a:pt x="113159" y="7687"/>
                        <a:pt x="113379" y="7601"/>
                        <a:pt x="113557" y="7464"/>
                      </a:cubicBezTo>
                      <a:cubicBezTo>
                        <a:pt x="113643" y="7397"/>
                        <a:pt x="113741" y="7354"/>
                        <a:pt x="113836" y="7302"/>
                      </a:cubicBezTo>
                      <a:cubicBezTo>
                        <a:pt x="113940" y="7244"/>
                        <a:pt x="114041" y="7185"/>
                        <a:pt x="114147" y="7133"/>
                      </a:cubicBezTo>
                      <a:cubicBezTo>
                        <a:pt x="114337" y="7044"/>
                        <a:pt x="114508" y="6921"/>
                        <a:pt x="114692" y="6817"/>
                      </a:cubicBezTo>
                      <a:cubicBezTo>
                        <a:pt x="114891" y="6701"/>
                        <a:pt x="115118" y="6651"/>
                        <a:pt x="115320" y="6541"/>
                      </a:cubicBezTo>
                      <a:cubicBezTo>
                        <a:pt x="115503" y="6441"/>
                        <a:pt x="115661" y="6335"/>
                        <a:pt x="115806" y="6192"/>
                      </a:cubicBezTo>
                      <a:cubicBezTo>
                        <a:pt x="115863" y="6136"/>
                        <a:pt x="115934" y="6063"/>
                        <a:pt x="116014" y="6024"/>
                      </a:cubicBezTo>
                      <a:cubicBezTo>
                        <a:pt x="116018" y="6019"/>
                        <a:pt x="116020" y="6015"/>
                        <a:pt x="116025" y="6008"/>
                      </a:cubicBezTo>
                      <a:cubicBezTo>
                        <a:pt x="116135" y="5853"/>
                        <a:pt x="116276" y="5770"/>
                        <a:pt x="116468" y="5764"/>
                      </a:cubicBezTo>
                      <a:cubicBezTo>
                        <a:pt x="116697" y="5758"/>
                        <a:pt x="116914" y="5777"/>
                        <a:pt x="117143" y="5740"/>
                      </a:cubicBezTo>
                      <a:cubicBezTo>
                        <a:pt x="117364" y="5703"/>
                        <a:pt x="117580" y="5639"/>
                        <a:pt x="117805" y="5636"/>
                      </a:cubicBezTo>
                      <a:cubicBezTo>
                        <a:pt x="117904" y="5634"/>
                        <a:pt x="117987" y="5632"/>
                        <a:pt x="118082" y="5591"/>
                      </a:cubicBezTo>
                      <a:cubicBezTo>
                        <a:pt x="118177" y="5552"/>
                        <a:pt x="118268" y="5502"/>
                        <a:pt x="118367" y="5465"/>
                      </a:cubicBezTo>
                      <a:cubicBezTo>
                        <a:pt x="118571" y="5385"/>
                        <a:pt x="118748" y="5266"/>
                        <a:pt x="118917" y="5124"/>
                      </a:cubicBezTo>
                      <a:cubicBezTo>
                        <a:pt x="119081" y="4988"/>
                        <a:pt x="119276" y="4894"/>
                        <a:pt x="119458" y="4786"/>
                      </a:cubicBezTo>
                      <a:cubicBezTo>
                        <a:pt x="119642" y="4676"/>
                        <a:pt x="119849" y="4581"/>
                        <a:pt x="120063" y="4553"/>
                      </a:cubicBezTo>
                      <a:cubicBezTo>
                        <a:pt x="120260" y="4527"/>
                        <a:pt x="120451" y="4568"/>
                        <a:pt x="120649" y="4561"/>
                      </a:cubicBezTo>
                      <a:cubicBezTo>
                        <a:pt x="120745" y="4557"/>
                        <a:pt x="120844" y="4540"/>
                        <a:pt x="120933" y="4507"/>
                      </a:cubicBezTo>
                      <a:cubicBezTo>
                        <a:pt x="121024" y="4471"/>
                        <a:pt x="121084" y="4408"/>
                        <a:pt x="121164" y="4360"/>
                      </a:cubicBezTo>
                      <a:cubicBezTo>
                        <a:pt x="121342" y="4250"/>
                        <a:pt x="121578" y="4265"/>
                        <a:pt x="121779" y="4278"/>
                      </a:cubicBezTo>
                      <a:cubicBezTo>
                        <a:pt x="122006" y="4293"/>
                        <a:pt x="122229" y="4302"/>
                        <a:pt x="122451" y="4362"/>
                      </a:cubicBezTo>
                      <a:cubicBezTo>
                        <a:pt x="122659" y="4418"/>
                        <a:pt x="122858" y="4509"/>
                        <a:pt x="123066" y="4568"/>
                      </a:cubicBezTo>
                      <a:cubicBezTo>
                        <a:pt x="123301" y="4633"/>
                        <a:pt x="123514" y="4607"/>
                        <a:pt x="123749" y="4555"/>
                      </a:cubicBezTo>
                      <a:cubicBezTo>
                        <a:pt x="123972" y="4507"/>
                        <a:pt x="124182" y="4486"/>
                        <a:pt x="124411" y="4481"/>
                      </a:cubicBezTo>
                      <a:cubicBezTo>
                        <a:pt x="124632" y="4473"/>
                        <a:pt x="124837" y="4388"/>
                        <a:pt x="125060" y="4377"/>
                      </a:cubicBezTo>
                      <a:cubicBezTo>
                        <a:pt x="125274" y="4365"/>
                        <a:pt x="125516" y="4373"/>
                        <a:pt x="125729" y="4408"/>
                      </a:cubicBezTo>
                      <a:cubicBezTo>
                        <a:pt x="125834" y="4427"/>
                        <a:pt x="125932" y="4468"/>
                        <a:pt x="126038" y="4486"/>
                      </a:cubicBezTo>
                      <a:cubicBezTo>
                        <a:pt x="126142" y="4503"/>
                        <a:pt x="126246" y="4511"/>
                        <a:pt x="126349" y="4550"/>
                      </a:cubicBezTo>
                      <a:cubicBezTo>
                        <a:pt x="126516" y="4613"/>
                        <a:pt x="126650" y="4730"/>
                        <a:pt x="126775" y="4856"/>
                      </a:cubicBezTo>
                      <a:cubicBezTo>
                        <a:pt x="126925" y="5011"/>
                        <a:pt x="127108" y="5122"/>
                        <a:pt x="127267" y="5266"/>
                      </a:cubicBezTo>
                      <a:cubicBezTo>
                        <a:pt x="127347" y="5336"/>
                        <a:pt x="127424" y="5385"/>
                        <a:pt x="127520" y="5435"/>
                      </a:cubicBezTo>
                      <a:cubicBezTo>
                        <a:pt x="127612" y="5483"/>
                        <a:pt x="127684" y="5552"/>
                        <a:pt x="127766" y="5613"/>
                      </a:cubicBezTo>
                      <a:cubicBezTo>
                        <a:pt x="127848" y="5677"/>
                        <a:pt x="127946" y="5703"/>
                        <a:pt x="128036" y="5753"/>
                      </a:cubicBezTo>
                      <a:cubicBezTo>
                        <a:pt x="128125" y="5803"/>
                        <a:pt x="128199" y="5874"/>
                        <a:pt x="128281" y="5933"/>
                      </a:cubicBezTo>
                      <a:cubicBezTo>
                        <a:pt x="128460" y="6060"/>
                        <a:pt x="128655" y="6156"/>
                        <a:pt x="128828" y="6292"/>
                      </a:cubicBezTo>
                      <a:cubicBezTo>
                        <a:pt x="129004" y="6428"/>
                        <a:pt x="129176" y="6564"/>
                        <a:pt x="129371" y="6672"/>
                      </a:cubicBezTo>
                      <a:cubicBezTo>
                        <a:pt x="129572" y="6781"/>
                        <a:pt x="129782" y="6872"/>
                        <a:pt x="129979" y="6988"/>
                      </a:cubicBezTo>
                      <a:cubicBezTo>
                        <a:pt x="130163" y="7094"/>
                        <a:pt x="130314" y="7244"/>
                        <a:pt x="130489" y="7365"/>
                      </a:cubicBezTo>
                      <a:cubicBezTo>
                        <a:pt x="130665" y="7486"/>
                        <a:pt x="130848" y="7607"/>
                        <a:pt x="131028" y="7720"/>
                      </a:cubicBezTo>
                      <a:cubicBezTo>
                        <a:pt x="131402" y="7955"/>
                        <a:pt x="131829" y="8091"/>
                        <a:pt x="132216" y="8297"/>
                      </a:cubicBezTo>
                      <a:cubicBezTo>
                        <a:pt x="132410" y="8399"/>
                        <a:pt x="132594" y="8516"/>
                        <a:pt x="132759" y="8660"/>
                      </a:cubicBezTo>
                      <a:cubicBezTo>
                        <a:pt x="132932" y="8808"/>
                        <a:pt x="133089" y="8976"/>
                        <a:pt x="133265" y="9121"/>
                      </a:cubicBezTo>
                      <a:cubicBezTo>
                        <a:pt x="133622" y="9418"/>
                        <a:pt x="134031" y="9636"/>
                        <a:pt x="134407" y="9908"/>
                      </a:cubicBezTo>
                      <a:cubicBezTo>
                        <a:pt x="134604" y="10047"/>
                        <a:pt x="134796" y="10198"/>
                        <a:pt x="134985" y="10348"/>
                      </a:cubicBezTo>
                      <a:cubicBezTo>
                        <a:pt x="135136" y="10469"/>
                        <a:pt x="135281" y="10625"/>
                        <a:pt x="135480" y="10648"/>
                      </a:cubicBezTo>
                      <a:cubicBezTo>
                        <a:pt x="135698" y="10674"/>
                        <a:pt x="135917" y="10618"/>
                        <a:pt x="136129" y="10573"/>
                      </a:cubicBezTo>
                      <a:cubicBezTo>
                        <a:pt x="136362" y="10521"/>
                        <a:pt x="136596" y="10488"/>
                        <a:pt x="136830" y="10449"/>
                      </a:cubicBezTo>
                      <a:cubicBezTo>
                        <a:pt x="137067" y="10410"/>
                        <a:pt x="137279" y="10404"/>
                        <a:pt x="137515" y="10430"/>
                      </a:cubicBezTo>
                      <a:cubicBezTo>
                        <a:pt x="137745" y="10456"/>
                        <a:pt x="137980" y="10458"/>
                        <a:pt x="138210" y="10492"/>
                      </a:cubicBezTo>
                      <a:cubicBezTo>
                        <a:pt x="138433" y="10523"/>
                        <a:pt x="138653" y="10594"/>
                        <a:pt x="138865" y="10666"/>
                      </a:cubicBezTo>
                      <a:cubicBezTo>
                        <a:pt x="138956" y="10694"/>
                        <a:pt x="139040" y="10730"/>
                        <a:pt x="139110" y="10795"/>
                      </a:cubicBezTo>
                      <a:cubicBezTo>
                        <a:pt x="139177" y="10852"/>
                        <a:pt x="139283" y="10862"/>
                        <a:pt x="139367" y="10897"/>
                      </a:cubicBezTo>
                      <a:cubicBezTo>
                        <a:pt x="139536" y="10964"/>
                        <a:pt x="139726" y="11046"/>
                        <a:pt x="139912" y="11038"/>
                      </a:cubicBezTo>
                      <a:cubicBezTo>
                        <a:pt x="139912" y="11036"/>
                        <a:pt x="139914" y="11036"/>
                        <a:pt x="139914" y="11036"/>
                      </a:cubicBezTo>
                      <a:cubicBezTo>
                        <a:pt x="139932" y="10988"/>
                        <a:pt x="140011" y="10994"/>
                        <a:pt x="140020" y="11040"/>
                      </a:cubicBezTo>
                      <a:cubicBezTo>
                        <a:pt x="140057" y="11029"/>
                        <a:pt x="140094" y="11018"/>
                        <a:pt x="140131" y="11005"/>
                      </a:cubicBezTo>
                      <a:cubicBezTo>
                        <a:pt x="140250" y="10964"/>
                        <a:pt x="140364" y="10910"/>
                        <a:pt x="140476" y="10856"/>
                      </a:cubicBezTo>
                      <a:cubicBezTo>
                        <a:pt x="140715" y="10739"/>
                        <a:pt x="140953" y="10635"/>
                        <a:pt x="141206" y="10551"/>
                      </a:cubicBezTo>
                      <a:cubicBezTo>
                        <a:pt x="141333" y="10508"/>
                        <a:pt x="141467" y="10477"/>
                        <a:pt x="141590" y="10426"/>
                      </a:cubicBezTo>
                      <a:cubicBezTo>
                        <a:pt x="141699" y="10382"/>
                        <a:pt x="141800" y="10317"/>
                        <a:pt x="141908" y="10267"/>
                      </a:cubicBezTo>
                      <a:cubicBezTo>
                        <a:pt x="142012" y="10218"/>
                        <a:pt x="142123" y="10187"/>
                        <a:pt x="142218" y="10121"/>
                      </a:cubicBezTo>
                      <a:cubicBezTo>
                        <a:pt x="142324" y="10051"/>
                        <a:pt x="142419" y="9963"/>
                        <a:pt x="142518" y="9883"/>
                      </a:cubicBezTo>
                      <a:cubicBezTo>
                        <a:pt x="142620" y="9800"/>
                        <a:pt x="142724" y="9716"/>
                        <a:pt x="142834" y="9642"/>
                      </a:cubicBezTo>
                      <a:cubicBezTo>
                        <a:pt x="142936" y="9569"/>
                        <a:pt x="143029" y="9485"/>
                        <a:pt x="143133" y="9415"/>
                      </a:cubicBezTo>
                      <a:cubicBezTo>
                        <a:pt x="143237" y="9344"/>
                        <a:pt x="143321" y="9253"/>
                        <a:pt x="143416" y="9169"/>
                      </a:cubicBezTo>
                      <a:cubicBezTo>
                        <a:pt x="143514" y="9084"/>
                        <a:pt x="143628" y="9011"/>
                        <a:pt x="143738" y="8939"/>
                      </a:cubicBezTo>
                      <a:cubicBezTo>
                        <a:pt x="143964" y="8784"/>
                        <a:pt x="144195" y="8636"/>
                        <a:pt x="144435" y="8503"/>
                      </a:cubicBezTo>
                      <a:cubicBezTo>
                        <a:pt x="144671" y="8371"/>
                        <a:pt x="144909" y="8232"/>
                        <a:pt x="145149" y="8107"/>
                      </a:cubicBezTo>
                      <a:cubicBezTo>
                        <a:pt x="145380" y="7988"/>
                        <a:pt x="145629" y="7899"/>
                        <a:pt x="145871" y="7806"/>
                      </a:cubicBezTo>
                      <a:cubicBezTo>
                        <a:pt x="146088" y="7724"/>
                        <a:pt x="146310" y="7644"/>
                        <a:pt x="146496" y="7501"/>
                      </a:cubicBezTo>
                      <a:cubicBezTo>
                        <a:pt x="146594" y="7425"/>
                        <a:pt x="146689" y="7347"/>
                        <a:pt x="146791" y="7278"/>
                      </a:cubicBezTo>
                      <a:cubicBezTo>
                        <a:pt x="146894" y="7209"/>
                        <a:pt x="147000" y="7159"/>
                        <a:pt x="147107" y="7103"/>
                      </a:cubicBezTo>
                      <a:cubicBezTo>
                        <a:pt x="147325" y="6995"/>
                        <a:pt x="147524" y="6856"/>
                        <a:pt x="147732" y="6733"/>
                      </a:cubicBezTo>
                      <a:cubicBezTo>
                        <a:pt x="147838" y="6672"/>
                        <a:pt x="147946" y="6614"/>
                        <a:pt x="148060" y="6567"/>
                      </a:cubicBezTo>
                      <a:cubicBezTo>
                        <a:pt x="148177" y="6519"/>
                        <a:pt x="148285" y="6502"/>
                        <a:pt x="148409" y="6489"/>
                      </a:cubicBezTo>
                      <a:cubicBezTo>
                        <a:pt x="148532" y="6476"/>
                        <a:pt x="148647" y="6434"/>
                        <a:pt x="148770" y="6426"/>
                      </a:cubicBezTo>
                      <a:cubicBezTo>
                        <a:pt x="148887" y="6419"/>
                        <a:pt x="149006" y="6411"/>
                        <a:pt x="149125" y="6409"/>
                      </a:cubicBezTo>
                      <a:cubicBezTo>
                        <a:pt x="149261" y="6406"/>
                        <a:pt x="149384" y="6447"/>
                        <a:pt x="149514" y="6480"/>
                      </a:cubicBezTo>
                      <a:cubicBezTo>
                        <a:pt x="149648" y="6515"/>
                        <a:pt x="149782" y="6538"/>
                        <a:pt x="149918" y="6562"/>
                      </a:cubicBezTo>
                      <a:cubicBezTo>
                        <a:pt x="150040" y="6584"/>
                        <a:pt x="150161" y="6601"/>
                        <a:pt x="150284" y="6616"/>
                      </a:cubicBezTo>
                      <a:cubicBezTo>
                        <a:pt x="150366" y="6538"/>
                        <a:pt x="150448" y="6458"/>
                        <a:pt x="150531" y="6383"/>
                      </a:cubicBezTo>
                      <a:cubicBezTo>
                        <a:pt x="150652" y="6275"/>
                        <a:pt x="150792" y="6195"/>
                        <a:pt x="150922" y="6099"/>
                      </a:cubicBezTo>
                      <a:cubicBezTo>
                        <a:pt x="151050" y="6004"/>
                        <a:pt x="151151" y="5889"/>
                        <a:pt x="151249" y="5764"/>
                      </a:cubicBezTo>
                      <a:cubicBezTo>
                        <a:pt x="151457" y="5498"/>
                        <a:pt x="151697" y="5258"/>
                        <a:pt x="151915" y="5002"/>
                      </a:cubicBezTo>
                      <a:cubicBezTo>
                        <a:pt x="152008" y="4888"/>
                        <a:pt x="152110" y="4756"/>
                        <a:pt x="152252" y="4704"/>
                      </a:cubicBezTo>
                      <a:cubicBezTo>
                        <a:pt x="152315" y="4680"/>
                        <a:pt x="152371" y="4659"/>
                        <a:pt x="152428" y="4624"/>
                      </a:cubicBezTo>
                      <a:cubicBezTo>
                        <a:pt x="152490" y="4585"/>
                        <a:pt x="152553" y="4551"/>
                        <a:pt x="152625" y="4542"/>
                      </a:cubicBezTo>
                      <a:cubicBezTo>
                        <a:pt x="152705" y="4535"/>
                        <a:pt x="152772" y="4559"/>
                        <a:pt x="152841" y="4590"/>
                      </a:cubicBezTo>
                      <a:cubicBezTo>
                        <a:pt x="152917" y="4626"/>
                        <a:pt x="152994" y="4628"/>
                        <a:pt x="153077" y="4631"/>
                      </a:cubicBezTo>
                      <a:cubicBezTo>
                        <a:pt x="153248" y="4635"/>
                        <a:pt x="153393" y="4657"/>
                        <a:pt x="153542" y="4741"/>
                      </a:cubicBezTo>
                      <a:cubicBezTo>
                        <a:pt x="153672" y="4814"/>
                        <a:pt x="153784" y="4914"/>
                        <a:pt x="153910" y="4992"/>
                      </a:cubicBezTo>
                      <a:cubicBezTo>
                        <a:pt x="154046" y="5078"/>
                        <a:pt x="154193" y="5147"/>
                        <a:pt x="154333" y="5230"/>
                      </a:cubicBezTo>
                      <a:cubicBezTo>
                        <a:pt x="154476" y="5314"/>
                        <a:pt x="154612" y="5407"/>
                        <a:pt x="154734" y="5517"/>
                      </a:cubicBezTo>
                      <a:cubicBezTo>
                        <a:pt x="154852" y="5621"/>
                        <a:pt x="154959" y="5732"/>
                        <a:pt x="155093" y="5812"/>
                      </a:cubicBezTo>
                      <a:cubicBezTo>
                        <a:pt x="155385" y="5985"/>
                        <a:pt x="155627" y="6236"/>
                        <a:pt x="155845" y="6495"/>
                      </a:cubicBezTo>
                      <a:cubicBezTo>
                        <a:pt x="155954" y="6627"/>
                        <a:pt x="156058" y="6763"/>
                        <a:pt x="156157" y="6902"/>
                      </a:cubicBezTo>
                      <a:cubicBezTo>
                        <a:pt x="156246" y="7029"/>
                        <a:pt x="156328" y="7146"/>
                        <a:pt x="156455" y="7237"/>
                      </a:cubicBezTo>
                      <a:cubicBezTo>
                        <a:pt x="156512" y="7280"/>
                        <a:pt x="156574" y="7311"/>
                        <a:pt x="156635" y="7347"/>
                      </a:cubicBezTo>
                      <a:cubicBezTo>
                        <a:pt x="156708" y="7391"/>
                        <a:pt x="156769" y="7451"/>
                        <a:pt x="156832" y="7505"/>
                      </a:cubicBezTo>
                      <a:cubicBezTo>
                        <a:pt x="156959" y="7613"/>
                        <a:pt x="157104" y="7691"/>
                        <a:pt x="157249" y="7767"/>
                      </a:cubicBezTo>
                      <a:cubicBezTo>
                        <a:pt x="157310" y="7800"/>
                        <a:pt x="157368" y="7836"/>
                        <a:pt x="157437" y="7849"/>
                      </a:cubicBezTo>
                      <a:cubicBezTo>
                        <a:pt x="157522" y="7867"/>
                        <a:pt x="157598" y="7888"/>
                        <a:pt x="157680" y="7923"/>
                      </a:cubicBezTo>
                      <a:cubicBezTo>
                        <a:pt x="157835" y="7992"/>
                        <a:pt x="157983" y="8074"/>
                        <a:pt x="158132" y="8152"/>
                      </a:cubicBezTo>
                      <a:cubicBezTo>
                        <a:pt x="158279" y="8230"/>
                        <a:pt x="158435" y="8290"/>
                        <a:pt x="158580" y="8370"/>
                      </a:cubicBezTo>
                      <a:cubicBezTo>
                        <a:pt x="158731" y="8453"/>
                        <a:pt x="158850" y="8583"/>
                        <a:pt x="158980" y="8691"/>
                      </a:cubicBezTo>
                      <a:cubicBezTo>
                        <a:pt x="159103" y="8792"/>
                        <a:pt x="159228" y="8890"/>
                        <a:pt x="159365" y="8970"/>
                      </a:cubicBezTo>
                      <a:cubicBezTo>
                        <a:pt x="159510" y="9052"/>
                        <a:pt x="159629" y="9154"/>
                        <a:pt x="159748" y="9268"/>
                      </a:cubicBezTo>
                      <a:cubicBezTo>
                        <a:pt x="159867" y="9381"/>
                        <a:pt x="159983" y="9491"/>
                        <a:pt x="160130" y="9564"/>
                      </a:cubicBezTo>
                      <a:cubicBezTo>
                        <a:pt x="160282" y="9642"/>
                        <a:pt x="160436" y="9714"/>
                        <a:pt x="160585" y="9800"/>
                      </a:cubicBezTo>
                      <a:cubicBezTo>
                        <a:pt x="160730" y="9882"/>
                        <a:pt x="160873" y="9969"/>
                        <a:pt x="161028" y="10034"/>
                      </a:cubicBezTo>
                      <a:cubicBezTo>
                        <a:pt x="161191" y="10103"/>
                        <a:pt x="161363" y="10134"/>
                        <a:pt x="161535" y="10168"/>
                      </a:cubicBezTo>
                      <a:cubicBezTo>
                        <a:pt x="161710" y="10201"/>
                        <a:pt x="161887" y="10235"/>
                        <a:pt x="162058" y="10285"/>
                      </a:cubicBezTo>
                      <a:cubicBezTo>
                        <a:pt x="162136" y="10309"/>
                        <a:pt x="162211" y="10341"/>
                        <a:pt x="162285" y="10369"/>
                      </a:cubicBezTo>
                      <a:cubicBezTo>
                        <a:pt x="162367" y="10400"/>
                        <a:pt x="162451" y="10412"/>
                        <a:pt x="162534" y="10434"/>
                      </a:cubicBezTo>
                      <a:cubicBezTo>
                        <a:pt x="162690" y="10473"/>
                        <a:pt x="162824" y="10547"/>
                        <a:pt x="162984" y="10568"/>
                      </a:cubicBezTo>
                      <a:cubicBezTo>
                        <a:pt x="163068" y="10579"/>
                        <a:pt x="163150" y="10585"/>
                        <a:pt x="163233" y="10594"/>
                      </a:cubicBezTo>
                      <a:cubicBezTo>
                        <a:pt x="163321" y="10603"/>
                        <a:pt x="163393" y="10618"/>
                        <a:pt x="163481" y="10599"/>
                      </a:cubicBezTo>
                      <a:cubicBezTo>
                        <a:pt x="163583" y="10577"/>
                        <a:pt x="163711" y="10553"/>
                        <a:pt x="163812" y="10583"/>
                      </a:cubicBezTo>
                      <a:cubicBezTo>
                        <a:pt x="163821" y="10585"/>
                        <a:pt x="163827" y="10588"/>
                        <a:pt x="163832" y="10594"/>
                      </a:cubicBezTo>
                      <a:cubicBezTo>
                        <a:pt x="163873" y="10585"/>
                        <a:pt x="163916" y="10577"/>
                        <a:pt x="163959" y="10570"/>
                      </a:cubicBezTo>
                      <a:cubicBezTo>
                        <a:pt x="164241" y="10514"/>
                        <a:pt x="164519" y="10467"/>
                        <a:pt x="164788" y="10360"/>
                      </a:cubicBezTo>
                      <a:cubicBezTo>
                        <a:pt x="165039" y="10259"/>
                        <a:pt x="165281" y="10161"/>
                        <a:pt x="165549" y="10120"/>
                      </a:cubicBezTo>
                      <a:cubicBezTo>
                        <a:pt x="165837" y="10077"/>
                        <a:pt x="166103" y="9980"/>
                        <a:pt x="166382" y="9906"/>
                      </a:cubicBezTo>
                      <a:cubicBezTo>
                        <a:pt x="166646" y="9839"/>
                        <a:pt x="166888" y="9703"/>
                        <a:pt x="167152" y="9629"/>
                      </a:cubicBezTo>
                      <a:cubicBezTo>
                        <a:pt x="167424" y="9552"/>
                        <a:pt x="167688" y="9452"/>
                        <a:pt x="167944" y="9335"/>
                      </a:cubicBezTo>
                      <a:cubicBezTo>
                        <a:pt x="168205" y="9218"/>
                        <a:pt x="168459" y="9087"/>
                        <a:pt x="168729" y="8991"/>
                      </a:cubicBezTo>
                      <a:cubicBezTo>
                        <a:pt x="169001" y="8890"/>
                        <a:pt x="169294" y="8831"/>
                        <a:pt x="169557" y="8712"/>
                      </a:cubicBezTo>
                      <a:cubicBezTo>
                        <a:pt x="169657" y="8667"/>
                        <a:pt x="169745" y="8600"/>
                        <a:pt x="169839" y="8546"/>
                      </a:cubicBezTo>
                      <a:cubicBezTo>
                        <a:pt x="169953" y="8481"/>
                        <a:pt x="170077" y="8446"/>
                        <a:pt x="170193" y="8384"/>
                      </a:cubicBezTo>
                      <a:cubicBezTo>
                        <a:pt x="170425" y="8265"/>
                        <a:pt x="170635" y="8113"/>
                        <a:pt x="170879" y="8012"/>
                      </a:cubicBezTo>
                      <a:cubicBezTo>
                        <a:pt x="171128" y="7912"/>
                        <a:pt x="171364" y="7774"/>
                        <a:pt x="171641" y="7780"/>
                      </a:cubicBezTo>
                      <a:cubicBezTo>
                        <a:pt x="171920" y="7787"/>
                        <a:pt x="172203" y="7825"/>
                        <a:pt x="172480" y="7849"/>
                      </a:cubicBezTo>
                      <a:cubicBezTo>
                        <a:pt x="172754" y="7871"/>
                        <a:pt x="172953" y="7827"/>
                        <a:pt x="173185" y="7678"/>
                      </a:cubicBezTo>
                      <a:cubicBezTo>
                        <a:pt x="173280" y="7616"/>
                        <a:pt x="173377" y="7562"/>
                        <a:pt x="173490" y="7551"/>
                      </a:cubicBezTo>
                      <a:cubicBezTo>
                        <a:pt x="173617" y="7538"/>
                        <a:pt x="173739" y="7572"/>
                        <a:pt x="173864" y="7579"/>
                      </a:cubicBezTo>
                      <a:cubicBezTo>
                        <a:pt x="173996" y="7587"/>
                        <a:pt x="174126" y="7583"/>
                        <a:pt x="174254" y="7614"/>
                      </a:cubicBezTo>
                      <a:cubicBezTo>
                        <a:pt x="174385" y="7646"/>
                        <a:pt x="174511" y="7704"/>
                        <a:pt x="174636" y="7754"/>
                      </a:cubicBezTo>
                      <a:cubicBezTo>
                        <a:pt x="174744" y="7800"/>
                        <a:pt x="174846" y="7854"/>
                        <a:pt x="174928" y="7942"/>
                      </a:cubicBezTo>
                      <a:cubicBezTo>
                        <a:pt x="175026" y="8050"/>
                        <a:pt x="175093" y="8185"/>
                        <a:pt x="175188" y="8295"/>
                      </a:cubicBezTo>
                      <a:cubicBezTo>
                        <a:pt x="175264" y="8384"/>
                        <a:pt x="175363" y="8427"/>
                        <a:pt x="175454" y="8494"/>
                      </a:cubicBezTo>
                      <a:cubicBezTo>
                        <a:pt x="175502" y="8529"/>
                        <a:pt x="175540" y="8580"/>
                        <a:pt x="175592" y="8609"/>
                      </a:cubicBezTo>
                      <a:cubicBezTo>
                        <a:pt x="175655" y="8641"/>
                        <a:pt x="175724" y="8656"/>
                        <a:pt x="175783" y="8697"/>
                      </a:cubicBezTo>
                      <a:cubicBezTo>
                        <a:pt x="175889" y="8768"/>
                        <a:pt x="175980" y="8861"/>
                        <a:pt x="176083" y="8933"/>
                      </a:cubicBezTo>
                      <a:cubicBezTo>
                        <a:pt x="176192" y="9011"/>
                        <a:pt x="176324" y="9047"/>
                        <a:pt x="176432" y="9125"/>
                      </a:cubicBezTo>
                      <a:cubicBezTo>
                        <a:pt x="176542" y="9203"/>
                        <a:pt x="176635" y="9299"/>
                        <a:pt x="176747" y="9374"/>
                      </a:cubicBezTo>
                      <a:cubicBezTo>
                        <a:pt x="176853" y="9446"/>
                        <a:pt x="176962" y="9504"/>
                        <a:pt x="177057" y="9590"/>
                      </a:cubicBezTo>
                      <a:cubicBezTo>
                        <a:pt x="177137" y="9660"/>
                        <a:pt x="177243" y="9785"/>
                        <a:pt x="177358" y="9789"/>
                      </a:cubicBezTo>
                      <a:cubicBezTo>
                        <a:pt x="177414" y="9790"/>
                        <a:pt x="177479" y="9770"/>
                        <a:pt x="177533" y="9763"/>
                      </a:cubicBezTo>
                      <a:cubicBezTo>
                        <a:pt x="177619" y="9751"/>
                        <a:pt x="177706" y="9740"/>
                        <a:pt x="177790" y="9727"/>
                      </a:cubicBezTo>
                      <a:cubicBezTo>
                        <a:pt x="177935" y="9707"/>
                        <a:pt x="178082" y="9690"/>
                        <a:pt x="178223" y="9658"/>
                      </a:cubicBezTo>
                      <a:cubicBezTo>
                        <a:pt x="178357" y="9629"/>
                        <a:pt x="178469" y="9549"/>
                        <a:pt x="178597" y="9502"/>
                      </a:cubicBezTo>
                      <a:cubicBezTo>
                        <a:pt x="178720" y="9456"/>
                        <a:pt x="178820" y="9405"/>
                        <a:pt x="178928" y="9331"/>
                      </a:cubicBezTo>
                      <a:cubicBezTo>
                        <a:pt x="179034" y="9259"/>
                        <a:pt x="179140" y="9180"/>
                        <a:pt x="179257" y="9126"/>
                      </a:cubicBezTo>
                      <a:cubicBezTo>
                        <a:pt x="179361" y="9076"/>
                        <a:pt x="179473" y="9054"/>
                        <a:pt x="179579" y="9009"/>
                      </a:cubicBezTo>
                      <a:cubicBezTo>
                        <a:pt x="179698" y="8959"/>
                        <a:pt x="179802" y="8894"/>
                        <a:pt x="179927" y="8859"/>
                      </a:cubicBezTo>
                      <a:cubicBezTo>
                        <a:pt x="180163" y="8792"/>
                        <a:pt x="180407" y="8734"/>
                        <a:pt x="180646" y="8686"/>
                      </a:cubicBezTo>
                      <a:cubicBezTo>
                        <a:pt x="180918" y="8630"/>
                        <a:pt x="181188" y="8658"/>
                        <a:pt x="181446" y="8546"/>
                      </a:cubicBezTo>
                      <a:cubicBezTo>
                        <a:pt x="181695" y="8440"/>
                        <a:pt x="181922" y="8303"/>
                        <a:pt x="182069" y="8074"/>
                      </a:cubicBezTo>
                      <a:cubicBezTo>
                        <a:pt x="182138" y="7968"/>
                        <a:pt x="182220" y="7879"/>
                        <a:pt x="182298" y="7782"/>
                      </a:cubicBezTo>
                      <a:cubicBezTo>
                        <a:pt x="182387" y="7674"/>
                        <a:pt x="182456" y="7553"/>
                        <a:pt x="182545" y="7445"/>
                      </a:cubicBezTo>
                      <a:cubicBezTo>
                        <a:pt x="182679" y="7285"/>
                        <a:pt x="182791" y="7042"/>
                        <a:pt x="182986" y="6947"/>
                      </a:cubicBezTo>
                      <a:cubicBezTo>
                        <a:pt x="183150" y="6869"/>
                        <a:pt x="183304" y="6956"/>
                        <a:pt x="183419" y="7071"/>
                      </a:cubicBezTo>
                      <a:cubicBezTo>
                        <a:pt x="183527" y="7179"/>
                        <a:pt x="183613" y="7369"/>
                        <a:pt x="183793" y="7300"/>
                      </a:cubicBezTo>
                      <a:cubicBezTo>
                        <a:pt x="183884" y="7265"/>
                        <a:pt x="183962" y="7192"/>
                        <a:pt x="184042" y="7138"/>
                      </a:cubicBezTo>
                      <a:cubicBezTo>
                        <a:pt x="184156" y="7064"/>
                        <a:pt x="184267" y="6991"/>
                        <a:pt x="184375" y="6910"/>
                      </a:cubicBezTo>
                      <a:cubicBezTo>
                        <a:pt x="184578" y="6753"/>
                        <a:pt x="184786" y="6606"/>
                        <a:pt x="184991" y="6456"/>
                      </a:cubicBezTo>
                      <a:cubicBezTo>
                        <a:pt x="185181" y="6315"/>
                        <a:pt x="185294" y="6108"/>
                        <a:pt x="185489" y="5974"/>
                      </a:cubicBezTo>
                      <a:cubicBezTo>
                        <a:pt x="185580" y="5913"/>
                        <a:pt x="185677" y="5861"/>
                        <a:pt x="185765" y="5790"/>
                      </a:cubicBezTo>
                      <a:cubicBezTo>
                        <a:pt x="185863" y="5708"/>
                        <a:pt x="185919" y="5593"/>
                        <a:pt x="186003" y="5498"/>
                      </a:cubicBezTo>
                      <a:cubicBezTo>
                        <a:pt x="186073" y="5418"/>
                        <a:pt x="186146" y="5355"/>
                        <a:pt x="186198" y="5258"/>
                      </a:cubicBezTo>
                      <a:cubicBezTo>
                        <a:pt x="186261" y="5137"/>
                        <a:pt x="186334" y="5020"/>
                        <a:pt x="186401" y="4901"/>
                      </a:cubicBezTo>
                      <a:cubicBezTo>
                        <a:pt x="186460" y="4795"/>
                        <a:pt x="186508" y="4682"/>
                        <a:pt x="186579" y="4583"/>
                      </a:cubicBezTo>
                      <a:cubicBezTo>
                        <a:pt x="186650" y="4486"/>
                        <a:pt x="186743" y="4406"/>
                        <a:pt x="186838" y="4334"/>
                      </a:cubicBezTo>
                      <a:cubicBezTo>
                        <a:pt x="187014" y="4198"/>
                        <a:pt x="187185" y="4036"/>
                        <a:pt x="187410" y="3984"/>
                      </a:cubicBezTo>
                      <a:cubicBezTo>
                        <a:pt x="187507" y="3960"/>
                        <a:pt x="187608" y="3958"/>
                        <a:pt x="187706" y="3949"/>
                      </a:cubicBezTo>
                      <a:cubicBezTo>
                        <a:pt x="187851" y="3934"/>
                        <a:pt x="187993" y="3889"/>
                        <a:pt x="188139" y="3880"/>
                      </a:cubicBezTo>
                      <a:cubicBezTo>
                        <a:pt x="188262" y="3871"/>
                        <a:pt x="188385" y="3893"/>
                        <a:pt x="188508" y="3906"/>
                      </a:cubicBezTo>
                      <a:cubicBezTo>
                        <a:pt x="188662" y="3921"/>
                        <a:pt x="188815" y="3936"/>
                        <a:pt x="188967" y="3949"/>
                      </a:cubicBezTo>
                      <a:cubicBezTo>
                        <a:pt x="189259" y="3975"/>
                        <a:pt x="189519" y="4081"/>
                        <a:pt x="189806" y="4126"/>
                      </a:cubicBezTo>
                      <a:cubicBezTo>
                        <a:pt x="190087" y="4170"/>
                        <a:pt x="190373" y="4185"/>
                        <a:pt x="190658" y="4219"/>
                      </a:cubicBezTo>
                      <a:cubicBezTo>
                        <a:pt x="190669" y="4220"/>
                        <a:pt x="190680" y="4224"/>
                        <a:pt x="190689" y="4232"/>
                      </a:cubicBezTo>
                      <a:cubicBezTo>
                        <a:pt x="190782" y="4142"/>
                        <a:pt x="190875" y="4051"/>
                        <a:pt x="190970" y="3964"/>
                      </a:cubicBezTo>
                      <a:cubicBezTo>
                        <a:pt x="191102" y="3841"/>
                        <a:pt x="191245" y="3739"/>
                        <a:pt x="191405" y="3651"/>
                      </a:cubicBezTo>
                      <a:cubicBezTo>
                        <a:pt x="191569" y="3562"/>
                        <a:pt x="191734" y="3478"/>
                        <a:pt x="191881" y="3363"/>
                      </a:cubicBezTo>
                      <a:cubicBezTo>
                        <a:pt x="192032" y="3248"/>
                        <a:pt x="192201" y="3158"/>
                        <a:pt x="192354" y="3045"/>
                      </a:cubicBezTo>
                      <a:cubicBezTo>
                        <a:pt x="192495" y="2941"/>
                        <a:pt x="192612" y="2807"/>
                        <a:pt x="192765" y="2718"/>
                      </a:cubicBezTo>
                      <a:cubicBezTo>
                        <a:pt x="192899" y="2638"/>
                        <a:pt x="193038" y="2602"/>
                        <a:pt x="193153" y="2493"/>
                      </a:cubicBezTo>
                      <a:cubicBezTo>
                        <a:pt x="193282" y="2374"/>
                        <a:pt x="193364" y="2210"/>
                        <a:pt x="193483" y="2082"/>
                      </a:cubicBezTo>
                      <a:cubicBezTo>
                        <a:pt x="193607" y="1948"/>
                        <a:pt x="193763" y="1847"/>
                        <a:pt x="193892" y="1717"/>
                      </a:cubicBezTo>
                      <a:cubicBezTo>
                        <a:pt x="194018" y="1587"/>
                        <a:pt x="194132" y="1442"/>
                        <a:pt x="194238" y="1291"/>
                      </a:cubicBezTo>
                      <a:cubicBezTo>
                        <a:pt x="194345" y="1139"/>
                        <a:pt x="194453" y="997"/>
                        <a:pt x="194598" y="877"/>
                      </a:cubicBezTo>
                      <a:cubicBezTo>
                        <a:pt x="194736" y="763"/>
                        <a:pt x="194883" y="644"/>
                        <a:pt x="195047" y="572"/>
                      </a:cubicBezTo>
                      <a:cubicBezTo>
                        <a:pt x="195233" y="492"/>
                        <a:pt x="195409" y="510"/>
                        <a:pt x="195605" y="532"/>
                      </a:cubicBezTo>
                      <a:cubicBezTo>
                        <a:pt x="195792" y="553"/>
                        <a:pt x="195991" y="534"/>
                        <a:pt x="196172" y="603"/>
                      </a:cubicBezTo>
                      <a:cubicBezTo>
                        <a:pt x="196263" y="638"/>
                        <a:pt x="196347" y="694"/>
                        <a:pt x="196425" y="750"/>
                      </a:cubicBezTo>
                      <a:cubicBezTo>
                        <a:pt x="196505" y="806"/>
                        <a:pt x="196583" y="843"/>
                        <a:pt x="196670" y="888"/>
                      </a:cubicBezTo>
                      <a:cubicBezTo>
                        <a:pt x="196745" y="925"/>
                        <a:pt x="196819" y="966"/>
                        <a:pt x="196884" y="1018"/>
                      </a:cubicBezTo>
                      <a:cubicBezTo>
                        <a:pt x="196971" y="1087"/>
                        <a:pt x="197051" y="1161"/>
                        <a:pt x="197144" y="1226"/>
                      </a:cubicBezTo>
                      <a:cubicBezTo>
                        <a:pt x="197288" y="1328"/>
                        <a:pt x="197468" y="1384"/>
                        <a:pt x="197600" y="1503"/>
                      </a:cubicBezTo>
                      <a:cubicBezTo>
                        <a:pt x="197608" y="1511"/>
                        <a:pt x="197647" y="1550"/>
                        <a:pt x="197665" y="1580"/>
                      </a:cubicBezTo>
                      <a:cubicBezTo>
                        <a:pt x="197687" y="1583"/>
                        <a:pt x="197717" y="1596"/>
                        <a:pt x="197734" y="1606"/>
                      </a:cubicBezTo>
                      <a:cubicBezTo>
                        <a:pt x="197810" y="1648"/>
                        <a:pt x="197873" y="1728"/>
                        <a:pt x="197959" y="1749"/>
                      </a:cubicBezTo>
                      <a:cubicBezTo>
                        <a:pt x="197968" y="1747"/>
                        <a:pt x="197976" y="1743"/>
                        <a:pt x="197985" y="1741"/>
                      </a:cubicBezTo>
                      <a:cubicBezTo>
                        <a:pt x="198005" y="1719"/>
                        <a:pt x="198039" y="1713"/>
                        <a:pt x="198065" y="1721"/>
                      </a:cubicBezTo>
                      <a:cubicBezTo>
                        <a:pt x="198234" y="1680"/>
                        <a:pt x="198407" y="1648"/>
                        <a:pt x="198573" y="1587"/>
                      </a:cubicBezTo>
                      <a:cubicBezTo>
                        <a:pt x="198794" y="1505"/>
                        <a:pt x="198971" y="1373"/>
                        <a:pt x="199153" y="1226"/>
                      </a:cubicBezTo>
                      <a:cubicBezTo>
                        <a:pt x="199339" y="1079"/>
                        <a:pt x="199529" y="964"/>
                        <a:pt x="199748" y="873"/>
                      </a:cubicBezTo>
                      <a:cubicBezTo>
                        <a:pt x="199862" y="826"/>
                        <a:pt x="199975" y="774"/>
                        <a:pt x="200096" y="750"/>
                      </a:cubicBezTo>
                      <a:cubicBezTo>
                        <a:pt x="200219" y="728"/>
                        <a:pt x="200328" y="717"/>
                        <a:pt x="200442" y="665"/>
                      </a:cubicBezTo>
                      <a:cubicBezTo>
                        <a:pt x="200553" y="616"/>
                        <a:pt x="200661" y="568"/>
                        <a:pt x="200775" y="523"/>
                      </a:cubicBezTo>
                      <a:cubicBezTo>
                        <a:pt x="200897" y="475"/>
                        <a:pt x="201009" y="410"/>
                        <a:pt x="201137" y="378"/>
                      </a:cubicBezTo>
                      <a:cubicBezTo>
                        <a:pt x="201381" y="317"/>
                        <a:pt x="201604" y="185"/>
                        <a:pt x="201846" y="108"/>
                      </a:cubicBezTo>
                      <a:cubicBezTo>
                        <a:pt x="201943" y="77"/>
                        <a:pt x="202039" y="84"/>
                        <a:pt x="202138" y="69"/>
                      </a:cubicBezTo>
                      <a:cubicBezTo>
                        <a:pt x="202259" y="49"/>
                        <a:pt x="202374" y="1"/>
                        <a:pt x="202499" y="10"/>
                      </a:cubicBezTo>
                      <a:cubicBezTo>
                        <a:pt x="202592" y="17"/>
                        <a:pt x="202677" y="62"/>
                        <a:pt x="202772" y="69"/>
                      </a:cubicBezTo>
                      <a:cubicBezTo>
                        <a:pt x="202906" y="82"/>
                        <a:pt x="203014" y="110"/>
                        <a:pt x="203138" y="164"/>
                      </a:cubicBezTo>
                      <a:cubicBezTo>
                        <a:pt x="203248" y="211"/>
                        <a:pt x="203363" y="222"/>
                        <a:pt x="203479" y="248"/>
                      </a:cubicBezTo>
                      <a:cubicBezTo>
                        <a:pt x="203600" y="276"/>
                        <a:pt x="203721" y="294"/>
                        <a:pt x="203841" y="317"/>
                      </a:cubicBezTo>
                      <a:cubicBezTo>
                        <a:pt x="204091" y="360"/>
                        <a:pt x="204334" y="428"/>
                        <a:pt x="204582" y="479"/>
                      </a:cubicBezTo>
                      <a:cubicBezTo>
                        <a:pt x="204844" y="532"/>
                        <a:pt x="205104" y="590"/>
                        <a:pt x="205361" y="665"/>
                      </a:cubicBezTo>
                      <a:cubicBezTo>
                        <a:pt x="205604" y="737"/>
                        <a:pt x="205839" y="830"/>
                        <a:pt x="206077" y="925"/>
                      </a:cubicBezTo>
                      <a:cubicBezTo>
                        <a:pt x="206307" y="1014"/>
                        <a:pt x="206547" y="1081"/>
                        <a:pt x="206774" y="1187"/>
                      </a:cubicBezTo>
                      <a:cubicBezTo>
                        <a:pt x="206878" y="1237"/>
                        <a:pt x="206979" y="1295"/>
                        <a:pt x="207087" y="1341"/>
                      </a:cubicBezTo>
                      <a:cubicBezTo>
                        <a:pt x="207196" y="1388"/>
                        <a:pt x="207317" y="1414"/>
                        <a:pt x="207427" y="1466"/>
                      </a:cubicBezTo>
                      <a:cubicBezTo>
                        <a:pt x="207520" y="1511"/>
                        <a:pt x="207619" y="1540"/>
                        <a:pt x="207712" y="1587"/>
                      </a:cubicBezTo>
                      <a:cubicBezTo>
                        <a:pt x="207818" y="1643"/>
                        <a:pt x="207916" y="1708"/>
                        <a:pt x="208017" y="1773"/>
                      </a:cubicBezTo>
                      <a:cubicBezTo>
                        <a:pt x="208139" y="1853"/>
                        <a:pt x="208268" y="1922"/>
                        <a:pt x="208405" y="1976"/>
                      </a:cubicBezTo>
                      <a:cubicBezTo>
                        <a:pt x="208530" y="2024"/>
                        <a:pt x="208658" y="2061"/>
                        <a:pt x="208781" y="2119"/>
                      </a:cubicBezTo>
                      <a:cubicBezTo>
                        <a:pt x="209026" y="2234"/>
                        <a:pt x="209283" y="2338"/>
                        <a:pt x="209514" y="2482"/>
                      </a:cubicBezTo>
                      <a:cubicBezTo>
                        <a:pt x="209633" y="2558"/>
                        <a:pt x="209754" y="2615"/>
                        <a:pt x="209884" y="2671"/>
                      </a:cubicBezTo>
                      <a:cubicBezTo>
                        <a:pt x="210001" y="2721"/>
                        <a:pt x="210103" y="2792"/>
                        <a:pt x="210215" y="2852"/>
                      </a:cubicBezTo>
                      <a:cubicBezTo>
                        <a:pt x="210334" y="2913"/>
                        <a:pt x="210460" y="2956"/>
                        <a:pt x="210579" y="3019"/>
                      </a:cubicBezTo>
                      <a:cubicBezTo>
                        <a:pt x="210622" y="3041"/>
                        <a:pt x="210674" y="3075"/>
                        <a:pt x="210724" y="3080"/>
                      </a:cubicBezTo>
                      <a:cubicBezTo>
                        <a:pt x="210780" y="3088"/>
                        <a:pt x="210834" y="3062"/>
                        <a:pt x="210883" y="3041"/>
                      </a:cubicBezTo>
                      <a:cubicBezTo>
                        <a:pt x="210903" y="3034"/>
                        <a:pt x="210923" y="3038"/>
                        <a:pt x="210938" y="3049"/>
                      </a:cubicBezTo>
                      <a:cubicBezTo>
                        <a:pt x="211037" y="2980"/>
                        <a:pt x="211132" y="2898"/>
                        <a:pt x="211232" y="2839"/>
                      </a:cubicBezTo>
                      <a:cubicBezTo>
                        <a:pt x="211478" y="2695"/>
                        <a:pt x="211742" y="2588"/>
                        <a:pt x="211997" y="2461"/>
                      </a:cubicBezTo>
                      <a:cubicBezTo>
                        <a:pt x="212123" y="2398"/>
                        <a:pt x="212244" y="2322"/>
                        <a:pt x="212368" y="2253"/>
                      </a:cubicBezTo>
                      <a:cubicBezTo>
                        <a:pt x="212480" y="2190"/>
                        <a:pt x="212608" y="2162"/>
                        <a:pt x="212716" y="2097"/>
                      </a:cubicBezTo>
                      <a:cubicBezTo>
                        <a:pt x="212820" y="2035"/>
                        <a:pt x="212902" y="1940"/>
                        <a:pt x="213005" y="1875"/>
                      </a:cubicBezTo>
                      <a:cubicBezTo>
                        <a:pt x="213112" y="1808"/>
                        <a:pt x="213200" y="1752"/>
                        <a:pt x="213282" y="1654"/>
                      </a:cubicBezTo>
                      <a:cubicBezTo>
                        <a:pt x="213434" y="1470"/>
                        <a:pt x="213698" y="1301"/>
                        <a:pt x="213942" y="1288"/>
                      </a:cubicBezTo>
                      <a:cubicBezTo>
                        <a:pt x="214217" y="1275"/>
                        <a:pt x="214492" y="1340"/>
                        <a:pt x="214760" y="1405"/>
                      </a:cubicBezTo>
                      <a:cubicBezTo>
                        <a:pt x="214890" y="1436"/>
                        <a:pt x="215009" y="1501"/>
                        <a:pt x="215143" y="1513"/>
                      </a:cubicBezTo>
                      <a:cubicBezTo>
                        <a:pt x="215277" y="1526"/>
                        <a:pt x="215396" y="1544"/>
                        <a:pt x="215515" y="1607"/>
                      </a:cubicBezTo>
                      <a:cubicBezTo>
                        <a:pt x="215588" y="1646"/>
                        <a:pt x="215657" y="1691"/>
                        <a:pt x="215727" y="173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8" name="Google Shape;168;p14"/>
            <p:cNvGrpSpPr/>
            <p:nvPr/>
          </p:nvGrpSpPr>
          <p:grpSpPr>
            <a:xfrm>
              <a:off x="50" y="3391887"/>
              <a:ext cx="4379041" cy="2459173"/>
              <a:chOff x="50" y="3798543"/>
              <a:chExt cx="3654683" cy="2052389"/>
            </a:xfrm>
          </p:grpSpPr>
          <p:sp>
            <p:nvSpPr>
              <p:cNvPr id="169" name="Google Shape;169;p14"/>
              <p:cNvSpPr/>
              <p:nvPr/>
            </p:nvSpPr>
            <p:spPr>
              <a:xfrm rot="-650452">
                <a:off x="735919" y="4047783"/>
                <a:ext cx="2797693" cy="1553909"/>
              </a:xfrm>
              <a:custGeom>
                <a:avLst/>
                <a:gdLst/>
                <a:ahLst/>
                <a:cxnLst/>
                <a:rect l="l" t="t" r="r" b="b"/>
                <a:pathLst>
                  <a:path w="87809" h="73410" extrusionOk="0">
                    <a:moveTo>
                      <a:pt x="0" y="12952"/>
                    </a:moveTo>
                    <a:cubicBezTo>
                      <a:pt x="46" y="12928"/>
                      <a:pt x="84" y="12887"/>
                      <a:pt x="102" y="12837"/>
                    </a:cubicBezTo>
                    <a:cubicBezTo>
                      <a:pt x="112" y="12813"/>
                      <a:pt x="117" y="12787"/>
                      <a:pt x="117" y="12757"/>
                    </a:cubicBezTo>
                    <a:cubicBezTo>
                      <a:pt x="113" y="12560"/>
                      <a:pt x="381" y="12476"/>
                      <a:pt x="485" y="12647"/>
                    </a:cubicBezTo>
                    <a:cubicBezTo>
                      <a:pt x="500" y="12671"/>
                      <a:pt x="515" y="12696"/>
                      <a:pt x="532" y="12718"/>
                    </a:cubicBezTo>
                    <a:cubicBezTo>
                      <a:pt x="645" y="12876"/>
                      <a:pt x="803" y="12993"/>
                      <a:pt x="993" y="13051"/>
                    </a:cubicBezTo>
                    <a:cubicBezTo>
                      <a:pt x="1071" y="13075"/>
                      <a:pt x="1149" y="13149"/>
                      <a:pt x="1144" y="13239"/>
                    </a:cubicBezTo>
                    <a:cubicBezTo>
                      <a:pt x="1108" y="13871"/>
                      <a:pt x="1237" y="14539"/>
                      <a:pt x="1568" y="15087"/>
                    </a:cubicBezTo>
                    <a:cubicBezTo>
                      <a:pt x="1668" y="15256"/>
                      <a:pt x="1837" y="15463"/>
                      <a:pt x="2061" y="15403"/>
                    </a:cubicBezTo>
                    <a:cubicBezTo>
                      <a:pt x="2315" y="15336"/>
                      <a:pt x="2131" y="14979"/>
                      <a:pt x="2124" y="14806"/>
                    </a:cubicBezTo>
                    <a:cubicBezTo>
                      <a:pt x="2115" y="14583"/>
                      <a:pt x="2235" y="14317"/>
                      <a:pt x="2466" y="14252"/>
                    </a:cubicBezTo>
                    <a:cubicBezTo>
                      <a:pt x="2622" y="14208"/>
                      <a:pt x="2760" y="14284"/>
                      <a:pt x="2875" y="14382"/>
                    </a:cubicBezTo>
                    <a:cubicBezTo>
                      <a:pt x="2888" y="14393"/>
                      <a:pt x="2927" y="14431"/>
                      <a:pt x="2931" y="14433"/>
                    </a:cubicBezTo>
                    <a:cubicBezTo>
                      <a:pt x="2979" y="14438"/>
                      <a:pt x="3093" y="14343"/>
                      <a:pt x="3136" y="14319"/>
                    </a:cubicBezTo>
                    <a:cubicBezTo>
                      <a:pt x="3288" y="14234"/>
                      <a:pt x="3442" y="14146"/>
                      <a:pt x="3595" y="14059"/>
                    </a:cubicBezTo>
                    <a:cubicBezTo>
                      <a:pt x="3716" y="13990"/>
                      <a:pt x="3853" y="13929"/>
                      <a:pt x="3961" y="13839"/>
                    </a:cubicBezTo>
                    <a:cubicBezTo>
                      <a:pt x="4151" y="13683"/>
                      <a:pt x="4041" y="13436"/>
                      <a:pt x="4008" y="13233"/>
                    </a:cubicBezTo>
                    <a:cubicBezTo>
                      <a:pt x="3965" y="12976"/>
                      <a:pt x="3995" y="12714"/>
                      <a:pt x="4207" y="12537"/>
                    </a:cubicBezTo>
                    <a:cubicBezTo>
                      <a:pt x="4337" y="12428"/>
                      <a:pt x="4506" y="12372"/>
                      <a:pt x="4672" y="12379"/>
                    </a:cubicBezTo>
                    <a:cubicBezTo>
                      <a:pt x="4690" y="12236"/>
                      <a:pt x="4739" y="12097"/>
                      <a:pt x="4830" y="11981"/>
                    </a:cubicBezTo>
                    <a:cubicBezTo>
                      <a:pt x="4984" y="11786"/>
                      <a:pt x="5232" y="11749"/>
                      <a:pt x="5455" y="11680"/>
                    </a:cubicBezTo>
                    <a:cubicBezTo>
                      <a:pt x="5804" y="11570"/>
                      <a:pt x="6267" y="11423"/>
                      <a:pt x="6448" y="11078"/>
                    </a:cubicBezTo>
                    <a:cubicBezTo>
                      <a:pt x="6628" y="10735"/>
                      <a:pt x="6593" y="10321"/>
                      <a:pt x="6775" y="9975"/>
                    </a:cubicBezTo>
                    <a:cubicBezTo>
                      <a:pt x="6969" y="9606"/>
                      <a:pt x="7337" y="9491"/>
                      <a:pt x="7699" y="9346"/>
                    </a:cubicBezTo>
                    <a:cubicBezTo>
                      <a:pt x="7887" y="9272"/>
                      <a:pt x="8170" y="9082"/>
                      <a:pt x="8207" y="8857"/>
                    </a:cubicBezTo>
                    <a:cubicBezTo>
                      <a:pt x="8183" y="8820"/>
                      <a:pt x="8176" y="8775"/>
                      <a:pt x="8200" y="8729"/>
                    </a:cubicBezTo>
                    <a:cubicBezTo>
                      <a:pt x="8192" y="8703"/>
                      <a:pt x="8181" y="8675"/>
                      <a:pt x="8164" y="8647"/>
                    </a:cubicBezTo>
                    <a:cubicBezTo>
                      <a:pt x="8112" y="8559"/>
                      <a:pt x="8242" y="8448"/>
                      <a:pt x="8309" y="8531"/>
                    </a:cubicBezTo>
                    <a:cubicBezTo>
                      <a:pt x="8313" y="8537"/>
                      <a:pt x="8317" y="8541"/>
                      <a:pt x="8319" y="8545"/>
                    </a:cubicBezTo>
                    <a:cubicBezTo>
                      <a:pt x="8415" y="8396"/>
                      <a:pt x="8512" y="8247"/>
                      <a:pt x="8613" y="8100"/>
                    </a:cubicBezTo>
                    <a:cubicBezTo>
                      <a:pt x="8750" y="7901"/>
                      <a:pt x="8877" y="7696"/>
                      <a:pt x="8983" y="7479"/>
                    </a:cubicBezTo>
                    <a:cubicBezTo>
                      <a:pt x="9178" y="7081"/>
                      <a:pt x="9321" y="6636"/>
                      <a:pt x="9675" y="6343"/>
                    </a:cubicBezTo>
                    <a:cubicBezTo>
                      <a:pt x="9808" y="6229"/>
                      <a:pt x="9963" y="6136"/>
                      <a:pt x="10136" y="6095"/>
                    </a:cubicBezTo>
                    <a:cubicBezTo>
                      <a:pt x="10307" y="6056"/>
                      <a:pt x="10470" y="6075"/>
                      <a:pt x="10642" y="6104"/>
                    </a:cubicBezTo>
                    <a:cubicBezTo>
                      <a:pt x="10744" y="6123"/>
                      <a:pt x="10908" y="6175"/>
                      <a:pt x="10999" y="6103"/>
                    </a:cubicBezTo>
                    <a:cubicBezTo>
                      <a:pt x="11077" y="6041"/>
                      <a:pt x="11054" y="5920"/>
                      <a:pt x="11040" y="5826"/>
                    </a:cubicBezTo>
                    <a:cubicBezTo>
                      <a:pt x="10993" y="5534"/>
                      <a:pt x="10893" y="5221"/>
                      <a:pt x="11108" y="4968"/>
                    </a:cubicBezTo>
                    <a:cubicBezTo>
                      <a:pt x="11222" y="4834"/>
                      <a:pt x="11393" y="4790"/>
                      <a:pt x="11397" y="4591"/>
                    </a:cubicBezTo>
                    <a:cubicBezTo>
                      <a:pt x="11400" y="4401"/>
                      <a:pt x="11399" y="4230"/>
                      <a:pt x="11478" y="4053"/>
                    </a:cubicBezTo>
                    <a:cubicBezTo>
                      <a:pt x="11612" y="3754"/>
                      <a:pt x="11938" y="3529"/>
                      <a:pt x="12274" y="3599"/>
                    </a:cubicBezTo>
                    <a:cubicBezTo>
                      <a:pt x="12596" y="3666"/>
                      <a:pt x="12858" y="4012"/>
                      <a:pt x="12775" y="4343"/>
                    </a:cubicBezTo>
                    <a:cubicBezTo>
                      <a:pt x="12734" y="4503"/>
                      <a:pt x="12619" y="4630"/>
                      <a:pt x="12505" y="4743"/>
                    </a:cubicBezTo>
                    <a:cubicBezTo>
                      <a:pt x="12449" y="4799"/>
                      <a:pt x="12299" y="4916"/>
                      <a:pt x="12325" y="5002"/>
                    </a:cubicBezTo>
                    <a:cubicBezTo>
                      <a:pt x="12351" y="5091"/>
                      <a:pt x="12514" y="5136"/>
                      <a:pt x="12591" y="5175"/>
                    </a:cubicBezTo>
                    <a:cubicBezTo>
                      <a:pt x="12732" y="5245"/>
                      <a:pt x="12845" y="5340"/>
                      <a:pt x="12901" y="5493"/>
                    </a:cubicBezTo>
                    <a:cubicBezTo>
                      <a:pt x="12922" y="5547"/>
                      <a:pt x="12905" y="5634"/>
                      <a:pt x="12858" y="5671"/>
                    </a:cubicBezTo>
                    <a:cubicBezTo>
                      <a:pt x="12470" y="5982"/>
                      <a:pt x="12194" y="6417"/>
                      <a:pt x="12094" y="6899"/>
                    </a:cubicBezTo>
                    <a:cubicBezTo>
                      <a:pt x="12232" y="6861"/>
                      <a:pt x="12375" y="6852"/>
                      <a:pt x="12518" y="6871"/>
                    </a:cubicBezTo>
                    <a:cubicBezTo>
                      <a:pt x="12643" y="6886"/>
                      <a:pt x="12754" y="6930"/>
                      <a:pt x="12871" y="6977"/>
                    </a:cubicBezTo>
                    <a:cubicBezTo>
                      <a:pt x="12940" y="7003"/>
                      <a:pt x="13050" y="7059"/>
                      <a:pt x="13119" y="7010"/>
                    </a:cubicBezTo>
                    <a:cubicBezTo>
                      <a:pt x="13188" y="6962"/>
                      <a:pt x="13199" y="6835"/>
                      <a:pt x="13214" y="6761"/>
                    </a:cubicBezTo>
                    <a:cubicBezTo>
                      <a:pt x="13234" y="6649"/>
                      <a:pt x="13253" y="6542"/>
                      <a:pt x="13305" y="6437"/>
                    </a:cubicBezTo>
                    <a:cubicBezTo>
                      <a:pt x="13401" y="6246"/>
                      <a:pt x="13599" y="6095"/>
                      <a:pt x="13822" y="6158"/>
                    </a:cubicBezTo>
                    <a:cubicBezTo>
                      <a:pt x="13902" y="6181"/>
                      <a:pt x="13956" y="6248"/>
                      <a:pt x="13961" y="6331"/>
                    </a:cubicBezTo>
                    <a:cubicBezTo>
                      <a:pt x="13972" y="6495"/>
                      <a:pt x="14181" y="6594"/>
                      <a:pt x="14328" y="6569"/>
                    </a:cubicBezTo>
                    <a:cubicBezTo>
                      <a:pt x="14396" y="6556"/>
                      <a:pt x="14495" y="6493"/>
                      <a:pt x="14488" y="6426"/>
                    </a:cubicBezTo>
                    <a:cubicBezTo>
                      <a:pt x="14480" y="6369"/>
                      <a:pt x="14374" y="6303"/>
                      <a:pt x="14311" y="6257"/>
                    </a:cubicBezTo>
                    <a:cubicBezTo>
                      <a:pt x="14099" y="6101"/>
                      <a:pt x="13883" y="5868"/>
                      <a:pt x="14028" y="5586"/>
                    </a:cubicBezTo>
                    <a:cubicBezTo>
                      <a:pt x="14123" y="5396"/>
                      <a:pt x="14335" y="5305"/>
                      <a:pt x="14545" y="5269"/>
                    </a:cubicBezTo>
                    <a:cubicBezTo>
                      <a:pt x="14547" y="5225"/>
                      <a:pt x="14556" y="5180"/>
                      <a:pt x="14573" y="5136"/>
                    </a:cubicBezTo>
                    <a:cubicBezTo>
                      <a:pt x="14642" y="4948"/>
                      <a:pt x="14787" y="4855"/>
                      <a:pt x="14960" y="4775"/>
                    </a:cubicBezTo>
                    <a:cubicBezTo>
                      <a:pt x="15085" y="4717"/>
                      <a:pt x="15191" y="4672"/>
                      <a:pt x="15174" y="4522"/>
                    </a:cubicBezTo>
                    <a:cubicBezTo>
                      <a:pt x="15159" y="4364"/>
                      <a:pt x="15092" y="4215"/>
                      <a:pt x="15109" y="4053"/>
                    </a:cubicBezTo>
                    <a:cubicBezTo>
                      <a:pt x="15122" y="3893"/>
                      <a:pt x="15207" y="3756"/>
                      <a:pt x="15347" y="3674"/>
                    </a:cubicBezTo>
                    <a:cubicBezTo>
                      <a:pt x="15470" y="3601"/>
                      <a:pt x="15611" y="3579"/>
                      <a:pt x="15743" y="3534"/>
                    </a:cubicBezTo>
                    <a:cubicBezTo>
                      <a:pt x="15897" y="3482"/>
                      <a:pt x="15905" y="3376"/>
                      <a:pt x="15957" y="3231"/>
                    </a:cubicBezTo>
                    <a:cubicBezTo>
                      <a:pt x="16014" y="3071"/>
                      <a:pt x="16120" y="2952"/>
                      <a:pt x="16282" y="2889"/>
                    </a:cubicBezTo>
                    <a:cubicBezTo>
                      <a:pt x="16450" y="2822"/>
                      <a:pt x="16647" y="2835"/>
                      <a:pt x="16807" y="2919"/>
                    </a:cubicBezTo>
                    <a:cubicBezTo>
                      <a:pt x="16849" y="2802"/>
                      <a:pt x="16892" y="2686"/>
                      <a:pt x="16935" y="2569"/>
                    </a:cubicBezTo>
                    <a:cubicBezTo>
                      <a:pt x="16974" y="2463"/>
                      <a:pt x="17080" y="2402"/>
                      <a:pt x="17188" y="2459"/>
                    </a:cubicBezTo>
                    <a:cubicBezTo>
                      <a:pt x="17380" y="2560"/>
                      <a:pt x="17571" y="2660"/>
                      <a:pt x="17763" y="2759"/>
                    </a:cubicBezTo>
                    <a:cubicBezTo>
                      <a:pt x="17846" y="2803"/>
                      <a:pt x="17930" y="2848"/>
                      <a:pt x="18016" y="2891"/>
                    </a:cubicBezTo>
                    <a:cubicBezTo>
                      <a:pt x="18010" y="2885"/>
                      <a:pt x="18004" y="2880"/>
                      <a:pt x="18001" y="2874"/>
                    </a:cubicBezTo>
                    <a:cubicBezTo>
                      <a:pt x="17908" y="2772"/>
                      <a:pt x="17863" y="2634"/>
                      <a:pt x="17872" y="2495"/>
                    </a:cubicBezTo>
                    <a:cubicBezTo>
                      <a:pt x="17882" y="2350"/>
                      <a:pt x="17932" y="2214"/>
                      <a:pt x="17999" y="2086"/>
                    </a:cubicBezTo>
                    <a:cubicBezTo>
                      <a:pt x="18060" y="1965"/>
                      <a:pt x="18138" y="1810"/>
                      <a:pt x="18274" y="1762"/>
                    </a:cubicBezTo>
                    <a:cubicBezTo>
                      <a:pt x="18469" y="1693"/>
                      <a:pt x="18627" y="1872"/>
                      <a:pt x="18761" y="1985"/>
                    </a:cubicBezTo>
                    <a:cubicBezTo>
                      <a:pt x="18869" y="2074"/>
                      <a:pt x="18981" y="2164"/>
                      <a:pt x="19089" y="2255"/>
                    </a:cubicBezTo>
                    <a:cubicBezTo>
                      <a:pt x="19163" y="2106"/>
                      <a:pt x="19239" y="1959"/>
                      <a:pt x="19323" y="1818"/>
                    </a:cubicBezTo>
                    <a:cubicBezTo>
                      <a:pt x="19267" y="1747"/>
                      <a:pt x="19260" y="1630"/>
                      <a:pt x="19353" y="1561"/>
                    </a:cubicBezTo>
                    <a:cubicBezTo>
                      <a:pt x="19444" y="1492"/>
                      <a:pt x="19531" y="1418"/>
                      <a:pt x="19615" y="1340"/>
                    </a:cubicBezTo>
                    <a:cubicBezTo>
                      <a:pt x="19866" y="1107"/>
                      <a:pt x="20080" y="834"/>
                      <a:pt x="20247" y="533"/>
                    </a:cubicBezTo>
                    <a:cubicBezTo>
                      <a:pt x="20301" y="438"/>
                      <a:pt x="20431" y="421"/>
                      <a:pt x="20509" y="495"/>
                    </a:cubicBezTo>
                    <a:cubicBezTo>
                      <a:pt x="20560" y="542"/>
                      <a:pt x="20610" y="588"/>
                      <a:pt x="20658" y="635"/>
                    </a:cubicBezTo>
                    <a:cubicBezTo>
                      <a:pt x="20723" y="473"/>
                      <a:pt x="20787" y="311"/>
                      <a:pt x="20850" y="149"/>
                    </a:cubicBezTo>
                    <a:cubicBezTo>
                      <a:pt x="20883" y="66"/>
                      <a:pt x="20956" y="1"/>
                      <a:pt x="21053" y="27"/>
                    </a:cubicBezTo>
                    <a:cubicBezTo>
                      <a:pt x="21309" y="96"/>
                      <a:pt x="21393" y="324"/>
                      <a:pt x="21417" y="566"/>
                    </a:cubicBezTo>
                    <a:cubicBezTo>
                      <a:pt x="21434" y="739"/>
                      <a:pt x="21410" y="955"/>
                      <a:pt x="21497" y="1115"/>
                    </a:cubicBezTo>
                    <a:cubicBezTo>
                      <a:pt x="21564" y="1236"/>
                      <a:pt x="21728" y="1250"/>
                      <a:pt x="21837" y="1319"/>
                    </a:cubicBezTo>
                    <a:cubicBezTo>
                      <a:pt x="21953" y="1390"/>
                      <a:pt x="22042" y="1492"/>
                      <a:pt x="22098" y="1615"/>
                    </a:cubicBezTo>
                    <a:cubicBezTo>
                      <a:pt x="22209" y="1864"/>
                      <a:pt x="22185" y="2162"/>
                      <a:pt x="22061" y="2402"/>
                    </a:cubicBezTo>
                    <a:cubicBezTo>
                      <a:pt x="21968" y="2582"/>
                      <a:pt x="21826" y="2727"/>
                      <a:pt x="21670" y="2855"/>
                    </a:cubicBezTo>
                    <a:cubicBezTo>
                      <a:pt x="21869" y="2900"/>
                      <a:pt x="22066" y="2943"/>
                      <a:pt x="22265" y="2986"/>
                    </a:cubicBezTo>
                    <a:cubicBezTo>
                      <a:pt x="22334" y="3001"/>
                      <a:pt x="22397" y="3073"/>
                      <a:pt x="22393" y="3146"/>
                    </a:cubicBezTo>
                    <a:cubicBezTo>
                      <a:pt x="22369" y="3631"/>
                      <a:pt x="22347" y="4120"/>
                      <a:pt x="22325" y="4607"/>
                    </a:cubicBezTo>
                    <a:cubicBezTo>
                      <a:pt x="22615" y="4607"/>
                      <a:pt x="22899" y="4671"/>
                      <a:pt x="23169" y="4788"/>
                    </a:cubicBezTo>
                    <a:cubicBezTo>
                      <a:pt x="23264" y="4831"/>
                      <a:pt x="23284" y="4985"/>
                      <a:pt x="23208" y="5050"/>
                    </a:cubicBezTo>
                    <a:cubicBezTo>
                      <a:pt x="23121" y="5128"/>
                      <a:pt x="23031" y="5204"/>
                      <a:pt x="22944" y="5281"/>
                    </a:cubicBezTo>
                    <a:cubicBezTo>
                      <a:pt x="23255" y="5545"/>
                      <a:pt x="23336" y="6054"/>
                      <a:pt x="23065" y="6387"/>
                    </a:cubicBezTo>
                    <a:cubicBezTo>
                      <a:pt x="23022" y="6439"/>
                      <a:pt x="22972" y="6480"/>
                      <a:pt x="22916" y="6521"/>
                    </a:cubicBezTo>
                    <a:cubicBezTo>
                      <a:pt x="22881" y="6545"/>
                      <a:pt x="22801" y="6584"/>
                      <a:pt x="22793" y="6629"/>
                    </a:cubicBezTo>
                    <a:cubicBezTo>
                      <a:pt x="22786" y="6674"/>
                      <a:pt x="22875" y="6793"/>
                      <a:pt x="22894" y="6830"/>
                    </a:cubicBezTo>
                    <a:cubicBezTo>
                      <a:pt x="22927" y="6900"/>
                      <a:pt x="22957" y="6973"/>
                      <a:pt x="22983" y="7049"/>
                    </a:cubicBezTo>
                    <a:cubicBezTo>
                      <a:pt x="23039" y="7220"/>
                      <a:pt x="23065" y="7401"/>
                      <a:pt x="23065" y="7581"/>
                    </a:cubicBezTo>
                    <a:cubicBezTo>
                      <a:pt x="23299" y="7579"/>
                      <a:pt x="23465" y="7771"/>
                      <a:pt x="23502" y="8000"/>
                    </a:cubicBezTo>
                    <a:cubicBezTo>
                      <a:pt x="23548" y="8266"/>
                      <a:pt x="23472" y="8580"/>
                      <a:pt x="23372" y="8825"/>
                    </a:cubicBezTo>
                    <a:cubicBezTo>
                      <a:pt x="23312" y="8967"/>
                      <a:pt x="23215" y="9073"/>
                      <a:pt x="23113" y="9184"/>
                    </a:cubicBezTo>
                    <a:cubicBezTo>
                      <a:pt x="23087" y="9212"/>
                      <a:pt x="23031" y="9262"/>
                      <a:pt x="23031" y="9305"/>
                    </a:cubicBezTo>
                    <a:cubicBezTo>
                      <a:pt x="23031" y="9309"/>
                      <a:pt x="23035" y="9316"/>
                      <a:pt x="23039" y="9324"/>
                    </a:cubicBezTo>
                    <a:cubicBezTo>
                      <a:pt x="23154" y="9290"/>
                      <a:pt x="23279" y="9426"/>
                      <a:pt x="23241" y="9539"/>
                    </a:cubicBezTo>
                    <a:cubicBezTo>
                      <a:pt x="23228" y="9580"/>
                      <a:pt x="23214" y="9621"/>
                      <a:pt x="23199" y="9662"/>
                    </a:cubicBezTo>
                    <a:cubicBezTo>
                      <a:pt x="23156" y="9781"/>
                      <a:pt x="23104" y="9895"/>
                      <a:pt x="23044" y="10006"/>
                    </a:cubicBezTo>
                    <a:cubicBezTo>
                      <a:pt x="23163" y="10060"/>
                      <a:pt x="23266" y="10153"/>
                      <a:pt x="23340" y="10267"/>
                    </a:cubicBezTo>
                    <a:cubicBezTo>
                      <a:pt x="23472" y="10469"/>
                      <a:pt x="23485" y="10715"/>
                      <a:pt x="23450" y="10947"/>
                    </a:cubicBezTo>
                    <a:cubicBezTo>
                      <a:pt x="23418" y="11154"/>
                      <a:pt x="23351" y="11377"/>
                      <a:pt x="23255" y="11565"/>
                    </a:cubicBezTo>
                    <a:cubicBezTo>
                      <a:pt x="23154" y="11756"/>
                      <a:pt x="23013" y="11849"/>
                      <a:pt x="22816" y="11922"/>
                    </a:cubicBezTo>
                    <a:cubicBezTo>
                      <a:pt x="22767" y="11939"/>
                      <a:pt x="22732" y="11952"/>
                      <a:pt x="22737" y="12002"/>
                    </a:cubicBezTo>
                    <a:cubicBezTo>
                      <a:pt x="22745" y="12067"/>
                      <a:pt x="22812" y="12141"/>
                      <a:pt x="22849" y="12193"/>
                    </a:cubicBezTo>
                    <a:cubicBezTo>
                      <a:pt x="22944" y="12325"/>
                      <a:pt x="23054" y="12456"/>
                      <a:pt x="23096" y="12617"/>
                    </a:cubicBezTo>
                    <a:cubicBezTo>
                      <a:pt x="23173" y="12921"/>
                      <a:pt x="23013" y="13213"/>
                      <a:pt x="22864" y="13465"/>
                    </a:cubicBezTo>
                    <a:cubicBezTo>
                      <a:pt x="22762" y="13638"/>
                      <a:pt x="22576" y="13888"/>
                      <a:pt x="22620" y="14105"/>
                    </a:cubicBezTo>
                    <a:cubicBezTo>
                      <a:pt x="22871" y="14057"/>
                      <a:pt x="23083" y="13850"/>
                      <a:pt x="23344" y="13819"/>
                    </a:cubicBezTo>
                    <a:cubicBezTo>
                      <a:pt x="23666" y="13780"/>
                      <a:pt x="23931" y="14009"/>
                      <a:pt x="24030" y="14302"/>
                    </a:cubicBezTo>
                    <a:cubicBezTo>
                      <a:pt x="24136" y="14620"/>
                      <a:pt x="24021" y="14950"/>
                      <a:pt x="23759" y="15150"/>
                    </a:cubicBezTo>
                    <a:cubicBezTo>
                      <a:pt x="23548" y="15310"/>
                      <a:pt x="23271" y="15375"/>
                      <a:pt x="23007" y="15353"/>
                    </a:cubicBezTo>
                    <a:cubicBezTo>
                      <a:pt x="22992" y="15534"/>
                      <a:pt x="23186" y="15725"/>
                      <a:pt x="23292" y="15848"/>
                    </a:cubicBezTo>
                    <a:cubicBezTo>
                      <a:pt x="23468" y="16054"/>
                      <a:pt x="23613" y="16264"/>
                      <a:pt x="23695" y="16527"/>
                    </a:cubicBezTo>
                    <a:cubicBezTo>
                      <a:pt x="23833" y="16966"/>
                      <a:pt x="23794" y="17460"/>
                      <a:pt x="23578" y="17868"/>
                    </a:cubicBezTo>
                    <a:cubicBezTo>
                      <a:pt x="23833" y="17981"/>
                      <a:pt x="24021" y="18236"/>
                      <a:pt x="24047" y="18518"/>
                    </a:cubicBezTo>
                    <a:cubicBezTo>
                      <a:pt x="24084" y="18933"/>
                      <a:pt x="23723" y="19197"/>
                      <a:pt x="23480" y="19473"/>
                    </a:cubicBezTo>
                    <a:cubicBezTo>
                      <a:pt x="23377" y="19588"/>
                      <a:pt x="23269" y="19733"/>
                      <a:pt x="23262" y="19891"/>
                    </a:cubicBezTo>
                    <a:cubicBezTo>
                      <a:pt x="23255" y="20038"/>
                      <a:pt x="23370" y="20120"/>
                      <a:pt x="23483" y="20185"/>
                    </a:cubicBezTo>
                    <a:cubicBezTo>
                      <a:pt x="23777" y="20360"/>
                      <a:pt x="24086" y="20534"/>
                      <a:pt x="24039" y="20932"/>
                    </a:cubicBezTo>
                    <a:cubicBezTo>
                      <a:pt x="24015" y="21117"/>
                      <a:pt x="23915" y="21273"/>
                      <a:pt x="23876" y="21451"/>
                    </a:cubicBezTo>
                    <a:cubicBezTo>
                      <a:pt x="23855" y="21541"/>
                      <a:pt x="23844" y="21715"/>
                      <a:pt x="23957" y="21741"/>
                    </a:cubicBezTo>
                    <a:cubicBezTo>
                      <a:pt x="24069" y="21766"/>
                      <a:pt x="24138" y="21937"/>
                      <a:pt x="24037" y="22017"/>
                    </a:cubicBezTo>
                    <a:cubicBezTo>
                      <a:pt x="23494" y="22450"/>
                      <a:pt x="23178" y="23058"/>
                      <a:pt x="22964" y="23709"/>
                    </a:cubicBezTo>
                    <a:cubicBezTo>
                      <a:pt x="22868" y="24098"/>
                      <a:pt x="22771" y="24488"/>
                      <a:pt x="22680" y="24879"/>
                    </a:cubicBezTo>
                    <a:cubicBezTo>
                      <a:pt x="22702" y="24894"/>
                      <a:pt x="22724" y="24907"/>
                      <a:pt x="22756" y="24924"/>
                    </a:cubicBezTo>
                    <a:cubicBezTo>
                      <a:pt x="22896" y="25000"/>
                      <a:pt x="23057" y="25028"/>
                      <a:pt x="23210" y="25067"/>
                    </a:cubicBezTo>
                    <a:cubicBezTo>
                      <a:pt x="23485" y="25139"/>
                      <a:pt x="23734" y="25260"/>
                      <a:pt x="23941" y="25459"/>
                    </a:cubicBezTo>
                    <a:cubicBezTo>
                      <a:pt x="24026" y="25543"/>
                      <a:pt x="24103" y="25634"/>
                      <a:pt x="24171" y="25731"/>
                    </a:cubicBezTo>
                    <a:cubicBezTo>
                      <a:pt x="24627" y="24959"/>
                      <a:pt x="25040" y="24163"/>
                      <a:pt x="25616" y="23469"/>
                    </a:cubicBezTo>
                    <a:cubicBezTo>
                      <a:pt x="25815" y="23229"/>
                      <a:pt x="26022" y="22991"/>
                      <a:pt x="26243" y="22772"/>
                    </a:cubicBezTo>
                    <a:cubicBezTo>
                      <a:pt x="26474" y="22539"/>
                      <a:pt x="26725" y="22327"/>
                      <a:pt x="26972" y="22113"/>
                    </a:cubicBezTo>
                    <a:cubicBezTo>
                      <a:pt x="27381" y="21760"/>
                      <a:pt x="27809" y="21366"/>
                      <a:pt x="28341" y="21210"/>
                    </a:cubicBezTo>
                    <a:cubicBezTo>
                      <a:pt x="28616" y="21128"/>
                      <a:pt x="28893" y="21135"/>
                      <a:pt x="29170" y="21198"/>
                    </a:cubicBezTo>
                    <a:cubicBezTo>
                      <a:pt x="29325" y="21234"/>
                      <a:pt x="29481" y="21284"/>
                      <a:pt x="29641" y="21282"/>
                    </a:cubicBezTo>
                    <a:cubicBezTo>
                      <a:pt x="29728" y="21280"/>
                      <a:pt x="29773" y="21273"/>
                      <a:pt x="29860" y="21247"/>
                    </a:cubicBezTo>
                    <a:cubicBezTo>
                      <a:pt x="30154" y="21154"/>
                      <a:pt x="30394" y="20893"/>
                      <a:pt x="30606" y="20644"/>
                    </a:cubicBezTo>
                    <a:cubicBezTo>
                      <a:pt x="30978" y="20209"/>
                      <a:pt x="31508" y="19387"/>
                      <a:pt x="32178" y="19547"/>
                    </a:cubicBezTo>
                    <a:cubicBezTo>
                      <a:pt x="32399" y="19387"/>
                      <a:pt x="32698" y="19493"/>
                      <a:pt x="32864" y="19692"/>
                    </a:cubicBezTo>
                    <a:cubicBezTo>
                      <a:pt x="32942" y="19787"/>
                      <a:pt x="32985" y="19891"/>
                      <a:pt x="33003" y="20003"/>
                    </a:cubicBezTo>
                    <a:cubicBezTo>
                      <a:pt x="33059" y="19975"/>
                      <a:pt x="33139" y="19943"/>
                      <a:pt x="33173" y="19893"/>
                    </a:cubicBezTo>
                    <a:cubicBezTo>
                      <a:pt x="33199" y="19852"/>
                      <a:pt x="33173" y="19824"/>
                      <a:pt x="33139" y="19787"/>
                    </a:cubicBezTo>
                    <a:cubicBezTo>
                      <a:pt x="32998" y="19632"/>
                      <a:pt x="32916" y="19482"/>
                      <a:pt x="32916" y="19266"/>
                    </a:cubicBezTo>
                    <a:cubicBezTo>
                      <a:pt x="32916" y="19056"/>
                      <a:pt x="32961" y="18827"/>
                      <a:pt x="33028" y="18628"/>
                    </a:cubicBezTo>
                    <a:cubicBezTo>
                      <a:pt x="33104" y="18407"/>
                      <a:pt x="33230" y="18195"/>
                      <a:pt x="33440" y="18078"/>
                    </a:cubicBezTo>
                    <a:cubicBezTo>
                      <a:pt x="33559" y="18011"/>
                      <a:pt x="33692" y="17975"/>
                      <a:pt x="33824" y="17983"/>
                    </a:cubicBezTo>
                    <a:cubicBezTo>
                      <a:pt x="33820" y="17856"/>
                      <a:pt x="33829" y="17732"/>
                      <a:pt x="33844" y="17605"/>
                    </a:cubicBezTo>
                    <a:cubicBezTo>
                      <a:pt x="33850" y="17564"/>
                      <a:pt x="33857" y="17520"/>
                      <a:pt x="33863" y="17479"/>
                    </a:cubicBezTo>
                    <a:cubicBezTo>
                      <a:pt x="33883" y="17362"/>
                      <a:pt x="34056" y="17298"/>
                      <a:pt x="34145" y="17380"/>
                    </a:cubicBezTo>
                    <a:cubicBezTo>
                      <a:pt x="34151" y="17377"/>
                      <a:pt x="34156" y="17371"/>
                      <a:pt x="34158" y="17367"/>
                    </a:cubicBezTo>
                    <a:cubicBezTo>
                      <a:pt x="34179" y="17330"/>
                      <a:pt x="34151" y="17259"/>
                      <a:pt x="34142" y="17224"/>
                    </a:cubicBezTo>
                    <a:cubicBezTo>
                      <a:pt x="34103" y="17077"/>
                      <a:pt x="34067" y="16938"/>
                      <a:pt x="34080" y="16785"/>
                    </a:cubicBezTo>
                    <a:cubicBezTo>
                      <a:pt x="34103" y="16519"/>
                      <a:pt x="34182" y="16207"/>
                      <a:pt x="34346" y="15991"/>
                    </a:cubicBezTo>
                    <a:cubicBezTo>
                      <a:pt x="34486" y="15807"/>
                      <a:pt x="34720" y="15714"/>
                      <a:pt x="34926" y="15824"/>
                    </a:cubicBezTo>
                    <a:cubicBezTo>
                      <a:pt x="35010" y="15664"/>
                      <a:pt x="35118" y="15517"/>
                      <a:pt x="35248" y="15390"/>
                    </a:cubicBezTo>
                    <a:cubicBezTo>
                      <a:pt x="35304" y="15335"/>
                      <a:pt x="35363" y="15284"/>
                      <a:pt x="35427" y="15236"/>
                    </a:cubicBezTo>
                    <a:cubicBezTo>
                      <a:pt x="35460" y="15212"/>
                      <a:pt x="35596" y="15149"/>
                      <a:pt x="35609" y="15106"/>
                    </a:cubicBezTo>
                    <a:cubicBezTo>
                      <a:pt x="35624" y="15061"/>
                      <a:pt x="35570" y="14990"/>
                      <a:pt x="35549" y="14951"/>
                    </a:cubicBezTo>
                    <a:cubicBezTo>
                      <a:pt x="35520" y="14892"/>
                      <a:pt x="35494" y="14832"/>
                      <a:pt x="35481" y="14765"/>
                    </a:cubicBezTo>
                    <a:cubicBezTo>
                      <a:pt x="35393" y="14347"/>
                      <a:pt x="35702" y="13930"/>
                      <a:pt x="36100" y="13841"/>
                    </a:cubicBezTo>
                    <a:cubicBezTo>
                      <a:pt x="36057" y="13731"/>
                      <a:pt x="36014" y="13624"/>
                      <a:pt x="35972" y="13514"/>
                    </a:cubicBezTo>
                    <a:cubicBezTo>
                      <a:pt x="35936" y="13421"/>
                      <a:pt x="36026" y="13293"/>
                      <a:pt x="36128" y="13300"/>
                    </a:cubicBezTo>
                    <a:cubicBezTo>
                      <a:pt x="36422" y="13319"/>
                      <a:pt x="36702" y="13395"/>
                      <a:pt x="36961" y="13531"/>
                    </a:cubicBezTo>
                    <a:cubicBezTo>
                      <a:pt x="37167" y="13088"/>
                      <a:pt x="37374" y="12645"/>
                      <a:pt x="37577" y="12203"/>
                    </a:cubicBezTo>
                    <a:cubicBezTo>
                      <a:pt x="37606" y="12138"/>
                      <a:pt x="37697" y="12102"/>
                      <a:pt x="37764" y="12121"/>
                    </a:cubicBezTo>
                    <a:cubicBezTo>
                      <a:pt x="37960" y="12175"/>
                      <a:pt x="38155" y="12227"/>
                      <a:pt x="38352" y="12281"/>
                    </a:cubicBezTo>
                    <a:cubicBezTo>
                      <a:pt x="38274" y="12095"/>
                      <a:pt x="38216" y="11901"/>
                      <a:pt x="38216" y="11697"/>
                    </a:cubicBezTo>
                    <a:cubicBezTo>
                      <a:pt x="38216" y="11427"/>
                      <a:pt x="38332" y="11152"/>
                      <a:pt x="38547" y="10985"/>
                    </a:cubicBezTo>
                    <a:cubicBezTo>
                      <a:pt x="38653" y="10901"/>
                      <a:pt x="38780" y="10851"/>
                      <a:pt x="38914" y="10841"/>
                    </a:cubicBezTo>
                    <a:cubicBezTo>
                      <a:pt x="39044" y="10832"/>
                      <a:pt x="39196" y="10895"/>
                      <a:pt x="39312" y="10817"/>
                    </a:cubicBezTo>
                    <a:cubicBezTo>
                      <a:pt x="39464" y="10717"/>
                      <a:pt x="39540" y="10514"/>
                      <a:pt x="39637" y="10369"/>
                    </a:cubicBezTo>
                    <a:cubicBezTo>
                      <a:pt x="39771" y="10166"/>
                      <a:pt x="39950" y="10003"/>
                      <a:pt x="40210" y="10060"/>
                    </a:cubicBezTo>
                    <a:cubicBezTo>
                      <a:pt x="40307" y="10081"/>
                      <a:pt x="40342" y="10174"/>
                      <a:pt x="40333" y="10261"/>
                    </a:cubicBezTo>
                    <a:cubicBezTo>
                      <a:pt x="40312" y="10436"/>
                      <a:pt x="40296" y="10609"/>
                      <a:pt x="40275" y="10782"/>
                    </a:cubicBezTo>
                    <a:cubicBezTo>
                      <a:pt x="40342" y="10763"/>
                      <a:pt x="40407" y="10745"/>
                      <a:pt x="40474" y="10726"/>
                    </a:cubicBezTo>
                    <a:cubicBezTo>
                      <a:pt x="40576" y="10696"/>
                      <a:pt x="40684" y="10773"/>
                      <a:pt x="40688" y="10880"/>
                    </a:cubicBezTo>
                    <a:cubicBezTo>
                      <a:pt x="40699" y="11224"/>
                      <a:pt x="40760" y="11565"/>
                      <a:pt x="40874" y="11888"/>
                    </a:cubicBezTo>
                    <a:cubicBezTo>
                      <a:pt x="40913" y="11996"/>
                      <a:pt x="40956" y="12102"/>
                      <a:pt x="41006" y="12206"/>
                    </a:cubicBezTo>
                    <a:cubicBezTo>
                      <a:pt x="41056" y="12311"/>
                      <a:pt x="40995" y="12411"/>
                      <a:pt x="40913" y="12448"/>
                    </a:cubicBezTo>
                    <a:cubicBezTo>
                      <a:pt x="40922" y="12614"/>
                      <a:pt x="40922" y="12777"/>
                      <a:pt x="40919" y="12945"/>
                    </a:cubicBezTo>
                    <a:cubicBezTo>
                      <a:pt x="41056" y="12911"/>
                      <a:pt x="41196" y="12885"/>
                      <a:pt x="41333" y="12855"/>
                    </a:cubicBezTo>
                    <a:cubicBezTo>
                      <a:pt x="41504" y="12818"/>
                      <a:pt x="41728" y="12733"/>
                      <a:pt x="41869" y="12883"/>
                    </a:cubicBezTo>
                    <a:cubicBezTo>
                      <a:pt x="41966" y="12989"/>
                      <a:pt x="41966" y="13162"/>
                      <a:pt x="41964" y="13298"/>
                    </a:cubicBezTo>
                    <a:cubicBezTo>
                      <a:pt x="41964" y="13441"/>
                      <a:pt x="41943" y="13586"/>
                      <a:pt x="41886" y="13720"/>
                    </a:cubicBezTo>
                    <a:cubicBezTo>
                      <a:pt x="41830" y="13847"/>
                      <a:pt x="41726" y="13949"/>
                      <a:pt x="41597" y="13997"/>
                    </a:cubicBezTo>
                    <a:cubicBezTo>
                      <a:pt x="41590" y="13999"/>
                      <a:pt x="41582" y="14001"/>
                      <a:pt x="41577" y="14005"/>
                    </a:cubicBezTo>
                    <a:cubicBezTo>
                      <a:pt x="41670" y="14005"/>
                      <a:pt x="41765" y="14005"/>
                      <a:pt x="41860" y="14005"/>
                    </a:cubicBezTo>
                    <a:cubicBezTo>
                      <a:pt x="42075" y="14005"/>
                      <a:pt x="42291" y="14005"/>
                      <a:pt x="42509" y="14005"/>
                    </a:cubicBezTo>
                    <a:cubicBezTo>
                      <a:pt x="42631" y="14005"/>
                      <a:pt x="42696" y="14107"/>
                      <a:pt x="42682" y="14221"/>
                    </a:cubicBezTo>
                    <a:cubicBezTo>
                      <a:pt x="42667" y="14343"/>
                      <a:pt x="42650" y="14466"/>
                      <a:pt x="42635" y="14589"/>
                    </a:cubicBezTo>
                    <a:cubicBezTo>
                      <a:pt x="42814" y="14589"/>
                      <a:pt x="42996" y="14669"/>
                      <a:pt x="43113" y="14805"/>
                    </a:cubicBezTo>
                    <a:cubicBezTo>
                      <a:pt x="43227" y="14935"/>
                      <a:pt x="43266" y="15089"/>
                      <a:pt x="43243" y="15260"/>
                    </a:cubicBezTo>
                    <a:cubicBezTo>
                      <a:pt x="43223" y="15411"/>
                      <a:pt x="43180" y="15507"/>
                      <a:pt x="43292" y="15627"/>
                    </a:cubicBezTo>
                    <a:cubicBezTo>
                      <a:pt x="43388" y="15729"/>
                      <a:pt x="43504" y="15813"/>
                      <a:pt x="43578" y="15933"/>
                    </a:cubicBezTo>
                    <a:cubicBezTo>
                      <a:pt x="43664" y="16069"/>
                      <a:pt x="43677" y="16231"/>
                      <a:pt x="43615" y="16380"/>
                    </a:cubicBezTo>
                    <a:cubicBezTo>
                      <a:pt x="43554" y="16530"/>
                      <a:pt x="43426" y="16631"/>
                      <a:pt x="43338" y="16765"/>
                    </a:cubicBezTo>
                    <a:cubicBezTo>
                      <a:pt x="43254" y="16893"/>
                      <a:pt x="43329" y="16980"/>
                      <a:pt x="43411" y="17088"/>
                    </a:cubicBezTo>
                    <a:cubicBezTo>
                      <a:pt x="43528" y="17241"/>
                      <a:pt x="43613" y="17388"/>
                      <a:pt x="43587" y="17589"/>
                    </a:cubicBezTo>
                    <a:cubicBezTo>
                      <a:pt x="43582" y="17633"/>
                      <a:pt x="43569" y="17678"/>
                      <a:pt x="43550" y="17719"/>
                    </a:cubicBezTo>
                    <a:cubicBezTo>
                      <a:pt x="43721" y="17849"/>
                      <a:pt x="43864" y="18027"/>
                      <a:pt x="43863" y="18238"/>
                    </a:cubicBezTo>
                    <a:cubicBezTo>
                      <a:pt x="43859" y="18556"/>
                      <a:pt x="43561" y="18664"/>
                      <a:pt x="43299" y="18703"/>
                    </a:cubicBezTo>
                    <a:cubicBezTo>
                      <a:pt x="43223" y="18714"/>
                      <a:pt x="43098" y="18725"/>
                      <a:pt x="43067" y="18771"/>
                    </a:cubicBezTo>
                    <a:cubicBezTo>
                      <a:pt x="43028" y="18827"/>
                      <a:pt x="43085" y="18929"/>
                      <a:pt x="43141" y="18972"/>
                    </a:cubicBezTo>
                    <a:cubicBezTo>
                      <a:pt x="43260" y="19062"/>
                      <a:pt x="43491" y="19071"/>
                      <a:pt x="43576" y="18931"/>
                    </a:cubicBezTo>
                    <a:cubicBezTo>
                      <a:pt x="43619" y="18859"/>
                      <a:pt x="43697" y="18825"/>
                      <a:pt x="43779" y="18842"/>
                    </a:cubicBezTo>
                    <a:cubicBezTo>
                      <a:pt x="44006" y="18889"/>
                      <a:pt x="44112" y="19114"/>
                      <a:pt x="44108" y="19329"/>
                    </a:cubicBezTo>
                    <a:cubicBezTo>
                      <a:pt x="44106" y="19446"/>
                      <a:pt x="44073" y="19549"/>
                      <a:pt x="44039" y="19659"/>
                    </a:cubicBezTo>
                    <a:cubicBezTo>
                      <a:pt x="44017" y="19731"/>
                      <a:pt x="43969" y="19848"/>
                      <a:pt x="44008" y="19923"/>
                    </a:cubicBezTo>
                    <a:cubicBezTo>
                      <a:pt x="44047" y="19999"/>
                      <a:pt x="44169" y="19999"/>
                      <a:pt x="44244" y="20008"/>
                    </a:cubicBezTo>
                    <a:cubicBezTo>
                      <a:pt x="44368" y="20021"/>
                      <a:pt x="44487" y="20032"/>
                      <a:pt x="44606" y="20077"/>
                    </a:cubicBezTo>
                    <a:cubicBezTo>
                      <a:pt x="44740" y="20127"/>
                      <a:pt x="44863" y="20202"/>
                      <a:pt x="44967" y="20298"/>
                    </a:cubicBezTo>
                    <a:cubicBezTo>
                      <a:pt x="45103" y="19824"/>
                      <a:pt x="45060" y="19311"/>
                      <a:pt x="44859" y="18857"/>
                    </a:cubicBezTo>
                    <a:cubicBezTo>
                      <a:pt x="44835" y="18803"/>
                      <a:pt x="44859" y="18717"/>
                      <a:pt x="44902" y="18678"/>
                    </a:cubicBezTo>
                    <a:cubicBezTo>
                      <a:pt x="45023" y="18571"/>
                      <a:pt x="45166" y="18537"/>
                      <a:pt x="45326" y="18539"/>
                    </a:cubicBezTo>
                    <a:cubicBezTo>
                      <a:pt x="45410" y="18541"/>
                      <a:pt x="45577" y="18578"/>
                      <a:pt x="45642" y="18511"/>
                    </a:cubicBezTo>
                    <a:cubicBezTo>
                      <a:pt x="45706" y="18446"/>
                      <a:pt x="45624" y="18273"/>
                      <a:pt x="45601" y="18199"/>
                    </a:cubicBezTo>
                    <a:cubicBezTo>
                      <a:pt x="45555" y="18044"/>
                      <a:pt x="45510" y="17879"/>
                      <a:pt x="45548" y="17719"/>
                    </a:cubicBezTo>
                    <a:cubicBezTo>
                      <a:pt x="45626" y="17386"/>
                      <a:pt x="46020" y="17202"/>
                      <a:pt x="46336" y="17291"/>
                    </a:cubicBezTo>
                    <a:cubicBezTo>
                      <a:pt x="46667" y="17384"/>
                      <a:pt x="46851" y="17732"/>
                      <a:pt x="46831" y="18061"/>
                    </a:cubicBezTo>
                    <a:cubicBezTo>
                      <a:pt x="46820" y="18254"/>
                      <a:pt x="46738" y="18405"/>
                      <a:pt x="46654" y="18576"/>
                    </a:cubicBezTo>
                    <a:cubicBezTo>
                      <a:pt x="46565" y="18753"/>
                      <a:pt x="46697" y="18872"/>
                      <a:pt x="46734" y="19043"/>
                    </a:cubicBezTo>
                    <a:cubicBezTo>
                      <a:pt x="46808" y="19368"/>
                      <a:pt x="46576" y="19597"/>
                      <a:pt x="46397" y="19835"/>
                    </a:cubicBezTo>
                    <a:cubicBezTo>
                      <a:pt x="46342" y="19911"/>
                      <a:pt x="46267" y="20010"/>
                      <a:pt x="46306" y="20099"/>
                    </a:cubicBezTo>
                    <a:cubicBezTo>
                      <a:pt x="46355" y="20205"/>
                      <a:pt x="46524" y="20237"/>
                      <a:pt x="46622" y="20267"/>
                    </a:cubicBezTo>
                    <a:cubicBezTo>
                      <a:pt x="46788" y="20319"/>
                      <a:pt x="46942" y="20378"/>
                      <a:pt x="47076" y="20494"/>
                    </a:cubicBezTo>
                    <a:cubicBezTo>
                      <a:pt x="47210" y="20609"/>
                      <a:pt x="47303" y="20765"/>
                      <a:pt x="47370" y="20925"/>
                    </a:cubicBezTo>
                    <a:cubicBezTo>
                      <a:pt x="47547" y="21349"/>
                      <a:pt x="47467" y="21810"/>
                      <a:pt x="47456" y="22253"/>
                    </a:cubicBezTo>
                    <a:cubicBezTo>
                      <a:pt x="47450" y="22495"/>
                      <a:pt x="47467" y="22736"/>
                      <a:pt x="47497" y="22976"/>
                    </a:cubicBezTo>
                    <a:cubicBezTo>
                      <a:pt x="47517" y="23151"/>
                      <a:pt x="47534" y="23328"/>
                      <a:pt x="47550" y="23506"/>
                    </a:cubicBezTo>
                    <a:cubicBezTo>
                      <a:pt x="47556" y="23503"/>
                      <a:pt x="47562" y="23501"/>
                      <a:pt x="47565" y="23499"/>
                    </a:cubicBezTo>
                    <a:cubicBezTo>
                      <a:pt x="47666" y="23454"/>
                      <a:pt x="47729" y="23614"/>
                      <a:pt x="47642" y="23668"/>
                    </a:cubicBezTo>
                    <a:cubicBezTo>
                      <a:pt x="47614" y="23685"/>
                      <a:pt x="47590" y="23704"/>
                      <a:pt x="47571" y="23724"/>
                    </a:cubicBezTo>
                    <a:cubicBezTo>
                      <a:pt x="47573" y="23776"/>
                      <a:pt x="47545" y="23813"/>
                      <a:pt x="47506" y="23834"/>
                    </a:cubicBezTo>
                    <a:cubicBezTo>
                      <a:pt x="47435" y="24049"/>
                      <a:pt x="47597" y="24351"/>
                      <a:pt x="47729" y="24503"/>
                    </a:cubicBezTo>
                    <a:cubicBezTo>
                      <a:pt x="47984" y="24799"/>
                      <a:pt x="48257" y="25072"/>
                      <a:pt x="48259" y="25489"/>
                    </a:cubicBezTo>
                    <a:cubicBezTo>
                      <a:pt x="48261" y="25879"/>
                      <a:pt x="48036" y="26229"/>
                      <a:pt x="48038" y="26616"/>
                    </a:cubicBezTo>
                    <a:cubicBezTo>
                      <a:pt x="48038" y="27008"/>
                      <a:pt x="48380" y="27352"/>
                      <a:pt x="48638" y="27611"/>
                    </a:cubicBezTo>
                    <a:cubicBezTo>
                      <a:pt x="48804" y="27776"/>
                      <a:pt x="49007" y="27921"/>
                      <a:pt x="49053" y="28167"/>
                    </a:cubicBezTo>
                    <a:cubicBezTo>
                      <a:pt x="49081" y="28310"/>
                      <a:pt x="49059" y="28457"/>
                      <a:pt x="49009" y="28595"/>
                    </a:cubicBezTo>
                    <a:cubicBezTo>
                      <a:pt x="49159" y="28664"/>
                      <a:pt x="49282" y="28792"/>
                      <a:pt x="49349" y="28950"/>
                    </a:cubicBezTo>
                    <a:cubicBezTo>
                      <a:pt x="49455" y="29203"/>
                      <a:pt x="49360" y="29450"/>
                      <a:pt x="49202" y="29659"/>
                    </a:cubicBezTo>
                    <a:cubicBezTo>
                      <a:pt x="49079" y="29820"/>
                      <a:pt x="48867" y="29991"/>
                      <a:pt x="48962" y="30216"/>
                    </a:cubicBezTo>
                    <a:cubicBezTo>
                      <a:pt x="49016" y="30345"/>
                      <a:pt x="49111" y="30462"/>
                      <a:pt x="49185" y="30579"/>
                    </a:cubicBezTo>
                    <a:cubicBezTo>
                      <a:pt x="49282" y="30728"/>
                      <a:pt x="49377" y="30875"/>
                      <a:pt x="49472" y="31024"/>
                    </a:cubicBezTo>
                    <a:cubicBezTo>
                      <a:pt x="49500" y="31065"/>
                      <a:pt x="49557" y="31202"/>
                      <a:pt x="49602" y="31219"/>
                    </a:cubicBezTo>
                    <a:cubicBezTo>
                      <a:pt x="49606" y="31219"/>
                      <a:pt x="49656" y="31204"/>
                      <a:pt x="49674" y="31200"/>
                    </a:cubicBezTo>
                    <a:cubicBezTo>
                      <a:pt x="49823" y="31165"/>
                      <a:pt x="49979" y="31161"/>
                      <a:pt x="50098" y="31273"/>
                    </a:cubicBezTo>
                    <a:cubicBezTo>
                      <a:pt x="50271" y="31438"/>
                      <a:pt x="50255" y="31730"/>
                      <a:pt x="50143" y="31924"/>
                    </a:cubicBezTo>
                    <a:cubicBezTo>
                      <a:pt x="50057" y="32073"/>
                      <a:pt x="49728" y="32303"/>
                      <a:pt x="49924" y="32482"/>
                    </a:cubicBezTo>
                    <a:cubicBezTo>
                      <a:pt x="50095" y="32638"/>
                      <a:pt x="50338" y="32532"/>
                      <a:pt x="50508" y="32430"/>
                    </a:cubicBezTo>
                    <a:cubicBezTo>
                      <a:pt x="51052" y="32097"/>
                      <a:pt x="51476" y="31567"/>
                      <a:pt x="51737" y="30988"/>
                    </a:cubicBezTo>
                    <a:cubicBezTo>
                      <a:pt x="51774" y="30906"/>
                      <a:pt x="51878" y="30877"/>
                      <a:pt x="51958" y="30892"/>
                    </a:cubicBezTo>
                    <a:cubicBezTo>
                      <a:pt x="52153" y="30929"/>
                      <a:pt x="52349" y="30897"/>
                      <a:pt x="52522" y="30810"/>
                    </a:cubicBezTo>
                    <a:cubicBezTo>
                      <a:pt x="52548" y="30797"/>
                      <a:pt x="52572" y="30784"/>
                      <a:pt x="52596" y="30769"/>
                    </a:cubicBezTo>
                    <a:cubicBezTo>
                      <a:pt x="52767" y="30665"/>
                      <a:pt x="52966" y="30864"/>
                      <a:pt x="52873" y="31037"/>
                    </a:cubicBezTo>
                    <a:cubicBezTo>
                      <a:pt x="52858" y="31063"/>
                      <a:pt x="52851" y="31089"/>
                      <a:pt x="52847" y="31115"/>
                    </a:cubicBezTo>
                    <a:cubicBezTo>
                      <a:pt x="52836" y="31197"/>
                      <a:pt x="52877" y="31278"/>
                      <a:pt x="52949" y="31329"/>
                    </a:cubicBezTo>
                    <a:cubicBezTo>
                      <a:pt x="53031" y="31386"/>
                      <a:pt x="53111" y="31435"/>
                      <a:pt x="53160" y="31524"/>
                    </a:cubicBezTo>
                    <a:cubicBezTo>
                      <a:pt x="53208" y="31611"/>
                      <a:pt x="53217" y="31717"/>
                      <a:pt x="53195" y="31816"/>
                    </a:cubicBezTo>
                    <a:cubicBezTo>
                      <a:pt x="53148" y="32002"/>
                      <a:pt x="53013" y="32113"/>
                      <a:pt x="52881" y="32238"/>
                    </a:cubicBezTo>
                    <a:cubicBezTo>
                      <a:pt x="52842" y="32273"/>
                      <a:pt x="52791" y="32316"/>
                      <a:pt x="52782" y="32370"/>
                    </a:cubicBezTo>
                    <a:cubicBezTo>
                      <a:pt x="52769" y="32431"/>
                      <a:pt x="52806" y="32506"/>
                      <a:pt x="52828" y="32560"/>
                    </a:cubicBezTo>
                    <a:cubicBezTo>
                      <a:pt x="52866" y="32645"/>
                      <a:pt x="52907" y="32727"/>
                      <a:pt x="52936" y="32815"/>
                    </a:cubicBezTo>
                    <a:cubicBezTo>
                      <a:pt x="52940" y="32757"/>
                      <a:pt x="52968" y="32696"/>
                      <a:pt x="53022" y="32669"/>
                    </a:cubicBezTo>
                    <a:cubicBezTo>
                      <a:pt x="53297" y="32532"/>
                      <a:pt x="53574" y="32396"/>
                      <a:pt x="53851" y="32260"/>
                    </a:cubicBezTo>
                    <a:cubicBezTo>
                      <a:pt x="53985" y="32197"/>
                      <a:pt x="54117" y="32132"/>
                      <a:pt x="54249" y="32069"/>
                    </a:cubicBezTo>
                    <a:cubicBezTo>
                      <a:pt x="54305" y="32043"/>
                      <a:pt x="54365" y="32017"/>
                      <a:pt x="54415" y="31980"/>
                    </a:cubicBezTo>
                    <a:cubicBezTo>
                      <a:pt x="54432" y="31966"/>
                      <a:pt x="54452" y="31950"/>
                      <a:pt x="54465" y="31931"/>
                    </a:cubicBezTo>
                    <a:cubicBezTo>
                      <a:pt x="54463" y="31926"/>
                      <a:pt x="54463" y="31918"/>
                      <a:pt x="54461" y="31907"/>
                    </a:cubicBezTo>
                    <a:cubicBezTo>
                      <a:pt x="54450" y="31782"/>
                      <a:pt x="54593" y="31663"/>
                      <a:pt x="54716" y="31702"/>
                    </a:cubicBezTo>
                    <a:cubicBezTo>
                      <a:pt x="55029" y="31807"/>
                      <a:pt x="55371" y="31929"/>
                      <a:pt x="55553" y="32223"/>
                    </a:cubicBezTo>
                    <a:cubicBezTo>
                      <a:pt x="55646" y="32374"/>
                      <a:pt x="55687" y="32550"/>
                      <a:pt x="55665" y="32720"/>
                    </a:cubicBezTo>
                    <a:cubicBezTo>
                      <a:pt x="55882" y="32744"/>
                      <a:pt x="56098" y="32807"/>
                      <a:pt x="56254" y="32958"/>
                    </a:cubicBezTo>
                    <a:cubicBezTo>
                      <a:pt x="56388" y="33086"/>
                      <a:pt x="56451" y="33268"/>
                      <a:pt x="56444" y="33451"/>
                    </a:cubicBezTo>
                    <a:cubicBezTo>
                      <a:pt x="56436" y="33598"/>
                      <a:pt x="56375" y="33783"/>
                      <a:pt x="56429" y="33917"/>
                    </a:cubicBezTo>
                    <a:cubicBezTo>
                      <a:pt x="56516" y="34137"/>
                      <a:pt x="56764" y="34289"/>
                      <a:pt x="56879" y="34513"/>
                    </a:cubicBezTo>
                    <a:cubicBezTo>
                      <a:pt x="56944" y="34641"/>
                      <a:pt x="56976" y="34786"/>
                      <a:pt x="56935" y="34927"/>
                    </a:cubicBezTo>
                    <a:cubicBezTo>
                      <a:pt x="56909" y="35020"/>
                      <a:pt x="56859" y="35098"/>
                      <a:pt x="56797" y="35171"/>
                    </a:cubicBezTo>
                    <a:cubicBezTo>
                      <a:pt x="56745" y="35234"/>
                      <a:pt x="56673" y="35286"/>
                      <a:pt x="56632" y="35355"/>
                    </a:cubicBezTo>
                    <a:cubicBezTo>
                      <a:pt x="56557" y="35483"/>
                      <a:pt x="56654" y="35645"/>
                      <a:pt x="56762" y="35723"/>
                    </a:cubicBezTo>
                    <a:cubicBezTo>
                      <a:pt x="56935" y="35846"/>
                      <a:pt x="57175" y="35853"/>
                      <a:pt x="57381" y="35863"/>
                    </a:cubicBezTo>
                    <a:cubicBezTo>
                      <a:pt x="57493" y="35868"/>
                      <a:pt x="57595" y="35946"/>
                      <a:pt x="57597" y="36067"/>
                    </a:cubicBezTo>
                    <a:cubicBezTo>
                      <a:pt x="57604" y="36462"/>
                      <a:pt x="57489" y="36848"/>
                      <a:pt x="57257" y="37165"/>
                    </a:cubicBezTo>
                    <a:cubicBezTo>
                      <a:pt x="57318" y="37323"/>
                      <a:pt x="57351" y="37488"/>
                      <a:pt x="57359" y="37652"/>
                    </a:cubicBezTo>
                    <a:cubicBezTo>
                      <a:pt x="57523" y="37628"/>
                      <a:pt x="57681" y="37496"/>
                      <a:pt x="57785" y="37380"/>
                    </a:cubicBezTo>
                    <a:cubicBezTo>
                      <a:pt x="57948" y="37198"/>
                      <a:pt x="58112" y="36997"/>
                      <a:pt x="58354" y="36919"/>
                    </a:cubicBezTo>
                    <a:cubicBezTo>
                      <a:pt x="58488" y="36876"/>
                      <a:pt x="58609" y="36904"/>
                      <a:pt x="58743" y="36908"/>
                    </a:cubicBezTo>
                    <a:cubicBezTo>
                      <a:pt x="58867" y="36910"/>
                      <a:pt x="58891" y="36819"/>
                      <a:pt x="58899" y="36709"/>
                    </a:cubicBezTo>
                    <a:cubicBezTo>
                      <a:pt x="58916" y="36396"/>
                      <a:pt x="58854" y="36064"/>
                      <a:pt x="58750" y="35772"/>
                    </a:cubicBezTo>
                    <a:cubicBezTo>
                      <a:pt x="58705" y="35647"/>
                      <a:pt x="58811" y="35534"/>
                      <a:pt x="58930" y="35524"/>
                    </a:cubicBezTo>
                    <a:cubicBezTo>
                      <a:pt x="59077" y="35511"/>
                      <a:pt x="59291" y="35493"/>
                      <a:pt x="59399" y="35381"/>
                    </a:cubicBezTo>
                    <a:cubicBezTo>
                      <a:pt x="59436" y="35342"/>
                      <a:pt x="59438" y="35290"/>
                      <a:pt x="59425" y="35217"/>
                    </a:cubicBezTo>
                    <a:cubicBezTo>
                      <a:pt x="59406" y="35106"/>
                      <a:pt x="59373" y="35000"/>
                      <a:pt x="59382" y="34886"/>
                    </a:cubicBezTo>
                    <a:cubicBezTo>
                      <a:pt x="59395" y="34749"/>
                      <a:pt x="59459" y="34635"/>
                      <a:pt x="59563" y="34548"/>
                    </a:cubicBezTo>
                    <a:cubicBezTo>
                      <a:pt x="59632" y="34490"/>
                      <a:pt x="59691" y="34446"/>
                      <a:pt x="59719" y="34366"/>
                    </a:cubicBezTo>
                    <a:cubicBezTo>
                      <a:pt x="59791" y="34168"/>
                      <a:pt x="59775" y="33953"/>
                      <a:pt x="59860" y="33757"/>
                    </a:cubicBezTo>
                    <a:cubicBezTo>
                      <a:pt x="59901" y="33663"/>
                      <a:pt x="59964" y="33583"/>
                      <a:pt x="60048" y="33519"/>
                    </a:cubicBezTo>
                    <a:cubicBezTo>
                      <a:pt x="60154" y="33441"/>
                      <a:pt x="60275" y="33434"/>
                      <a:pt x="60394" y="33387"/>
                    </a:cubicBezTo>
                    <a:cubicBezTo>
                      <a:pt x="60481" y="33352"/>
                      <a:pt x="60539" y="33268"/>
                      <a:pt x="60604" y="33201"/>
                    </a:cubicBezTo>
                    <a:cubicBezTo>
                      <a:pt x="60677" y="33127"/>
                      <a:pt x="60760" y="33062"/>
                      <a:pt x="60853" y="33015"/>
                    </a:cubicBezTo>
                    <a:cubicBezTo>
                      <a:pt x="61210" y="32842"/>
                      <a:pt x="61644" y="32917"/>
                      <a:pt x="61949" y="33162"/>
                    </a:cubicBezTo>
                    <a:cubicBezTo>
                      <a:pt x="62336" y="33475"/>
                      <a:pt x="62293" y="33960"/>
                      <a:pt x="62215" y="34401"/>
                    </a:cubicBezTo>
                    <a:cubicBezTo>
                      <a:pt x="62181" y="34598"/>
                      <a:pt x="62150" y="34808"/>
                      <a:pt x="62230" y="35000"/>
                    </a:cubicBezTo>
                    <a:cubicBezTo>
                      <a:pt x="62252" y="35052"/>
                      <a:pt x="62285" y="35106"/>
                      <a:pt x="62330" y="35139"/>
                    </a:cubicBezTo>
                    <a:cubicBezTo>
                      <a:pt x="62423" y="35210"/>
                      <a:pt x="62561" y="35191"/>
                      <a:pt x="62670" y="35216"/>
                    </a:cubicBezTo>
                    <a:cubicBezTo>
                      <a:pt x="62892" y="35264"/>
                      <a:pt x="63040" y="35420"/>
                      <a:pt x="63106" y="35632"/>
                    </a:cubicBezTo>
                    <a:cubicBezTo>
                      <a:pt x="63150" y="35781"/>
                      <a:pt x="63143" y="35952"/>
                      <a:pt x="63208" y="36095"/>
                    </a:cubicBezTo>
                    <a:cubicBezTo>
                      <a:pt x="63210" y="36091"/>
                      <a:pt x="63230" y="36123"/>
                      <a:pt x="63230" y="36125"/>
                    </a:cubicBezTo>
                    <a:cubicBezTo>
                      <a:pt x="63236" y="36131"/>
                      <a:pt x="63251" y="36140"/>
                      <a:pt x="63252" y="36142"/>
                    </a:cubicBezTo>
                    <a:lnTo>
                      <a:pt x="63252" y="36142"/>
                    </a:lnTo>
                    <a:cubicBezTo>
                      <a:pt x="63264" y="36147"/>
                      <a:pt x="63275" y="36151"/>
                      <a:pt x="63288" y="36155"/>
                    </a:cubicBezTo>
                    <a:cubicBezTo>
                      <a:pt x="63429" y="36207"/>
                      <a:pt x="63557" y="36235"/>
                      <a:pt x="63652" y="36363"/>
                    </a:cubicBezTo>
                    <a:cubicBezTo>
                      <a:pt x="63786" y="36540"/>
                      <a:pt x="63745" y="36767"/>
                      <a:pt x="63652" y="36953"/>
                    </a:cubicBezTo>
                    <a:cubicBezTo>
                      <a:pt x="63557" y="37142"/>
                      <a:pt x="63379" y="37267"/>
                      <a:pt x="63284" y="37455"/>
                    </a:cubicBezTo>
                    <a:cubicBezTo>
                      <a:pt x="63269" y="37483"/>
                      <a:pt x="63251" y="37533"/>
                      <a:pt x="63249" y="37544"/>
                    </a:cubicBezTo>
                    <a:cubicBezTo>
                      <a:pt x="63247" y="37555"/>
                      <a:pt x="63247" y="37568"/>
                      <a:pt x="63249" y="37579"/>
                    </a:cubicBezTo>
                    <a:lnTo>
                      <a:pt x="63249" y="37579"/>
                    </a:lnTo>
                    <a:cubicBezTo>
                      <a:pt x="63249" y="37583"/>
                      <a:pt x="63252" y="37590"/>
                      <a:pt x="63256" y="37594"/>
                    </a:cubicBezTo>
                    <a:cubicBezTo>
                      <a:pt x="63355" y="37654"/>
                      <a:pt x="63479" y="37672"/>
                      <a:pt x="63567" y="37771"/>
                    </a:cubicBezTo>
                    <a:cubicBezTo>
                      <a:pt x="63751" y="37974"/>
                      <a:pt x="63725" y="38258"/>
                      <a:pt x="63665" y="38504"/>
                    </a:cubicBezTo>
                    <a:cubicBezTo>
                      <a:pt x="63643" y="38600"/>
                      <a:pt x="63591" y="38738"/>
                      <a:pt x="63632" y="38836"/>
                    </a:cubicBezTo>
                    <a:cubicBezTo>
                      <a:pt x="63637" y="38851"/>
                      <a:pt x="63647" y="38866"/>
                      <a:pt x="63658" y="38879"/>
                    </a:cubicBezTo>
                    <a:cubicBezTo>
                      <a:pt x="63691" y="38857"/>
                      <a:pt x="63740" y="38857"/>
                      <a:pt x="63771" y="38902"/>
                    </a:cubicBezTo>
                    <a:cubicBezTo>
                      <a:pt x="63775" y="38909"/>
                      <a:pt x="63781" y="38915"/>
                      <a:pt x="63786" y="38920"/>
                    </a:cubicBezTo>
                    <a:cubicBezTo>
                      <a:pt x="63866" y="38890"/>
                      <a:pt x="63935" y="38944"/>
                      <a:pt x="63963" y="39013"/>
                    </a:cubicBezTo>
                    <a:cubicBezTo>
                      <a:pt x="64078" y="39034"/>
                      <a:pt x="64210" y="39002"/>
                      <a:pt x="64300" y="38939"/>
                    </a:cubicBezTo>
                    <a:cubicBezTo>
                      <a:pt x="64381" y="38883"/>
                      <a:pt x="64413" y="38816"/>
                      <a:pt x="64424" y="38719"/>
                    </a:cubicBezTo>
                    <a:cubicBezTo>
                      <a:pt x="64445" y="38561"/>
                      <a:pt x="64484" y="38412"/>
                      <a:pt x="64644" y="38344"/>
                    </a:cubicBezTo>
                    <a:cubicBezTo>
                      <a:pt x="64804" y="38277"/>
                      <a:pt x="65001" y="38288"/>
                      <a:pt x="65172" y="38280"/>
                    </a:cubicBezTo>
                    <a:cubicBezTo>
                      <a:pt x="65345" y="38271"/>
                      <a:pt x="65518" y="38258"/>
                      <a:pt x="65691" y="38264"/>
                    </a:cubicBezTo>
                    <a:cubicBezTo>
                      <a:pt x="65947" y="38269"/>
                      <a:pt x="66245" y="38318"/>
                      <a:pt x="66425" y="38518"/>
                    </a:cubicBezTo>
                    <a:cubicBezTo>
                      <a:pt x="66634" y="38749"/>
                      <a:pt x="66578" y="39052"/>
                      <a:pt x="66420" y="39294"/>
                    </a:cubicBezTo>
                    <a:cubicBezTo>
                      <a:pt x="66356" y="39391"/>
                      <a:pt x="66262" y="39497"/>
                      <a:pt x="66232" y="39608"/>
                    </a:cubicBezTo>
                    <a:cubicBezTo>
                      <a:pt x="66206" y="39705"/>
                      <a:pt x="66276" y="39781"/>
                      <a:pt x="66347" y="39848"/>
                    </a:cubicBezTo>
                    <a:cubicBezTo>
                      <a:pt x="66565" y="40060"/>
                      <a:pt x="66805" y="40280"/>
                      <a:pt x="66808" y="40609"/>
                    </a:cubicBezTo>
                    <a:cubicBezTo>
                      <a:pt x="66814" y="40962"/>
                      <a:pt x="66535" y="41234"/>
                      <a:pt x="66234" y="41371"/>
                    </a:cubicBezTo>
                    <a:cubicBezTo>
                      <a:pt x="65945" y="41505"/>
                      <a:pt x="65603" y="41570"/>
                      <a:pt x="65427" y="41860"/>
                    </a:cubicBezTo>
                    <a:cubicBezTo>
                      <a:pt x="65354" y="41978"/>
                      <a:pt x="65308" y="42110"/>
                      <a:pt x="65298" y="42247"/>
                    </a:cubicBezTo>
                    <a:cubicBezTo>
                      <a:pt x="65293" y="42309"/>
                      <a:pt x="65295" y="42376"/>
                      <a:pt x="65304" y="42437"/>
                    </a:cubicBezTo>
                    <a:cubicBezTo>
                      <a:pt x="65308" y="42459"/>
                      <a:pt x="65313" y="42500"/>
                      <a:pt x="65324" y="42537"/>
                    </a:cubicBezTo>
                    <a:cubicBezTo>
                      <a:pt x="65356" y="42521"/>
                      <a:pt x="65391" y="42508"/>
                      <a:pt x="65427" y="42500"/>
                    </a:cubicBezTo>
                    <a:cubicBezTo>
                      <a:pt x="65525" y="42478"/>
                      <a:pt x="65629" y="42497"/>
                      <a:pt x="65717" y="42547"/>
                    </a:cubicBezTo>
                    <a:cubicBezTo>
                      <a:pt x="65873" y="42638"/>
                      <a:pt x="65975" y="42818"/>
                      <a:pt x="65975" y="42999"/>
                    </a:cubicBezTo>
                    <a:cubicBezTo>
                      <a:pt x="65975" y="43205"/>
                      <a:pt x="65834" y="43378"/>
                      <a:pt x="65674" y="43495"/>
                    </a:cubicBezTo>
                    <a:cubicBezTo>
                      <a:pt x="65525" y="43603"/>
                      <a:pt x="65347" y="43653"/>
                      <a:pt x="65187" y="43743"/>
                    </a:cubicBezTo>
                    <a:cubicBezTo>
                      <a:pt x="65064" y="43811"/>
                      <a:pt x="64982" y="43888"/>
                      <a:pt x="65010" y="44014"/>
                    </a:cubicBezTo>
                    <a:cubicBezTo>
                      <a:pt x="65038" y="44133"/>
                      <a:pt x="65110" y="44202"/>
                      <a:pt x="65215" y="44213"/>
                    </a:cubicBezTo>
                    <a:cubicBezTo>
                      <a:pt x="65328" y="44228"/>
                      <a:pt x="65438" y="44226"/>
                      <a:pt x="65540" y="44289"/>
                    </a:cubicBezTo>
                    <a:cubicBezTo>
                      <a:pt x="65646" y="44354"/>
                      <a:pt x="65715" y="44462"/>
                      <a:pt x="65739" y="44583"/>
                    </a:cubicBezTo>
                    <a:cubicBezTo>
                      <a:pt x="65782" y="44775"/>
                      <a:pt x="65798" y="44979"/>
                      <a:pt x="65806" y="45175"/>
                    </a:cubicBezTo>
                    <a:cubicBezTo>
                      <a:pt x="65812" y="45383"/>
                      <a:pt x="65797" y="45604"/>
                      <a:pt x="65732" y="45803"/>
                    </a:cubicBezTo>
                    <a:cubicBezTo>
                      <a:pt x="65696" y="45909"/>
                      <a:pt x="65652" y="46004"/>
                      <a:pt x="65594" y="46090"/>
                    </a:cubicBezTo>
                    <a:cubicBezTo>
                      <a:pt x="65806" y="46272"/>
                      <a:pt x="65906" y="46590"/>
                      <a:pt x="65871" y="46869"/>
                    </a:cubicBezTo>
                    <a:cubicBezTo>
                      <a:pt x="65830" y="47200"/>
                      <a:pt x="65611" y="47457"/>
                      <a:pt x="65361" y="47670"/>
                    </a:cubicBezTo>
                    <a:cubicBezTo>
                      <a:pt x="65518" y="47739"/>
                      <a:pt x="65674" y="47808"/>
                      <a:pt x="65828" y="47879"/>
                    </a:cubicBezTo>
                    <a:cubicBezTo>
                      <a:pt x="65955" y="47933"/>
                      <a:pt x="66079" y="47988"/>
                      <a:pt x="66202" y="48048"/>
                    </a:cubicBezTo>
                    <a:cubicBezTo>
                      <a:pt x="66265" y="48080"/>
                      <a:pt x="66336" y="48107"/>
                      <a:pt x="66395" y="48145"/>
                    </a:cubicBezTo>
                    <a:cubicBezTo>
                      <a:pt x="66414" y="48156"/>
                      <a:pt x="66431" y="48169"/>
                      <a:pt x="66448" y="48184"/>
                    </a:cubicBezTo>
                    <a:cubicBezTo>
                      <a:pt x="66808" y="48234"/>
                      <a:pt x="67004" y="48669"/>
                      <a:pt x="67251" y="48902"/>
                    </a:cubicBezTo>
                    <a:cubicBezTo>
                      <a:pt x="67266" y="48915"/>
                      <a:pt x="67279" y="48928"/>
                      <a:pt x="67294" y="48941"/>
                    </a:cubicBezTo>
                    <a:cubicBezTo>
                      <a:pt x="67290" y="48935"/>
                      <a:pt x="67333" y="48967"/>
                      <a:pt x="67335" y="48970"/>
                    </a:cubicBezTo>
                    <a:cubicBezTo>
                      <a:pt x="67353" y="48982"/>
                      <a:pt x="67370" y="48993"/>
                      <a:pt x="67389" y="49002"/>
                    </a:cubicBezTo>
                    <a:cubicBezTo>
                      <a:pt x="67394" y="49004"/>
                      <a:pt x="67396" y="49006"/>
                      <a:pt x="67398" y="49008"/>
                    </a:cubicBezTo>
                    <a:lnTo>
                      <a:pt x="67398" y="49008"/>
                    </a:lnTo>
                    <a:cubicBezTo>
                      <a:pt x="67398" y="49008"/>
                      <a:pt x="67398" y="49008"/>
                      <a:pt x="67398" y="49008"/>
                    </a:cubicBezTo>
                    <a:cubicBezTo>
                      <a:pt x="67405" y="49009"/>
                      <a:pt x="67415" y="49011"/>
                      <a:pt x="67424" y="49015"/>
                    </a:cubicBezTo>
                    <a:cubicBezTo>
                      <a:pt x="67433" y="49017"/>
                      <a:pt x="67443" y="49019"/>
                      <a:pt x="67454" y="49021"/>
                    </a:cubicBezTo>
                    <a:lnTo>
                      <a:pt x="67461" y="49021"/>
                    </a:lnTo>
                    <a:cubicBezTo>
                      <a:pt x="67480" y="49021"/>
                      <a:pt x="67496" y="49021"/>
                      <a:pt x="67515" y="49015"/>
                    </a:cubicBezTo>
                    <a:cubicBezTo>
                      <a:pt x="67563" y="49004"/>
                      <a:pt x="67601" y="48976"/>
                      <a:pt x="67636" y="48944"/>
                    </a:cubicBezTo>
                    <a:cubicBezTo>
                      <a:pt x="67848" y="48740"/>
                      <a:pt x="67863" y="48398"/>
                      <a:pt x="67971" y="48137"/>
                    </a:cubicBezTo>
                    <a:cubicBezTo>
                      <a:pt x="68010" y="48046"/>
                      <a:pt x="68058" y="47962"/>
                      <a:pt x="68121" y="47884"/>
                    </a:cubicBezTo>
                    <a:cubicBezTo>
                      <a:pt x="68173" y="47817"/>
                      <a:pt x="68242" y="47765"/>
                      <a:pt x="68296" y="47698"/>
                    </a:cubicBezTo>
                    <a:cubicBezTo>
                      <a:pt x="68400" y="47566"/>
                      <a:pt x="68296" y="47364"/>
                      <a:pt x="68242" y="47230"/>
                    </a:cubicBezTo>
                    <a:cubicBezTo>
                      <a:pt x="68175" y="47064"/>
                      <a:pt x="68356" y="46932"/>
                      <a:pt x="68503" y="46956"/>
                    </a:cubicBezTo>
                    <a:cubicBezTo>
                      <a:pt x="68517" y="46960"/>
                      <a:pt x="68577" y="46960"/>
                      <a:pt x="68599" y="46956"/>
                    </a:cubicBezTo>
                    <a:cubicBezTo>
                      <a:pt x="68618" y="46953"/>
                      <a:pt x="68676" y="46932"/>
                      <a:pt x="68687" y="46925"/>
                    </a:cubicBezTo>
                    <a:cubicBezTo>
                      <a:pt x="68785" y="46873"/>
                      <a:pt x="68837" y="46822"/>
                      <a:pt x="68919" y="46752"/>
                    </a:cubicBezTo>
                    <a:cubicBezTo>
                      <a:pt x="69096" y="46599"/>
                      <a:pt x="69265" y="46428"/>
                      <a:pt x="69468" y="46313"/>
                    </a:cubicBezTo>
                    <a:cubicBezTo>
                      <a:pt x="69691" y="46186"/>
                      <a:pt x="69946" y="46158"/>
                      <a:pt x="70193" y="46119"/>
                    </a:cubicBezTo>
                    <a:cubicBezTo>
                      <a:pt x="70286" y="46104"/>
                      <a:pt x="70401" y="46084"/>
                      <a:pt x="70461" y="46006"/>
                    </a:cubicBezTo>
                    <a:cubicBezTo>
                      <a:pt x="70537" y="45905"/>
                      <a:pt x="70545" y="45764"/>
                      <a:pt x="70561" y="45645"/>
                    </a:cubicBezTo>
                    <a:cubicBezTo>
                      <a:pt x="70604" y="45344"/>
                      <a:pt x="70710" y="45095"/>
                      <a:pt x="70984" y="44935"/>
                    </a:cubicBezTo>
                    <a:cubicBezTo>
                      <a:pt x="71080" y="44879"/>
                      <a:pt x="71184" y="44836"/>
                      <a:pt x="71285" y="44786"/>
                    </a:cubicBezTo>
                    <a:cubicBezTo>
                      <a:pt x="71333" y="44762"/>
                      <a:pt x="71380" y="44738"/>
                      <a:pt x="71424" y="44706"/>
                    </a:cubicBezTo>
                    <a:cubicBezTo>
                      <a:pt x="71428" y="44704"/>
                      <a:pt x="71430" y="44702"/>
                      <a:pt x="71432" y="44700"/>
                    </a:cubicBezTo>
                    <a:lnTo>
                      <a:pt x="71432" y="44700"/>
                    </a:lnTo>
                    <a:cubicBezTo>
                      <a:pt x="71437" y="44697"/>
                      <a:pt x="71443" y="44689"/>
                      <a:pt x="71448" y="44685"/>
                    </a:cubicBezTo>
                    <a:cubicBezTo>
                      <a:pt x="71454" y="44680"/>
                      <a:pt x="71458" y="44676"/>
                      <a:pt x="71463" y="44671"/>
                    </a:cubicBezTo>
                    <a:lnTo>
                      <a:pt x="71463" y="44671"/>
                    </a:lnTo>
                    <a:lnTo>
                      <a:pt x="71463" y="44671"/>
                    </a:lnTo>
                    <a:cubicBezTo>
                      <a:pt x="71465" y="44667"/>
                      <a:pt x="71478" y="44650"/>
                      <a:pt x="71480" y="44645"/>
                    </a:cubicBezTo>
                    <a:cubicBezTo>
                      <a:pt x="71484" y="44635"/>
                      <a:pt x="71486" y="44633"/>
                      <a:pt x="71486" y="44633"/>
                    </a:cubicBezTo>
                    <a:cubicBezTo>
                      <a:pt x="71488" y="44628"/>
                      <a:pt x="71489" y="44620"/>
                      <a:pt x="71489" y="44615"/>
                    </a:cubicBezTo>
                    <a:cubicBezTo>
                      <a:pt x="71489" y="44598"/>
                      <a:pt x="71491" y="44583"/>
                      <a:pt x="71488" y="44565"/>
                    </a:cubicBezTo>
                    <a:cubicBezTo>
                      <a:pt x="71478" y="44494"/>
                      <a:pt x="71445" y="44425"/>
                      <a:pt x="71424" y="44356"/>
                    </a:cubicBezTo>
                    <a:cubicBezTo>
                      <a:pt x="71368" y="44180"/>
                      <a:pt x="71357" y="43988"/>
                      <a:pt x="71411" y="43811"/>
                    </a:cubicBezTo>
                    <a:cubicBezTo>
                      <a:pt x="71499" y="43525"/>
                      <a:pt x="71720" y="43319"/>
                      <a:pt x="71995" y="43214"/>
                    </a:cubicBezTo>
                    <a:cubicBezTo>
                      <a:pt x="72583" y="42995"/>
                      <a:pt x="73189" y="43372"/>
                      <a:pt x="73344" y="43960"/>
                    </a:cubicBezTo>
                    <a:cubicBezTo>
                      <a:pt x="73425" y="44273"/>
                      <a:pt x="73379" y="44583"/>
                      <a:pt x="73236" y="44871"/>
                    </a:cubicBezTo>
                    <a:cubicBezTo>
                      <a:pt x="73126" y="45096"/>
                      <a:pt x="72903" y="45359"/>
                      <a:pt x="72970" y="45628"/>
                    </a:cubicBezTo>
                    <a:cubicBezTo>
                      <a:pt x="73003" y="45759"/>
                      <a:pt x="73143" y="45801"/>
                      <a:pt x="73230" y="45892"/>
                    </a:cubicBezTo>
                    <a:cubicBezTo>
                      <a:pt x="73340" y="46004"/>
                      <a:pt x="73397" y="46149"/>
                      <a:pt x="73414" y="46305"/>
                    </a:cubicBezTo>
                    <a:cubicBezTo>
                      <a:pt x="73451" y="46646"/>
                      <a:pt x="73262" y="46913"/>
                      <a:pt x="73141" y="47213"/>
                    </a:cubicBezTo>
                    <a:cubicBezTo>
                      <a:pt x="73059" y="47416"/>
                      <a:pt x="73013" y="47685"/>
                      <a:pt x="73172" y="47864"/>
                    </a:cubicBezTo>
                    <a:cubicBezTo>
                      <a:pt x="73319" y="48028"/>
                      <a:pt x="73489" y="48171"/>
                      <a:pt x="73634" y="48338"/>
                    </a:cubicBezTo>
                    <a:cubicBezTo>
                      <a:pt x="73784" y="48509"/>
                      <a:pt x="73900" y="48701"/>
                      <a:pt x="73924" y="48931"/>
                    </a:cubicBezTo>
                    <a:cubicBezTo>
                      <a:pt x="73955" y="49249"/>
                      <a:pt x="73769" y="49513"/>
                      <a:pt x="73552" y="49724"/>
                    </a:cubicBezTo>
                    <a:cubicBezTo>
                      <a:pt x="73442" y="49831"/>
                      <a:pt x="73303" y="49928"/>
                      <a:pt x="73212" y="50053"/>
                    </a:cubicBezTo>
                    <a:cubicBezTo>
                      <a:pt x="73132" y="50161"/>
                      <a:pt x="73187" y="50274"/>
                      <a:pt x="73238" y="50384"/>
                    </a:cubicBezTo>
                    <a:cubicBezTo>
                      <a:pt x="73291" y="50501"/>
                      <a:pt x="73347" y="50614"/>
                      <a:pt x="73357" y="50743"/>
                    </a:cubicBezTo>
                    <a:cubicBezTo>
                      <a:pt x="73524" y="50730"/>
                      <a:pt x="73686" y="50773"/>
                      <a:pt x="73822" y="50914"/>
                    </a:cubicBezTo>
                    <a:cubicBezTo>
                      <a:pt x="74076" y="51178"/>
                      <a:pt x="73928" y="51494"/>
                      <a:pt x="73758" y="51753"/>
                    </a:cubicBezTo>
                    <a:cubicBezTo>
                      <a:pt x="73723" y="51807"/>
                      <a:pt x="73680" y="51862"/>
                      <a:pt x="73660" y="51924"/>
                    </a:cubicBezTo>
                    <a:cubicBezTo>
                      <a:pt x="73656" y="51937"/>
                      <a:pt x="73654" y="51959"/>
                      <a:pt x="73663" y="51976"/>
                    </a:cubicBezTo>
                    <a:cubicBezTo>
                      <a:pt x="73697" y="52045"/>
                      <a:pt x="73753" y="52099"/>
                      <a:pt x="73782" y="52171"/>
                    </a:cubicBezTo>
                    <a:cubicBezTo>
                      <a:pt x="73827" y="52272"/>
                      <a:pt x="73833" y="52383"/>
                      <a:pt x="73792" y="52485"/>
                    </a:cubicBezTo>
                    <a:cubicBezTo>
                      <a:pt x="73721" y="52662"/>
                      <a:pt x="73543" y="52770"/>
                      <a:pt x="73362" y="52803"/>
                    </a:cubicBezTo>
                    <a:cubicBezTo>
                      <a:pt x="73254" y="52822"/>
                      <a:pt x="73022" y="52789"/>
                      <a:pt x="72951" y="52893"/>
                    </a:cubicBezTo>
                    <a:cubicBezTo>
                      <a:pt x="72901" y="52967"/>
                      <a:pt x="72953" y="53123"/>
                      <a:pt x="73026" y="53194"/>
                    </a:cubicBezTo>
                    <a:cubicBezTo>
                      <a:pt x="73163" y="53333"/>
                      <a:pt x="73364" y="53387"/>
                      <a:pt x="73550" y="53430"/>
                    </a:cubicBezTo>
                    <a:cubicBezTo>
                      <a:pt x="73604" y="53441"/>
                      <a:pt x="73665" y="53492"/>
                      <a:pt x="73676" y="53549"/>
                    </a:cubicBezTo>
                    <a:cubicBezTo>
                      <a:pt x="73734" y="53901"/>
                      <a:pt x="73507" y="54144"/>
                      <a:pt x="73243" y="54340"/>
                    </a:cubicBezTo>
                    <a:cubicBezTo>
                      <a:pt x="73122" y="54429"/>
                      <a:pt x="72992" y="54509"/>
                      <a:pt x="72903" y="54632"/>
                    </a:cubicBezTo>
                    <a:cubicBezTo>
                      <a:pt x="72812" y="54756"/>
                      <a:pt x="72827" y="54838"/>
                      <a:pt x="72905" y="54961"/>
                    </a:cubicBezTo>
                    <a:cubicBezTo>
                      <a:pt x="72990" y="55098"/>
                      <a:pt x="73022" y="55243"/>
                      <a:pt x="72972" y="55402"/>
                    </a:cubicBezTo>
                    <a:cubicBezTo>
                      <a:pt x="72934" y="55521"/>
                      <a:pt x="72840" y="55651"/>
                      <a:pt x="72869" y="55781"/>
                    </a:cubicBezTo>
                    <a:cubicBezTo>
                      <a:pt x="72946" y="56097"/>
                      <a:pt x="73384" y="56101"/>
                      <a:pt x="73636" y="56110"/>
                    </a:cubicBezTo>
                    <a:cubicBezTo>
                      <a:pt x="73771" y="56114"/>
                      <a:pt x="73846" y="56220"/>
                      <a:pt x="73829" y="56350"/>
                    </a:cubicBezTo>
                    <a:cubicBezTo>
                      <a:pt x="73738" y="57044"/>
                      <a:pt x="73026" y="57356"/>
                      <a:pt x="72592" y="57814"/>
                    </a:cubicBezTo>
                    <a:cubicBezTo>
                      <a:pt x="72481" y="57933"/>
                      <a:pt x="72393" y="58068"/>
                      <a:pt x="72336" y="58215"/>
                    </a:cubicBezTo>
                    <a:cubicBezTo>
                      <a:pt x="72406" y="58219"/>
                      <a:pt x="72481" y="58202"/>
                      <a:pt x="72538" y="58182"/>
                    </a:cubicBezTo>
                    <a:cubicBezTo>
                      <a:pt x="72693" y="58124"/>
                      <a:pt x="72834" y="58035"/>
                      <a:pt x="73000" y="58009"/>
                    </a:cubicBezTo>
                    <a:cubicBezTo>
                      <a:pt x="73174" y="57981"/>
                      <a:pt x="73375" y="58057"/>
                      <a:pt x="73481" y="58197"/>
                    </a:cubicBezTo>
                    <a:cubicBezTo>
                      <a:pt x="73708" y="58085"/>
                      <a:pt x="74002" y="58113"/>
                      <a:pt x="74188" y="58310"/>
                    </a:cubicBezTo>
                    <a:cubicBezTo>
                      <a:pt x="74411" y="58546"/>
                      <a:pt x="74391" y="58894"/>
                      <a:pt x="74218" y="59143"/>
                    </a:cubicBezTo>
                    <a:cubicBezTo>
                      <a:pt x="74485" y="59309"/>
                      <a:pt x="74800" y="59393"/>
                      <a:pt x="75114" y="59389"/>
                    </a:cubicBezTo>
                    <a:cubicBezTo>
                      <a:pt x="75187" y="59387"/>
                      <a:pt x="75257" y="59435"/>
                      <a:pt x="75278" y="59508"/>
                    </a:cubicBezTo>
                    <a:cubicBezTo>
                      <a:pt x="75358" y="59796"/>
                      <a:pt x="75334" y="60099"/>
                      <a:pt x="75214" y="60369"/>
                    </a:cubicBezTo>
                    <a:cubicBezTo>
                      <a:pt x="75289" y="60415"/>
                      <a:pt x="75380" y="60428"/>
                      <a:pt x="75464" y="60386"/>
                    </a:cubicBezTo>
                    <a:cubicBezTo>
                      <a:pt x="75570" y="60332"/>
                      <a:pt x="75672" y="60378"/>
                      <a:pt x="75717" y="60484"/>
                    </a:cubicBezTo>
                    <a:cubicBezTo>
                      <a:pt x="75836" y="60767"/>
                      <a:pt x="76089" y="60977"/>
                      <a:pt x="76107" y="61301"/>
                    </a:cubicBezTo>
                    <a:cubicBezTo>
                      <a:pt x="76115" y="61427"/>
                      <a:pt x="76083" y="61569"/>
                      <a:pt x="76014" y="61680"/>
                    </a:cubicBezTo>
                    <a:cubicBezTo>
                      <a:pt x="76120" y="61645"/>
                      <a:pt x="76221" y="61606"/>
                      <a:pt x="76334" y="61615"/>
                    </a:cubicBezTo>
                    <a:cubicBezTo>
                      <a:pt x="76567" y="61632"/>
                      <a:pt x="76741" y="61805"/>
                      <a:pt x="76825" y="62011"/>
                    </a:cubicBezTo>
                    <a:cubicBezTo>
                      <a:pt x="77005" y="62457"/>
                      <a:pt x="76689" y="62835"/>
                      <a:pt x="76351" y="63094"/>
                    </a:cubicBezTo>
                    <a:cubicBezTo>
                      <a:pt x="76442" y="63253"/>
                      <a:pt x="76542" y="63406"/>
                      <a:pt x="76648" y="63555"/>
                    </a:cubicBezTo>
                    <a:cubicBezTo>
                      <a:pt x="76713" y="63646"/>
                      <a:pt x="76782" y="63733"/>
                      <a:pt x="76855" y="63821"/>
                    </a:cubicBezTo>
                    <a:cubicBezTo>
                      <a:pt x="76890" y="63863"/>
                      <a:pt x="76937" y="63936"/>
                      <a:pt x="76991" y="63988"/>
                    </a:cubicBezTo>
                    <a:cubicBezTo>
                      <a:pt x="77050" y="63912"/>
                      <a:pt x="77165" y="63871"/>
                      <a:pt x="77238" y="63962"/>
                    </a:cubicBezTo>
                    <a:cubicBezTo>
                      <a:pt x="77323" y="64068"/>
                      <a:pt x="77320" y="64215"/>
                      <a:pt x="77230" y="64302"/>
                    </a:cubicBezTo>
                    <a:cubicBezTo>
                      <a:pt x="77199" y="64436"/>
                      <a:pt x="77180" y="64570"/>
                      <a:pt x="77177" y="64708"/>
                    </a:cubicBezTo>
                    <a:cubicBezTo>
                      <a:pt x="77216" y="64700"/>
                      <a:pt x="77253" y="64693"/>
                      <a:pt x="77292" y="64685"/>
                    </a:cubicBezTo>
                    <a:cubicBezTo>
                      <a:pt x="77368" y="64671"/>
                      <a:pt x="77446" y="64691"/>
                      <a:pt x="77489" y="64762"/>
                    </a:cubicBezTo>
                    <a:cubicBezTo>
                      <a:pt x="77526" y="64821"/>
                      <a:pt x="77524" y="64925"/>
                      <a:pt x="77465" y="64972"/>
                    </a:cubicBezTo>
                    <a:cubicBezTo>
                      <a:pt x="77444" y="64989"/>
                      <a:pt x="77426" y="65007"/>
                      <a:pt x="77411" y="65028"/>
                    </a:cubicBezTo>
                    <a:cubicBezTo>
                      <a:pt x="77258" y="65229"/>
                      <a:pt x="77405" y="65548"/>
                      <a:pt x="77688" y="65500"/>
                    </a:cubicBezTo>
                    <a:cubicBezTo>
                      <a:pt x="78054" y="65437"/>
                      <a:pt x="78049" y="64970"/>
                      <a:pt x="77757" y="64812"/>
                    </a:cubicBezTo>
                    <a:cubicBezTo>
                      <a:pt x="77634" y="64745"/>
                      <a:pt x="77647" y="64581"/>
                      <a:pt x="77751" y="64507"/>
                    </a:cubicBezTo>
                    <a:cubicBezTo>
                      <a:pt x="77909" y="64395"/>
                      <a:pt x="78069" y="64282"/>
                      <a:pt x="78227" y="64170"/>
                    </a:cubicBezTo>
                    <a:cubicBezTo>
                      <a:pt x="78145" y="64048"/>
                      <a:pt x="78116" y="63899"/>
                      <a:pt x="78138" y="63739"/>
                    </a:cubicBezTo>
                    <a:cubicBezTo>
                      <a:pt x="78153" y="63646"/>
                      <a:pt x="78268" y="63586"/>
                      <a:pt x="78354" y="63609"/>
                    </a:cubicBezTo>
                    <a:cubicBezTo>
                      <a:pt x="78519" y="63653"/>
                      <a:pt x="78676" y="63718"/>
                      <a:pt x="78821" y="63808"/>
                    </a:cubicBezTo>
                    <a:cubicBezTo>
                      <a:pt x="78817" y="63187"/>
                      <a:pt x="78917" y="62569"/>
                      <a:pt x="79118" y="61980"/>
                    </a:cubicBezTo>
                    <a:cubicBezTo>
                      <a:pt x="79139" y="61920"/>
                      <a:pt x="79181" y="61872"/>
                      <a:pt x="79235" y="61849"/>
                    </a:cubicBezTo>
                    <a:cubicBezTo>
                      <a:pt x="79239" y="61842"/>
                      <a:pt x="79243" y="61834"/>
                      <a:pt x="79248" y="61827"/>
                    </a:cubicBezTo>
                    <a:cubicBezTo>
                      <a:pt x="79408" y="61554"/>
                      <a:pt x="79775" y="61494"/>
                      <a:pt x="80065" y="61481"/>
                    </a:cubicBezTo>
                    <a:cubicBezTo>
                      <a:pt x="80394" y="61466"/>
                      <a:pt x="80745" y="61557"/>
                      <a:pt x="80946" y="61838"/>
                    </a:cubicBezTo>
                    <a:cubicBezTo>
                      <a:pt x="81056" y="61994"/>
                      <a:pt x="81103" y="62180"/>
                      <a:pt x="81073" y="62357"/>
                    </a:cubicBezTo>
                    <a:cubicBezTo>
                      <a:pt x="81181" y="62409"/>
                      <a:pt x="81272" y="62502"/>
                      <a:pt x="81328" y="62610"/>
                    </a:cubicBezTo>
                    <a:cubicBezTo>
                      <a:pt x="81460" y="62865"/>
                      <a:pt x="81415" y="63114"/>
                      <a:pt x="81292" y="63361"/>
                    </a:cubicBezTo>
                    <a:cubicBezTo>
                      <a:pt x="81181" y="63581"/>
                      <a:pt x="80995" y="63808"/>
                      <a:pt x="81084" y="64068"/>
                    </a:cubicBezTo>
                    <a:cubicBezTo>
                      <a:pt x="81175" y="64334"/>
                      <a:pt x="81484" y="64349"/>
                      <a:pt x="81616" y="64579"/>
                    </a:cubicBezTo>
                    <a:cubicBezTo>
                      <a:pt x="81763" y="64838"/>
                      <a:pt x="81694" y="65197"/>
                      <a:pt x="81601" y="65459"/>
                    </a:cubicBezTo>
                    <a:cubicBezTo>
                      <a:pt x="81502" y="65736"/>
                      <a:pt x="81348" y="65991"/>
                      <a:pt x="81259" y="66270"/>
                    </a:cubicBezTo>
                    <a:cubicBezTo>
                      <a:pt x="81197" y="66462"/>
                      <a:pt x="81162" y="66677"/>
                      <a:pt x="81214" y="66874"/>
                    </a:cubicBezTo>
                    <a:cubicBezTo>
                      <a:pt x="81268" y="67088"/>
                      <a:pt x="81411" y="67176"/>
                      <a:pt x="81607" y="67252"/>
                    </a:cubicBezTo>
                    <a:cubicBezTo>
                      <a:pt x="81893" y="67362"/>
                      <a:pt x="82157" y="67553"/>
                      <a:pt x="82107" y="67899"/>
                    </a:cubicBezTo>
                    <a:cubicBezTo>
                      <a:pt x="82071" y="68148"/>
                      <a:pt x="81880" y="68346"/>
                      <a:pt x="81681" y="68498"/>
                    </a:cubicBezTo>
                    <a:cubicBezTo>
                      <a:pt x="81575" y="68656"/>
                      <a:pt x="81469" y="68814"/>
                      <a:pt x="81363" y="68974"/>
                    </a:cubicBezTo>
                    <a:cubicBezTo>
                      <a:pt x="81445" y="68956"/>
                      <a:pt x="81547" y="68876"/>
                      <a:pt x="81595" y="68850"/>
                    </a:cubicBezTo>
                    <a:cubicBezTo>
                      <a:pt x="81735" y="68775"/>
                      <a:pt x="81885" y="68712"/>
                      <a:pt x="82047" y="68749"/>
                    </a:cubicBezTo>
                    <a:cubicBezTo>
                      <a:pt x="82226" y="68790"/>
                      <a:pt x="82358" y="68939"/>
                      <a:pt x="82416" y="69108"/>
                    </a:cubicBezTo>
                    <a:cubicBezTo>
                      <a:pt x="82469" y="69261"/>
                      <a:pt x="82455" y="69428"/>
                      <a:pt x="82430" y="69588"/>
                    </a:cubicBezTo>
                    <a:cubicBezTo>
                      <a:pt x="82522" y="69625"/>
                      <a:pt x="82613" y="69668"/>
                      <a:pt x="82702" y="69705"/>
                    </a:cubicBezTo>
                    <a:cubicBezTo>
                      <a:pt x="82758" y="69729"/>
                      <a:pt x="82812" y="69752"/>
                      <a:pt x="82867" y="69774"/>
                    </a:cubicBezTo>
                    <a:cubicBezTo>
                      <a:pt x="82910" y="69541"/>
                      <a:pt x="82953" y="69307"/>
                      <a:pt x="82996" y="69075"/>
                    </a:cubicBezTo>
                    <a:cubicBezTo>
                      <a:pt x="83005" y="69022"/>
                      <a:pt x="83014" y="68972"/>
                      <a:pt x="83024" y="68922"/>
                    </a:cubicBezTo>
                    <a:cubicBezTo>
                      <a:pt x="83061" y="68721"/>
                      <a:pt x="83312" y="68727"/>
                      <a:pt x="83416" y="68863"/>
                    </a:cubicBezTo>
                    <a:cubicBezTo>
                      <a:pt x="83617" y="69128"/>
                      <a:pt x="84091" y="69177"/>
                      <a:pt x="84348" y="68957"/>
                    </a:cubicBezTo>
                    <a:cubicBezTo>
                      <a:pt x="84482" y="68842"/>
                      <a:pt x="84670" y="68913"/>
                      <a:pt x="84690" y="69089"/>
                    </a:cubicBezTo>
                    <a:cubicBezTo>
                      <a:pt x="84694" y="69138"/>
                      <a:pt x="84697" y="69186"/>
                      <a:pt x="84697" y="69233"/>
                    </a:cubicBezTo>
                    <a:cubicBezTo>
                      <a:pt x="84703" y="69510"/>
                      <a:pt x="84634" y="69783"/>
                      <a:pt x="84547" y="70047"/>
                    </a:cubicBezTo>
                    <a:cubicBezTo>
                      <a:pt x="84746" y="70131"/>
                      <a:pt x="84889" y="70358"/>
                      <a:pt x="84902" y="70574"/>
                    </a:cubicBezTo>
                    <a:cubicBezTo>
                      <a:pt x="84911" y="70771"/>
                      <a:pt x="84833" y="70951"/>
                      <a:pt x="84781" y="71137"/>
                    </a:cubicBezTo>
                    <a:cubicBezTo>
                      <a:pt x="84770" y="71178"/>
                      <a:pt x="84753" y="71236"/>
                      <a:pt x="84744" y="71293"/>
                    </a:cubicBezTo>
                    <a:cubicBezTo>
                      <a:pt x="85047" y="71115"/>
                      <a:pt x="85397" y="70977"/>
                      <a:pt x="85737" y="71098"/>
                    </a:cubicBezTo>
                    <a:cubicBezTo>
                      <a:pt x="86131" y="71239"/>
                      <a:pt x="86436" y="71701"/>
                      <a:pt x="86202" y="72102"/>
                    </a:cubicBezTo>
                    <a:cubicBezTo>
                      <a:pt x="86198" y="72110"/>
                      <a:pt x="86195" y="72117"/>
                      <a:pt x="86189" y="72123"/>
                    </a:cubicBezTo>
                    <a:cubicBezTo>
                      <a:pt x="86304" y="72292"/>
                      <a:pt x="86513" y="72404"/>
                      <a:pt x="86713" y="72394"/>
                    </a:cubicBezTo>
                    <a:cubicBezTo>
                      <a:pt x="86896" y="72385"/>
                      <a:pt x="87085" y="72225"/>
                      <a:pt x="87296" y="72232"/>
                    </a:cubicBezTo>
                    <a:cubicBezTo>
                      <a:pt x="87593" y="72244"/>
                      <a:pt x="87768" y="72517"/>
                      <a:pt x="87792" y="72790"/>
                    </a:cubicBezTo>
                    <a:cubicBezTo>
                      <a:pt x="87809" y="73004"/>
                      <a:pt x="87734" y="73224"/>
                      <a:pt x="87623" y="73410"/>
                    </a:cubicBezTo>
                    <a:lnTo>
                      <a:pt x="0" y="51901"/>
                    </a:lnTo>
                    <a:lnTo>
                      <a:pt x="0" y="12954"/>
                    </a:lnTo>
                    <a:lnTo>
                      <a:pt x="0" y="12954"/>
                    </a:lnTo>
                    <a:close/>
                    <a:moveTo>
                      <a:pt x="65523" y="42922"/>
                    </a:moveTo>
                    <a:lnTo>
                      <a:pt x="65523" y="42922"/>
                    </a:lnTo>
                    <a:cubicBezTo>
                      <a:pt x="65534" y="42917"/>
                      <a:pt x="65536" y="42913"/>
                      <a:pt x="65523" y="42922"/>
                    </a:cubicBezTo>
                    <a:close/>
                    <a:moveTo>
                      <a:pt x="72933" y="50899"/>
                    </a:moveTo>
                    <a:lnTo>
                      <a:pt x="72933" y="50899"/>
                    </a:lnTo>
                    <a:cubicBezTo>
                      <a:pt x="72931" y="50899"/>
                      <a:pt x="72929" y="50901"/>
                      <a:pt x="72929" y="50901"/>
                    </a:cubicBezTo>
                    <a:cubicBezTo>
                      <a:pt x="72931" y="50906"/>
                      <a:pt x="72931" y="50903"/>
                      <a:pt x="72933" y="50899"/>
                    </a:cubicBezTo>
                    <a:close/>
                    <a:moveTo>
                      <a:pt x="65289" y="44689"/>
                    </a:moveTo>
                    <a:lnTo>
                      <a:pt x="65289" y="44689"/>
                    </a:lnTo>
                    <a:cubicBezTo>
                      <a:pt x="65302" y="44697"/>
                      <a:pt x="65335" y="44695"/>
                      <a:pt x="65289" y="44689"/>
                    </a:cubicBezTo>
                    <a:close/>
                    <a:moveTo>
                      <a:pt x="65252" y="42586"/>
                    </a:moveTo>
                    <a:lnTo>
                      <a:pt x="65252" y="42586"/>
                    </a:lnTo>
                    <a:cubicBezTo>
                      <a:pt x="65233" y="42586"/>
                      <a:pt x="65231" y="42601"/>
                      <a:pt x="65252" y="42586"/>
                    </a:cubicBezTo>
                    <a:close/>
                    <a:moveTo>
                      <a:pt x="52663" y="33888"/>
                    </a:moveTo>
                    <a:lnTo>
                      <a:pt x="52663" y="33888"/>
                    </a:lnTo>
                    <a:cubicBezTo>
                      <a:pt x="52682" y="33984"/>
                      <a:pt x="52758" y="34064"/>
                      <a:pt x="52832" y="34139"/>
                    </a:cubicBezTo>
                    <a:cubicBezTo>
                      <a:pt x="52853" y="34161"/>
                      <a:pt x="52875" y="34183"/>
                      <a:pt x="52895" y="34204"/>
                    </a:cubicBezTo>
                    <a:cubicBezTo>
                      <a:pt x="52908" y="33899"/>
                      <a:pt x="52918" y="33594"/>
                      <a:pt x="52925" y="33289"/>
                    </a:cubicBezTo>
                    <a:cubicBezTo>
                      <a:pt x="52894" y="33367"/>
                      <a:pt x="52855" y="33443"/>
                      <a:pt x="52812" y="33514"/>
                    </a:cubicBezTo>
                    <a:cubicBezTo>
                      <a:pt x="52747" y="33624"/>
                      <a:pt x="52641" y="33774"/>
                      <a:pt x="52663" y="33888"/>
                    </a:cubicBezTo>
                    <a:lnTo>
                      <a:pt x="52663" y="33888"/>
                    </a:lnTo>
                    <a:close/>
                    <a:moveTo>
                      <a:pt x="49831" y="31563"/>
                    </a:moveTo>
                    <a:lnTo>
                      <a:pt x="49831" y="31563"/>
                    </a:lnTo>
                    <a:cubicBezTo>
                      <a:pt x="49829" y="31557"/>
                      <a:pt x="49825" y="31552"/>
                      <a:pt x="49821" y="31548"/>
                    </a:cubicBezTo>
                    <a:cubicBezTo>
                      <a:pt x="49823" y="31550"/>
                      <a:pt x="49827" y="31561"/>
                      <a:pt x="49831" y="31563"/>
                    </a:cubicBezTo>
                    <a:close/>
                    <a:moveTo>
                      <a:pt x="43227" y="17563"/>
                    </a:moveTo>
                    <a:lnTo>
                      <a:pt x="43227" y="17563"/>
                    </a:lnTo>
                    <a:cubicBezTo>
                      <a:pt x="43219" y="17566"/>
                      <a:pt x="43223" y="17576"/>
                      <a:pt x="43227" y="17563"/>
                    </a:cubicBezTo>
                    <a:close/>
                    <a:moveTo>
                      <a:pt x="41395" y="13981"/>
                    </a:moveTo>
                    <a:lnTo>
                      <a:pt x="41395" y="13981"/>
                    </a:lnTo>
                    <a:cubicBezTo>
                      <a:pt x="41395" y="13955"/>
                      <a:pt x="41363" y="13977"/>
                      <a:pt x="41395" y="13981"/>
                    </a:cubicBezTo>
                    <a:close/>
                    <a:moveTo>
                      <a:pt x="2566" y="14632"/>
                    </a:moveTo>
                    <a:cubicBezTo>
                      <a:pt x="2570" y="14632"/>
                      <a:pt x="2579" y="14622"/>
                      <a:pt x="2581" y="14622"/>
                    </a:cubicBezTo>
                    <a:cubicBezTo>
                      <a:pt x="2576" y="14622"/>
                      <a:pt x="2570" y="14626"/>
                      <a:pt x="2566" y="14632"/>
                    </a:cubicBezTo>
                    <a:close/>
                    <a:moveTo>
                      <a:pt x="14902" y="5279"/>
                    </a:moveTo>
                    <a:cubicBezTo>
                      <a:pt x="14899" y="5292"/>
                      <a:pt x="14908" y="5286"/>
                      <a:pt x="14902" y="5279"/>
                    </a:cubicBezTo>
                    <a:close/>
                    <a:moveTo>
                      <a:pt x="18183" y="2952"/>
                    </a:moveTo>
                    <a:cubicBezTo>
                      <a:pt x="18213" y="2963"/>
                      <a:pt x="18196" y="2930"/>
                      <a:pt x="18183" y="29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4"/>
              <p:cNvSpPr/>
              <p:nvPr/>
            </p:nvSpPr>
            <p:spPr>
              <a:xfrm>
                <a:off x="50" y="4259726"/>
                <a:ext cx="1835816" cy="1030536"/>
              </a:xfrm>
              <a:custGeom>
                <a:avLst/>
                <a:gdLst/>
                <a:ahLst/>
                <a:cxnLst/>
                <a:rect l="l" t="t" r="r" b="b"/>
                <a:pathLst>
                  <a:path w="71073" h="59603" extrusionOk="0">
                    <a:moveTo>
                      <a:pt x="68458" y="59602"/>
                    </a:moveTo>
                    <a:cubicBezTo>
                      <a:pt x="69180" y="59035"/>
                      <a:pt x="69896" y="58458"/>
                      <a:pt x="70608" y="57882"/>
                    </a:cubicBezTo>
                    <a:cubicBezTo>
                      <a:pt x="70628" y="57893"/>
                      <a:pt x="70651" y="57904"/>
                      <a:pt x="70671" y="57915"/>
                    </a:cubicBezTo>
                    <a:cubicBezTo>
                      <a:pt x="70887" y="58031"/>
                      <a:pt x="71073" y="57713"/>
                      <a:pt x="70863" y="57590"/>
                    </a:cubicBezTo>
                    <a:cubicBezTo>
                      <a:pt x="70833" y="57573"/>
                      <a:pt x="70803" y="57555"/>
                      <a:pt x="70773" y="57538"/>
                    </a:cubicBezTo>
                    <a:cubicBezTo>
                      <a:pt x="70571" y="57411"/>
                      <a:pt x="70375" y="57272"/>
                      <a:pt x="70176" y="57138"/>
                    </a:cubicBezTo>
                    <a:cubicBezTo>
                      <a:pt x="69963" y="56997"/>
                      <a:pt x="69758" y="56844"/>
                      <a:pt x="69563" y="56677"/>
                    </a:cubicBezTo>
                    <a:cubicBezTo>
                      <a:pt x="69180" y="56346"/>
                      <a:pt x="68841" y="55964"/>
                      <a:pt x="68610" y="55513"/>
                    </a:cubicBezTo>
                    <a:cubicBezTo>
                      <a:pt x="68376" y="55053"/>
                      <a:pt x="68318" y="54553"/>
                      <a:pt x="68296" y="54043"/>
                    </a:cubicBezTo>
                    <a:cubicBezTo>
                      <a:pt x="68283" y="53748"/>
                      <a:pt x="68279" y="53446"/>
                      <a:pt x="68237" y="53154"/>
                    </a:cubicBezTo>
                    <a:cubicBezTo>
                      <a:pt x="68194" y="52881"/>
                      <a:pt x="68004" y="52682"/>
                      <a:pt x="67714" y="52702"/>
                    </a:cubicBezTo>
                    <a:cubicBezTo>
                      <a:pt x="67435" y="52723"/>
                      <a:pt x="67152" y="52803"/>
                      <a:pt x="66877" y="52855"/>
                    </a:cubicBezTo>
                    <a:cubicBezTo>
                      <a:pt x="66721" y="52885"/>
                      <a:pt x="66565" y="52913"/>
                      <a:pt x="66410" y="52942"/>
                    </a:cubicBezTo>
                    <a:cubicBezTo>
                      <a:pt x="66405" y="52944"/>
                      <a:pt x="66342" y="52952"/>
                      <a:pt x="66295" y="52959"/>
                    </a:cubicBezTo>
                    <a:cubicBezTo>
                      <a:pt x="66275" y="52658"/>
                      <a:pt x="66278" y="52355"/>
                      <a:pt x="66267" y="52053"/>
                    </a:cubicBezTo>
                    <a:cubicBezTo>
                      <a:pt x="66260" y="51800"/>
                      <a:pt x="66196" y="51529"/>
                      <a:pt x="65908" y="51471"/>
                    </a:cubicBezTo>
                    <a:cubicBezTo>
                      <a:pt x="65767" y="51443"/>
                      <a:pt x="65639" y="51495"/>
                      <a:pt x="65501" y="51510"/>
                    </a:cubicBezTo>
                    <a:cubicBezTo>
                      <a:pt x="65432" y="51520"/>
                      <a:pt x="65402" y="51508"/>
                      <a:pt x="65356" y="51466"/>
                    </a:cubicBezTo>
                    <a:cubicBezTo>
                      <a:pt x="65224" y="51345"/>
                      <a:pt x="65229" y="51148"/>
                      <a:pt x="65280" y="50982"/>
                    </a:cubicBezTo>
                    <a:cubicBezTo>
                      <a:pt x="65354" y="50744"/>
                      <a:pt x="65497" y="50536"/>
                      <a:pt x="65585" y="50303"/>
                    </a:cubicBezTo>
                    <a:cubicBezTo>
                      <a:pt x="65670" y="50080"/>
                      <a:pt x="65706" y="49814"/>
                      <a:pt x="65629" y="49584"/>
                    </a:cubicBezTo>
                    <a:cubicBezTo>
                      <a:pt x="65540" y="49323"/>
                      <a:pt x="65306" y="49100"/>
                      <a:pt x="65014" y="49160"/>
                    </a:cubicBezTo>
                    <a:cubicBezTo>
                      <a:pt x="64809" y="49202"/>
                      <a:pt x="64662" y="49403"/>
                      <a:pt x="64487" y="49455"/>
                    </a:cubicBezTo>
                    <a:cubicBezTo>
                      <a:pt x="64294" y="49513"/>
                      <a:pt x="64065" y="49453"/>
                      <a:pt x="63913" y="49318"/>
                    </a:cubicBezTo>
                    <a:cubicBezTo>
                      <a:pt x="63916" y="49310"/>
                      <a:pt x="63920" y="49303"/>
                      <a:pt x="63922" y="49293"/>
                    </a:cubicBezTo>
                    <a:cubicBezTo>
                      <a:pt x="64054" y="48849"/>
                      <a:pt x="63645" y="48473"/>
                      <a:pt x="63230" y="48431"/>
                    </a:cubicBezTo>
                    <a:cubicBezTo>
                      <a:pt x="62869" y="48393"/>
                      <a:pt x="62564" y="48611"/>
                      <a:pt x="62313" y="48855"/>
                    </a:cubicBezTo>
                    <a:cubicBezTo>
                      <a:pt x="62306" y="48797"/>
                      <a:pt x="62310" y="48737"/>
                      <a:pt x="62311" y="48695"/>
                    </a:cubicBezTo>
                    <a:cubicBezTo>
                      <a:pt x="62319" y="48503"/>
                      <a:pt x="62350" y="48308"/>
                      <a:pt x="62293" y="48118"/>
                    </a:cubicBezTo>
                    <a:cubicBezTo>
                      <a:pt x="62230" y="47912"/>
                      <a:pt x="62036" y="47728"/>
                      <a:pt x="61824" y="47692"/>
                    </a:cubicBezTo>
                    <a:cubicBezTo>
                      <a:pt x="61845" y="47415"/>
                      <a:pt x="61846" y="47134"/>
                      <a:pt x="61776" y="46866"/>
                    </a:cubicBezTo>
                    <a:cubicBezTo>
                      <a:pt x="61765" y="46820"/>
                      <a:pt x="61750" y="46775"/>
                      <a:pt x="61733" y="46729"/>
                    </a:cubicBezTo>
                    <a:cubicBezTo>
                      <a:pt x="61674" y="46563"/>
                      <a:pt x="61473" y="46539"/>
                      <a:pt x="61370" y="46682"/>
                    </a:cubicBezTo>
                    <a:cubicBezTo>
                      <a:pt x="61173" y="46958"/>
                      <a:pt x="60703" y="47023"/>
                      <a:pt x="60442" y="46811"/>
                    </a:cubicBezTo>
                    <a:cubicBezTo>
                      <a:pt x="60310" y="46705"/>
                      <a:pt x="60065" y="46760"/>
                      <a:pt x="60076" y="46963"/>
                    </a:cubicBezTo>
                    <a:cubicBezTo>
                      <a:pt x="60080" y="47015"/>
                      <a:pt x="60082" y="47065"/>
                      <a:pt x="60085" y="47118"/>
                    </a:cubicBezTo>
                    <a:cubicBezTo>
                      <a:pt x="60098" y="47354"/>
                      <a:pt x="60113" y="47592"/>
                      <a:pt x="60128" y="47828"/>
                    </a:cubicBezTo>
                    <a:cubicBezTo>
                      <a:pt x="60069" y="47821"/>
                      <a:pt x="60009" y="47809"/>
                      <a:pt x="59951" y="47802"/>
                    </a:cubicBezTo>
                    <a:cubicBezTo>
                      <a:pt x="59855" y="47787"/>
                      <a:pt x="59756" y="47767"/>
                      <a:pt x="59659" y="47752"/>
                    </a:cubicBezTo>
                    <a:cubicBezTo>
                      <a:pt x="59645" y="47590"/>
                      <a:pt x="59617" y="47424"/>
                      <a:pt x="59531" y="47289"/>
                    </a:cubicBezTo>
                    <a:cubicBezTo>
                      <a:pt x="59433" y="47138"/>
                      <a:pt x="59271" y="47026"/>
                      <a:pt x="59087" y="47028"/>
                    </a:cubicBezTo>
                    <a:cubicBezTo>
                      <a:pt x="58919" y="47032"/>
                      <a:pt x="58789" y="47127"/>
                      <a:pt x="58672" y="47233"/>
                    </a:cubicBezTo>
                    <a:cubicBezTo>
                      <a:pt x="58631" y="47270"/>
                      <a:pt x="58549" y="47372"/>
                      <a:pt x="58475" y="47410"/>
                    </a:cubicBezTo>
                    <a:cubicBezTo>
                      <a:pt x="58540" y="47229"/>
                      <a:pt x="58607" y="47051"/>
                      <a:pt x="58672" y="46870"/>
                    </a:cubicBezTo>
                    <a:cubicBezTo>
                      <a:pt x="58828" y="46677"/>
                      <a:pt x="58966" y="46439"/>
                      <a:pt x="58942" y="46190"/>
                    </a:cubicBezTo>
                    <a:cubicBezTo>
                      <a:pt x="58908" y="45842"/>
                      <a:pt x="58605" y="45719"/>
                      <a:pt x="58302" y="45680"/>
                    </a:cubicBezTo>
                    <a:cubicBezTo>
                      <a:pt x="58095" y="45652"/>
                      <a:pt x="57934" y="45600"/>
                      <a:pt x="57829" y="45408"/>
                    </a:cubicBezTo>
                    <a:cubicBezTo>
                      <a:pt x="57733" y="45228"/>
                      <a:pt x="57716" y="45009"/>
                      <a:pt x="57729" y="44808"/>
                    </a:cubicBezTo>
                    <a:cubicBezTo>
                      <a:pt x="57749" y="44518"/>
                      <a:pt x="57839" y="44233"/>
                      <a:pt x="57868" y="43941"/>
                    </a:cubicBezTo>
                    <a:cubicBezTo>
                      <a:pt x="57896" y="43664"/>
                      <a:pt x="57878" y="43298"/>
                      <a:pt x="57673" y="43084"/>
                    </a:cubicBezTo>
                    <a:cubicBezTo>
                      <a:pt x="57489" y="42890"/>
                      <a:pt x="57186" y="42950"/>
                      <a:pt x="57035" y="42712"/>
                    </a:cubicBezTo>
                    <a:cubicBezTo>
                      <a:pt x="56887" y="42481"/>
                      <a:pt x="57013" y="42217"/>
                      <a:pt x="57069" y="41975"/>
                    </a:cubicBezTo>
                    <a:cubicBezTo>
                      <a:pt x="57130" y="41706"/>
                      <a:pt x="57112" y="41453"/>
                      <a:pt x="56924" y="41237"/>
                    </a:cubicBezTo>
                    <a:cubicBezTo>
                      <a:pt x="56844" y="41148"/>
                      <a:pt x="56734" y="41079"/>
                      <a:pt x="56617" y="41055"/>
                    </a:cubicBezTo>
                    <a:cubicBezTo>
                      <a:pt x="56602" y="40876"/>
                      <a:pt x="56515" y="40705"/>
                      <a:pt x="56369" y="40580"/>
                    </a:cubicBezTo>
                    <a:cubicBezTo>
                      <a:pt x="56109" y="40355"/>
                      <a:pt x="55745" y="40352"/>
                      <a:pt x="55428" y="40443"/>
                    </a:cubicBezTo>
                    <a:cubicBezTo>
                      <a:pt x="55149" y="40523"/>
                      <a:pt x="54809" y="40670"/>
                      <a:pt x="54718" y="40975"/>
                    </a:cubicBezTo>
                    <a:cubicBezTo>
                      <a:pt x="54714" y="40982"/>
                      <a:pt x="54712" y="40990"/>
                      <a:pt x="54711" y="40999"/>
                    </a:cubicBezTo>
                    <a:cubicBezTo>
                      <a:pt x="54664" y="41032"/>
                      <a:pt x="54632" y="41088"/>
                      <a:pt x="54627" y="41153"/>
                    </a:cubicBezTo>
                    <a:cubicBezTo>
                      <a:pt x="54573" y="41773"/>
                      <a:pt x="54623" y="42396"/>
                      <a:pt x="54774" y="42998"/>
                    </a:cubicBezTo>
                    <a:cubicBezTo>
                      <a:pt x="54614" y="42948"/>
                      <a:pt x="54445" y="42920"/>
                      <a:pt x="54275" y="42916"/>
                    </a:cubicBezTo>
                    <a:cubicBezTo>
                      <a:pt x="54184" y="42916"/>
                      <a:pt x="54088" y="43000"/>
                      <a:pt x="54097" y="43095"/>
                    </a:cubicBezTo>
                    <a:cubicBezTo>
                      <a:pt x="54112" y="43255"/>
                      <a:pt x="54177" y="43392"/>
                      <a:pt x="54285" y="43493"/>
                    </a:cubicBezTo>
                    <a:cubicBezTo>
                      <a:pt x="54158" y="43640"/>
                      <a:pt x="54030" y="43787"/>
                      <a:pt x="53903" y="43932"/>
                    </a:cubicBezTo>
                    <a:cubicBezTo>
                      <a:pt x="53820" y="44030"/>
                      <a:pt x="53846" y="44192"/>
                      <a:pt x="53982" y="44227"/>
                    </a:cubicBezTo>
                    <a:cubicBezTo>
                      <a:pt x="54303" y="44311"/>
                      <a:pt x="54420" y="44763"/>
                      <a:pt x="54078" y="44912"/>
                    </a:cubicBezTo>
                    <a:cubicBezTo>
                      <a:pt x="53814" y="45027"/>
                      <a:pt x="53597" y="44750"/>
                      <a:pt x="53697" y="44519"/>
                    </a:cubicBezTo>
                    <a:cubicBezTo>
                      <a:pt x="53706" y="44497"/>
                      <a:pt x="53719" y="44475"/>
                      <a:pt x="53736" y="44452"/>
                    </a:cubicBezTo>
                    <a:cubicBezTo>
                      <a:pt x="53783" y="44393"/>
                      <a:pt x="53758" y="44291"/>
                      <a:pt x="53710" y="44242"/>
                    </a:cubicBezTo>
                    <a:cubicBezTo>
                      <a:pt x="53652" y="44185"/>
                      <a:pt x="53571" y="44183"/>
                      <a:pt x="53500" y="44214"/>
                    </a:cubicBezTo>
                    <a:cubicBezTo>
                      <a:pt x="53465" y="44231"/>
                      <a:pt x="53429" y="44248"/>
                      <a:pt x="53394" y="44265"/>
                    </a:cubicBezTo>
                    <a:cubicBezTo>
                      <a:pt x="53364" y="44131"/>
                      <a:pt x="53349" y="43995"/>
                      <a:pt x="53349" y="43857"/>
                    </a:cubicBezTo>
                    <a:cubicBezTo>
                      <a:pt x="53414" y="43751"/>
                      <a:pt x="53383" y="43606"/>
                      <a:pt x="53275" y="43524"/>
                    </a:cubicBezTo>
                    <a:cubicBezTo>
                      <a:pt x="53184" y="43454"/>
                      <a:pt x="53080" y="43523"/>
                      <a:pt x="53041" y="43610"/>
                    </a:cubicBezTo>
                    <a:cubicBezTo>
                      <a:pt x="52975" y="43573"/>
                      <a:pt x="52914" y="43513"/>
                      <a:pt x="52868" y="43478"/>
                    </a:cubicBezTo>
                    <a:cubicBezTo>
                      <a:pt x="52778" y="43413"/>
                      <a:pt x="52691" y="43342"/>
                      <a:pt x="52605" y="43270"/>
                    </a:cubicBezTo>
                    <a:cubicBezTo>
                      <a:pt x="52468" y="43152"/>
                      <a:pt x="52332" y="43026"/>
                      <a:pt x="52207" y="42894"/>
                    </a:cubicBezTo>
                    <a:cubicBezTo>
                      <a:pt x="52473" y="42561"/>
                      <a:pt x="52689" y="42120"/>
                      <a:pt x="52410" y="41730"/>
                    </a:cubicBezTo>
                    <a:cubicBezTo>
                      <a:pt x="52278" y="41548"/>
                      <a:pt x="52068" y="41423"/>
                      <a:pt x="51837" y="41462"/>
                    </a:cubicBezTo>
                    <a:cubicBezTo>
                      <a:pt x="51726" y="41481"/>
                      <a:pt x="51636" y="41542"/>
                      <a:pt x="51542" y="41600"/>
                    </a:cubicBezTo>
                    <a:cubicBezTo>
                      <a:pt x="51582" y="41475"/>
                      <a:pt x="51579" y="41332"/>
                      <a:pt x="51542" y="41211"/>
                    </a:cubicBezTo>
                    <a:cubicBezTo>
                      <a:pt x="51447" y="40900"/>
                      <a:pt x="51151" y="40757"/>
                      <a:pt x="50969" y="40510"/>
                    </a:cubicBezTo>
                    <a:cubicBezTo>
                      <a:pt x="50900" y="40417"/>
                      <a:pt x="50788" y="40398"/>
                      <a:pt x="50699" y="40476"/>
                    </a:cubicBezTo>
                    <a:cubicBezTo>
                      <a:pt x="50627" y="40538"/>
                      <a:pt x="50535" y="40545"/>
                      <a:pt x="50452" y="40519"/>
                    </a:cubicBezTo>
                    <a:cubicBezTo>
                      <a:pt x="50504" y="40229"/>
                      <a:pt x="50455" y="39928"/>
                      <a:pt x="50309" y="39667"/>
                    </a:cubicBezTo>
                    <a:cubicBezTo>
                      <a:pt x="50273" y="39602"/>
                      <a:pt x="50191" y="39572"/>
                      <a:pt x="50121" y="39589"/>
                    </a:cubicBezTo>
                    <a:cubicBezTo>
                      <a:pt x="49818" y="39669"/>
                      <a:pt x="49492" y="39662"/>
                      <a:pt x="49193" y="39565"/>
                    </a:cubicBezTo>
                    <a:cubicBezTo>
                      <a:pt x="49301" y="39282"/>
                      <a:pt x="49239" y="38940"/>
                      <a:pt x="48966" y="38763"/>
                    </a:cubicBezTo>
                    <a:cubicBezTo>
                      <a:pt x="48739" y="38617"/>
                      <a:pt x="48445" y="38659"/>
                      <a:pt x="48252" y="38821"/>
                    </a:cubicBezTo>
                    <a:cubicBezTo>
                      <a:pt x="48116" y="38711"/>
                      <a:pt x="47904" y="38685"/>
                      <a:pt x="47740" y="38754"/>
                    </a:cubicBezTo>
                    <a:cubicBezTo>
                      <a:pt x="47584" y="38819"/>
                      <a:pt x="47471" y="38940"/>
                      <a:pt x="47333" y="39031"/>
                    </a:cubicBezTo>
                    <a:cubicBezTo>
                      <a:pt x="47283" y="39065"/>
                      <a:pt x="47214" y="39100"/>
                      <a:pt x="47145" y="39113"/>
                    </a:cubicBezTo>
                    <a:cubicBezTo>
                      <a:pt x="47166" y="38957"/>
                      <a:pt x="47218" y="38804"/>
                      <a:pt x="47298" y="38661"/>
                    </a:cubicBezTo>
                    <a:cubicBezTo>
                      <a:pt x="47610" y="38114"/>
                      <a:pt x="48227" y="37640"/>
                      <a:pt x="48151" y="36945"/>
                    </a:cubicBezTo>
                    <a:cubicBezTo>
                      <a:pt x="48136" y="36816"/>
                      <a:pt x="48038" y="36731"/>
                      <a:pt x="47904" y="36759"/>
                    </a:cubicBezTo>
                    <a:cubicBezTo>
                      <a:pt x="47658" y="36809"/>
                      <a:pt x="47231" y="36909"/>
                      <a:pt x="47082" y="36621"/>
                    </a:cubicBezTo>
                    <a:cubicBezTo>
                      <a:pt x="47020" y="36502"/>
                      <a:pt x="47084" y="36353"/>
                      <a:pt x="47091" y="36229"/>
                    </a:cubicBezTo>
                    <a:cubicBezTo>
                      <a:pt x="47102" y="36063"/>
                      <a:pt x="47037" y="35929"/>
                      <a:pt x="46920" y="35816"/>
                    </a:cubicBezTo>
                    <a:cubicBezTo>
                      <a:pt x="46816" y="35715"/>
                      <a:pt x="46782" y="35639"/>
                      <a:pt x="46840" y="35498"/>
                    </a:cubicBezTo>
                    <a:cubicBezTo>
                      <a:pt x="46898" y="35356"/>
                      <a:pt x="47006" y="35248"/>
                      <a:pt x="47100" y="35133"/>
                    </a:cubicBezTo>
                    <a:cubicBezTo>
                      <a:pt x="47311" y="34880"/>
                      <a:pt x="47474" y="34588"/>
                      <a:pt x="47333" y="34263"/>
                    </a:cubicBezTo>
                    <a:cubicBezTo>
                      <a:pt x="47311" y="34209"/>
                      <a:pt x="47238" y="34175"/>
                      <a:pt x="47182" y="34175"/>
                    </a:cubicBezTo>
                    <a:cubicBezTo>
                      <a:pt x="46993" y="34179"/>
                      <a:pt x="46786" y="34175"/>
                      <a:pt x="46619" y="34073"/>
                    </a:cubicBezTo>
                    <a:cubicBezTo>
                      <a:pt x="46531" y="34019"/>
                      <a:pt x="46442" y="33882"/>
                      <a:pt x="46474" y="33796"/>
                    </a:cubicBezTo>
                    <a:cubicBezTo>
                      <a:pt x="46516" y="33679"/>
                      <a:pt x="46751" y="33656"/>
                      <a:pt x="46851" y="33612"/>
                    </a:cubicBezTo>
                    <a:cubicBezTo>
                      <a:pt x="47017" y="33537"/>
                      <a:pt x="47166" y="33389"/>
                      <a:pt x="47192" y="33201"/>
                    </a:cubicBezTo>
                    <a:cubicBezTo>
                      <a:pt x="47208" y="33091"/>
                      <a:pt x="47177" y="32985"/>
                      <a:pt x="47110" y="32898"/>
                    </a:cubicBezTo>
                    <a:cubicBezTo>
                      <a:pt x="47061" y="32836"/>
                      <a:pt x="46994" y="32797"/>
                      <a:pt x="46946" y="32738"/>
                    </a:cubicBezTo>
                    <a:cubicBezTo>
                      <a:pt x="46933" y="32721"/>
                      <a:pt x="46929" y="32701"/>
                      <a:pt x="46931" y="32686"/>
                    </a:cubicBezTo>
                    <a:cubicBezTo>
                      <a:pt x="46937" y="32622"/>
                      <a:pt x="46963" y="32557"/>
                      <a:pt x="46985" y="32498"/>
                    </a:cubicBezTo>
                    <a:cubicBezTo>
                      <a:pt x="47087" y="32206"/>
                      <a:pt x="47158" y="31864"/>
                      <a:pt x="46847" y="31667"/>
                    </a:cubicBezTo>
                    <a:cubicBezTo>
                      <a:pt x="46682" y="31562"/>
                      <a:pt x="46513" y="31561"/>
                      <a:pt x="46355" y="31613"/>
                    </a:cubicBezTo>
                    <a:cubicBezTo>
                      <a:pt x="46314" y="31490"/>
                      <a:pt x="46234" y="31393"/>
                      <a:pt x="46154" y="31293"/>
                    </a:cubicBezTo>
                    <a:cubicBezTo>
                      <a:pt x="46078" y="31198"/>
                      <a:pt x="45996" y="31101"/>
                      <a:pt x="46048" y="30977"/>
                    </a:cubicBezTo>
                    <a:cubicBezTo>
                      <a:pt x="46107" y="30835"/>
                      <a:pt x="46219" y="30707"/>
                      <a:pt x="46301" y="30577"/>
                    </a:cubicBezTo>
                    <a:cubicBezTo>
                      <a:pt x="46463" y="30320"/>
                      <a:pt x="46578" y="30019"/>
                      <a:pt x="46472" y="29719"/>
                    </a:cubicBezTo>
                    <a:cubicBezTo>
                      <a:pt x="46396" y="29500"/>
                      <a:pt x="46237" y="29342"/>
                      <a:pt x="46050" y="29210"/>
                    </a:cubicBezTo>
                    <a:cubicBezTo>
                      <a:pt x="45869" y="29083"/>
                      <a:pt x="45670" y="28985"/>
                      <a:pt x="45488" y="28860"/>
                    </a:cubicBezTo>
                    <a:cubicBezTo>
                      <a:pt x="45291" y="28724"/>
                      <a:pt x="45272" y="28451"/>
                      <a:pt x="45302" y="28235"/>
                    </a:cubicBezTo>
                    <a:cubicBezTo>
                      <a:pt x="45349" y="27915"/>
                      <a:pt x="45469" y="27610"/>
                      <a:pt x="45352" y="27289"/>
                    </a:cubicBezTo>
                    <a:cubicBezTo>
                      <a:pt x="45298" y="27142"/>
                      <a:pt x="45209" y="27015"/>
                      <a:pt x="45075" y="26930"/>
                    </a:cubicBezTo>
                    <a:cubicBezTo>
                      <a:pt x="44969" y="26865"/>
                      <a:pt x="44822" y="26855"/>
                      <a:pt x="44759" y="26736"/>
                    </a:cubicBezTo>
                    <a:cubicBezTo>
                      <a:pt x="44629" y="26493"/>
                      <a:pt x="44783" y="26184"/>
                      <a:pt x="44837" y="25938"/>
                    </a:cubicBezTo>
                    <a:cubicBezTo>
                      <a:pt x="44906" y="25626"/>
                      <a:pt x="44878" y="25312"/>
                      <a:pt x="44724" y="25027"/>
                    </a:cubicBezTo>
                    <a:cubicBezTo>
                      <a:pt x="44435" y="24493"/>
                      <a:pt x="43755" y="24272"/>
                      <a:pt x="43238" y="24625"/>
                    </a:cubicBezTo>
                    <a:cubicBezTo>
                      <a:pt x="42994" y="24793"/>
                      <a:pt x="42829" y="25046"/>
                      <a:pt x="42812" y="25343"/>
                    </a:cubicBezTo>
                    <a:cubicBezTo>
                      <a:pt x="42803" y="25529"/>
                      <a:pt x="42858" y="25713"/>
                      <a:pt x="42953" y="25870"/>
                    </a:cubicBezTo>
                    <a:cubicBezTo>
                      <a:pt x="42990" y="25931"/>
                      <a:pt x="43041" y="25991"/>
                      <a:pt x="43067" y="26057"/>
                    </a:cubicBezTo>
                    <a:cubicBezTo>
                      <a:pt x="43074" y="26074"/>
                      <a:pt x="43076" y="26089"/>
                      <a:pt x="43080" y="26106"/>
                    </a:cubicBezTo>
                    <a:cubicBezTo>
                      <a:pt x="43080" y="26111"/>
                      <a:pt x="43081" y="26119"/>
                      <a:pt x="43080" y="26124"/>
                    </a:cubicBezTo>
                    <a:cubicBezTo>
                      <a:pt x="43080" y="26124"/>
                      <a:pt x="43080" y="26128"/>
                      <a:pt x="43078" y="26136"/>
                    </a:cubicBezTo>
                    <a:cubicBezTo>
                      <a:pt x="43076" y="26143"/>
                      <a:pt x="43068" y="26163"/>
                      <a:pt x="43067" y="26165"/>
                    </a:cubicBezTo>
                    <a:lnTo>
                      <a:pt x="43067" y="26167"/>
                    </a:lnTo>
                    <a:lnTo>
                      <a:pt x="43067" y="26167"/>
                    </a:lnTo>
                    <a:cubicBezTo>
                      <a:pt x="43063" y="26173"/>
                      <a:pt x="43061" y="26178"/>
                      <a:pt x="43057" y="26184"/>
                    </a:cubicBezTo>
                    <a:cubicBezTo>
                      <a:pt x="43052" y="26189"/>
                      <a:pt x="43048" y="26197"/>
                      <a:pt x="43044" y="26203"/>
                    </a:cubicBezTo>
                    <a:lnTo>
                      <a:pt x="43044" y="26204"/>
                    </a:lnTo>
                    <a:cubicBezTo>
                      <a:pt x="43042" y="26204"/>
                      <a:pt x="43041" y="26208"/>
                      <a:pt x="43037" y="26212"/>
                    </a:cubicBezTo>
                    <a:cubicBezTo>
                      <a:pt x="43001" y="26251"/>
                      <a:pt x="42962" y="26286"/>
                      <a:pt x="42922" y="26322"/>
                    </a:cubicBezTo>
                    <a:cubicBezTo>
                      <a:pt x="42836" y="26394"/>
                      <a:pt x="42743" y="26459"/>
                      <a:pt x="42663" y="26537"/>
                    </a:cubicBezTo>
                    <a:cubicBezTo>
                      <a:pt x="42438" y="26759"/>
                      <a:pt x="42393" y="27025"/>
                      <a:pt x="42423" y="27328"/>
                    </a:cubicBezTo>
                    <a:cubicBezTo>
                      <a:pt x="42436" y="27447"/>
                      <a:pt x="42462" y="27586"/>
                      <a:pt x="42412" y="27701"/>
                    </a:cubicBezTo>
                    <a:cubicBezTo>
                      <a:pt x="42373" y="27793"/>
                      <a:pt x="42265" y="27839"/>
                      <a:pt x="42178" y="27876"/>
                    </a:cubicBezTo>
                    <a:cubicBezTo>
                      <a:pt x="41947" y="27971"/>
                      <a:pt x="41707" y="28062"/>
                      <a:pt x="41521" y="28237"/>
                    </a:cubicBezTo>
                    <a:cubicBezTo>
                      <a:pt x="41350" y="28397"/>
                      <a:pt x="41227" y="28603"/>
                      <a:pt x="41093" y="28793"/>
                    </a:cubicBezTo>
                    <a:cubicBezTo>
                      <a:pt x="41030" y="28882"/>
                      <a:pt x="40993" y="28944"/>
                      <a:pt x="40907" y="29018"/>
                    </a:cubicBezTo>
                    <a:cubicBezTo>
                      <a:pt x="40898" y="29028"/>
                      <a:pt x="40848" y="29061"/>
                      <a:pt x="40829" y="29068"/>
                    </a:cubicBezTo>
                    <a:cubicBezTo>
                      <a:pt x="40809" y="29078"/>
                      <a:pt x="40751" y="29091"/>
                      <a:pt x="40736" y="29093"/>
                    </a:cubicBezTo>
                    <a:cubicBezTo>
                      <a:pt x="40589" y="29102"/>
                      <a:pt x="40444" y="29275"/>
                      <a:pt x="40548" y="29420"/>
                    </a:cubicBezTo>
                    <a:cubicBezTo>
                      <a:pt x="40634" y="29535"/>
                      <a:pt x="40783" y="29710"/>
                      <a:pt x="40712" y="29863"/>
                    </a:cubicBezTo>
                    <a:cubicBezTo>
                      <a:pt x="40677" y="29941"/>
                      <a:pt x="40621" y="30006"/>
                      <a:pt x="40586" y="30084"/>
                    </a:cubicBezTo>
                    <a:cubicBezTo>
                      <a:pt x="40545" y="30175"/>
                      <a:pt x="40517" y="30268"/>
                      <a:pt x="40502" y="30367"/>
                    </a:cubicBezTo>
                    <a:cubicBezTo>
                      <a:pt x="40459" y="30644"/>
                      <a:pt x="40524" y="30980"/>
                      <a:pt x="40368" y="31229"/>
                    </a:cubicBezTo>
                    <a:cubicBezTo>
                      <a:pt x="40342" y="31270"/>
                      <a:pt x="40312" y="31306"/>
                      <a:pt x="40268" y="31328"/>
                    </a:cubicBezTo>
                    <a:cubicBezTo>
                      <a:pt x="40251" y="31335"/>
                      <a:pt x="40236" y="31341"/>
                      <a:pt x="40217" y="31345"/>
                    </a:cubicBezTo>
                    <a:cubicBezTo>
                      <a:pt x="40214" y="31347"/>
                      <a:pt x="40212" y="31347"/>
                      <a:pt x="40210" y="31347"/>
                    </a:cubicBezTo>
                    <a:lnTo>
                      <a:pt x="40210" y="31347"/>
                    </a:lnTo>
                    <a:cubicBezTo>
                      <a:pt x="40199" y="31349"/>
                      <a:pt x="40190" y="31349"/>
                      <a:pt x="40178" y="31349"/>
                    </a:cubicBezTo>
                    <a:cubicBezTo>
                      <a:pt x="40169" y="31349"/>
                      <a:pt x="40162" y="31349"/>
                      <a:pt x="40152" y="31347"/>
                    </a:cubicBezTo>
                    <a:lnTo>
                      <a:pt x="40152" y="31347"/>
                    </a:lnTo>
                    <a:cubicBezTo>
                      <a:pt x="40150" y="31347"/>
                      <a:pt x="40147" y="31345"/>
                      <a:pt x="40143" y="31345"/>
                    </a:cubicBezTo>
                    <a:cubicBezTo>
                      <a:pt x="40123" y="31339"/>
                      <a:pt x="40102" y="31334"/>
                      <a:pt x="40084" y="31326"/>
                    </a:cubicBezTo>
                    <a:cubicBezTo>
                      <a:pt x="40080" y="31324"/>
                      <a:pt x="40030" y="31302"/>
                      <a:pt x="40037" y="31306"/>
                    </a:cubicBezTo>
                    <a:cubicBezTo>
                      <a:pt x="40018" y="31298"/>
                      <a:pt x="40002" y="31289"/>
                      <a:pt x="39985" y="31280"/>
                    </a:cubicBezTo>
                    <a:cubicBezTo>
                      <a:pt x="39689" y="31114"/>
                      <a:pt x="39395" y="30737"/>
                      <a:pt x="39033" y="30774"/>
                    </a:cubicBezTo>
                    <a:cubicBezTo>
                      <a:pt x="39014" y="30765"/>
                      <a:pt x="38994" y="30755"/>
                      <a:pt x="38973" y="30748"/>
                    </a:cubicBezTo>
                    <a:cubicBezTo>
                      <a:pt x="38906" y="30727"/>
                      <a:pt x="38832" y="30716"/>
                      <a:pt x="38763" y="30701"/>
                    </a:cubicBezTo>
                    <a:cubicBezTo>
                      <a:pt x="38629" y="30672"/>
                      <a:pt x="38495" y="30647"/>
                      <a:pt x="38360" y="30623"/>
                    </a:cubicBezTo>
                    <a:cubicBezTo>
                      <a:pt x="38192" y="30593"/>
                      <a:pt x="38025" y="30564"/>
                      <a:pt x="37857" y="30534"/>
                    </a:cubicBezTo>
                    <a:cubicBezTo>
                      <a:pt x="38047" y="30266"/>
                      <a:pt x="38200" y="29967"/>
                      <a:pt x="38161" y="29636"/>
                    </a:cubicBezTo>
                    <a:cubicBezTo>
                      <a:pt x="38127" y="29355"/>
                      <a:pt x="37956" y="29070"/>
                      <a:pt x="37705" y="28944"/>
                    </a:cubicBezTo>
                    <a:cubicBezTo>
                      <a:pt x="37740" y="28847"/>
                      <a:pt x="37761" y="28745"/>
                      <a:pt x="37770" y="28633"/>
                    </a:cubicBezTo>
                    <a:cubicBezTo>
                      <a:pt x="37787" y="28423"/>
                      <a:pt x="37748" y="28205"/>
                      <a:pt x="37692" y="28005"/>
                    </a:cubicBezTo>
                    <a:cubicBezTo>
                      <a:pt x="37640" y="27817"/>
                      <a:pt x="37575" y="27623"/>
                      <a:pt x="37487" y="27447"/>
                    </a:cubicBezTo>
                    <a:cubicBezTo>
                      <a:pt x="37433" y="27335"/>
                      <a:pt x="37342" y="27246"/>
                      <a:pt x="37223" y="27207"/>
                    </a:cubicBezTo>
                    <a:cubicBezTo>
                      <a:pt x="37110" y="27170"/>
                      <a:pt x="37004" y="27199"/>
                      <a:pt x="36890" y="27212"/>
                    </a:cubicBezTo>
                    <a:cubicBezTo>
                      <a:pt x="36784" y="27225"/>
                      <a:pt x="36699" y="27175"/>
                      <a:pt x="36645" y="27067"/>
                    </a:cubicBezTo>
                    <a:cubicBezTo>
                      <a:pt x="36585" y="26950"/>
                      <a:pt x="36647" y="26857"/>
                      <a:pt x="36749" y="26762"/>
                    </a:cubicBezTo>
                    <a:cubicBezTo>
                      <a:pt x="36883" y="26638"/>
                      <a:pt x="37045" y="26547"/>
                      <a:pt x="37166" y="26405"/>
                    </a:cubicBezTo>
                    <a:cubicBezTo>
                      <a:pt x="37292" y="26255"/>
                      <a:pt x="37387" y="26052"/>
                      <a:pt x="37339" y="25851"/>
                    </a:cubicBezTo>
                    <a:cubicBezTo>
                      <a:pt x="37296" y="25676"/>
                      <a:pt x="37153" y="25526"/>
                      <a:pt x="36980" y="25475"/>
                    </a:cubicBezTo>
                    <a:cubicBezTo>
                      <a:pt x="36883" y="25446"/>
                      <a:pt x="36779" y="25453"/>
                      <a:pt x="36688" y="25498"/>
                    </a:cubicBezTo>
                    <a:cubicBezTo>
                      <a:pt x="36654" y="25513"/>
                      <a:pt x="36624" y="25533"/>
                      <a:pt x="36596" y="25557"/>
                    </a:cubicBezTo>
                    <a:cubicBezTo>
                      <a:pt x="36578" y="25526"/>
                      <a:pt x="36563" y="25487"/>
                      <a:pt x="36554" y="25466"/>
                    </a:cubicBezTo>
                    <a:cubicBezTo>
                      <a:pt x="36530" y="25408"/>
                      <a:pt x="36511" y="25345"/>
                      <a:pt x="36502" y="25282"/>
                    </a:cubicBezTo>
                    <a:cubicBezTo>
                      <a:pt x="36477" y="25148"/>
                      <a:pt x="36492" y="25007"/>
                      <a:pt x="36533" y="24876"/>
                    </a:cubicBezTo>
                    <a:cubicBezTo>
                      <a:pt x="36637" y="24553"/>
                      <a:pt x="36954" y="24408"/>
                      <a:pt x="37203" y="24209"/>
                    </a:cubicBezTo>
                    <a:cubicBezTo>
                      <a:pt x="37461" y="24002"/>
                      <a:pt x="37668" y="23673"/>
                      <a:pt x="37578" y="23331"/>
                    </a:cubicBezTo>
                    <a:cubicBezTo>
                      <a:pt x="37495" y="23013"/>
                      <a:pt x="37210" y="22857"/>
                      <a:pt x="36950" y="22704"/>
                    </a:cubicBezTo>
                    <a:cubicBezTo>
                      <a:pt x="36864" y="22654"/>
                      <a:pt x="36777" y="22598"/>
                      <a:pt x="36779" y="22498"/>
                    </a:cubicBezTo>
                    <a:cubicBezTo>
                      <a:pt x="36781" y="22383"/>
                      <a:pt x="36849" y="22258"/>
                      <a:pt x="36887" y="22148"/>
                    </a:cubicBezTo>
                    <a:cubicBezTo>
                      <a:pt x="36983" y="21875"/>
                      <a:pt x="36965" y="21568"/>
                      <a:pt x="36708" y="21393"/>
                    </a:cubicBezTo>
                    <a:cubicBezTo>
                      <a:pt x="36485" y="21242"/>
                      <a:pt x="36184" y="21265"/>
                      <a:pt x="35934" y="21321"/>
                    </a:cubicBezTo>
                    <a:cubicBezTo>
                      <a:pt x="35765" y="21358"/>
                      <a:pt x="35600" y="21412"/>
                      <a:pt x="35432" y="21460"/>
                    </a:cubicBezTo>
                    <a:cubicBezTo>
                      <a:pt x="35270" y="21508"/>
                      <a:pt x="35075" y="21544"/>
                      <a:pt x="34936" y="21648"/>
                    </a:cubicBezTo>
                    <a:cubicBezTo>
                      <a:pt x="34796" y="21752"/>
                      <a:pt x="34794" y="21906"/>
                      <a:pt x="34813" y="22065"/>
                    </a:cubicBezTo>
                    <a:cubicBezTo>
                      <a:pt x="34824" y="22161"/>
                      <a:pt x="34811" y="22234"/>
                      <a:pt x="34744" y="22308"/>
                    </a:cubicBezTo>
                    <a:cubicBezTo>
                      <a:pt x="34672" y="22390"/>
                      <a:pt x="34551" y="22453"/>
                      <a:pt x="34434" y="22461"/>
                    </a:cubicBezTo>
                    <a:cubicBezTo>
                      <a:pt x="34391" y="22399"/>
                      <a:pt x="34313" y="22364"/>
                      <a:pt x="34240" y="22412"/>
                    </a:cubicBezTo>
                    <a:cubicBezTo>
                      <a:pt x="34235" y="22409"/>
                      <a:pt x="34227" y="22403"/>
                      <a:pt x="34222" y="22397"/>
                    </a:cubicBezTo>
                    <a:cubicBezTo>
                      <a:pt x="34181" y="22362"/>
                      <a:pt x="34132" y="22373"/>
                      <a:pt x="34106" y="22403"/>
                    </a:cubicBezTo>
                    <a:cubicBezTo>
                      <a:pt x="34093" y="22392"/>
                      <a:pt x="34080" y="22381"/>
                      <a:pt x="34071" y="22368"/>
                    </a:cubicBezTo>
                    <a:cubicBezTo>
                      <a:pt x="34008" y="22282"/>
                      <a:pt x="34026" y="22135"/>
                      <a:pt x="34024" y="22037"/>
                    </a:cubicBezTo>
                    <a:cubicBezTo>
                      <a:pt x="34024" y="21784"/>
                      <a:pt x="33980" y="21503"/>
                      <a:pt x="33755" y="21347"/>
                    </a:cubicBezTo>
                    <a:cubicBezTo>
                      <a:pt x="33645" y="21274"/>
                      <a:pt x="33520" y="21283"/>
                      <a:pt x="33411" y="21250"/>
                    </a:cubicBezTo>
                    <a:cubicBezTo>
                      <a:pt x="33405" y="21248"/>
                      <a:pt x="33400" y="21241"/>
                      <a:pt x="33398" y="21239"/>
                    </a:cubicBezTo>
                    <a:lnTo>
                      <a:pt x="33398" y="21239"/>
                    </a:lnTo>
                    <a:cubicBezTo>
                      <a:pt x="33396" y="21228"/>
                      <a:pt x="33392" y="21215"/>
                      <a:pt x="33390" y="21205"/>
                    </a:cubicBezTo>
                    <a:cubicBezTo>
                      <a:pt x="33390" y="21194"/>
                      <a:pt x="33396" y="21140"/>
                      <a:pt x="33403" y="21109"/>
                    </a:cubicBezTo>
                    <a:cubicBezTo>
                      <a:pt x="33452" y="20904"/>
                      <a:pt x="33595" y="20740"/>
                      <a:pt x="33641" y="20534"/>
                    </a:cubicBezTo>
                    <a:cubicBezTo>
                      <a:pt x="33688" y="20333"/>
                      <a:pt x="33673" y="20101"/>
                      <a:pt x="33502" y="19959"/>
                    </a:cubicBezTo>
                    <a:cubicBezTo>
                      <a:pt x="33379" y="19859"/>
                      <a:pt x="33247" y="19863"/>
                      <a:pt x="33098" y="19846"/>
                    </a:cubicBezTo>
                    <a:cubicBezTo>
                      <a:pt x="33083" y="19846"/>
                      <a:pt x="33072" y="19844"/>
                      <a:pt x="33061" y="19842"/>
                    </a:cubicBezTo>
                    <a:lnTo>
                      <a:pt x="33061" y="19842"/>
                    </a:lnTo>
                    <a:cubicBezTo>
                      <a:pt x="33059" y="19840"/>
                      <a:pt x="33041" y="19835"/>
                      <a:pt x="33033" y="19829"/>
                    </a:cubicBezTo>
                    <a:cubicBezTo>
                      <a:pt x="33033" y="19829"/>
                      <a:pt x="33005" y="19803"/>
                      <a:pt x="33005" y="19807"/>
                    </a:cubicBezTo>
                    <a:cubicBezTo>
                      <a:pt x="32909" y="19682"/>
                      <a:pt x="32875" y="19517"/>
                      <a:pt x="32795" y="19383"/>
                    </a:cubicBezTo>
                    <a:cubicBezTo>
                      <a:pt x="32682" y="19191"/>
                      <a:pt x="32501" y="19076"/>
                      <a:pt x="32274" y="19081"/>
                    </a:cubicBezTo>
                    <a:cubicBezTo>
                      <a:pt x="32161" y="19085"/>
                      <a:pt x="32033" y="19135"/>
                      <a:pt x="31925" y="19089"/>
                    </a:cubicBezTo>
                    <a:cubicBezTo>
                      <a:pt x="31873" y="19067"/>
                      <a:pt x="31828" y="19022"/>
                      <a:pt x="31795" y="18975"/>
                    </a:cubicBezTo>
                    <a:cubicBezTo>
                      <a:pt x="31672" y="18810"/>
                      <a:pt x="31651" y="18598"/>
                      <a:pt x="31638" y="18399"/>
                    </a:cubicBezTo>
                    <a:cubicBezTo>
                      <a:pt x="31607" y="17951"/>
                      <a:pt x="31534" y="17471"/>
                      <a:pt x="31084" y="17259"/>
                    </a:cubicBezTo>
                    <a:cubicBezTo>
                      <a:pt x="30729" y="17091"/>
                      <a:pt x="30290" y="17125"/>
                      <a:pt x="29985" y="17378"/>
                    </a:cubicBezTo>
                    <a:cubicBezTo>
                      <a:pt x="29905" y="17445"/>
                      <a:pt x="29840" y="17527"/>
                      <a:pt x="29788" y="17618"/>
                    </a:cubicBezTo>
                    <a:cubicBezTo>
                      <a:pt x="29741" y="17698"/>
                      <a:pt x="29706" y="17793"/>
                      <a:pt x="29628" y="17848"/>
                    </a:cubicBezTo>
                    <a:cubicBezTo>
                      <a:pt x="29524" y="17923"/>
                      <a:pt x="29408" y="17958"/>
                      <a:pt x="29323" y="18060"/>
                    </a:cubicBezTo>
                    <a:cubicBezTo>
                      <a:pt x="29256" y="18139"/>
                      <a:pt x="29215" y="18233"/>
                      <a:pt x="29198" y="18336"/>
                    </a:cubicBezTo>
                    <a:cubicBezTo>
                      <a:pt x="29161" y="18544"/>
                      <a:pt x="29228" y="18750"/>
                      <a:pt x="29206" y="18959"/>
                    </a:cubicBezTo>
                    <a:cubicBezTo>
                      <a:pt x="29196" y="19042"/>
                      <a:pt x="29148" y="19102"/>
                      <a:pt x="29096" y="19173"/>
                    </a:cubicBezTo>
                    <a:cubicBezTo>
                      <a:pt x="29016" y="19284"/>
                      <a:pt x="28981" y="19409"/>
                      <a:pt x="29003" y="19545"/>
                    </a:cubicBezTo>
                    <a:cubicBezTo>
                      <a:pt x="29022" y="19656"/>
                      <a:pt x="29077" y="19753"/>
                      <a:pt x="29124" y="19857"/>
                    </a:cubicBezTo>
                    <a:cubicBezTo>
                      <a:pt x="29154" y="19924"/>
                      <a:pt x="29163" y="19974"/>
                      <a:pt x="29135" y="20022"/>
                    </a:cubicBezTo>
                    <a:cubicBezTo>
                      <a:pt x="29059" y="20155"/>
                      <a:pt x="28854" y="20225"/>
                      <a:pt x="28715" y="20272"/>
                    </a:cubicBezTo>
                    <a:cubicBezTo>
                      <a:pt x="28603" y="20311"/>
                      <a:pt x="28527" y="20445"/>
                      <a:pt x="28599" y="20554"/>
                    </a:cubicBezTo>
                    <a:cubicBezTo>
                      <a:pt x="28771" y="20813"/>
                      <a:pt x="28910" y="21123"/>
                      <a:pt x="28966" y="21430"/>
                    </a:cubicBezTo>
                    <a:cubicBezTo>
                      <a:pt x="28986" y="21538"/>
                      <a:pt x="28984" y="21633"/>
                      <a:pt x="28862" y="21659"/>
                    </a:cubicBezTo>
                    <a:cubicBezTo>
                      <a:pt x="28732" y="21689"/>
                      <a:pt x="28607" y="21691"/>
                      <a:pt x="28488" y="21765"/>
                    </a:cubicBezTo>
                    <a:cubicBezTo>
                      <a:pt x="28272" y="21897"/>
                      <a:pt x="28161" y="22131"/>
                      <a:pt x="28045" y="22347"/>
                    </a:cubicBezTo>
                    <a:cubicBezTo>
                      <a:pt x="27973" y="22483"/>
                      <a:pt x="27850" y="22650"/>
                      <a:pt x="27697" y="22714"/>
                    </a:cubicBezTo>
                    <a:cubicBezTo>
                      <a:pt x="27649" y="22555"/>
                      <a:pt x="27577" y="22403"/>
                      <a:pt x="27482" y="22265"/>
                    </a:cubicBezTo>
                    <a:cubicBezTo>
                      <a:pt x="27631" y="21901"/>
                      <a:pt x="27651" y="21499"/>
                      <a:pt x="27551" y="21116"/>
                    </a:cubicBezTo>
                    <a:cubicBezTo>
                      <a:pt x="27519" y="21001"/>
                      <a:pt x="27402" y="20947"/>
                      <a:pt x="27290" y="20969"/>
                    </a:cubicBezTo>
                    <a:cubicBezTo>
                      <a:pt x="27089" y="21010"/>
                      <a:pt x="26855" y="21060"/>
                      <a:pt x="26656" y="20982"/>
                    </a:cubicBezTo>
                    <a:cubicBezTo>
                      <a:pt x="26533" y="20934"/>
                      <a:pt x="26401" y="20798"/>
                      <a:pt x="26442" y="20657"/>
                    </a:cubicBezTo>
                    <a:cubicBezTo>
                      <a:pt x="26466" y="20579"/>
                      <a:pt x="26524" y="20512"/>
                      <a:pt x="26559" y="20437"/>
                    </a:cubicBezTo>
                    <a:cubicBezTo>
                      <a:pt x="26602" y="20352"/>
                      <a:pt x="26632" y="20264"/>
                      <a:pt x="26636" y="20169"/>
                    </a:cubicBezTo>
                    <a:cubicBezTo>
                      <a:pt x="26641" y="20022"/>
                      <a:pt x="26576" y="19889"/>
                      <a:pt x="26481" y="19779"/>
                    </a:cubicBezTo>
                    <a:cubicBezTo>
                      <a:pt x="26316" y="19591"/>
                      <a:pt x="26040" y="19502"/>
                      <a:pt x="25903" y="19308"/>
                    </a:cubicBezTo>
                    <a:cubicBezTo>
                      <a:pt x="25817" y="19191"/>
                      <a:pt x="25834" y="18996"/>
                      <a:pt x="25806" y="18853"/>
                    </a:cubicBezTo>
                    <a:cubicBezTo>
                      <a:pt x="25769" y="18672"/>
                      <a:pt x="25665" y="18512"/>
                      <a:pt x="25505" y="18419"/>
                    </a:cubicBezTo>
                    <a:cubicBezTo>
                      <a:pt x="25317" y="18310"/>
                      <a:pt x="25094" y="18298"/>
                      <a:pt x="24876" y="18328"/>
                    </a:cubicBezTo>
                    <a:cubicBezTo>
                      <a:pt x="24858" y="18159"/>
                      <a:pt x="24776" y="17995"/>
                      <a:pt x="24649" y="17873"/>
                    </a:cubicBezTo>
                    <a:cubicBezTo>
                      <a:pt x="24402" y="17629"/>
                      <a:pt x="24039" y="17592"/>
                      <a:pt x="23712" y="17566"/>
                    </a:cubicBezTo>
                    <a:cubicBezTo>
                      <a:pt x="23584" y="17556"/>
                      <a:pt x="23472" y="17705"/>
                      <a:pt x="23513" y="17826"/>
                    </a:cubicBezTo>
                    <a:cubicBezTo>
                      <a:pt x="23517" y="17835"/>
                      <a:pt x="23520" y="17843"/>
                      <a:pt x="23522" y="17848"/>
                    </a:cubicBezTo>
                    <a:cubicBezTo>
                      <a:pt x="23515" y="17867"/>
                      <a:pt x="23498" y="17889"/>
                      <a:pt x="23483" y="17906"/>
                    </a:cubicBezTo>
                    <a:cubicBezTo>
                      <a:pt x="23444" y="17954"/>
                      <a:pt x="23394" y="17993"/>
                      <a:pt x="23346" y="18033"/>
                    </a:cubicBezTo>
                    <a:cubicBezTo>
                      <a:pt x="23232" y="18126"/>
                      <a:pt x="23119" y="18220"/>
                      <a:pt x="23005" y="18313"/>
                    </a:cubicBezTo>
                    <a:cubicBezTo>
                      <a:pt x="22767" y="18510"/>
                      <a:pt x="22533" y="18709"/>
                      <a:pt x="22297" y="18908"/>
                    </a:cubicBezTo>
                    <a:cubicBezTo>
                      <a:pt x="22250" y="18946"/>
                      <a:pt x="22239" y="19013"/>
                      <a:pt x="22247" y="19068"/>
                    </a:cubicBezTo>
                    <a:cubicBezTo>
                      <a:pt x="22198" y="18992"/>
                      <a:pt x="22139" y="18922"/>
                      <a:pt x="22083" y="18847"/>
                    </a:cubicBezTo>
                    <a:cubicBezTo>
                      <a:pt x="22048" y="18801"/>
                      <a:pt x="21995" y="18737"/>
                      <a:pt x="21992" y="18674"/>
                    </a:cubicBezTo>
                    <a:cubicBezTo>
                      <a:pt x="21988" y="18620"/>
                      <a:pt x="22027" y="18566"/>
                      <a:pt x="22057" y="18524"/>
                    </a:cubicBezTo>
                    <a:cubicBezTo>
                      <a:pt x="22157" y="18371"/>
                      <a:pt x="22261" y="18230"/>
                      <a:pt x="22261" y="18038"/>
                    </a:cubicBezTo>
                    <a:cubicBezTo>
                      <a:pt x="22261" y="17938"/>
                      <a:pt x="22224" y="17837"/>
                      <a:pt x="22157" y="17763"/>
                    </a:cubicBezTo>
                    <a:cubicBezTo>
                      <a:pt x="22088" y="17687"/>
                      <a:pt x="21999" y="17659"/>
                      <a:pt x="21908" y="17623"/>
                    </a:cubicBezTo>
                    <a:cubicBezTo>
                      <a:pt x="21824" y="17592"/>
                      <a:pt x="21767" y="17523"/>
                      <a:pt x="21757" y="17439"/>
                    </a:cubicBezTo>
                    <a:cubicBezTo>
                      <a:pt x="21754" y="17413"/>
                      <a:pt x="21756" y="17385"/>
                      <a:pt x="21763" y="17357"/>
                    </a:cubicBezTo>
                    <a:cubicBezTo>
                      <a:pt x="21811" y="17166"/>
                      <a:pt x="21571" y="17021"/>
                      <a:pt x="21430" y="17164"/>
                    </a:cubicBezTo>
                    <a:cubicBezTo>
                      <a:pt x="21410" y="17184"/>
                      <a:pt x="21389" y="17203"/>
                      <a:pt x="21369" y="17222"/>
                    </a:cubicBezTo>
                    <a:cubicBezTo>
                      <a:pt x="21220" y="17348"/>
                      <a:pt x="21038" y="17423"/>
                      <a:pt x="20841" y="17434"/>
                    </a:cubicBezTo>
                    <a:cubicBezTo>
                      <a:pt x="20759" y="17439"/>
                      <a:pt x="20666" y="17491"/>
                      <a:pt x="20649" y="17581"/>
                    </a:cubicBezTo>
                    <a:cubicBezTo>
                      <a:pt x="20534" y="18204"/>
                      <a:pt x="20249" y="18821"/>
                      <a:pt x="19799" y="19275"/>
                    </a:cubicBezTo>
                    <a:cubicBezTo>
                      <a:pt x="19660" y="19414"/>
                      <a:pt x="19446" y="19576"/>
                      <a:pt x="19243" y="19465"/>
                    </a:cubicBezTo>
                    <a:cubicBezTo>
                      <a:pt x="19012" y="19338"/>
                      <a:pt x="19275" y="19035"/>
                      <a:pt x="19323" y="18869"/>
                    </a:cubicBezTo>
                    <a:cubicBezTo>
                      <a:pt x="19386" y="18656"/>
                      <a:pt x="19332" y="18367"/>
                      <a:pt x="19124" y="18250"/>
                    </a:cubicBezTo>
                    <a:cubicBezTo>
                      <a:pt x="18983" y="18168"/>
                      <a:pt x="18832" y="18211"/>
                      <a:pt x="18696" y="18278"/>
                    </a:cubicBezTo>
                    <a:cubicBezTo>
                      <a:pt x="18679" y="18287"/>
                      <a:pt x="18633" y="18313"/>
                      <a:pt x="18629" y="18313"/>
                    </a:cubicBezTo>
                    <a:cubicBezTo>
                      <a:pt x="18581" y="18308"/>
                      <a:pt x="18494" y="18189"/>
                      <a:pt x="18458" y="18155"/>
                    </a:cubicBezTo>
                    <a:cubicBezTo>
                      <a:pt x="18330" y="18034"/>
                      <a:pt x="18202" y="17914"/>
                      <a:pt x="18073" y="17793"/>
                    </a:cubicBezTo>
                    <a:cubicBezTo>
                      <a:pt x="17973" y="17698"/>
                      <a:pt x="17852" y="17605"/>
                      <a:pt x="17770" y="17493"/>
                    </a:cubicBezTo>
                    <a:cubicBezTo>
                      <a:pt x="17623" y="17296"/>
                      <a:pt x="17789" y="17082"/>
                      <a:pt x="17869" y="16892"/>
                    </a:cubicBezTo>
                    <a:cubicBezTo>
                      <a:pt x="17973" y="16653"/>
                      <a:pt x="18006" y="16392"/>
                      <a:pt x="17843" y="16169"/>
                    </a:cubicBezTo>
                    <a:cubicBezTo>
                      <a:pt x="17740" y="16031"/>
                      <a:pt x="17592" y="15937"/>
                      <a:pt x="17428" y="15905"/>
                    </a:cubicBezTo>
                    <a:cubicBezTo>
                      <a:pt x="17445" y="15762"/>
                      <a:pt x="17430" y="15613"/>
                      <a:pt x="17368" y="15481"/>
                    </a:cubicBezTo>
                    <a:cubicBezTo>
                      <a:pt x="17266" y="15254"/>
                      <a:pt x="17035" y="15161"/>
                      <a:pt x="16835" y="15038"/>
                    </a:cubicBezTo>
                    <a:cubicBezTo>
                      <a:pt x="16522" y="14850"/>
                      <a:pt x="16107" y="14598"/>
                      <a:pt x="16013" y="14216"/>
                    </a:cubicBezTo>
                    <a:cubicBezTo>
                      <a:pt x="15920" y="13842"/>
                      <a:pt x="16053" y="13448"/>
                      <a:pt x="15959" y="13069"/>
                    </a:cubicBezTo>
                    <a:cubicBezTo>
                      <a:pt x="15858" y="12665"/>
                      <a:pt x="15527" y="12464"/>
                      <a:pt x="15211" y="12239"/>
                    </a:cubicBezTo>
                    <a:cubicBezTo>
                      <a:pt x="15046" y="12122"/>
                      <a:pt x="14817" y="11869"/>
                      <a:pt x="14833" y="11640"/>
                    </a:cubicBezTo>
                    <a:cubicBezTo>
                      <a:pt x="14867" y="11613"/>
                      <a:pt x="14884" y="11570"/>
                      <a:pt x="14871" y="11520"/>
                    </a:cubicBezTo>
                    <a:cubicBezTo>
                      <a:pt x="14886" y="11495"/>
                      <a:pt x="14902" y="11471"/>
                      <a:pt x="14925" y="11449"/>
                    </a:cubicBezTo>
                    <a:cubicBezTo>
                      <a:pt x="14997" y="11375"/>
                      <a:pt x="14899" y="11237"/>
                      <a:pt x="14813" y="11302"/>
                    </a:cubicBezTo>
                    <a:cubicBezTo>
                      <a:pt x="14807" y="11304"/>
                      <a:pt x="14804" y="11309"/>
                      <a:pt x="14800" y="11311"/>
                    </a:cubicBezTo>
                    <a:cubicBezTo>
                      <a:pt x="14741" y="11144"/>
                      <a:pt x="14683" y="10977"/>
                      <a:pt x="14620" y="10809"/>
                    </a:cubicBezTo>
                    <a:cubicBezTo>
                      <a:pt x="14534" y="10584"/>
                      <a:pt x="14460" y="10354"/>
                      <a:pt x="14409" y="10119"/>
                    </a:cubicBezTo>
                    <a:cubicBezTo>
                      <a:pt x="14315" y="9684"/>
                      <a:pt x="14281" y="9219"/>
                      <a:pt x="14010" y="8849"/>
                    </a:cubicBezTo>
                    <a:cubicBezTo>
                      <a:pt x="13905" y="8708"/>
                      <a:pt x="13777" y="8581"/>
                      <a:pt x="13619" y="8501"/>
                    </a:cubicBezTo>
                    <a:cubicBezTo>
                      <a:pt x="13463" y="8421"/>
                      <a:pt x="13299" y="8399"/>
                      <a:pt x="13124" y="8388"/>
                    </a:cubicBezTo>
                    <a:cubicBezTo>
                      <a:pt x="13022" y="8382"/>
                      <a:pt x="12851" y="8391"/>
                      <a:pt x="12778" y="8300"/>
                    </a:cubicBezTo>
                    <a:cubicBezTo>
                      <a:pt x="12719" y="8224"/>
                      <a:pt x="12767" y="8111"/>
                      <a:pt x="12804" y="8023"/>
                    </a:cubicBezTo>
                    <a:cubicBezTo>
                      <a:pt x="12920" y="7750"/>
                      <a:pt x="13091" y="7471"/>
                      <a:pt x="12942" y="7173"/>
                    </a:cubicBezTo>
                    <a:cubicBezTo>
                      <a:pt x="12864" y="7015"/>
                      <a:pt x="12710" y="6932"/>
                      <a:pt x="12752" y="6738"/>
                    </a:cubicBezTo>
                    <a:cubicBezTo>
                      <a:pt x="12793" y="6552"/>
                      <a:pt x="12838" y="6387"/>
                      <a:pt x="12803" y="6197"/>
                    </a:cubicBezTo>
                    <a:cubicBezTo>
                      <a:pt x="12743" y="5873"/>
                      <a:pt x="12481" y="5578"/>
                      <a:pt x="12139" y="5566"/>
                    </a:cubicBezTo>
                    <a:cubicBezTo>
                      <a:pt x="11810" y="5555"/>
                      <a:pt x="11471" y="5829"/>
                      <a:pt x="11475" y="6169"/>
                    </a:cubicBezTo>
                    <a:cubicBezTo>
                      <a:pt x="11477" y="6335"/>
                      <a:pt x="11558" y="6485"/>
                      <a:pt x="11640" y="6623"/>
                    </a:cubicBezTo>
                    <a:cubicBezTo>
                      <a:pt x="11681" y="6690"/>
                      <a:pt x="11800" y="6839"/>
                      <a:pt x="11756" y="6917"/>
                    </a:cubicBezTo>
                    <a:cubicBezTo>
                      <a:pt x="11707" y="6997"/>
                      <a:pt x="11538" y="7000"/>
                      <a:pt x="11454" y="7021"/>
                    </a:cubicBezTo>
                    <a:cubicBezTo>
                      <a:pt x="11300" y="7056"/>
                      <a:pt x="11168" y="7121"/>
                      <a:pt x="11077" y="7255"/>
                    </a:cubicBezTo>
                    <a:cubicBezTo>
                      <a:pt x="11045" y="7303"/>
                      <a:pt x="11041" y="7393"/>
                      <a:pt x="11077" y="7439"/>
                    </a:cubicBezTo>
                    <a:cubicBezTo>
                      <a:pt x="11380" y="7834"/>
                      <a:pt x="11544" y="8321"/>
                      <a:pt x="11525" y="8814"/>
                    </a:cubicBezTo>
                    <a:cubicBezTo>
                      <a:pt x="11402" y="8745"/>
                      <a:pt x="11265" y="8702"/>
                      <a:pt x="11121" y="8683"/>
                    </a:cubicBezTo>
                    <a:cubicBezTo>
                      <a:pt x="10997" y="8669"/>
                      <a:pt x="10878" y="8687"/>
                      <a:pt x="10753" y="8704"/>
                    </a:cubicBezTo>
                    <a:cubicBezTo>
                      <a:pt x="10681" y="8713"/>
                      <a:pt x="10560" y="8741"/>
                      <a:pt x="10504" y="8678"/>
                    </a:cubicBezTo>
                    <a:cubicBezTo>
                      <a:pt x="10448" y="8615"/>
                      <a:pt x="10469" y="8488"/>
                      <a:pt x="10472" y="8414"/>
                    </a:cubicBezTo>
                    <a:cubicBezTo>
                      <a:pt x="10478" y="8298"/>
                      <a:pt x="10485" y="8191"/>
                      <a:pt x="10459" y="8077"/>
                    </a:cubicBezTo>
                    <a:cubicBezTo>
                      <a:pt x="10413" y="7867"/>
                      <a:pt x="10257" y="7674"/>
                      <a:pt x="10024" y="7683"/>
                    </a:cubicBezTo>
                    <a:cubicBezTo>
                      <a:pt x="9942" y="7685"/>
                      <a:pt x="9873" y="7737"/>
                      <a:pt x="9849" y="7817"/>
                    </a:cubicBezTo>
                    <a:cubicBezTo>
                      <a:pt x="9799" y="7973"/>
                      <a:pt x="9572" y="8020"/>
                      <a:pt x="9436" y="7960"/>
                    </a:cubicBezTo>
                    <a:cubicBezTo>
                      <a:pt x="9371" y="7932"/>
                      <a:pt x="9291" y="7847"/>
                      <a:pt x="9316" y="7783"/>
                    </a:cubicBezTo>
                    <a:cubicBezTo>
                      <a:pt x="9336" y="7729"/>
                      <a:pt x="9455" y="7690"/>
                      <a:pt x="9526" y="7661"/>
                    </a:cubicBezTo>
                    <a:cubicBezTo>
                      <a:pt x="9769" y="7562"/>
                      <a:pt x="10033" y="7385"/>
                      <a:pt x="9961" y="7077"/>
                    </a:cubicBezTo>
                    <a:cubicBezTo>
                      <a:pt x="9913" y="6870"/>
                      <a:pt x="9730" y="6731"/>
                      <a:pt x="9535" y="6645"/>
                    </a:cubicBezTo>
                    <a:cubicBezTo>
                      <a:pt x="9542" y="6602"/>
                      <a:pt x="9544" y="6556"/>
                      <a:pt x="9539" y="6509"/>
                    </a:cubicBezTo>
                    <a:cubicBezTo>
                      <a:pt x="9516" y="6310"/>
                      <a:pt x="9399" y="6186"/>
                      <a:pt x="9249" y="6067"/>
                    </a:cubicBezTo>
                    <a:cubicBezTo>
                      <a:pt x="9143" y="5983"/>
                      <a:pt x="9050" y="5914"/>
                      <a:pt x="9102" y="5771"/>
                    </a:cubicBezTo>
                    <a:cubicBezTo>
                      <a:pt x="9154" y="5620"/>
                      <a:pt x="9254" y="5492"/>
                      <a:pt x="9278" y="5330"/>
                    </a:cubicBezTo>
                    <a:cubicBezTo>
                      <a:pt x="9303" y="5172"/>
                      <a:pt x="9252" y="5018"/>
                      <a:pt x="9137" y="4904"/>
                    </a:cubicBezTo>
                    <a:cubicBezTo>
                      <a:pt x="9035" y="4806"/>
                      <a:pt x="8903" y="4752"/>
                      <a:pt x="8786" y="4676"/>
                    </a:cubicBezTo>
                    <a:cubicBezTo>
                      <a:pt x="8648" y="4588"/>
                      <a:pt x="8667" y="4482"/>
                      <a:pt x="8650" y="4332"/>
                    </a:cubicBezTo>
                    <a:cubicBezTo>
                      <a:pt x="8631" y="4160"/>
                      <a:pt x="8557" y="4019"/>
                      <a:pt x="8415" y="3921"/>
                    </a:cubicBezTo>
                    <a:cubicBezTo>
                      <a:pt x="8269" y="3816"/>
                      <a:pt x="8073" y="3781"/>
                      <a:pt x="7898" y="3824"/>
                    </a:cubicBezTo>
                    <a:cubicBezTo>
                      <a:pt x="7885" y="3701"/>
                      <a:pt x="7871" y="3578"/>
                      <a:pt x="7858" y="3454"/>
                    </a:cubicBezTo>
                    <a:cubicBezTo>
                      <a:pt x="7844" y="3342"/>
                      <a:pt x="7755" y="3257"/>
                      <a:pt x="7636" y="3286"/>
                    </a:cubicBezTo>
                    <a:cubicBezTo>
                      <a:pt x="7426" y="3338"/>
                      <a:pt x="7218" y="3391"/>
                      <a:pt x="7008" y="3441"/>
                    </a:cubicBezTo>
                    <a:cubicBezTo>
                      <a:pt x="6915" y="3465"/>
                      <a:pt x="6823" y="3487"/>
                      <a:pt x="6732" y="3510"/>
                    </a:cubicBezTo>
                    <a:cubicBezTo>
                      <a:pt x="6738" y="3506"/>
                      <a:pt x="6744" y="3500"/>
                      <a:pt x="6749" y="3497"/>
                    </a:cubicBezTo>
                    <a:cubicBezTo>
                      <a:pt x="6864" y="3418"/>
                      <a:pt x="6941" y="3296"/>
                      <a:pt x="6965" y="3158"/>
                    </a:cubicBezTo>
                    <a:cubicBezTo>
                      <a:pt x="6989" y="3015"/>
                      <a:pt x="6974" y="2870"/>
                      <a:pt x="6941" y="2730"/>
                    </a:cubicBezTo>
                    <a:cubicBezTo>
                      <a:pt x="6909" y="2598"/>
                      <a:pt x="6870" y="2429"/>
                      <a:pt x="6749" y="2351"/>
                    </a:cubicBezTo>
                    <a:cubicBezTo>
                      <a:pt x="6576" y="2237"/>
                      <a:pt x="6379" y="2373"/>
                      <a:pt x="6223" y="2451"/>
                    </a:cubicBezTo>
                    <a:cubicBezTo>
                      <a:pt x="6096" y="2513"/>
                      <a:pt x="5968" y="2572"/>
                      <a:pt x="5842" y="2637"/>
                    </a:cubicBezTo>
                    <a:cubicBezTo>
                      <a:pt x="5804" y="2474"/>
                      <a:pt x="5765" y="2314"/>
                      <a:pt x="5719" y="2156"/>
                    </a:cubicBezTo>
                    <a:cubicBezTo>
                      <a:pt x="5788" y="2100"/>
                      <a:pt x="5825" y="1988"/>
                      <a:pt x="5750" y="1899"/>
                    </a:cubicBezTo>
                    <a:cubicBezTo>
                      <a:pt x="5678" y="1810"/>
                      <a:pt x="5611" y="1717"/>
                      <a:pt x="5548" y="1622"/>
                    </a:cubicBezTo>
                    <a:cubicBezTo>
                      <a:pt x="5360" y="1335"/>
                      <a:pt x="5219" y="1019"/>
                      <a:pt x="5126" y="686"/>
                    </a:cubicBezTo>
                    <a:cubicBezTo>
                      <a:pt x="5096" y="582"/>
                      <a:pt x="4973" y="534"/>
                      <a:pt x="4880" y="588"/>
                    </a:cubicBezTo>
                    <a:cubicBezTo>
                      <a:pt x="4821" y="621"/>
                      <a:pt x="4761" y="655"/>
                      <a:pt x="4701" y="688"/>
                    </a:cubicBezTo>
                    <a:cubicBezTo>
                      <a:pt x="4679" y="515"/>
                      <a:pt x="4655" y="342"/>
                      <a:pt x="4633" y="171"/>
                    </a:cubicBezTo>
                    <a:cubicBezTo>
                      <a:pt x="4620" y="82"/>
                      <a:pt x="4564" y="0"/>
                      <a:pt x="4465" y="4"/>
                    </a:cubicBezTo>
                    <a:cubicBezTo>
                      <a:pt x="4199" y="9"/>
                      <a:pt x="4064" y="210"/>
                      <a:pt x="3982" y="439"/>
                    </a:cubicBezTo>
                    <a:cubicBezTo>
                      <a:pt x="3924" y="605"/>
                      <a:pt x="3898" y="820"/>
                      <a:pt x="3775" y="954"/>
                    </a:cubicBezTo>
                    <a:cubicBezTo>
                      <a:pt x="3680" y="1057"/>
                      <a:pt x="3517" y="1032"/>
                      <a:pt x="3394" y="1071"/>
                    </a:cubicBezTo>
                    <a:cubicBezTo>
                      <a:pt x="3266" y="1112"/>
                      <a:pt x="3154" y="1190"/>
                      <a:pt x="3072" y="1296"/>
                    </a:cubicBezTo>
                    <a:cubicBezTo>
                      <a:pt x="2903" y="1512"/>
                      <a:pt x="2855" y="1806"/>
                      <a:pt x="2920" y="2068"/>
                    </a:cubicBezTo>
                    <a:cubicBezTo>
                      <a:pt x="2968" y="2267"/>
                      <a:pt x="3070" y="2442"/>
                      <a:pt x="3191" y="2604"/>
                    </a:cubicBezTo>
                    <a:cubicBezTo>
                      <a:pt x="2989" y="2598"/>
                      <a:pt x="2784" y="2595"/>
                      <a:pt x="2581" y="2589"/>
                    </a:cubicBezTo>
                    <a:cubicBezTo>
                      <a:pt x="2513" y="2585"/>
                      <a:pt x="2433" y="2641"/>
                      <a:pt x="2420" y="2712"/>
                    </a:cubicBezTo>
                    <a:cubicBezTo>
                      <a:pt x="2328" y="3192"/>
                      <a:pt x="2232" y="3669"/>
                      <a:pt x="2139" y="4149"/>
                    </a:cubicBezTo>
                    <a:cubicBezTo>
                      <a:pt x="1856" y="4079"/>
                      <a:pt x="1564" y="4073"/>
                      <a:pt x="1274" y="4123"/>
                    </a:cubicBezTo>
                    <a:cubicBezTo>
                      <a:pt x="1174" y="4140"/>
                      <a:pt x="1116" y="4285"/>
                      <a:pt x="1174" y="4369"/>
                    </a:cubicBezTo>
                    <a:cubicBezTo>
                      <a:pt x="1240" y="4464"/>
                      <a:pt x="1309" y="4560"/>
                      <a:pt x="1376" y="4655"/>
                    </a:cubicBezTo>
                    <a:cubicBezTo>
                      <a:pt x="1012" y="4837"/>
                      <a:pt x="811" y="5314"/>
                      <a:pt x="995" y="5700"/>
                    </a:cubicBezTo>
                    <a:cubicBezTo>
                      <a:pt x="1023" y="5762"/>
                      <a:pt x="1064" y="5814"/>
                      <a:pt x="1107" y="5866"/>
                    </a:cubicBezTo>
                    <a:cubicBezTo>
                      <a:pt x="1134" y="5899"/>
                      <a:pt x="1205" y="5955"/>
                      <a:pt x="1201" y="6000"/>
                    </a:cubicBezTo>
                    <a:cubicBezTo>
                      <a:pt x="1198" y="6046"/>
                      <a:pt x="1082" y="6139"/>
                      <a:pt x="1054" y="6171"/>
                    </a:cubicBezTo>
                    <a:cubicBezTo>
                      <a:pt x="1006" y="6232"/>
                      <a:pt x="960" y="6295"/>
                      <a:pt x="917" y="6362"/>
                    </a:cubicBezTo>
                    <a:cubicBezTo>
                      <a:pt x="822" y="6517"/>
                      <a:pt x="751" y="6686"/>
                      <a:pt x="709" y="6861"/>
                    </a:cubicBezTo>
                    <a:cubicBezTo>
                      <a:pt x="482" y="6803"/>
                      <a:pt x="277" y="6950"/>
                      <a:pt x="186" y="7162"/>
                    </a:cubicBezTo>
                    <a:cubicBezTo>
                      <a:pt x="78" y="7410"/>
                      <a:pt x="76" y="7733"/>
                      <a:pt x="117" y="7995"/>
                    </a:cubicBezTo>
                    <a:cubicBezTo>
                      <a:pt x="139" y="8148"/>
                      <a:pt x="208" y="8274"/>
                      <a:pt x="281" y="8406"/>
                    </a:cubicBezTo>
                    <a:cubicBezTo>
                      <a:pt x="299" y="8440"/>
                      <a:pt x="342" y="8501"/>
                      <a:pt x="331" y="8542"/>
                    </a:cubicBezTo>
                    <a:cubicBezTo>
                      <a:pt x="329" y="8548"/>
                      <a:pt x="325" y="8553"/>
                      <a:pt x="320" y="8559"/>
                    </a:cubicBezTo>
                    <a:cubicBezTo>
                      <a:pt x="216" y="8499"/>
                      <a:pt x="61" y="8602"/>
                      <a:pt x="71" y="8721"/>
                    </a:cubicBezTo>
                    <a:cubicBezTo>
                      <a:pt x="74" y="8763"/>
                      <a:pt x="78" y="8806"/>
                      <a:pt x="84" y="8851"/>
                    </a:cubicBezTo>
                    <a:cubicBezTo>
                      <a:pt x="97" y="8975"/>
                      <a:pt x="119" y="9098"/>
                      <a:pt x="153" y="9221"/>
                    </a:cubicBezTo>
                    <a:cubicBezTo>
                      <a:pt x="100" y="9230"/>
                      <a:pt x="48" y="9247"/>
                      <a:pt x="0" y="9269"/>
                    </a:cubicBezTo>
                    <a:lnTo>
                      <a:pt x="0" y="59602"/>
                    </a:lnTo>
                    <a:lnTo>
                      <a:pt x="68458" y="59602"/>
                    </a:lnTo>
                    <a:close/>
                    <a:moveTo>
                      <a:pt x="36885" y="25884"/>
                    </a:moveTo>
                    <a:cubicBezTo>
                      <a:pt x="36894" y="25871"/>
                      <a:pt x="36894" y="25875"/>
                      <a:pt x="36885" y="25884"/>
                    </a:cubicBezTo>
                    <a:close/>
                    <a:moveTo>
                      <a:pt x="67783" y="53147"/>
                    </a:moveTo>
                    <a:cubicBezTo>
                      <a:pt x="67757" y="53136"/>
                      <a:pt x="67775" y="53112"/>
                      <a:pt x="67783" y="53147"/>
                    </a:cubicBezTo>
                    <a:close/>
                    <a:moveTo>
                      <a:pt x="45981" y="31866"/>
                    </a:moveTo>
                    <a:cubicBezTo>
                      <a:pt x="45981" y="31869"/>
                      <a:pt x="45981" y="31873"/>
                      <a:pt x="45979" y="31867"/>
                    </a:cubicBezTo>
                    <a:cubicBezTo>
                      <a:pt x="45979" y="31867"/>
                      <a:pt x="45979" y="31866"/>
                      <a:pt x="45981" y="31866"/>
                    </a:cubicBezTo>
                    <a:close/>
                    <a:moveTo>
                      <a:pt x="37078" y="27655"/>
                    </a:moveTo>
                    <a:cubicBezTo>
                      <a:pt x="37125" y="27651"/>
                      <a:pt x="37093" y="27661"/>
                      <a:pt x="37078" y="27655"/>
                    </a:cubicBezTo>
                    <a:close/>
                    <a:moveTo>
                      <a:pt x="36541" y="25622"/>
                    </a:moveTo>
                    <a:cubicBezTo>
                      <a:pt x="36522" y="25641"/>
                      <a:pt x="36522" y="25626"/>
                      <a:pt x="36541" y="25622"/>
                    </a:cubicBezTo>
                    <a:close/>
                    <a:moveTo>
                      <a:pt x="22241" y="20177"/>
                    </a:moveTo>
                    <a:cubicBezTo>
                      <a:pt x="22193" y="20069"/>
                      <a:pt x="22260" y="19900"/>
                      <a:pt x="22297" y="19777"/>
                    </a:cubicBezTo>
                    <a:cubicBezTo>
                      <a:pt x="22321" y="19697"/>
                      <a:pt x="22341" y="19615"/>
                      <a:pt x="22353" y="19532"/>
                    </a:cubicBezTo>
                    <a:cubicBezTo>
                      <a:pt x="22419" y="19829"/>
                      <a:pt x="22483" y="20128"/>
                      <a:pt x="22542" y="20426"/>
                    </a:cubicBezTo>
                    <a:cubicBezTo>
                      <a:pt x="22516" y="20411"/>
                      <a:pt x="22490" y="20396"/>
                      <a:pt x="22464" y="20380"/>
                    </a:cubicBezTo>
                    <a:cubicBezTo>
                      <a:pt x="22375" y="20324"/>
                      <a:pt x="22282" y="20264"/>
                      <a:pt x="22241" y="20175"/>
                    </a:cubicBezTo>
                    <a:lnTo>
                      <a:pt x="22241" y="20175"/>
                    </a:lnTo>
                    <a:close/>
                    <a:moveTo>
                      <a:pt x="18936" y="18592"/>
                    </a:moveTo>
                    <a:cubicBezTo>
                      <a:pt x="18932" y="18592"/>
                      <a:pt x="18925" y="18581"/>
                      <a:pt x="18923" y="18581"/>
                    </a:cubicBezTo>
                    <a:cubicBezTo>
                      <a:pt x="18929" y="18583"/>
                      <a:pt x="18932" y="18587"/>
                      <a:pt x="18936" y="18592"/>
                    </a:cubicBezTo>
                    <a:close/>
                    <a:moveTo>
                      <a:pt x="9185" y="6571"/>
                    </a:moveTo>
                    <a:cubicBezTo>
                      <a:pt x="9185" y="6584"/>
                      <a:pt x="9178" y="6576"/>
                      <a:pt x="9185" y="6571"/>
                    </a:cubicBezTo>
                    <a:close/>
                    <a:moveTo>
                      <a:pt x="6554" y="3528"/>
                    </a:moveTo>
                    <a:cubicBezTo>
                      <a:pt x="6520" y="3532"/>
                      <a:pt x="6546" y="3504"/>
                      <a:pt x="6554" y="3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>
            <a:spLocks noGrp="1"/>
          </p:cNvSpPr>
          <p:nvPr>
            <p:ph type="title" hasCustomPrompt="1"/>
          </p:nvPr>
        </p:nvSpPr>
        <p:spPr>
          <a:xfrm>
            <a:off x="3916300" y="539500"/>
            <a:ext cx="4514700" cy="94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0" name="Google Shape;210;p17"/>
          <p:cNvSpPr txBox="1">
            <a:spLocks noGrp="1"/>
          </p:cNvSpPr>
          <p:nvPr>
            <p:ph type="subTitle" idx="1"/>
          </p:nvPr>
        </p:nvSpPr>
        <p:spPr>
          <a:xfrm>
            <a:off x="3916300" y="1489072"/>
            <a:ext cx="4514700" cy="40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7"/>
          <p:cNvSpPr txBox="1">
            <a:spLocks noGrp="1"/>
          </p:cNvSpPr>
          <p:nvPr>
            <p:ph type="title" idx="2" hasCustomPrompt="1"/>
          </p:nvPr>
        </p:nvSpPr>
        <p:spPr>
          <a:xfrm>
            <a:off x="3916300" y="1895926"/>
            <a:ext cx="4514700" cy="94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2" name="Google Shape;212;p17"/>
          <p:cNvSpPr txBox="1">
            <a:spLocks noGrp="1"/>
          </p:cNvSpPr>
          <p:nvPr>
            <p:ph type="subTitle" idx="3"/>
          </p:nvPr>
        </p:nvSpPr>
        <p:spPr>
          <a:xfrm>
            <a:off x="3916300" y="2845575"/>
            <a:ext cx="4514700" cy="40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3" name="Google Shape;213;p17"/>
          <p:cNvGrpSpPr/>
          <p:nvPr/>
        </p:nvGrpSpPr>
        <p:grpSpPr>
          <a:xfrm>
            <a:off x="1075" y="3591350"/>
            <a:ext cx="9144286" cy="2025310"/>
            <a:chOff x="1075" y="3547850"/>
            <a:chExt cx="9144286" cy="2025310"/>
          </a:xfrm>
        </p:grpSpPr>
        <p:sp>
          <p:nvSpPr>
            <p:cNvPr id="214" name="Google Shape;214;p17"/>
            <p:cNvSpPr/>
            <p:nvPr/>
          </p:nvSpPr>
          <p:spPr>
            <a:xfrm>
              <a:off x="1125" y="3547850"/>
              <a:ext cx="9144171" cy="1935818"/>
            </a:xfrm>
            <a:custGeom>
              <a:avLst/>
              <a:gdLst/>
              <a:ahLst/>
              <a:cxnLst/>
              <a:rect l="l" t="t" r="r" b="b"/>
              <a:pathLst>
                <a:path w="215728" h="88444" extrusionOk="0">
                  <a:moveTo>
                    <a:pt x="215725" y="1734"/>
                  </a:moveTo>
                  <a:lnTo>
                    <a:pt x="215725" y="83372"/>
                  </a:lnTo>
                  <a:lnTo>
                    <a:pt x="215489" y="83413"/>
                  </a:lnTo>
                  <a:cubicBezTo>
                    <a:pt x="212294" y="83956"/>
                    <a:pt x="209093" y="84393"/>
                    <a:pt x="205891" y="84884"/>
                  </a:cubicBezTo>
                  <a:cubicBezTo>
                    <a:pt x="202528" y="85400"/>
                    <a:pt x="199146" y="85744"/>
                    <a:pt x="195794" y="86322"/>
                  </a:cubicBezTo>
                  <a:cubicBezTo>
                    <a:pt x="192612" y="86869"/>
                    <a:pt x="189452" y="87544"/>
                    <a:pt x="186289" y="88185"/>
                  </a:cubicBezTo>
                  <a:cubicBezTo>
                    <a:pt x="185859" y="88273"/>
                    <a:pt x="185432" y="88358"/>
                    <a:pt x="185002" y="88444"/>
                  </a:cubicBezTo>
                  <a:lnTo>
                    <a:pt x="0" y="73134"/>
                  </a:lnTo>
                  <a:lnTo>
                    <a:pt x="0" y="11284"/>
                  </a:lnTo>
                  <a:cubicBezTo>
                    <a:pt x="134" y="11310"/>
                    <a:pt x="266" y="11341"/>
                    <a:pt x="398" y="11382"/>
                  </a:cubicBezTo>
                  <a:cubicBezTo>
                    <a:pt x="677" y="11468"/>
                    <a:pt x="960" y="11581"/>
                    <a:pt x="1200" y="11749"/>
                  </a:cubicBezTo>
                  <a:cubicBezTo>
                    <a:pt x="1304" y="11821"/>
                    <a:pt x="1402" y="11907"/>
                    <a:pt x="1477" y="12011"/>
                  </a:cubicBezTo>
                  <a:cubicBezTo>
                    <a:pt x="1503" y="12046"/>
                    <a:pt x="1529" y="12128"/>
                    <a:pt x="1562" y="12152"/>
                  </a:cubicBezTo>
                  <a:cubicBezTo>
                    <a:pt x="1631" y="12203"/>
                    <a:pt x="1722" y="12141"/>
                    <a:pt x="1798" y="12102"/>
                  </a:cubicBezTo>
                  <a:cubicBezTo>
                    <a:pt x="2120" y="11942"/>
                    <a:pt x="2431" y="11745"/>
                    <a:pt x="2771" y="11628"/>
                  </a:cubicBezTo>
                  <a:cubicBezTo>
                    <a:pt x="2924" y="11574"/>
                    <a:pt x="3076" y="11546"/>
                    <a:pt x="3238" y="11540"/>
                  </a:cubicBezTo>
                  <a:cubicBezTo>
                    <a:pt x="3405" y="11533"/>
                    <a:pt x="3595" y="11540"/>
                    <a:pt x="3751" y="11468"/>
                  </a:cubicBezTo>
                  <a:cubicBezTo>
                    <a:pt x="3891" y="11403"/>
                    <a:pt x="4008" y="11310"/>
                    <a:pt x="4157" y="11256"/>
                  </a:cubicBezTo>
                  <a:cubicBezTo>
                    <a:pt x="4309" y="11200"/>
                    <a:pt x="4469" y="11165"/>
                    <a:pt x="4625" y="11122"/>
                  </a:cubicBezTo>
                  <a:cubicBezTo>
                    <a:pt x="4768" y="11083"/>
                    <a:pt x="4900" y="11018"/>
                    <a:pt x="5042" y="10977"/>
                  </a:cubicBezTo>
                  <a:cubicBezTo>
                    <a:pt x="5187" y="10938"/>
                    <a:pt x="5347" y="10953"/>
                    <a:pt x="5496" y="10973"/>
                  </a:cubicBezTo>
                  <a:cubicBezTo>
                    <a:pt x="5825" y="11016"/>
                    <a:pt x="6156" y="11185"/>
                    <a:pt x="6442" y="11349"/>
                  </a:cubicBezTo>
                  <a:cubicBezTo>
                    <a:pt x="6578" y="11427"/>
                    <a:pt x="6738" y="11451"/>
                    <a:pt x="6877" y="11526"/>
                  </a:cubicBezTo>
                  <a:cubicBezTo>
                    <a:pt x="7049" y="11617"/>
                    <a:pt x="7212" y="11721"/>
                    <a:pt x="7372" y="11829"/>
                  </a:cubicBezTo>
                  <a:cubicBezTo>
                    <a:pt x="7699" y="12050"/>
                    <a:pt x="8081" y="12314"/>
                    <a:pt x="8497" y="12221"/>
                  </a:cubicBezTo>
                  <a:cubicBezTo>
                    <a:pt x="8819" y="12150"/>
                    <a:pt x="9081" y="11922"/>
                    <a:pt x="9427" y="11972"/>
                  </a:cubicBezTo>
                  <a:cubicBezTo>
                    <a:pt x="9790" y="12022"/>
                    <a:pt x="10119" y="12243"/>
                    <a:pt x="10430" y="12420"/>
                  </a:cubicBezTo>
                  <a:cubicBezTo>
                    <a:pt x="10742" y="12599"/>
                    <a:pt x="11075" y="12710"/>
                    <a:pt x="11376" y="12911"/>
                  </a:cubicBezTo>
                  <a:cubicBezTo>
                    <a:pt x="11529" y="13013"/>
                    <a:pt x="11692" y="13073"/>
                    <a:pt x="11852" y="13158"/>
                  </a:cubicBezTo>
                  <a:cubicBezTo>
                    <a:pt x="12029" y="13253"/>
                    <a:pt x="12194" y="13367"/>
                    <a:pt x="12373" y="13460"/>
                  </a:cubicBezTo>
                  <a:cubicBezTo>
                    <a:pt x="12671" y="13618"/>
                    <a:pt x="12884" y="13914"/>
                    <a:pt x="13199" y="14040"/>
                  </a:cubicBezTo>
                  <a:cubicBezTo>
                    <a:pt x="13537" y="14178"/>
                    <a:pt x="13863" y="14325"/>
                    <a:pt x="14194" y="14484"/>
                  </a:cubicBezTo>
                  <a:cubicBezTo>
                    <a:pt x="14523" y="14644"/>
                    <a:pt x="14848" y="14756"/>
                    <a:pt x="15217" y="14789"/>
                  </a:cubicBezTo>
                  <a:cubicBezTo>
                    <a:pt x="15590" y="14825"/>
                    <a:pt x="15927" y="14732"/>
                    <a:pt x="16293" y="14682"/>
                  </a:cubicBezTo>
                  <a:cubicBezTo>
                    <a:pt x="16637" y="14633"/>
                    <a:pt x="16905" y="14410"/>
                    <a:pt x="17199" y="14237"/>
                  </a:cubicBezTo>
                  <a:cubicBezTo>
                    <a:pt x="17515" y="14051"/>
                    <a:pt x="17872" y="13893"/>
                    <a:pt x="18211" y="13757"/>
                  </a:cubicBezTo>
                  <a:cubicBezTo>
                    <a:pt x="18529" y="13631"/>
                    <a:pt x="18772" y="13400"/>
                    <a:pt x="19096" y="13278"/>
                  </a:cubicBezTo>
                  <a:cubicBezTo>
                    <a:pt x="19410" y="13158"/>
                    <a:pt x="19723" y="13106"/>
                    <a:pt x="20059" y="13132"/>
                  </a:cubicBezTo>
                  <a:cubicBezTo>
                    <a:pt x="20255" y="13147"/>
                    <a:pt x="20459" y="13205"/>
                    <a:pt x="20653" y="13132"/>
                  </a:cubicBezTo>
                  <a:cubicBezTo>
                    <a:pt x="20826" y="13065"/>
                    <a:pt x="20995" y="12982"/>
                    <a:pt x="21170" y="12913"/>
                  </a:cubicBezTo>
                  <a:cubicBezTo>
                    <a:pt x="21519" y="12777"/>
                    <a:pt x="21869" y="12638"/>
                    <a:pt x="22233" y="12554"/>
                  </a:cubicBezTo>
                  <a:cubicBezTo>
                    <a:pt x="22628" y="12465"/>
                    <a:pt x="23003" y="12320"/>
                    <a:pt x="23394" y="12225"/>
                  </a:cubicBezTo>
                  <a:cubicBezTo>
                    <a:pt x="23552" y="12184"/>
                    <a:pt x="23714" y="12162"/>
                    <a:pt x="23872" y="12124"/>
                  </a:cubicBezTo>
                  <a:cubicBezTo>
                    <a:pt x="24056" y="12084"/>
                    <a:pt x="24227" y="12013"/>
                    <a:pt x="24406" y="11957"/>
                  </a:cubicBezTo>
                  <a:cubicBezTo>
                    <a:pt x="24592" y="11899"/>
                    <a:pt x="24776" y="11844"/>
                    <a:pt x="24960" y="11777"/>
                  </a:cubicBezTo>
                  <a:cubicBezTo>
                    <a:pt x="25146" y="11710"/>
                    <a:pt x="25300" y="11715"/>
                    <a:pt x="25492" y="11695"/>
                  </a:cubicBezTo>
                  <a:cubicBezTo>
                    <a:pt x="25518" y="11691"/>
                    <a:pt x="25546" y="11689"/>
                    <a:pt x="25572" y="11686"/>
                  </a:cubicBezTo>
                  <a:cubicBezTo>
                    <a:pt x="25577" y="11659"/>
                    <a:pt x="25598" y="11633"/>
                    <a:pt x="25635" y="11635"/>
                  </a:cubicBezTo>
                  <a:cubicBezTo>
                    <a:pt x="25804" y="11639"/>
                    <a:pt x="25973" y="11637"/>
                    <a:pt x="26141" y="11646"/>
                  </a:cubicBezTo>
                  <a:cubicBezTo>
                    <a:pt x="26288" y="11654"/>
                    <a:pt x="26414" y="11697"/>
                    <a:pt x="26554" y="11739"/>
                  </a:cubicBezTo>
                  <a:cubicBezTo>
                    <a:pt x="26699" y="11782"/>
                    <a:pt x="26859" y="11779"/>
                    <a:pt x="27009" y="11782"/>
                  </a:cubicBezTo>
                  <a:cubicBezTo>
                    <a:pt x="27175" y="11788"/>
                    <a:pt x="27340" y="11799"/>
                    <a:pt x="27506" y="11808"/>
                  </a:cubicBezTo>
                  <a:cubicBezTo>
                    <a:pt x="27582" y="11812"/>
                    <a:pt x="27655" y="11818"/>
                    <a:pt x="27727" y="11834"/>
                  </a:cubicBezTo>
                  <a:cubicBezTo>
                    <a:pt x="27803" y="11851"/>
                    <a:pt x="27869" y="11885"/>
                    <a:pt x="27939" y="11912"/>
                  </a:cubicBezTo>
                  <a:cubicBezTo>
                    <a:pt x="28081" y="11966"/>
                    <a:pt x="28228" y="11940"/>
                    <a:pt x="28374" y="11933"/>
                  </a:cubicBezTo>
                  <a:cubicBezTo>
                    <a:pt x="28527" y="11925"/>
                    <a:pt x="28678" y="11927"/>
                    <a:pt x="28828" y="11916"/>
                  </a:cubicBezTo>
                  <a:cubicBezTo>
                    <a:pt x="28994" y="11903"/>
                    <a:pt x="29139" y="11940"/>
                    <a:pt x="29284" y="12018"/>
                  </a:cubicBezTo>
                  <a:cubicBezTo>
                    <a:pt x="29418" y="12089"/>
                    <a:pt x="29559" y="12145"/>
                    <a:pt x="29699" y="12206"/>
                  </a:cubicBezTo>
                  <a:cubicBezTo>
                    <a:pt x="29838" y="12266"/>
                    <a:pt x="29968" y="12340"/>
                    <a:pt x="30111" y="12394"/>
                  </a:cubicBezTo>
                  <a:cubicBezTo>
                    <a:pt x="30255" y="12448"/>
                    <a:pt x="30387" y="12509"/>
                    <a:pt x="30513" y="12593"/>
                  </a:cubicBezTo>
                  <a:cubicBezTo>
                    <a:pt x="30565" y="12627"/>
                    <a:pt x="30615" y="12662"/>
                    <a:pt x="30673" y="12684"/>
                  </a:cubicBezTo>
                  <a:cubicBezTo>
                    <a:pt x="30742" y="12712"/>
                    <a:pt x="30816" y="12718"/>
                    <a:pt x="30891" y="12723"/>
                  </a:cubicBezTo>
                  <a:cubicBezTo>
                    <a:pt x="31047" y="12736"/>
                    <a:pt x="31203" y="12747"/>
                    <a:pt x="31358" y="12759"/>
                  </a:cubicBezTo>
                  <a:cubicBezTo>
                    <a:pt x="31506" y="12768"/>
                    <a:pt x="31644" y="12766"/>
                    <a:pt x="31782" y="12703"/>
                  </a:cubicBezTo>
                  <a:cubicBezTo>
                    <a:pt x="32042" y="12580"/>
                    <a:pt x="32328" y="12463"/>
                    <a:pt x="32620" y="12452"/>
                  </a:cubicBezTo>
                  <a:cubicBezTo>
                    <a:pt x="32762" y="12446"/>
                    <a:pt x="32899" y="12491"/>
                    <a:pt x="33035" y="12528"/>
                  </a:cubicBezTo>
                  <a:cubicBezTo>
                    <a:pt x="33182" y="12569"/>
                    <a:pt x="33314" y="12575"/>
                    <a:pt x="33457" y="12519"/>
                  </a:cubicBezTo>
                  <a:cubicBezTo>
                    <a:pt x="33708" y="12422"/>
                    <a:pt x="33913" y="12234"/>
                    <a:pt x="34171" y="12160"/>
                  </a:cubicBezTo>
                  <a:cubicBezTo>
                    <a:pt x="34236" y="12141"/>
                    <a:pt x="34302" y="12126"/>
                    <a:pt x="34361" y="12095"/>
                  </a:cubicBezTo>
                  <a:cubicBezTo>
                    <a:pt x="34409" y="12067"/>
                    <a:pt x="34452" y="12030"/>
                    <a:pt x="34497" y="11996"/>
                  </a:cubicBezTo>
                  <a:cubicBezTo>
                    <a:pt x="34597" y="11924"/>
                    <a:pt x="34713" y="11888"/>
                    <a:pt x="34833" y="11866"/>
                  </a:cubicBezTo>
                  <a:cubicBezTo>
                    <a:pt x="35131" y="11810"/>
                    <a:pt x="35393" y="11864"/>
                    <a:pt x="35657" y="12007"/>
                  </a:cubicBezTo>
                  <a:cubicBezTo>
                    <a:pt x="35923" y="12152"/>
                    <a:pt x="36146" y="12357"/>
                    <a:pt x="36392" y="12528"/>
                  </a:cubicBezTo>
                  <a:cubicBezTo>
                    <a:pt x="36503" y="12606"/>
                    <a:pt x="36613" y="12682"/>
                    <a:pt x="36706" y="12783"/>
                  </a:cubicBezTo>
                  <a:cubicBezTo>
                    <a:pt x="36795" y="12880"/>
                    <a:pt x="36874" y="12959"/>
                    <a:pt x="36991" y="13023"/>
                  </a:cubicBezTo>
                  <a:cubicBezTo>
                    <a:pt x="37126" y="13095"/>
                    <a:pt x="37259" y="13171"/>
                    <a:pt x="37392" y="13246"/>
                  </a:cubicBezTo>
                  <a:cubicBezTo>
                    <a:pt x="37528" y="13318"/>
                    <a:pt x="37673" y="13408"/>
                    <a:pt x="37824" y="13443"/>
                  </a:cubicBezTo>
                  <a:cubicBezTo>
                    <a:pt x="37973" y="13475"/>
                    <a:pt x="38127" y="13465"/>
                    <a:pt x="38276" y="13499"/>
                  </a:cubicBezTo>
                  <a:cubicBezTo>
                    <a:pt x="38415" y="13530"/>
                    <a:pt x="38545" y="13601"/>
                    <a:pt x="38665" y="13685"/>
                  </a:cubicBezTo>
                  <a:cubicBezTo>
                    <a:pt x="38886" y="13843"/>
                    <a:pt x="39066" y="14049"/>
                    <a:pt x="39291" y="14200"/>
                  </a:cubicBezTo>
                  <a:cubicBezTo>
                    <a:pt x="39544" y="14367"/>
                    <a:pt x="39821" y="14484"/>
                    <a:pt x="40059" y="14674"/>
                  </a:cubicBezTo>
                  <a:cubicBezTo>
                    <a:pt x="40284" y="14855"/>
                    <a:pt x="40482" y="15065"/>
                    <a:pt x="40708" y="15245"/>
                  </a:cubicBezTo>
                  <a:cubicBezTo>
                    <a:pt x="40813" y="15327"/>
                    <a:pt x="40922" y="15403"/>
                    <a:pt x="41041" y="15461"/>
                  </a:cubicBezTo>
                  <a:cubicBezTo>
                    <a:pt x="41177" y="15526"/>
                    <a:pt x="41326" y="15571"/>
                    <a:pt x="41467" y="15623"/>
                  </a:cubicBezTo>
                  <a:cubicBezTo>
                    <a:pt x="41605" y="15671"/>
                    <a:pt x="41726" y="15645"/>
                    <a:pt x="41867" y="15651"/>
                  </a:cubicBezTo>
                  <a:cubicBezTo>
                    <a:pt x="41904" y="15651"/>
                    <a:pt x="41925" y="15678"/>
                    <a:pt x="41928" y="15708"/>
                  </a:cubicBezTo>
                  <a:cubicBezTo>
                    <a:pt x="42023" y="15690"/>
                    <a:pt x="42120" y="15667"/>
                    <a:pt x="42215" y="15651"/>
                  </a:cubicBezTo>
                  <a:cubicBezTo>
                    <a:pt x="42391" y="15619"/>
                    <a:pt x="42563" y="15623"/>
                    <a:pt x="42741" y="15626"/>
                  </a:cubicBezTo>
                  <a:cubicBezTo>
                    <a:pt x="42916" y="15632"/>
                    <a:pt x="43091" y="15623"/>
                    <a:pt x="43264" y="15600"/>
                  </a:cubicBezTo>
                  <a:cubicBezTo>
                    <a:pt x="43429" y="15582"/>
                    <a:pt x="43595" y="15559"/>
                    <a:pt x="43762" y="15572"/>
                  </a:cubicBezTo>
                  <a:cubicBezTo>
                    <a:pt x="43835" y="15578"/>
                    <a:pt x="43909" y="15593"/>
                    <a:pt x="43983" y="15593"/>
                  </a:cubicBezTo>
                  <a:cubicBezTo>
                    <a:pt x="44067" y="15595"/>
                    <a:pt x="44153" y="15571"/>
                    <a:pt x="44236" y="15569"/>
                  </a:cubicBezTo>
                  <a:cubicBezTo>
                    <a:pt x="44322" y="15565"/>
                    <a:pt x="44406" y="15576"/>
                    <a:pt x="44489" y="15574"/>
                  </a:cubicBezTo>
                  <a:cubicBezTo>
                    <a:pt x="44579" y="15574"/>
                    <a:pt x="44670" y="15567"/>
                    <a:pt x="44759" y="15565"/>
                  </a:cubicBezTo>
                  <a:cubicBezTo>
                    <a:pt x="44938" y="15565"/>
                    <a:pt x="45112" y="15587"/>
                    <a:pt x="45291" y="15572"/>
                  </a:cubicBezTo>
                  <a:cubicBezTo>
                    <a:pt x="45466" y="15558"/>
                    <a:pt x="45631" y="15526"/>
                    <a:pt x="45808" y="15546"/>
                  </a:cubicBezTo>
                  <a:cubicBezTo>
                    <a:pt x="45890" y="15556"/>
                    <a:pt x="45972" y="15572"/>
                    <a:pt x="46055" y="15576"/>
                  </a:cubicBezTo>
                  <a:cubicBezTo>
                    <a:pt x="46133" y="15580"/>
                    <a:pt x="46184" y="15550"/>
                    <a:pt x="46251" y="15513"/>
                  </a:cubicBezTo>
                  <a:cubicBezTo>
                    <a:pt x="46317" y="15476"/>
                    <a:pt x="46388" y="15452"/>
                    <a:pt x="46459" y="15422"/>
                  </a:cubicBezTo>
                  <a:cubicBezTo>
                    <a:pt x="46541" y="15388"/>
                    <a:pt x="46617" y="15340"/>
                    <a:pt x="46697" y="15303"/>
                  </a:cubicBezTo>
                  <a:cubicBezTo>
                    <a:pt x="46857" y="15227"/>
                    <a:pt x="47013" y="15152"/>
                    <a:pt x="47164" y="15065"/>
                  </a:cubicBezTo>
                  <a:cubicBezTo>
                    <a:pt x="47318" y="14974"/>
                    <a:pt x="47476" y="14918"/>
                    <a:pt x="47645" y="14862"/>
                  </a:cubicBezTo>
                  <a:cubicBezTo>
                    <a:pt x="47978" y="14752"/>
                    <a:pt x="48315" y="14637"/>
                    <a:pt x="48655" y="14551"/>
                  </a:cubicBezTo>
                  <a:cubicBezTo>
                    <a:pt x="48815" y="14512"/>
                    <a:pt x="48968" y="14524"/>
                    <a:pt x="49131" y="14531"/>
                  </a:cubicBezTo>
                  <a:cubicBezTo>
                    <a:pt x="49301" y="14538"/>
                    <a:pt x="49460" y="14555"/>
                    <a:pt x="49620" y="14618"/>
                  </a:cubicBezTo>
                  <a:cubicBezTo>
                    <a:pt x="49767" y="14676"/>
                    <a:pt x="49916" y="14737"/>
                    <a:pt x="50067" y="14788"/>
                  </a:cubicBezTo>
                  <a:cubicBezTo>
                    <a:pt x="50225" y="14842"/>
                    <a:pt x="50400" y="14808"/>
                    <a:pt x="50560" y="14864"/>
                  </a:cubicBezTo>
                  <a:cubicBezTo>
                    <a:pt x="50599" y="14879"/>
                    <a:pt x="50636" y="14897"/>
                    <a:pt x="50679" y="14903"/>
                  </a:cubicBezTo>
                  <a:cubicBezTo>
                    <a:pt x="50718" y="14909"/>
                    <a:pt x="50757" y="14903"/>
                    <a:pt x="50798" y="14909"/>
                  </a:cubicBezTo>
                  <a:cubicBezTo>
                    <a:pt x="50876" y="14920"/>
                    <a:pt x="50943" y="14961"/>
                    <a:pt x="51004" y="15007"/>
                  </a:cubicBezTo>
                  <a:cubicBezTo>
                    <a:pt x="51142" y="15113"/>
                    <a:pt x="51298" y="15186"/>
                    <a:pt x="51445" y="15277"/>
                  </a:cubicBezTo>
                  <a:cubicBezTo>
                    <a:pt x="51594" y="15370"/>
                    <a:pt x="51744" y="15431"/>
                    <a:pt x="51904" y="15500"/>
                  </a:cubicBezTo>
                  <a:cubicBezTo>
                    <a:pt x="52049" y="15561"/>
                    <a:pt x="52183" y="15649"/>
                    <a:pt x="52345" y="15664"/>
                  </a:cubicBezTo>
                  <a:cubicBezTo>
                    <a:pt x="52503" y="15677"/>
                    <a:pt x="52665" y="15630"/>
                    <a:pt x="52819" y="15598"/>
                  </a:cubicBezTo>
                  <a:cubicBezTo>
                    <a:pt x="52979" y="15567"/>
                    <a:pt x="53122" y="15487"/>
                    <a:pt x="53284" y="15465"/>
                  </a:cubicBezTo>
                  <a:cubicBezTo>
                    <a:pt x="53366" y="15453"/>
                    <a:pt x="53429" y="15439"/>
                    <a:pt x="53505" y="15403"/>
                  </a:cubicBezTo>
                  <a:cubicBezTo>
                    <a:pt x="53565" y="15375"/>
                    <a:pt x="53628" y="15351"/>
                    <a:pt x="53693" y="15333"/>
                  </a:cubicBezTo>
                  <a:cubicBezTo>
                    <a:pt x="53859" y="15282"/>
                    <a:pt x="54028" y="15243"/>
                    <a:pt x="54194" y="15193"/>
                  </a:cubicBezTo>
                  <a:cubicBezTo>
                    <a:pt x="54526" y="15087"/>
                    <a:pt x="54867" y="14974"/>
                    <a:pt x="55168" y="14795"/>
                  </a:cubicBezTo>
                  <a:cubicBezTo>
                    <a:pt x="55317" y="14708"/>
                    <a:pt x="55419" y="14594"/>
                    <a:pt x="55527" y="14462"/>
                  </a:cubicBezTo>
                  <a:cubicBezTo>
                    <a:pt x="55618" y="14351"/>
                    <a:pt x="55720" y="14243"/>
                    <a:pt x="55858" y="14191"/>
                  </a:cubicBezTo>
                  <a:cubicBezTo>
                    <a:pt x="56126" y="14090"/>
                    <a:pt x="56407" y="14185"/>
                    <a:pt x="56673" y="14243"/>
                  </a:cubicBezTo>
                  <a:cubicBezTo>
                    <a:pt x="56833" y="14278"/>
                    <a:pt x="56987" y="14319"/>
                    <a:pt x="57138" y="14384"/>
                  </a:cubicBezTo>
                  <a:cubicBezTo>
                    <a:pt x="57294" y="14451"/>
                    <a:pt x="57444" y="14537"/>
                    <a:pt x="57603" y="14600"/>
                  </a:cubicBezTo>
                  <a:cubicBezTo>
                    <a:pt x="57682" y="14631"/>
                    <a:pt x="57768" y="14652"/>
                    <a:pt x="57844" y="14689"/>
                  </a:cubicBezTo>
                  <a:cubicBezTo>
                    <a:pt x="57915" y="14724"/>
                    <a:pt x="57969" y="14771"/>
                    <a:pt x="58025" y="14823"/>
                  </a:cubicBezTo>
                  <a:cubicBezTo>
                    <a:pt x="58160" y="14949"/>
                    <a:pt x="58309" y="15059"/>
                    <a:pt x="58449" y="15182"/>
                  </a:cubicBezTo>
                  <a:cubicBezTo>
                    <a:pt x="58562" y="15282"/>
                    <a:pt x="58651" y="15411"/>
                    <a:pt x="58770" y="15502"/>
                  </a:cubicBezTo>
                  <a:cubicBezTo>
                    <a:pt x="58906" y="15606"/>
                    <a:pt x="59079" y="15565"/>
                    <a:pt x="59232" y="15625"/>
                  </a:cubicBezTo>
                  <a:cubicBezTo>
                    <a:pt x="59276" y="15641"/>
                    <a:pt x="59315" y="15675"/>
                    <a:pt x="59364" y="15688"/>
                  </a:cubicBezTo>
                  <a:cubicBezTo>
                    <a:pt x="59444" y="15706"/>
                    <a:pt x="59529" y="15699"/>
                    <a:pt x="59609" y="15721"/>
                  </a:cubicBezTo>
                  <a:cubicBezTo>
                    <a:pt x="59672" y="15738"/>
                    <a:pt x="59730" y="15771"/>
                    <a:pt x="59795" y="15783"/>
                  </a:cubicBezTo>
                  <a:cubicBezTo>
                    <a:pt x="59879" y="15797"/>
                    <a:pt x="59951" y="15814"/>
                    <a:pt x="60030" y="15846"/>
                  </a:cubicBezTo>
                  <a:cubicBezTo>
                    <a:pt x="60176" y="15781"/>
                    <a:pt x="60325" y="15716"/>
                    <a:pt x="60474" y="15647"/>
                  </a:cubicBezTo>
                  <a:cubicBezTo>
                    <a:pt x="60764" y="15515"/>
                    <a:pt x="61052" y="15433"/>
                    <a:pt x="61357" y="15344"/>
                  </a:cubicBezTo>
                  <a:cubicBezTo>
                    <a:pt x="61484" y="15307"/>
                    <a:pt x="61588" y="15223"/>
                    <a:pt x="61722" y="15201"/>
                  </a:cubicBezTo>
                  <a:cubicBezTo>
                    <a:pt x="61891" y="15173"/>
                    <a:pt x="61979" y="15109"/>
                    <a:pt x="62111" y="15002"/>
                  </a:cubicBezTo>
                  <a:cubicBezTo>
                    <a:pt x="62345" y="14812"/>
                    <a:pt x="62613" y="14650"/>
                    <a:pt x="62871" y="14492"/>
                  </a:cubicBezTo>
                  <a:cubicBezTo>
                    <a:pt x="63440" y="14144"/>
                    <a:pt x="64024" y="13822"/>
                    <a:pt x="64619" y="13523"/>
                  </a:cubicBezTo>
                  <a:cubicBezTo>
                    <a:pt x="64761" y="13452"/>
                    <a:pt x="64898" y="13372"/>
                    <a:pt x="65043" y="13311"/>
                  </a:cubicBezTo>
                  <a:cubicBezTo>
                    <a:pt x="65179" y="13255"/>
                    <a:pt x="65317" y="13227"/>
                    <a:pt x="65460" y="13192"/>
                  </a:cubicBezTo>
                  <a:cubicBezTo>
                    <a:pt x="65601" y="13157"/>
                    <a:pt x="65694" y="13054"/>
                    <a:pt x="65821" y="12987"/>
                  </a:cubicBezTo>
                  <a:cubicBezTo>
                    <a:pt x="65960" y="12913"/>
                    <a:pt x="66113" y="12861"/>
                    <a:pt x="66254" y="12792"/>
                  </a:cubicBezTo>
                  <a:cubicBezTo>
                    <a:pt x="66542" y="12651"/>
                    <a:pt x="66814" y="12487"/>
                    <a:pt x="67110" y="12361"/>
                  </a:cubicBezTo>
                  <a:cubicBezTo>
                    <a:pt x="67405" y="12234"/>
                    <a:pt x="67695" y="12119"/>
                    <a:pt x="67997" y="12007"/>
                  </a:cubicBezTo>
                  <a:cubicBezTo>
                    <a:pt x="68138" y="11957"/>
                    <a:pt x="68268" y="11883"/>
                    <a:pt x="68406" y="11819"/>
                  </a:cubicBezTo>
                  <a:cubicBezTo>
                    <a:pt x="68551" y="11752"/>
                    <a:pt x="68703" y="11702"/>
                    <a:pt x="68850" y="11633"/>
                  </a:cubicBezTo>
                  <a:cubicBezTo>
                    <a:pt x="69146" y="11494"/>
                    <a:pt x="69459" y="11395"/>
                    <a:pt x="69758" y="11265"/>
                  </a:cubicBezTo>
                  <a:cubicBezTo>
                    <a:pt x="70054" y="11135"/>
                    <a:pt x="70334" y="10990"/>
                    <a:pt x="70643" y="10890"/>
                  </a:cubicBezTo>
                  <a:cubicBezTo>
                    <a:pt x="70935" y="10795"/>
                    <a:pt x="71223" y="10704"/>
                    <a:pt x="71497" y="10566"/>
                  </a:cubicBezTo>
                  <a:cubicBezTo>
                    <a:pt x="71768" y="10426"/>
                    <a:pt x="72001" y="10252"/>
                    <a:pt x="72217" y="10038"/>
                  </a:cubicBezTo>
                  <a:cubicBezTo>
                    <a:pt x="72311" y="9945"/>
                    <a:pt x="72391" y="9844"/>
                    <a:pt x="72477" y="9744"/>
                  </a:cubicBezTo>
                  <a:cubicBezTo>
                    <a:pt x="72572" y="9632"/>
                    <a:pt x="72689" y="9545"/>
                    <a:pt x="72799" y="9448"/>
                  </a:cubicBezTo>
                  <a:cubicBezTo>
                    <a:pt x="72903" y="9353"/>
                    <a:pt x="72996" y="9232"/>
                    <a:pt x="73113" y="9153"/>
                  </a:cubicBezTo>
                  <a:cubicBezTo>
                    <a:pt x="73228" y="9071"/>
                    <a:pt x="73355" y="9033"/>
                    <a:pt x="73464" y="8937"/>
                  </a:cubicBezTo>
                  <a:cubicBezTo>
                    <a:pt x="73717" y="8712"/>
                    <a:pt x="73978" y="8503"/>
                    <a:pt x="74216" y="8262"/>
                  </a:cubicBezTo>
                  <a:cubicBezTo>
                    <a:pt x="74435" y="8039"/>
                    <a:pt x="74681" y="7847"/>
                    <a:pt x="74830" y="7568"/>
                  </a:cubicBezTo>
                  <a:cubicBezTo>
                    <a:pt x="74958" y="7328"/>
                    <a:pt x="75174" y="7157"/>
                    <a:pt x="75393" y="7001"/>
                  </a:cubicBezTo>
                  <a:cubicBezTo>
                    <a:pt x="75497" y="6926"/>
                    <a:pt x="75609" y="6852"/>
                    <a:pt x="75730" y="6807"/>
                  </a:cubicBezTo>
                  <a:cubicBezTo>
                    <a:pt x="75858" y="6759"/>
                    <a:pt x="75996" y="6763"/>
                    <a:pt x="76129" y="6755"/>
                  </a:cubicBezTo>
                  <a:cubicBezTo>
                    <a:pt x="76425" y="6733"/>
                    <a:pt x="76762" y="6781"/>
                    <a:pt x="77039" y="6893"/>
                  </a:cubicBezTo>
                  <a:cubicBezTo>
                    <a:pt x="77186" y="6951"/>
                    <a:pt x="77325" y="6973"/>
                    <a:pt x="77476" y="7016"/>
                  </a:cubicBezTo>
                  <a:cubicBezTo>
                    <a:pt x="77636" y="7058"/>
                    <a:pt x="77788" y="7124"/>
                    <a:pt x="77952" y="7159"/>
                  </a:cubicBezTo>
                  <a:cubicBezTo>
                    <a:pt x="78240" y="7222"/>
                    <a:pt x="78530" y="7298"/>
                    <a:pt x="78821" y="7354"/>
                  </a:cubicBezTo>
                  <a:cubicBezTo>
                    <a:pt x="79114" y="7412"/>
                    <a:pt x="79379" y="7579"/>
                    <a:pt x="79633" y="7732"/>
                  </a:cubicBezTo>
                  <a:cubicBezTo>
                    <a:pt x="79896" y="7888"/>
                    <a:pt x="80121" y="8057"/>
                    <a:pt x="80336" y="8273"/>
                  </a:cubicBezTo>
                  <a:cubicBezTo>
                    <a:pt x="80381" y="8319"/>
                    <a:pt x="80416" y="8373"/>
                    <a:pt x="80459" y="8420"/>
                  </a:cubicBezTo>
                  <a:cubicBezTo>
                    <a:pt x="80509" y="8476"/>
                    <a:pt x="80563" y="8502"/>
                    <a:pt x="80626" y="8541"/>
                  </a:cubicBezTo>
                  <a:cubicBezTo>
                    <a:pt x="80770" y="8626"/>
                    <a:pt x="80902" y="8745"/>
                    <a:pt x="81034" y="8851"/>
                  </a:cubicBezTo>
                  <a:cubicBezTo>
                    <a:pt x="81290" y="9054"/>
                    <a:pt x="81538" y="9257"/>
                    <a:pt x="81820" y="9424"/>
                  </a:cubicBezTo>
                  <a:cubicBezTo>
                    <a:pt x="82081" y="9578"/>
                    <a:pt x="82278" y="9803"/>
                    <a:pt x="82527" y="9975"/>
                  </a:cubicBezTo>
                  <a:cubicBezTo>
                    <a:pt x="82648" y="10058"/>
                    <a:pt x="82784" y="10121"/>
                    <a:pt x="82903" y="10209"/>
                  </a:cubicBezTo>
                  <a:cubicBezTo>
                    <a:pt x="83040" y="10306"/>
                    <a:pt x="83159" y="10393"/>
                    <a:pt x="83321" y="10447"/>
                  </a:cubicBezTo>
                  <a:cubicBezTo>
                    <a:pt x="83453" y="10493"/>
                    <a:pt x="83543" y="10585"/>
                    <a:pt x="83665" y="10638"/>
                  </a:cubicBezTo>
                  <a:cubicBezTo>
                    <a:pt x="83810" y="10702"/>
                    <a:pt x="83954" y="10730"/>
                    <a:pt x="84102" y="10771"/>
                  </a:cubicBezTo>
                  <a:cubicBezTo>
                    <a:pt x="84391" y="10852"/>
                    <a:pt x="84621" y="11042"/>
                    <a:pt x="84921" y="11074"/>
                  </a:cubicBezTo>
                  <a:cubicBezTo>
                    <a:pt x="85242" y="11105"/>
                    <a:pt x="85553" y="11124"/>
                    <a:pt x="85871" y="11189"/>
                  </a:cubicBezTo>
                  <a:cubicBezTo>
                    <a:pt x="86187" y="11254"/>
                    <a:pt x="86498" y="11250"/>
                    <a:pt x="86819" y="11239"/>
                  </a:cubicBezTo>
                  <a:cubicBezTo>
                    <a:pt x="87156" y="11228"/>
                    <a:pt x="87506" y="11215"/>
                    <a:pt x="87840" y="11170"/>
                  </a:cubicBezTo>
                  <a:cubicBezTo>
                    <a:pt x="88151" y="11129"/>
                    <a:pt x="88454" y="11038"/>
                    <a:pt x="88768" y="11031"/>
                  </a:cubicBezTo>
                  <a:cubicBezTo>
                    <a:pt x="89114" y="11023"/>
                    <a:pt x="89457" y="11066"/>
                    <a:pt x="89804" y="11044"/>
                  </a:cubicBezTo>
                  <a:cubicBezTo>
                    <a:pt x="90135" y="11022"/>
                    <a:pt x="90459" y="10964"/>
                    <a:pt x="90786" y="10927"/>
                  </a:cubicBezTo>
                  <a:cubicBezTo>
                    <a:pt x="91073" y="10895"/>
                    <a:pt x="91359" y="10943"/>
                    <a:pt x="91597" y="10748"/>
                  </a:cubicBezTo>
                  <a:cubicBezTo>
                    <a:pt x="91612" y="10735"/>
                    <a:pt x="91629" y="10733"/>
                    <a:pt x="91642" y="10737"/>
                  </a:cubicBezTo>
                  <a:cubicBezTo>
                    <a:pt x="91932" y="10545"/>
                    <a:pt x="92222" y="10361"/>
                    <a:pt x="92553" y="10242"/>
                  </a:cubicBezTo>
                  <a:cubicBezTo>
                    <a:pt x="92763" y="10166"/>
                    <a:pt x="92977" y="10092"/>
                    <a:pt x="93197" y="10043"/>
                  </a:cubicBezTo>
                  <a:cubicBezTo>
                    <a:pt x="93401" y="9997"/>
                    <a:pt x="93613" y="9986"/>
                    <a:pt x="93821" y="9976"/>
                  </a:cubicBezTo>
                  <a:cubicBezTo>
                    <a:pt x="94039" y="9969"/>
                    <a:pt x="94206" y="10019"/>
                    <a:pt x="94389" y="10133"/>
                  </a:cubicBezTo>
                  <a:cubicBezTo>
                    <a:pt x="94584" y="10255"/>
                    <a:pt x="94792" y="10343"/>
                    <a:pt x="95012" y="10413"/>
                  </a:cubicBezTo>
                  <a:cubicBezTo>
                    <a:pt x="95164" y="10464"/>
                    <a:pt x="95408" y="10586"/>
                    <a:pt x="95562" y="10499"/>
                  </a:cubicBezTo>
                  <a:cubicBezTo>
                    <a:pt x="95692" y="10426"/>
                    <a:pt x="95761" y="10265"/>
                    <a:pt x="95839" y="10148"/>
                  </a:cubicBezTo>
                  <a:cubicBezTo>
                    <a:pt x="95897" y="10062"/>
                    <a:pt x="95960" y="9984"/>
                    <a:pt x="96018" y="9900"/>
                  </a:cubicBezTo>
                  <a:cubicBezTo>
                    <a:pt x="96081" y="9811"/>
                    <a:pt x="96128" y="9716"/>
                    <a:pt x="96180" y="9621"/>
                  </a:cubicBezTo>
                  <a:cubicBezTo>
                    <a:pt x="96293" y="9420"/>
                    <a:pt x="96392" y="9221"/>
                    <a:pt x="96483" y="9009"/>
                  </a:cubicBezTo>
                  <a:cubicBezTo>
                    <a:pt x="96658" y="8606"/>
                    <a:pt x="96864" y="8208"/>
                    <a:pt x="97165" y="7882"/>
                  </a:cubicBezTo>
                  <a:cubicBezTo>
                    <a:pt x="97305" y="7732"/>
                    <a:pt x="97446" y="7637"/>
                    <a:pt x="97621" y="7535"/>
                  </a:cubicBezTo>
                  <a:cubicBezTo>
                    <a:pt x="97705" y="7486"/>
                    <a:pt x="97779" y="7425"/>
                    <a:pt x="97863" y="7376"/>
                  </a:cubicBezTo>
                  <a:cubicBezTo>
                    <a:pt x="97954" y="7323"/>
                    <a:pt x="98056" y="7293"/>
                    <a:pt x="98158" y="7270"/>
                  </a:cubicBezTo>
                  <a:cubicBezTo>
                    <a:pt x="98367" y="7226"/>
                    <a:pt x="98575" y="7174"/>
                    <a:pt x="98783" y="7131"/>
                  </a:cubicBezTo>
                  <a:cubicBezTo>
                    <a:pt x="99005" y="7086"/>
                    <a:pt x="99217" y="7044"/>
                    <a:pt x="99429" y="6969"/>
                  </a:cubicBezTo>
                  <a:cubicBezTo>
                    <a:pt x="99523" y="6936"/>
                    <a:pt x="99620" y="6908"/>
                    <a:pt x="99700" y="6846"/>
                  </a:cubicBezTo>
                  <a:cubicBezTo>
                    <a:pt x="99778" y="6791"/>
                    <a:pt x="99847" y="6720"/>
                    <a:pt x="99920" y="6657"/>
                  </a:cubicBezTo>
                  <a:cubicBezTo>
                    <a:pt x="100083" y="6515"/>
                    <a:pt x="100210" y="6335"/>
                    <a:pt x="100368" y="6184"/>
                  </a:cubicBezTo>
                  <a:cubicBezTo>
                    <a:pt x="100528" y="6028"/>
                    <a:pt x="100671" y="5853"/>
                    <a:pt x="100835" y="5701"/>
                  </a:cubicBezTo>
                  <a:cubicBezTo>
                    <a:pt x="100987" y="5559"/>
                    <a:pt x="101162" y="5440"/>
                    <a:pt x="101342" y="5336"/>
                  </a:cubicBezTo>
                  <a:cubicBezTo>
                    <a:pt x="101517" y="5234"/>
                    <a:pt x="101705" y="5126"/>
                    <a:pt x="101897" y="5059"/>
                  </a:cubicBezTo>
                  <a:cubicBezTo>
                    <a:pt x="102077" y="4998"/>
                    <a:pt x="102270" y="4985"/>
                    <a:pt x="102460" y="5003"/>
                  </a:cubicBezTo>
                  <a:cubicBezTo>
                    <a:pt x="102652" y="5024"/>
                    <a:pt x="102841" y="5070"/>
                    <a:pt x="103025" y="5124"/>
                  </a:cubicBezTo>
                  <a:cubicBezTo>
                    <a:pt x="103228" y="5180"/>
                    <a:pt x="103412" y="5277"/>
                    <a:pt x="103611" y="5340"/>
                  </a:cubicBezTo>
                  <a:cubicBezTo>
                    <a:pt x="103712" y="5373"/>
                    <a:pt x="103814" y="5390"/>
                    <a:pt x="103913" y="5431"/>
                  </a:cubicBezTo>
                  <a:cubicBezTo>
                    <a:pt x="104017" y="5472"/>
                    <a:pt x="104117" y="5524"/>
                    <a:pt x="104227" y="5552"/>
                  </a:cubicBezTo>
                  <a:cubicBezTo>
                    <a:pt x="104424" y="5606"/>
                    <a:pt x="104632" y="5677"/>
                    <a:pt x="104835" y="5705"/>
                  </a:cubicBezTo>
                  <a:cubicBezTo>
                    <a:pt x="105054" y="5732"/>
                    <a:pt x="105265" y="5749"/>
                    <a:pt x="105465" y="5853"/>
                  </a:cubicBezTo>
                  <a:cubicBezTo>
                    <a:pt x="105625" y="5937"/>
                    <a:pt x="105770" y="6050"/>
                    <a:pt x="105886" y="6192"/>
                  </a:cubicBezTo>
                  <a:cubicBezTo>
                    <a:pt x="106148" y="6515"/>
                    <a:pt x="106152" y="6952"/>
                    <a:pt x="106243" y="7345"/>
                  </a:cubicBezTo>
                  <a:cubicBezTo>
                    <a:pt x="106295" y="7564"/>
                    <a:pt x="106373" y="7773"/>
                    <a:pt x="106433" y="7990"/>
                  </a:cubicBezTo>
                  <a:cubicBezTo>
                    <a:pt x="106449" y="8053"/>
                    <a:pt x="106462" y="8128"/>
                    <a:pt x="106501" y="8184"/>
                  </a:cubicBezTo>
                  <a:cubicBezTo>
                    <a:pt x="106524" y="8213"/>
                    <a:pt x="106522" y="8215"/>
                    <a:pt x="106548" y="8210"/>
                  </a:cubicBezTo>
                  <a:cubicBezTo>
                    <a:pt x="106578" y="8204"/>
                    <a:pt x="106628" y="8130"/>
                    <a:pt x="106654" y="8109"/>
                  </a:cubicBezTo>
                  <a:cubicBezTo>
                    <a:pt x="106723" y="8059"/>
                    <a:pt x="106803" y="8035"/>
                    <a:pt x="106875" y="7998"/>
                  </a:cubicBezTo>
                  <a:cubicBezTo>
                    <a:pt x="106964" y="7951"/>
                    <a:pt x="107041" y="7879"/>
                    <a:pt x="107106" y="7804"/>
                  </a:cubicBezTo>
                  <a:cubicBezTo>
                    <a:pt x="107238" y="7648"/>
                    <a:pt x="107364" y="7475"/>
                    <a:pt x="107465" y="7296"/>
                  </a:cubicBezTo>
                  <a:cubicBezTo>
                    <a:pt x="107645" y="6977"/>
                    <a:pt x="107995" y="6623"/>
                    <a:pt x="108404" y="6705"/>
                  </a:cubicBezTo>
                  <a:cubicBezTo>
                    <a:pt x="108586" y="6742"/>
                    <a:pt x="108674" y="6898"/>
                    <a:pt x="108813" y="7004"/>
                  </a:cubicBezTo>
                  <a:cubicBezTo>
                    <a:pt x="108977" y="7131"/>
                    <a:pt x="109170" y="7211"/>
                    <a:pt x="109336" y="7339"/>
                  </a:cubicBezTo>
                  <a:cubicBezTo>
                    <a:pt x="109674" y="7605"/>
                    <a:pt x="109960" y="7938"/>
                    <a:pt x="110210" y="8288"/>
                  </a:cubicBezTo>
                  <a:cubicBezTo>
                    <a:pt x="110308" y="8425"/>
                    <a:pt x="110398" y="8570"/>
                    <a:pt x="110487" y="8714"/>
                  </a:cubicBezTo>
                  <a:cubicBezTo>
                    <a:pt x="110557" y="8693"/>
                    <a:pt x="110630" y="8675"/>
                    <a:pt x="110703" y="8665"/>
                  </a:cubicBezTo>
                  <a:cubicBezTo>
                    <a:pt x="110814" y="8650"/>
                    <a:pt x="110933" y="8676"/>
                    <a:pt x="111043" y="8650"/>
                  </a:cubicBezTo>
                  <a:cubicBezTo>
                    <a:pt x="111143" y="8626"/>
                    <a:pt x="111233" y="8557"/>
                    <a:pt x="111320" y="8503"/>
                  </a:cubicBezTo>
                  <a:cubicBezTo>
                    <a:pt x="111420" y="8440"/>
                    <a:pt x="111526" y="8390"/>
                    <a:pt x="111634" y="8342"/>
                  </a:cubicBezTo>
                  <a:cubicBezTo>
                    <a:pt x="111852" y="8247"/>
                    <a:pt x="112066" y="8146"/>
                    <a:pt x="112285" y="8057"/>
                  </a:cubicBezTo>
                  <a:cubicBezTo>
                    <a:pt x="112510" y="7966"/>
                    <a:pt x="112722" y="7851"/>
                    <a:pt x="112949" y="7765"/>
                  </a:cubicBezTo>
                  <a:cubicBezTo>
                    <a:pt x="113159" y="7687"/>
                    <a:pt x="113379" y="7601"/>
                    <a:pt x="113557" y="7464"/>
                  </a:cubicBezTo>
                  <a:cubicBezTo>
                    <a:pt x="113643" y="7397"/>
                    <a:pt x="113741" y="7354"/>
                    <a:pt x="113836" y="7302"/>
                  </a:cubicBezTo>
                  <a:cubicBezTo>
                    <a:pt x="113940" y="7244"/>
                    <a:pt x="114041" y="7185"/>
                    <a:pt x="114147" y="7133"/>
                  </a:cubicBezTo>
                  <a:cubicBezTo>
                    <a:pt x="114337" y="7044"/>
                    <a:pt x="114508" y="6921"/>
                    <a:pt x="114692" y="6817"/>
                  </a:cubicBezTo>
                  <a:cubicBezTo>
                    <a:pt x="114891" y="6701"/>
                    <a:pt x="115118" y="6651"/>
                    <a:pt x="115320" y="6541"/>
                  </a:cubicBezTo>
                  <a:cubicBezTo>
                    <a:pt x="115503" y="6441"/>
                    <a:pt x="115661" y="6335"/>
                    <a:pt x="115806" y="6192"/>
                  </a:cubicBezTo>
                  <a:cubicBezTo>
                    <a:pt x="115863" y="6136"/>
                    <a:pt x="115934" y="6063"/>
                    <a:pt x="116014" y="6024"/>
                  </a:cubicBezTo>
                  <a:cubicBezTo>
                    <a:pt x="116018" y="6019"/>
                    <a:pt x="116020" y="6015"/>
                    <a:pt x="116025" y="6008"/>
                  </a:cubicBezTo>
                  <a:cubicBezTo>
                    <a:pt x="116135" y="5853"/>
                    <a:pt x="116276" y="5770"/>
                    <a:pt x="116468" y="5764"/>
                  </a:cubicBezTo>
                  <a:cubicBezTo>
                    <a:pt x="116697" y="5758"/>
                    <a:pt x="116914" y="5777"/>
                    <a:pt x="117143" y="5740"/>
                  </a:cubicBezTo>
                  <a:cubicBezTo>
                    <a:pt x="117364" y="5703"/>
                    <a:pt x="117580" y="5639"/>
                    <a:pt x="117805" y="5636"/>
                  </a:cubicBezTo>
                  <a:cubicBezTo>
                    <a:pt x="117904" y="5634"/>
                    <a:pt x="117987" y="5632"/>
                    <a:pt x="118082" y="5591"/>
                  </a:cubicBezTo>
                  <a:cubicBezTo>
                    <a:pt x="118177" y="5552"/>
                    <a:pt x="118268" y="5502"/>
                    <a:pt x="118367" y="5465"/>
                  </a:cubicBezTo>
                  <a:cubicBezTo>
                    <a:pt x="118571" y="5385"/>
                    <a:pt x="118748" y="5266"/>
                    <a:pt x="118917" y="5124"/>
                  </a:cubicBezTo>
                  <a:cubicBezTo>
                    <a:pt x="119081" y="4988"/>
                    <a:pt x="119276" y="4894"/>
                    <a:pt x="119458" y="4786"/>
                  </a:cubicBezTo>
                  <a:cubicBezTo>
                    <a:pt x="119642" y="4676"/>
                    <a:pt x="119849" y="4581"/>
                    <a:pt x="120063" y="4553"/>
                  </a:cubicBezTo>
                  <a:cubicBezTo>
                    <a:pt x="120260" y="4527"/>
                    <a:pt x="120451" y="4568"/>
                    <a:pt x="120649" y="4561"/>
                  </a:cubicBezTo>
                  <a:cubicBezTo>
                    <a:pt x="120745" y="4557"/>
                    <a:pt x="120844" y="4540"/>
                    <a:pt x="120933" y="4507"/>
                  </a:cubicBezTo>
                  <a:cubicBezTo>
                    <a:pt x="121024" y="4471"/>
                    <a:pt x="121084" y="4408"/>
                    <a:pt x="121164" y="4360"/>
                  </a:cubicBezTo>
                  <a:cubicBezTo>
                    <a:pt x="121342" y="4250"/>
                    <a:pt x="121578" y="4265"/>
                    <a:pt x="121779" y="4278"/>
                  </a:cubicBezTo>
                  <a:cubicBezTo>
                    <a:pt x="122006" y="4293"/>
                    <a:pt x="122229" y="4302"/>
                    <a:pt x="122451" y="4362"/>
                  </a:cubicBezTo>
                  <a:cubicBezTo>
                    <a:pt x="122659" y="4418"/>
                    <a:pt x="122858" y="4509"/>
                    <a:pt x="123066" y="4568"/>
                  </a:cubicBezTo>
                  <a:cubicBezTo>
                    <a:pt x="123301" y="4633"/>
                    <a:pt x="123514" y="4607"/>
                    <a:pt x="123749" y="4555"/>
                  </a:cubicBezTo>
                  <a:cubicBezTo>
                    <a:pt x="123972" y="4507"/>
                    <a:pt x="124182" y="4486"/>
                    <a:pt x="124411" y="4481"/>
                  </a:cubicBezTo>
                  <a:cubicBezTo>
                    <a:pt x="124632" y="4473"/>
                    <a:pt x="124837" y="4388"/>
                    <a:pt x="125060" y="4377"/>
                  </a:cubicBezTo>
                  <a:cubicBezTo>
                    <a:pt x="125274" y="4365"/>
                    <a:pt x="125516" y="4373"/>
                    <a:pt x="125729" y="4408"/>
                  </a:cubicBezTo>
                  <a:cubicBezTo>
                    <a:pt x="125834" y="4427"/>
                    <a:pt x="125932" y="4468"/>
                    <a:pt x="126038" y="4486"/>
                  </a:cubicBezTo>
                  <a:cubicBezTo>
                    <a:pt x="126142" y="4503"/>
                    <a:pt x="126246" y="4511"/>
                    <a:pt x="126349" y="4550"/>
                  </a:cubicBezTo>
                  <a:cubicBezTo>
                    <a:pt x="126516" y="4613"/>
                    <a:pt x="126650" y="4730"/>
                    <a:pt x="126775" y="4856"/>
                  </a:cubicBezTo>
                  <a:cubicBezTo>
                    <a:pt x="126925" y="5011"/>
                    <a:pt x="127108" y="5122"/>
                    <a:pt x="127267" y="5266"/>
                  </a:cubicBezTo>
                  <a:cubicBezTo>
                    <a:pt x="127347" y="5336"/>
                    <a:pt x="127424" y="5385"/>
                    <a:pt x="127520" y="5435"/>
                  </a:cubicBezTo>
                  <a:cubicBezTo>
                    <a:pt x="127612" y="5483"/>
                    <a:pt x="127684" y="5552"/>
                    <a:pt x="127766" y="5613"/>
                  </a:cubicBezTo>
                  <a:cubicBezTo>
                    <a:pt x="127848" y="5677"/>
                    <a:pt x="127946" y="5703"/>
                    <a:pt x="128036" y="5753"/>
                  </a:cubicBezTo>
                  <a:cubicBezTo>
                    <a:pt x="128125" y="5803"/>
                    <a:pt x="128199" y="5874"/>
                    <a:pt x="128281" y="5933"/>
                  </a:cubicBezTo>
                  <a:cubicBezTo>
                    <a:pt x="128460" y="6060"/>
                    <a:pt x="128655" y="6156"/>
                    <a:pt x="128828" y="6292"/>
                  </a:cubicBezTo>
                  <a:cubicBezTo>
                    <a:pt x="129004" y="6428"/>
                    <a:pt x="129176" y="6564"/>
                    <a:pt x="129371" y="6672"/>
                  </a:cubicBezTo>
                  <a:cubicBezTo>
                    <a:pt x="129572" y="6781"/>
                    <a:pt x="129782" y="6872"/>
                    <a:pt x="129979" y="6988"/>
                  </a:cubicBezTo>
                  <a:cubicBezTo>
                    <a:pt x="130163" y="7094"/>
                    <a:pt x="130314" y="7244"/>
                    <a:pt x="130489" y="7365"/>
                  </a:cubicBezTo>
                  <a:cubicBezTo>
                    <a:pt x="130665" y="7486"/>
                    <a:pt x="130848" y="7607"/>
                    <a:pt x="131028" y="7720"/>
                  </a:cubicBezTo>
                  <a:cubicBezTo>
                    <a:pt x="131402" y="7955"/>
                    <a:pt x="131829" y="8091"/>
                    <a:pt x="132216" y="8297"/>
                  </a:cubicBezTo>
                  <a:cubicBezTo>
                    <a:pt x="132410" y="8399"/>
                    <a:pt x="132594" y="8516"/>
                    <a:pt x="132759" y="8660"/>
                  </a:cubicBezTo>
                  <a:cubicBezTo>
                    <a:pt x="132932" y="8808"/>
                    <a:pt x="133089" y="8976"/>
                    <a:pt x="133265" y="9121"/>
                  </a:cubicBezTo>
                  <a:cubicBezTo>
                    <a:pt x="133622" y="9418"/>
                    <a:pt x="134031" y="9636"/>
                    <a:pt x="134407" y="9908"/>
                  </a:cubicBezTo>
                  <a:cubicBezTo>
                    <a:pt x="134604" y="10047"/>
                    <a:pt x="134796" y="10198"/>
                    <a:pt x="134985" y="10348"/>
                  </a:cubicBezTo>
                  <a:cubicBezTo>
                    <a:pt x="135136" y="10469"/>
                    <a:pt x="135281" y="10625"/>
                    <a:pt x="135480" y="10648"/>
                  </a:cubicBezTo>
                  <a:cubicBezTo>
                    <a:pt x="135698" y="10674"/>
                    <a:pt x="135917" y="10618"/>
                    <a:pt x="136129" y="10573"/>
                  </a:cubicBezTo>
                  <a:cubicBezTo>
                    <a:pt x="136362" y="10521"/>
                    <a:pt x="136596" y="10488"/>
                    <a:pt x="136830" y="10449"/>
                  </a:cubicBezTo>
                  <a:cubicBezTo>
                    <a:pt x="137067" y="10410"/>
                    <a:pt x="137279" y="10404"/>
                    <a:pt x="137515" y="10430"/>
                  </a:cubicBezTo>
                  <a:cubicBezTo>
                    <a:pt x="137745" y="10456"/>
                    <a:pt x="137980" y="10458"/>
                    <a:pt x="138210" y="10492"/>
                  </a:cubicBezTo>
                  <a:cubicBezTo>
                    <a:pt x="138433" y="10523"/>
                    <a:pt x="138653" y="10594"/>
                    <a:pt x="138865" y="10666"/>
                  </a:cubicBezTo>
                  <a:cubicBezTo>
                    <a:pt x="138956" y="10694"/>
                    <a:pt x="139040" y="10730"/>
                    <a:pt x="139110" y="10795"/>
                  </a:cubicBezTo>
                  <a:cubicBezTo>
                    <a:pt x="139177" y="10852"/>
                    <a:pt x="139283" y="10862"/>
                    <a:pt x="139367" y="10897"/>
                  </a:cubicBezTo>
                  <a:cubicBezTo>
                    <a:pt x="139536" y="10964"/>
                    <a:pt x="139726" y="11046"/>
                    <a:pt x="139912" y="11038"/>
                  </a:cubicBezTo>
                  <a:cubicBezTo>
                    <a:pt x="139912" y="11036"/>
                    <a:pt x="139914" y="11036"/>
                    <a:pt x="139914" y="11036"/>
                  </a:cubicBezTo>
                  <a:cubicBezTo>
                    <a:pt x="139932" y="10988"/>
                    <a:pt x="140011" y="10994"/>
                    <a:pt x="140020" y="11040"/>
                  </a:cubicBezTo>
                  <a:cubicBezTo>
                    <a:pt x="140057" y="11029"/>
                    <a:pt x="140094" y="11018"/>
                    <a:pt x="140131" y="11005"/>
                  </a:cubicBezTo>
                  <a:cubicBezTo>
                    <a:pt x="140250" y="10964"/>
                    <a:pt x="140364" y="10910"/>
                    <a:pt x="140476" y="10856"/>
                  </a:cubicBezTo>
                  <a:cubicBezTo>
                    <a:pt x="140715" y="10739"/>
                    <a:pt x="140953" y="10635"/>
                    <a:pt x="141206" y="10551"/>
                  </a:cubicBezTo>
                  <a:cubicBezTo>
                    <a:pt x="141333" y="10508"/>
                    <a:pt x="141467" y="10477"/>
                    <a:pt x="141590" y="10426"/>
                  </a:cubicBezTo>
                  <a:cubicBezTo>
                    <a:pt x="141699" y="10382"/>
                    <a:pt x="141800" y="10317"/>
                    <a:pt x="141908" y="10267"/>
                  </a:cubicBezTo>
                  <a:cubicBezTo>
                    <a:pt x="142012" y="10218"/>
                    <a:pt x="142123" y="10187"/>
                    <a:pt x="142218" y="10121"/>
                  </a:cubicBezTo>
                  <a:cubicBezTo>
                    <a:pt x="142324" y="10051"/>
                    <a:pt x="142419" y="9963"/>
                    <a:pt x="142518" y="9883"/>
                  </a:cubicBezTo>
                  <a:cubicBezTo>
                    <a:pt x="142620" y="9800"/>
                    <a:pt x="142724" y="9716"/>
                    <a:pt x="142834" y="9642"/>
                  </a:cubicBezTo>
                  <a:cubicBezTo>
                    <a:pt x="142936" y="9569"/>
                    <a:pt x="143029" y="9485"/>
                    <a:pt x="143133" y="9415"/>
                  </a:cubicBezTo>
                  <a:cubicBezTo>
                    <a:pt x="143237" y="9344"/>
                    <a:pt x="143321" y="9253"/>
                    <a:pt x="143416" y="9169"/>
                  </a:cubicBezTo>
                  <a:cubicBezTo>
                    <a:pt x="143514" y="9084"/>
                    <a:pt x="143628" y="9011"/>
                    <a:pt x="143738" y="8939"/>
                  </a:cubicBezTo>
                  <a:cubicBezTo>
                    <a:pt x="143964" y="8784"/>
                    <a:pt x="144195" y="8636"/>
                    <a:pt x="144435" y="8503"/>
                  </a:cubicBezTo>
                  <a:cubicBezTo>
                    <a:pt x="144671" y="8371"/>
                    <a:pt x="144909" y="8232"/>
                    <a:pt x="145149" y="8107"/>
                  </a:cubicBezTo>
                  <a:cubicBezTo>
                    <a:pt x="145380" y="7988"/>
                    <a:pt x="145629" y="7899"/>
                    <a:pt x="145871" y="7806"/>
                  </a:cubicBezTo>
                  <a:cubicBezTo>
                    <a:pt x="146088" y="7724"/>
                    <a:pt x="146310" y="7644"/>
                    <a:pt x="146496" y="7501"/>
                  </a:cubicBezTo>
                  <a:cubicBezTo>
                    <a:pt x="146594" y="7425"/>
                    <a:pt x="146689" y="7347"/>
                    <a:pt x="146791" y="7278"/>
                  </a:cubicBezTo>
                  <a:cubicBezTo>
                    <a:pt x="146894" y="7209"/>
                    <a:pt x="147000" y="7159"/>
                    <a:pt x="147107" y="7103"/>
                  </a:cubicBezTo>
                  <a:cubicBezTo>
                    <a:pt x="147325" y="6995"/>
                    <a:pt x="147524" y="6856"/>
                    <a:pt x="147732" y="6733"/>
                  </a:cubicBezTo>
                  <a:cubicBezTo>
                    <a:pt x="147838" y="6672"/>
                    <a:pt x="147946" y="6614"/>
                    <a:pt x="148060" y="6567"/>
                  </a:cubicBezTo>
                  <a:cubicBezTo>
                    <a:pt x="148177" y="6519"/>
                    <a:pt x="148285" y="6502"/>
                    <a:pt x="148409" y="6489"/>
                  </a:cubicBezTo>
                  <a:cubicBezTo>
                    <a:pt x="148532" y="6476"/>
                    <a:pt x="148647" y="6434"/>
                    <a:pt x="148770" y="6426"/>
                  </a:cubicBezTo>
                  <a:cubicBezTo>
                    <a:pt x="148887" y="6419"/>
                    <a:pt x="149006" y="6411"/>
                    <a:pt x="149125" y="6409"/>
                  </a:cubicBezTo>
                  <a:cubicBezTo>
                    <a:pt x="149261" y="6406"/>
                    <a:pt x="149384" y="6447"/>
                    <a:pt x="149514" y="6480"/>
                  </a:cubicBezTo>
                  <a:cubicBezTo>
                    <a:pt x="149648" y="6515"/>
                    <a:pt x="149782" y="6538"/>
                    <a:pt x="149918" y="6562"/>
                  </a:cubicBezTo>
                  <a:cubicBezTo>
                    <a:pt x="150040" y="6584"/>
                    <a:pt x="150161" y="6601"/>
                    <a:pt x="150284" y="6616"/>
                  </a:cubicBezTo>
                  <a:cubicBezTo>
                    <a:pt x="150366" y="6538"/>
                    <a:pt x="150448" y="6458"/>
                    <a:pt x="150531" y="6383"/>
                  </a:cubicBezTo>
                  <a:cubicBezTo>
                    <a:pt x="150652" y="6275"/>
                    <a:pt x="150792" y="6195"/>
                    <a:pt x="150922" y="6099"/>
                  </a:cubicBezTo>
                  <a:cubicBezTo>
                    <a:pt x="151050" y="6004"/>
                    <a:pt x="151151" y="5889"/>
                    <a:pt x="151249" y="5764"/>
                  </a:cubicBezTo>
                  <a:cubicBezTo>
                    <a:pt x="151457" y="5498"/>
                    <a:pt x="151697" y="5258"/>
                    <a:pt x="151915" y="5002"/>
                  </a:cubicBezTo>
                  <a:cubicBezTo>
                    <a:pt x="152008" y="4888"/>
                    <a:pt x="152110" y="4756"/>
                    <a:pt x="152252" y="4704"/>
                  </a:cubicBezTo>
                  <a:cubicBezTo>
                    <a:pt x="152315" y="4680"/>
                    <a:pt x="152371" y="4659"/>
                    <a:pt x="152428" y="4624"/>
                  </a:cubicBezTo>
                  <a:cubicBezTo>
                    <a:pt x="152490" y="4585"/>
                    <a:pt x="152553" y="4551"/>
                    <a:pt x="152625" y="4542"/>
                  </a:cubicBezTo>
                  <a:cubicBezTo>
                    <a:pt x="152705" y="4535"/>
                    <a:pt x="152772" y="4559"/>
                    <a:pt x="152841" y="4590"/>
                  </a:cubicBezTo>
                  <a:cubicBezTo>
                    <a:pt x="152917" y="4626"/>
                    <a:pt x="152994" y="4628"/>
                    <a:pt x="153077" y="4631"/>
                  </a:cubicBezTo>
                  <a:cubicBezTo>
                    <a:pt x="153248" y="4635"/>
                    <a:pt x="153393" y="4657"/>
                    <a:pt x="153542" y="4741"/>
                  </a:cubicBezTo>
                  <a:cubicBezTo>
                    <a:pt x="153672" y="4814"/>
                    <a:pt x="153784" y="4914"/>
                    <a:pt x="153910" y="4992"/>
                  </a:cubicBezTo>
                  <a:cubicBezTo>
                    <a:pt x="154046" y="5078"/>
                    <a:pt x="154193" y="5147"/>
                    <a:pt x="154333" y="5230"/>
                  </a:cubicBezTo>
                  <a:cubicBezTo>
                    <a:pt x="154476" y="5314"/>
                    <a:pt x="154612" y="5407"/>
                    <a:pt x="154734" y="5517"/>
                  </a:cubicBezTo>
                  <a:cubicBezTo>
                    <a:pt x="154852" y="5621"/>
                    <a:pt x="154959" y="5732"/>
                    <a:pt x="155093" y="5812"/>
                  </a:cubicBezTo>
                  <a:cubicBezTo>
                    <a:pt x="155385" y="5985"/>
                    <a:pt x="155627" y="6236"/>
                    <a:pt x="155845" y="6495"/>
                  </a:cubicBezTo>
                  <a:cubicBezTo>
                    <a:pt x="155954" y="6627"/>
                    <a:pt x="156058" y="6763"/>
                    <a:pt x="156157" y="6902"/>
                  </a:cubicBezTo>
                  <a:cubicBezTo>
                    <a:pt x="156246" y="7029"/>
                    <a:pt x="156328" y="7146"/>
                    <a:pt x="156455" y="7237"/>
                  </a:cubicBezTo>
                  <a:cubicBezTo>
                    <a:pt x="156512" y="7280"/>
                    <a:pt x="156574" y="7311"/>
                    <a:pt x="156635" y="7347"/>
                  </a:cubicBezTo>
                  <a:cubicBezTo>
                    <a:pt x="156708" y="7391"/>
                    <a:pt x="156769" y="7451"/>
                    <a:pt x="156832" y="7505"/>
                  </a:cubicBezTo>
                  <a:cubicBezTo>
                    <a:pt x="156959" y="7613"/>
                    <a:pt x="157104" y="7691"/>
                    <a:pt x="157249" y="7767"/>
                  </a:cubicBezTo>
                  <a:cubicBezTo>
                    <a:pt x="157310" y="7800"/>
                    <a:pt x="157368" y="7836"/>
                    <a:pt x="157437" y="7849"/>
                  </a:cubicBezTo>
                  <a:cubicBezTo>
                    <a:pt x="157522" y="7867"/>
                    <a:pt x="157598" y="7888"/>
                    <a:pt x="157680" y="7923"/>
                  </a:cubicBezTo>
                  <a:cubicBezTo>
                    <a:pt x="157835" y="7992"/>
                    <a:pt x="157983" y="8074"/>
                    <a:pt x="158132" y="8152"/>
                  </a:cubicBezTo>
                  <a:cubicBezTo>
                    <a:pt x="158279" y="8230"/>
                    <a:pt x="158435" y="8290"/>
                    <a:pt x="158580" y="8370"/>
                  </a:cubicBezTo>
                  <a:cubicBezTo>
                    <a:pt x="158731" y="8453"/>
                    <a:pt x="158850" y="8583"/>
                    <a:pt x="158980" y="8691"/>
                  </a:cubicBezTo>
                  <a:cubicBezTo>
                    <a:pt x="159103" y="8792"/>
                    <a:pt x="159228" y="8890"/>
                    <a:pt x="159365" y="8970"/>
                  </a:cubicBezTo>
                  <a:cubicBezTo>
                    <a:pt x="159510" y="9052"/>
                    <a:pt x="159629" y="9154"/>
                    <a:pt x="159748" y="9268"/>
                  </a:cubicBezTo>
                  <a:cubicBezTo>
                    <a:pt x="159867" y="9381"/>
                    <a:pt x="159983" y="9491"/>
                    <a:pt x="160130" y="9564"/>
                  </a:cubicBezTo>
                  <a:cubicBezTo>
                    <a:pt x="160282" y="9642"/>
                    <a:pt x="160436" y="9714"/>
                    <a:pt x="160585" y="9800"/>
                  </a:cubicBezTo>
                  <a:cubicBezTo>
                    <a:pt x="160730" y="9882"/>
                    <a:pt x="160873" y="9969"/>
                    <a:pt x="161028" y="10034"/>
                  </a:cubicBezTo>
                  <a:cubicBezTo>
                    <a:pt x="161191" y="10103"/>
                    <a:pt x="161363" y="10134"/>
                    <a:pt x="161535" y="10168"/>
                  </a:cubicBezTo>
                  <a:cubicBezTo>
                    <a:pt x="161710" y="10201"/>
                    <a:pt x="161887" y="10235"/>
                    <a:pt x="162058" y="10285"/>
                  </a:cubicBezTo>
                  <a:cubicBezTo>
                    <a:pt x="162136" y="10309"/>
                    <a:pt x="162211" y="10341"/>
                    <a:pt x="162285" y="10369"/>
                  </a:cubicBezTo>
                  <a:cubicBezTo>
                    <a:pt x="162367" y="10400"/>
                    <a:pt x="162451" y="10412"/>
                    <a:pt x="162534" y="10434"/>
                  </a:cubicBezTo>
                  <a:cubicBezTo>
                    <a:pt x="162690" y="10473"/>
                    <a:pt x="162824" y="10547"/>
                    <a:pt x="162984" y="10568"/>
                  </a:cubicBezTo>
                  <a:cubicBezTo>
                    <a:pt x="163068" y="10579"/>
                    <a:pt x="163150" y="10585"/>
                    <a:pt x="163233" y="10594"/>
                  </a:cubicBezTo>
                  <a:cubicBezTo>
                    <a:pt x="163321" y="10603"/>
                    <a:pt x="163393" y="10618"/>
                    <a:pt x="163481" y="10599"/>
                  </a:cubicBezTo>
                  <a:cubicBezTo>
                    <a:pt x="163583" y="10577"/>
                    <a:pt x="163711" y="10553"/>
                    <a:pt x="163812" y="10583"/>
                  </a:cubicBezTo>
                  <a:cubicBezTo>
                    <a:pt x="163821" y="10585"/>
                    <a:pt x="163827" y="10588"/>
                    <a:pt x="163832" y="10594"/>
                  </a:cubicBezTo>
                  <a:cubicBezTo>
                    <a:pt x="163873" y="10585"/>
                    <a:pt x="163916" y="10577"/>
                    <a:pt x="163959" y="10570"/>
                  </a:cubicBezTo>
                  <a:cubicBezTo>
                    <a:pt x="164241" y="10514"/>
                    <a:pt x="164519" y="10467"/>
                    <a:pt x="164788" y="10360"/>
                  </a:cubicBezTo>
                  <a:cubicBezTo>
                    <a:pt x="165039" y="10259"/>
                    <a:pt x="165281" y="10161"/>
                    <a:pt x="165549" y="10120"/>
                  </a:cubicBezTo>
                  <a:cubicBezTo>
                    <a:pt x="165837" y="10077"/>
                    <a:pt x="166103" y="9980"/>
                    <a:pt x="166382" y="9906"/>
                  </a:cubicBezTo>
                  <a:cubicBezTo>
                    <a:pt x="166646" y="9839"/>
                    <a:pt x="166888" y="9703"/>
                    <a:pt x="167152" y="9629"/>
                  </a:cubicBezTo>
                  <a:cubicBezTo>
                    <a:pt x="167424" y="9552"/>
                    <a:pt x="167688" y="9452"/>
                    <a:pt x="167944" y="9335"/>
                  </a:cubicBezTo>
                  <a:cubicBezTo>
                    <a:pt x="168205" y="9218"/>
                    <a:pt x="168459" y="9087"/>
                    <a:pt x="168729" y="8991"/>
                  </a:cubicBezTo>
                  <a:cubicBezTo>
                    <a:pt x="169001" y="8890"/>
                    <a:pt x="169294" y="8831"/>
                    <a:pt x="169557" y="8712"/>
                  </a:cubicBezTo>
                  <a:cubicBezTo>
                    <a:pt x="169657" y="8667"/>
                    <a:pt x="169745" y="8600"/>
                    <a:pt x="169839" y="8546"/>
                  </a:cubicBezTo>
                  <a:cubicBezTo>
                    <a:pt x="169953" y="8481"/>
                    <a:pt x="170077" y="8446"/>
                    <a:pt x="170193" y="8384"/>
                  </a:cubicBezTo>
                  <a:cubicBezTo>
                    <a:pt x="170425" y="8265"/>
                    <a:pt x="170635" y="8113"/>
                    <a:pt x="170879" y="8012"/>
                  </a:cubicBezTo>
                  <a:cubicBezTo>
                    <a:pt x="171128" y="7912"/>
                    <a:pt x="171364" y="7774"/>
                    <a:pt x="171641" y="7780"/>
                  </a:cubicBezTo>
                  <a:cubicBezTo>
                    <a:pt x="171920" y="7787"/>
                    <a:pt x="172203" y="7825"/>
                    <a:pt x="172480" y="7849"/>
                  </a:cubicBezTo>
                  <a:cubicBezTo>
                    <a:pt x="172754" y="7871"/>
                    <a:pt x="172953" y="7827"/>
                    <a:pt x="173185" y="7678"/>
                  </a:cubicBezTo>
                  <a:cubicBezTo>
                    <a:pt x="173280" y="7616"/>
                    <a:pt x="173377" y="7562"/>
                    <a:pt x="173490" y="7551"/>
                  </a:cubicBezTo>
                  <a:cubicBezTo>
                    <a:pt x="173617" y="7538"/>
                    <a:pt x="173739" y="7572"/>
                    <a:pt x="173864" y="7579"/>
                  </a:cubicBezTo>
                  <a:cubicBezTo>
                    <a:pt x="173996" y="7587"/>
                    <a:pt x="174126" y="7583"/>
                    <a:pt x="174254" y="7614"/>
                  </a:cubicBezTo>
                  <a:cubicBezTo>
                    <a:pt x="174385" y="7646"/>
                    <a:pt x="174511" y="7704"/>
                    <a:pt x="174636" y="7754"/>
                  </a:cubicBezTo>
                  <a:cubicBezTo>
                    <a:pt x="174744" y="7800"/>
                    <a:pt x="174846" y="7854"/>
                    <a:pt x="174928" y="7942"/>
                  </a:cubicBezTo>
                  <a:cubicBezTo>
                    <a:pt x="175026" y="8050"/>
                    <a:pt x="175093" y="8185"/>
                    <a:pt x="175188" y="8295"/>
                  </a:cubicBezTo>
                  <a:cubicBezTo>
                    <a:pt x="175264" y="8384"/>
                    <a:pt x="175363" y="8427"/>
                    <a:pt x="175454" y="8494"/>
                  </a:cubicBezTo>
                  <a:cubicBezTo>
                    <a:pt x="175502" y="8529"/>
                    <a:pt x="175540" y="8580"/>
                    <a:pt x="175592" y="8609"/>
                  </a:cubicBezTo>
                  <a:cubicBezTo>
                    <a:pt x="175655" y="8641"/>
                    <a:pt x="175724" y="8656"/>
                    <a:pt x="175783" y="8697"/>
                  </a:cubicBezTo>
                  <a:cubicBezTo>
                    <a:pt x="175889" y="8768"/>
                    <a:pt x="175980" y="8861"/>
                    <a:pt x="176083" y="8933"/>
                  </a:cubicBezTo>
                  <a:cubicBezTo>
                    <a:pt x="176192" y="9011"/>
                    <a:pt x="176324" y="9047"/>
                    <a:pt x="176432" y="9125"/>
                  </a:cubicBezTo>
                  <a:cubicBezTo>
                    <a:pt x="176542" y="9203"/>
                    <a:pt x="176635" y="9299"/>
                    <a:pt x="176747" y="9374"/>
                  </a:cubicBezTo>
                  <a:cubicBezTo>
                    <a:pt x="176853" y="9446"/>
                    <a:pt x="176962" y="9504"/>
                    <a:pt x="177057" y="9590"/>
                  </a:cubicBezTo>
                  <a:cubicBezTo>
                    <a:pt x="177137" y="9660"/>
                    <a:pt x="177243" y="9785"/>
                    <a:pt x="177358" y="9789"/>
                  </a:cubicBezTo>
                  <a:cubicBezTo>
                    <a:pt x="177414" y="9790"/>
                    <a:pt x="177479" y="9770"/>
                    <a:pt x="177533" y="9763"/>
                  </a:cubicBezTo>
                  <a:cubicBezTo>
                    <a:pt x="177619" y="9751"/>
                    <a:pt x="177706" y="9740"/>
                    <a:pt x="177790" y="9727"/>
                  </a:cubicBezTo>
                  <a:cubicBezTo>
                    <a:pt x="177935" y="9707"/>
                    <a:pt x="178082" y="9690"/>
                    <a:pt x="178223" y="9658"/>
                  </a:cubicBezTo>
                  <a:cubicBezTo>
                    <a:pt x="178357" y="9629"/>
                    <a:pt x="178469" y="9549"/>
                    <a:pt x="178597" y="9502"/>
                  </a:cubicBezTo>
                  <a:cubicBezTo>
                    <a:pt x="178720" y="9456"/>
                    <a:pt x="178820" y="9405"/>
                    <a:pt x="178928" y="9331"/>
                  </a:cubicBezTo>
                  <a:cubicBezTo>
                    <a:pt x="179034" y="9259"/>
                    <a:pt x="179140" y="9180"/>
                    <a:pt x="179257" y="9126"/>
                  </a:cubicBezTo>
                  <a:cubicBezTo>
                    <a:pt x="179361" y="9076"/>
                    <a:pt x="179473" y="9054"/>
                    <a:pt x="179579" y="9009"/>
                  </a:cubicBezTo>
                  <a:cubicBezTo>
                    <a:pt x="179698" y="8959"/>
                    <a:pt x="179802" y="8894"/>
                    <a:pt x="179927" y="8859"/>
                  </a:cubicBezTo>
                  <a:cubicBezTo>
                    <a:pt x="180163" y="8792"/>
                    <a:pt x="180407" y="8734"/>
                    <a:pt x="180646" y="8686"/>
                  </a:cubicBezTo>
                  <a:cubicBezTo>
                    <a:pt x="180918" y="8630"/>
                    <a:pt x="181188" y="8658"/>
                    <a:pt x="181446" y="8546"/>
                  </a:cubicBezTo>
                  <a:cubicBezTo>
                    <a:pt x="181695" y="8440"/>
                    <a:pt x="181922" y="8303"/>
                    <a:pt x="182069" y="8074"/>
                  </a:cubicBezTo>
                  <a:cubicBezTo>
                    <a:pt x="182138" y="7968"/>
                    <a:pt x="182220" y="7879"/>
                    <a:pt x="182298" y="7782"/>
                  </a:cubicBezTo>
                  <a:cubicBezTo>
                    <a:pt x="182387" y="7674"/>
                    <a:pt x="182456" y="7553"/>
                    <a:pt x="182545" y="7445"/>
                  </a:cubicBezTo>
                  <a:cubicBezTo>
                    <a:pt x="182679" y="7285"/>
                    <a:pt x="182791" y="7042"/>
                    <a:pt x="182986" y="6947"/>
                  </a:cubicBezTo>
                  <a:cubicBezTo>
                    <a:pt x="183150" y="6869"/>
                    <a:pt x="183304" y="6956"/>
                    <a:pt x="183419" y="7071"/>
                  </a:cubicBezTo>
                  <a:cubicBezTo>
                    <a:pt x="183527" y="7179"/>
                    <a:pt x="183613" y="7369"/>
                    <a:pt x="183793" y="7300"/>
                  </a:cubicBezTo>
                  <a:cubicBezTo>
                    <a:pt x="183884" y="7265"/>
                    <a:pt x="183962" y="7192"/>
                    <a:pt x="184042" y="7138"/>
                  </a:cubicBezTo>
                  <a:cubicBezTo>
                    <a:pt x="184156" y="7064"/>
                    <a:pt x="184267" y="6991"/>
                    <a:pt x="184375" y="6910"/>
                  </a:cubicBezTo>
                  <a:cubicBezTo>
                    <a:pt x="184578" y="6753"/>
                    <a:pt x="184786" y="6606"/>
                    <a:pt x="184991" y="6456"/>
                  </a:cubicBezTo>
                  <a:cubicBezTo>
                    <a:pt x="185181" y="6315"/>
                    <a:pt x="185294" y="6108"/>
                    <a:pt x="185489" y="5974"/>
                  </a:cubicBezTo>
                  <a:cubicBezTo>
                    <a:pt x="185580" y="5913"/>
                    <a:pt x="185677" y="5861"/>
                    <a:pt x="185765" y="5790"/>
                  </a:cubicBezTo>
                  <a:cubicBezTo>
                    <a:pt x="185863" y="5708"/>
                    <a:pt x="185919" y="5593"/>
                    <a:pt x="186003" y="5498"/>
                  </a:cubicBezTo>
                  <a:cubicBezTo>
                    <a:pt x="186073" y="5418"/>
                    <a:pt x="186146" y="5355"/>
                    <a:pt x="186198" y="5258"/>
                  </a:cubicBezTo>
                  <a:cubicBezTo>
                    <a:pt x="186261" y="5137"/>
                    <a:pt x="186334" y="5020"/>
                    <a:pt x="186401" y="4901"/>
                  </a:cubicBezTo>
                  <a:cubicBezTo>
                    <a:pt x="186460" y="4795"/>
                    <a:pt x="186508" y="4682"/>
                    <a:pt x="186579" y="4583"/>
                  </a:cubicBezTo>
                  <a:cubicBezTo>
                    <a:pt x="186650" y="4486"/>
                    <a:pt x="186743" y="4406"/>
                    <a:pt x="186838" y="4334"/>
                  </a:cubicBezTo>
                  <a:cubicBezTo>
                    <a:pt x="187014" y="4198"/>
                    <a:pt x="187185" y="4036"/>
                    <a:pt x="187410" y="3984"/>
                  </a:cubicBezTo>
                  <a:cubicBezTo>
                    <a:pt x="187507" y="3960"/>
                    <a:pt x="187608" y="3958"/>
                    <a:pt x="187706" y="3949"/>
                  </a:cubicBezTo>
                  <a:cubicBezTo>
                    <a:pt x="187851" y="3934"/>
                    <a:pt x="187993" y="3889"/>
                    <a:pt x="188139" y="3880"/>
                  </a:cubicBezTo>
                  <a:cubicBezTo>
                    <a:pt x="188262" y="3871"/>
                    <a:pt x="188385" y="3893"/>
                    <a:pt x="188508" y="3906"/>
                  </a:cubicBezTo>
                  <a:cubicBezTo>
                    <a:pt x="188662" y="3921"/>
                    <a:pt x="188815" y="3936"/>
                    <a:pt x="188967" y="3949"/>
                  </a:cubicBezTo>
                  <a:cubicBezTo>
                    <a:pt x="189259" y="3975"/>
                    <a:pt x="189519" y="4081"/>
                    <a:pt x="189806" y="4126"/>
                  </a:cubicBezTo>
                  <a:cubicBezTo>
                    <a:pt x="190087" y="4170"/>
                    <a:pt x="190373" y="4185"/>
                    <a:pt x="190658" y="4219"/>
                  </a:cubicBezTo>
                  <a:cubicBezTo>
                    <a:pt x="190669" y="4220"/>
                    <a:pt x="190680" y="4224"/>
                    <a:pt x="190689" y="4232"/>
                  </a:cubicBezTo>
                  <a:cubicBezTo>
                    <a:pt x="190782" y="4142"/>
                    <a:pt x="190875" y="4051"/>
                    <a:pt x="190970" y="3964"/>
                  </a:cubicBezTo>
                  <a:cubicBezTo>
                    <a:pt x="191102" y="3841"/>
                    <a:pt x="191245" y="3739"/>
                    <a:pt x="191405" y="3651"/>
                  </a:cubicBezTo>
                  <a:cubicBezTo>
                    <a:pt x="191569" y="3562"/>
                    <a:pt x="191734" y="3478"/>
                    <a:pt x="191881" y="3363"/>
                  </a:cubicBezTo>
                  <a:cubicBezTo>
                    <a:pt x="192032" y="3248"/>
                    <a:pt x="192201" y="3158"/>
                    <a:pt x="192354" y="3045"/>
                  </a:cubicBezTo>
                  <a:cubicBezTo>
                    <a:pt x="192495" y="2941"/>
                    <a:pt x="192612" y="2807"/>
                    <a:pt x="192765" y="2718"/>
                  </a:cubicBezTo>
                  <a:cubicBezTo>
                    <a:pt x="192899" y="2638"/>
                    <a:pt x="193038" y="2602"/>
                    <a:pt x="193153" y="2493"/>
                  </a:cubicBezTo>
                  <a:cubicBezTo>
                    <a:pt x="193282" y="2374"/>
                    <a:pt x="193364" y="2210"/>
                    <a:pt x="193483" y="2082"/>
                  </a:cubicBezTo>
                  <a:cubicBezTo>
                    <a:pt x="193607" y="1948"/>
                    <a:pt x="193763" y="1847"/>
                    <a:pt x="193892" y="1717"/>
                  </a:cubicBezTo>
                  <a:cubicBezTo>
                    <a:pt x="194018" y="1587"/>
                    <a:pt x="194132" y="1442"/>
                    <a:pt x="194238" y="1291"/>
                  </a:cubicBezTo>
                  <a:cubicBezTo>
                    <a:pt x="194345" y="1139"/>
                    <a:pt x="194453" y="997"/>
                    <a:pt x="194598" y="877"/>
                  </a:cubicBezTo>
                  <a:cubicBezTo>
                    <a:pt x="194736" y="763"/>
                    <a:pt x="194883" y="644"/>
                    <a:pt x="195047" y="572"/>
                  </a:cubicBezTo>
                  <a:cubicBezTo>
                    <a:pt x="195233" y="492"/>
                    <a:pt x="195409" y="510"/>
                    <a:pt x="195605" y="532"/>
                  </a:cubicBezTo>
                  <a:cubicBezTo>
                    <a:pt x="195792" y="553"/>
                    <a:pt x="195991" y="534"/>
                    <a:pt x="196172" y="603"/>
                  </a:cubicBezTo>
                  <a:cubicBezTo>
                    <a:pt x="196263" y="638"/>
                    <a:pt x="196347" y="694"/>
                    <a:pt x="196425" y="750"/>
                  </a:cubicBezTo>
                  <a:cubicBezTo>
                    <a:pt x="196505" y="806"/>
                    <a:pt x="196583" y="843"/>
                    <a:pt x="196670" y="888"/>
                  </a:cubicBezTo>
                  <a:cubicBezTo>
                    <a:pt x="196745" y="925"/>
                    <a:pt x="196819" y="966"/>
                    <a:pt x="196884" y="1018"/>
                  </a:cubicBezTo>
                  <a:cubicBezTo>
                    <a:pt x="196971" y="1087"/>
                    <a:pt x="197051" y="1161"/>
                    <a:pt x="197144" y="1226"/>
                  </a:cubicBezTo>
                  <a:cubicBezTo>
                    <a:pt x="197288" y="1328"/>
                    <a:pt x="197468" y="1384"/>
                    <a:pt x="197600" y="1503"/>
                  </a:cubicBezTo>
                  <a:cubicBezTo>
                    <a:pt x="197608" y="1511"/>
                    <a:pt x="197647" y="1550"/>
                    <a:pt x="197665" y="1580"/>
                  </a:cubicBezTo>
                  <a:cubicBezTo>
                    <a:pt x="197687" y="1583"/>
                    <a:pt x="197717" y="1596"/>
                    <a:pt x="197734" y="1606"/>
                  </a:cubicBezTo>
                  <a:cubicBezTo>
                    <a:pt x="197810" y="1648"/>
                    <a:pt x="197873" y="1728"/>
                    <a:pt x="197959" y="1749"/>
                  </a:cubicBezTo>
                  <a:cubicBezTo>
                    <a:pt x="197968" y="1747"/>
                    <a:pt x="197976" y="1743"/>
                    <a:pt x="197985" y="1741"/>
                  </a:cubicBezTo>
                  <a:cubicBezTo>
                    <a:pt x="198005" y="1719"/>
                    <a:pt x="198039" y="1713"/>
                    <a:pt x="198065" y="1721"/>
                  </a:cubicBezTo>
                  <a:cubicBezTo>
                    <a:pt x="198234" y="1680"/>
                    <a:pt x="198407" y="1648"/>
                    <a:pt x="198573" y="1587"/>
                  </a:cubicBezTo>
                  <a:cubicBezTo>
                    <a:pt x="198794" y="1505"/>
                    <a:pt x="198971" y="1373"/>
                    <a:pt x="199153" y="1226"/>
                  </a:cubicBezTo>
                  <a:cubicBezTo>
                    <a:pt x="199339" y="1079"/>
                    <a:pt x="199529" y="964"/>
                    <a:pt x="199748" y="873"/>
                  </a:cubicBezTo>
                  <a:cubicBezTo>
                    <a:pt x="199862" y="826"/>
                    <a:pt x="199975" y="774"/>
                    <a:pt x="200096" y="750"/>
                  </a:cubicBezTo>
                  <a:cubicBezTo>
                    <a:pt x="200219" y="728"/>
                    <a:pt x="200328" y="717"/>
                    <a:pt x="200442" y="665"/>
                  </a:cubicBezTo>
                  <a:cubicBezTo>
                    <a:pt x="200553" y="616"/>
                    <a:pt x="200661" y="568"/>
                    <a:pt x="200775" y="523"/>
                  </a:cubicBezTo>
                  <a:cubicBezTo>
                    <a:pt x="200897" y="475"/>
                    <a:pt x="201009" y="410"/>
                    <a:pt x="201137" y="378"/>
                  </a:cubicBezTo>
                  <a:cubicBezTo>
                    <a:pt x="201381" y="317"/>
                    <a:pt x="201604" y="185"/>
                    <a:pt x="201846" y="108"/>
                  </a:cubicBezTo>
                  <a:cubicBezTo>
                    <a:pt x="201943" y="77"/>
                    <a:pt x="202039" y="84"/>
                    <a:pt x="202138" y="69"/>
                  </a:cubicBezTo>
                  <a:cubicBezTo>
                    <a:pt x="202259" y="49"/>
                    <a:pt x="202374" y="1"/>
                    <a:pt x="202499" y="10"/>
                  </a:cubicBezTo>
                  <a:cubicBezTo>
                    <a:pt x="202592" y="17"/>
                    <a:pt x="202677" y="62"/>
                    <a:pt x="202772" y="69"/>
                  </a:cubicBezTo>
                  <a:cubicBezTo>
                    <a:pt x="202906" y="82"/>
                    <a:pt x="203014" y="110"/>
                    <a:pt x="203138" y="164"/>
                  </a:cubicBezTo>
                  <a:cubicBezTo>
                    <a:pt x="203248" y="211"/>
                    <a:pt x="203363" y="222"/>
                    <a:pt x="203479" y="248"/>
                  </a:cubicBezTo>
                  <a:cubicBezTo>
                    <a:pt x="203600" y="276"/>
                    <a:pt x="203721" y="294"/>
                    <a:pt x="203841" y="317"/>
                  </a:cubicBezTo>
                  <a:cubicBezTo>
                    <a:pt x="204091" y="360"/>
                    <a:pt x="204334" y="428"/>
                    <a:pt x="204582" y="479"/>
                  </a:cubicBezTo>
                  <a:cubicBezTo>
                    <a:pt x="204844" y="532"/>
                    <a:pt x="205104" y="590"/>
                    <a:pt x="205361" y="665"/>
                  </a:cubicBezTo>
                  <a:cubicBezTo>
                    <a:pt x="205604" y="737"/>
                    <a:pt x="205839" y="830"/>
                    <a:pt x="206077" y="925"/>
                  </a:cubicBezTo>
                  <a:cubicBezTo>
                    <a:pt x="206307" y="1014"/>
                    <a:pt x="206547" y="1081"/>
                    <a:pt x="206774" y="1187"/>
                  </a:cubicBezTo>
                  <a:cubicBezTo>
                    <a:pt x="206878" y="1237"/>
                    <a:pt x="206979" y="1295"/>
                    <a:pt x="207087" y="1341"/>
                  </a:cubicBezTo>
                  <a:cubicBezTo>
                    <a:pt x="207196" y="1388"/>
                    <a:pt x="207317" y="1414"/>
                    <a:pt x="207427" y="1466"/>
                  </a:cubicBezTo>
                  <a:cubicBezTo>
                    <a:pt x="207520" y="1511"/>
                    <a:pt x="207619" y="1540"/>
                    <a:pt x="207712" y="1587"/>
                  </a:cubicBezTo>
                  <a:cubicBezTo>
                    <a:pt x="207818" y="1643"/>
                    <a:pt x="207916" y="1708"/>
                    <a:pt x="208017" y="1773"/>
                  </a:cubicBezTo>
                  <a:cubicBezTo>
                    <a:pt x="208139" y="1853"/>
                    <a:pt x="208268" y="1922"/>
                    <a:pt x="208405" y="1976"/>
                  </a:cubicBezTo>
                  <a:cubicBezTo>
                    <a:pt x="208530" y="2024"/>
                    <a:pt x="208658" y="2061"/>
                    <a:pt x="208781" y="2119"/>
                  </a:cubicBezTo>
                  <a:cubicBezTo>
                    <a:pt x="209026" y="2234"/>
                    <a:pt x="209283" y="2338"/>
                    <a:pt x="209514" y="2482"/>
                  </a:cubicBezTo>
                  <a:cubicBezTo>
                    <a:pt x="209633" y="2558"/>
                    <a:pt x="209754" y="2615"/>
                    <a:pt x="209884" y="2671"/>
                  </a:cubicBezTo>
                  <a:cubicBezTo>
                    <a:pt x="210001" y="2721"/>
                    <a:pt x="210103" y="2792"/>
                    <a:pt x="210215" y="2852"/>
                  </a:cubicBezTo>
                  <a:cubicBezTo>
                    <a:pt x="210334" y="2913"/>
                    <a:pt x="210460" y="2956"/>
                    <a:pt x="210579" y="3019"/>
                  </a:cubicBezTo>
                  <a:cubicBezTo>
                    <a:pt x="210622" y="3041"/>
                    <a:pt x="210674" y="3075"/>
                    <a:pt x="210724" y="3080"/>
                  </a:cubicBezTo>
                  <a:cubicBezTo>
                    <a:pt x="210780" y="3088"/>
                    <a:pt x="210834" y="3062"/>
                    <a:pt x="210883" y="3041"/>
                  </a:cubicBezTo>
                  <a:cubicBezTo>
                    <a:pt x="210903" y="3034"/>
                    <a:pt x="210923" y="3038"/>
                    <a:pt x="210938" y="3049"/>
                  </a:cubicBezTo>
                  <a:cubicBezTo>
                    <a:pt x="211037" y="2980"/>
                    <a:pt x="211132" y="2898"/>
                    <a:pt x="211232" y="2839"/>
                  </a:cubicBezTo>
                  <a:cubicBezTo>
                    <a:pt x="211478" y="2695"/>
                    <a:pt x="211742" y="2588"/>
                    <a:pt x="211997" y="2461"/>
                  </a:cubicBezTo>
                  <a:cubicBezTo>
                    <a:pt x="212123" y="2398"/>
                    <a:pt x="212244" y="2322"/>
                    <a:pt x="212368" y="2253"/>
                  </a:cubicBezTo>
                  <a:cubicBezTo>
                    <a:pt x="212480" y="2190"/>
                    <a:pt x="212608" y="2162"/>
                    <a:pt x="212716" y="2097"/>
                  </a:cubicBezTo>
                  <a:cubicBezTo>
                    <a:pt x="212820" y="2035"/>
                    <a:pt x="212902" y="1940"/>
                    <a:pt x="213005" y="1875"/>
                  </a:cubicBezTo>
                  <a:cubicBezTo>
                    <a:pt x="213112" y="1808"/>
                    <a:pt x="213200" y="1752"/>
                    <a:pt x="213282" y="1654"/>
                  </a:cubicBezTo>
                  <a:cubicBezTo>
                    <a:pt x="213434" y="1470"/>
                    <a:pt x="213698" y="1301"/>
                    <a:pt x="213942" y="1288"/>
                  </a:cubicBezTo>
                  <a:cubicBezTo>
                    <a:pt x="214217" y="1275"/>
                    <a:pt x="214492" y="1340"/>
                    <a:pt x="214760" y="1405"/>
                  </a:cubicBezTo>
                  <a:cubicBezTo>
                    <a:pt x="214890" y="1436"/>
                    <a:pt x="215009" y="1501"/>
                    <a:pt x="215143" y="1513"/>
                  </a:cubicBezTo>
                  <a:cubicBezTo>
                    <a:pt x="215277" y="1526"/>
                    <a:pt x="215396" y="1544"/>
                    <a:pt x="215515" y="1607"/>
                  </a:cubicBezTo>
                  <a:cubicBezTo>
                    <a:pt x="215588" y="1646"/>
                    <a:pt x="215657" y="1691"/>
                    <a:pt x="215727" y="17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1075" y="3746758"/>
              <a:ext cx="9144086" cy="1826403"/>
            </a:xfrm>
            <a:custGeom>
              <a:avLst/>
              <a:gdLst/>
              <a:ahLst/>
              <a:cxnLst/>
              <a:rect l="l" t="t" r="r" b="b"/>
              <a:pathLst>
                <a:path w="215726" h="88296" extrusionOk="0">
                  <a:moveTo>
                    <a:pt x="215725" y="34031"/>
                  </a:moveTo>
                  <a:cubicBezTo>
                    <a:pt x="215675" y="34049"/>
                    <a:pt x="215623" y="34068"/>
                    <a:pt x="215571" y="34083"/>
                  </a:cubicBezTo>
                  <a:cubicBezTo>
                    <a:pt x="215465" y="34116"/>
                    <a:pt x="215355" y="34133"/>
                    <a:pt x="215251" y="34174"/>
                  </a:cubicBezTo>
                  <a:cubicBezTo>
                    <a:pt x="215158" y="34209"/>
                    <a:pt x="215086" y="34265"/>
                    <a:pt x="215007" y="34326"/>
                  </a:cubicBezTo>
                  <a:cubicBezTo>
                    <a:pt x="214820" y="34473"/>
                    <a:pt x="214617" y="34598"/>
                    <a:pt x="214425" y="34741"/>
                  </a:cubicBezTo>
                  <a:cubicBezTo>
                    <a:pt x="214269" y="34856"/>
                    <a:pt x="214141" y="35013"/>
                    <a:pt x="213979" y="35117"/>
                  </a:cubicBezTo>
                  <a:cubicBezTo>
                    <a:pt x="213793" y="35236"/>
                    <a:pt x="213575" y="35165"/>
                    <a:pt x="213375" y="35225"/>
                  </a:cubicBezTo>
                  <a:cubicBezTo>
                    <a:pt x="213313" y="35241"/>
                    <a:pt x="213261" y="35280"/>
                    <a:pt x="213200" y="35292"/>
                  </a:cubicBezTo>
                  <a:cubicBezTo>
                    <a:pt x="213094" y="35308"/>
                    <a:pt x="212986" y="35290"/>
                    <a:pt x="212880" y="35308"/>
                  </a:cubicBezTo>
                  <a:cubicBezTo>
                    <a:pt x="212796" y="35323"/>
                    <a:pt x="212720" y="35360"/>
                    <a:pt x="212634" y="35368"/>
                  </a:cubicBezTo>
                  <a:cubicBezTo>
                    <a:pt x="212527" y="35377"/>
                    <a:pt x="212432" y="35390"/>
                    <a:pt x="212329" y="35426"/>
                  </a:cubicBezTo>
                  <a:cubicBezTo>
                    <a:pt x="212145" y="35325"/>
                    <a:pt x="211961" y="35227"/>
                    <a:pt x="211779" y="35122"/>
                  </a:cubicBezTo>
                  <a:cubicBezTo>
                    <a:pt x="211420" y="34922"/>
                    <a:pt x="211059" y="34788"/>
                    <a:pt x="210680" y="34641"/>
                  </a:cubicBezTo>
                  <a:cubicBezTo>
                    <a:pt x="210518" y="34579"/>
                    <a:pt x="210395" y="34460"/>
                    <a:pt x="210226" y="34418"/>
                  </a:cubicBezTo>
                  <a:cubicBezTo>
                    <a:pt x="210012" y="34364"/>
                    <a:pt x="209906" y="34272"/>
                    <a:pt x="209748" y="34122"/>
                  </a:cubicBezTo>
                  <a:cubicBezTo>
                    <a:pt x="209469" y="33852"/>
                    <a:pt x="209142" y="33616"/>
                    <a:pt x="208829" y="33387"/>
                  </a:cubicBezTo>
                  <a:cubicBezTo>
                    <a:pt x="208136" y="32881"/>
                    <a:pt x="207420" y="32405"/>
                    <a:pt x="206689" y="31959"/>
                  </a:cubicBezTo>
                  <a:cubicBezTo>
                    <a:pt x="206516" y="31855"/>
                    <a:pt x="206348" y="31736"/>
                    <a:pt x="206168" y="31643"/>
                  </a:cubicBezTo>
                  <a:cubicBezTo>
                    <a:pt x="205999" y="31555"/>
                    <a:pt x="205824" y="31505"/>
                    <a:pt x="205647" y="31444"/>
                  </a:cubicBezTo>
                  <a:cubicBezTo>
                    <a:pt x="205469" y="31384"/>
                    <a:pt x="205359" y="31243"/>
                    <a:pt x="205207" y="31144"/>
                  </a:cubicBezTo>
                  <a:cubicBezTo>
                    <a:pt x="205035" y="31035"/>
                    <a:pt x="204846" y="30953"/>
                    <a:pt x="204669" y="30849"/>
                  </a:cubicBezTo>
                  <a:cubicBezTo>
                    <a:pt x="204316" y="30637"/>
                    <a:pt x="203985" y="30397"/>
                    <a:pt x="203618" y="30203"/>
                  </a:cubicBezTo>
                  <a:cubicBezTo>
                    <a:pt x="203254" y="30010"/>
                    <a:pt x="202893" y="29831"/>
                    <a:pt x="202519" y="29658"/>
                  </a:cubicBezTo>
                  <a:cubicBezTo>
                    <a:pt x="202344" y="29577"/>
                    <a:pt x="202184" y="29467"/>
                    <a:pt x="202015" y="29374"/>
                  </a:cubicBezTo>
                  <a:cubicBezTo>
                    <a:pt x="201835" y="29272"/>
                    <a:pt x="201645" y="29190"/>
                    <a:pt x="201465" y="29086"/>
                  </a:cubicBezTo>
                  <a:cubicBezTo>
                    <a:pt x="201100" y="28875"/>
                    <a:pt x="200710" y="28719"/>
                    <a:pt x="200339" y="28518"/>
                  </a:cubicBezTo>
                  <a:cubicBezTo>
                    <a:pt x="199973" y="28319"/>
                    <a:pt x="199629" y="28105"/>
                    <a:pt x="199242" y="27942"/>
                  </a:cubicBezTo>
                  <a:cubicBezTo>
                    <a:pt x="198880" y="27789"/>
                    <a:pt x="198521" y="27644"/>
                    <a:pt x="198184" y="27436"/>
                  </a:cubicBezTo>
                  <a:cubicBezTo>
                    <a:pt x="197851" y="27231"/>
                    <a:pt x="197570" y="26980"/>
                    <a:pt x="197317" y="26685"/>
                  </a:cubicBezTo>
                  <a:cubicBezTo>
                    <a:pt x="197206" y="26554"/>
                    <a:pt x="197113" y="26419"/>
                    <a:pt x="197014" y="26279"/>
                  </a:cubicBezTo>
                  <a:cubicBezTo>
                    <a:pt x="196905" y="26127"/>
                    <a:pt x="196761" y="26002"/>
                    <a:pt x="196633" y="25864"/>
                  </a:cubicBezTo>
                  <a:cubicBezTo>
                    <a:pt x="196508" y="25732"/>
                    <a:pt x="196402" y="25567"/>
                    <a:pt x="196263" y="25452"/>
                  </a:cubicBezTo>
                  <a:cubicBezTo>
                    <a:pt x="196122" y="25336"/>
                    <a:pt x="195963" y="25275"/>
                    <a:pt x="195833" y="25139"/>
                  </a:cubicBezTo>
                  <a:cubicBezTo>
                    <a:pt x="195534" y="24825"/>
                    <a:pt x="195221" y="24529"/>
                    <a:pt x="194942" y="24194"/>
                  </a:cubicBezTo>
                  <a:cubicBezTo>
                    <a:pt x="194684" y="23884"/>
                    <a:pt x="194388" y="23614"/>
                    <a:pt x="194228" y="23240"/>
                  </a:cubicBezTo>
                  <a:cubicBezTo>
                    <a:pt x="194089" y="22917"/>
                    <a:pt x="193830" y="22675"/>
                    <a:pt x="193566" y="22452"/>
                  </a:cubicBezTo>
                  <a:cubicBezTo>
                    <a:pt x="193440" y="22346"/>
                    <a:pt x="193304" y="22240"/>
                    <a:pt x="193153" y="22169"/>
                  </a:cubicBezTo>
                  <a:cubicBezTo>
                    <a:pt x="192993" y="22095"/>
                    <a:pt x="192819" y="22083"/>
                    <a:pt x="192646" y="22057"/>
                  </a:cubicBezTo>
                  <a:cubicBezTo>
                    <a:pt x="192268" y="22000"/>
                    <a:pt x="191833" y="22026"/>
                    <a:pt x="191465" y="22139"/>
                  </a:cubicBezTo>
                  <a:cubicBezTo>
                    <a:pt x="191271" y="22197"/>
                    <a:pt x="191091" y="22212"/>
                    <a:pt x="190892" y="22249"/>
                  </a:cubicBezTo>
                  <a:cubicBezTo>
                    <a:pt x="190682" y="22288"/>
                    <a:pt x="190481" y="22355"/>
                    <a:pt x="190269" y="22383"/>
                  </a:cubicBezTo>
                  <a:cubicBezTo>
                    <a:pt x="189889" y="22433"/>
                    <a:pt x="189510" y="22500"/>
                    <a:pt x="189133" y="22541"/>
                  </a:cubicBezTo>
                  <a:cubicBezTo>
                    <a:pt x="188749" y="22584"/>
                    <a:pt x="188394" y="22772"/>
                    <a:pt x="188050" y="22939"/>
                  </a:cubicBezTo>
                  <a:cubicBezTo>
                    <a:pt x="187699" y="23110"/>
                    <a:pt x="187390" y="23305"/>
                    <a:pt x="187092" y="23560"/>
                  </a:cubicBezTo>
                  <a:cubicBezTo>
                    <a:pt x="187029" y="23614"/>
                    <a:pt x="186979" y="23677"/>
                    <a:pt x="186919" y="23735"/>
                  </a:cubicBezTo>
                  <a:cubicBezTo>
                    <a:pt x="186849" y="23800"/>
                    <a:pt x="186776" y="23830"/>
                    <a:pt x="186693" y="23871"/>
                  </a:cubicBezTo>
                  <a:cubicBezTo>
                    <a:pt x="186497" y="23966"/>
                    <a:pt x="186317" y="24105"/>
                    <a:pt x="186136" y="24226"/>
                  </a:cubicBezTo>
                  <a:cubicBezTo>
                    <a:pt x="185787" y="24460"/>
                    <a:pt x="185448" y="24693"/>
                    <a:pt x="185067" y="24879"/>
                  </a:cubicBezTo>
                  <a:cubicBezTo>
                    <a:pt x="184717" y="25048"/>
                    <a:pt x="184440" y="25314"/>
                    <a:pt x="184104" y="25507"/>
                  </a:cubicBezTo>
                  <a:cubicBezTo>
                    <a:pt x="183938" y="25602"/>
                    <a:pt x="183760" y="25669"/>
                    <a:pt x="183596" y="25768"/>
                  </a:cubicBezTo>
                  <a:cubicBezTo>
                    <a:pt x="183408" y="25879"/>
                    <a:pt x="183248" y="25978"/>
                    <a:pt x="183034" y="26030"/>
                  </a:cubicBezTo>
                  <a:cubicBezTo>
                    <a:pt x="182860" y="26075"/>
                    <a:pt x="182737" y="26184"/>
                    <a:pt x="182571" y="26240"/>
                  </a:cubicBezTo>
                  <a:cubicBezTo>
                    <a:pt x="182382" y="26305"/>
                    <a:pt x="182194" y="26324"/>
                    <a:pt x="181997" y="26363"/>
                  </a:cubicBezTo>
                  <a:cubicBezTo>
                    <a:pt x="181621" y="26435"/>
                    <a:pt x="181305" y="26655"/>
                    <a:pt x="180918" y="26662"/>
                  </a:cubicBezTo>
                  <a:cubicBezTo>
                    <a:pt x="180501" y="26672"/>
                    <a:pt x="180100" y="26662"/>
                    <a:pt x="179685" y="26712"/>
                  </a:cubicBezTo>
                  <a:cubicBezTo>
                    <a:pt x="179272" y="26761"/>
                    <a:pt x="178876" y="26724"/>
                    <a:pt x="178465" y="26675"/>
                  </a:cubicBezTo>
                  <a:cubicBezTo>
                    <a:pt x="178033" y="26625"/>
                    <a:pt x="177587" y="26571"/>
                    <a:pt x="177161" y="26478"/>
                  </a:cubicBezTo>
                  <a:cubicBezTo>
                    <a:pt x="176769" y="26393"/>
                    <a:pt x="176391" y="26242"/>
                    <a:pt x="175988" y="26201"/>
                  </a:cubicBezTo>
                  <a:cubicBezTo>
                    <a:pt x="175543" y="26155"/>
                    <a:pt x="175101" y="26173"/>
                    <a:pt x="174656" y="26106"/>
                  </a:cubicBezTo>
                  <a:cubicBezTo>
                    <a:pt x="174236" y="26043"/>
                    <a:pt x="173827" y="25935"/>
                    <a:pt x="173410" y="25853"/>
                  </a:cubicBezTo>
                  <a:cubicBezTo>
                    <a:pt x="173047" y="25783"/>
                    <a:pt x="172674" y="25814"/>
                    <a:pt x="172391" y="25539"/>
                  </a:cubicBezTo>
                  <a:cubicBezTo>
                    <a:pt x="172372" y="25520"/>
                    <a:pt x="172352" y="25515"/>
                    <a:pt x="172333" y="25518"/>
                  </a:cubicBezTo>
                  <a:cubicBezTo>
                    <a:pt x="171982" y="25243"/>
                    <a:pt x="171628" y="24975"/>
                    <a:pt x="171219" y="24788"/>
                  </a:cubicBezTo>
                  <a:cubicBezTo>
                    <a:pt x="170955" y="24667"/>
                    <a:pt x="170689" y="24550"/>
                    <a:pt x="170414" y="24464"/>
                  </a:cubicBezTo>
                  <a:cubicBezTo>
                    <a:pt x="170156" y="24384"/>
                    <a:pt x="169886" y="24347"/>
                    <a:pt x="169618" y="24313"/>
                  </a:cubicBezTo>
                  <a:cubicBezTo>
                    <a:pt x="169343" y="24280"/>
                    <a:pt x="169121" y="24326"/>
                    <a:pt x="168876" y="24453"/>
                  </a:cubicBezTo>
                  <a:cubicBezTo>
                    <a:pt x="168612" y="24589"/>
                    <a:pt x="168335" y="24678"/>
                    <a:pt x="168047" y="24747"/>
                  </a:cubicBezTo>
                  <a:cubicBezTo>
                    <a:pt x="167848" y="24793"/>
                    <a:pt x="167522" y="24927"/>
                    <a:pt x="167331" y="24797"/>
                  </a:cubicBezTo>
                  <a:cubicBezTo>
                    <a:pt x="167174" y="24691"/>
                    <a:pt x="167102" y="24477"/>
                    <a:pt x="167013" y="24317"/>
                  </a:cubicBezTo>
                  <a:cubicBezTo>
                    <a:pt x="166949" y="24202"/>
                    <a:pt x="166877" y="24094"/>
                    <a:pt x="166810" y="23982"/>
                  </a:cubicBezTo>
                  <a:cubicBezTo>
                    <a:pt x="166739" y="23861"/>
                    <a:pt x="166691" y="23733"/>
                    <a:pt x="166633" y="23607"/>
                  </a:cubicBezTo>
                  <a:cubicBezTo>
                    <a:pt x="166509" y="23337"/>
                    <a:pt x="166403" y="23071"/>
                    <a:pt x="166310" y="22790"/>
                  </a:cubicBezTo>
                  <a:cubicBezTo>
                    <a:pt x="166129" y="22253"/>
                    <a:pt x="165904" y="21721"/>
                    <a:pt x="165554" y="21273"/>
                  </a:cubicBezTo>
                  <a:cubicBezTo>
                    <a:pt x="165391" y="21064"/>
                    <a:pt x="165220" y="20927"/>
                    <a:pt x="165006" y="20778"/>
                  </a:cubicBezTo>
                  <a:cubicBezTo>
                    <a:pt x="164904" y="20705"/>
                    <a:pt x="164814" y="20620"/>
                    <a:pt x="164714" y="20547"/>
                  </a:cubicBezTo>
                  <a:cubicBezTo>
                    <a:pt x="164602" y="20469"/>
                    <a:pt x="164476" y="20421"/>
                    <a:pt x="164344" y="20382"/>
                  </a:cubicBezTo>
                  <a:cubicBezTo>
                    <a:pt x="164082" y="20302"/>
                    <a:pt x="163823" y="20213"/>
                    <a:pt x="163559" y="20136"/>
                  </a:cubicBezTo>
                  <a:cubicBezTo>
                    <a:pt x="163282" y="20056"/>
                    <a:pt x="163014" y="19978"/>
                    <a:pt x="162748" y="19861"/>
                  </a:cubicBezTo>
                  <a:cubicBezTo>
                    <a:pt x="162629" y="19807"/>
                    <a:pt x="162510" y="19761"/>
                    <a:pt x="162411" y="19675"/>
                  </a:cubicBezTo>
                  <a:cubicBezTo>
                    <a:pt x="162320" y="19593"/>
                    <a:pt x="162238" y="19498"/>
                    <a:pt x="162153" y="19409"/>
                  </a:cubicBezTo>
                  <a:cubicBezTo>
                    <a:pt x="161958" y="19208"/>
                    <a:pt x="161813" y="18965"/>
                    <a:pt x="161628" y="18754"/>
                  </a:cubicBezTo>
                  <a:cubicBezTo>
                    <a:pt x="161437" y="18539"/>
                    <a:pt x="161275" y="18299"/>
                    <a:pt x="161082" y="18087"/>
                  </a:cubicBezTo>
                  <a:cubicBezTo>
                    <a:pt x="160901" y="17886"/>
                    <a:pt x="160689" y="17717"/>
                    <a:pt x="160468" y="17564"/>
                  </a:cubicBezTo>
                  <a:cubicBezTo>
                    <a:pt x="160254" y="17415"/>
                    <a:pt x="160025" y="17256"/>
                    <a:pt x="159787" y="17151"/>
                  </a:cubicBezTo>
                  <a:cubicBezTo>
                    <a:pt x="159562" y="17051"/>
                    <a:pt x="159315" y="17016"/>
                    <a:pt x="159069" y="17019"/>
                  </a:cubicBezTo>
                  <a:cubicBezTo>
                    <a:pt x="158822" y="17023"/>
                    <a:pt x="158573" y="17064"/>
                    <a:pt x="158331" y="17112"/>
                  </a:cubicBezTo>
                  <a:cubicBezTo>
                    <a:pt x="158065" y="17164"/>
                    <a:pt x="157820" y="17267"/>
                    <a:pt x="157557" y="17328"/>
                  </a:cubicBezTo>
                  <a:cubicBezTo>
                    <a:pt x="157425" y="17358"/>
                    <a:pt x="157293" y="17371"/>
                    <a:pt x="157161" y="17412"/>
                  </a:cubicBezTo>
                  <a:cubicBezTo>
                    <a:pt x="157024" y="17455"/>
                    <a:pt x="156890" y="17510"/>
                    <a:pt x="156747" y="17534"/>
                  </a:cubicBezTo>
                  <a:cubicBezTo>
                    <a:pt x="156486" y="17583"/>
                    <a:pt x="156213" y="17652"/>
                    <a:pt x="155949" y="17665"/>
                  </a:cubicBezTo>
                  <a:cubicBezTo>
                    <a:pt x="155664" y="17680"/>
                    <a:pt x="155395" y="17678"/>
                    <a:pt x="155127" y="17789"/>
                  </a:cubicBezTo>
                  <a:cubicBezTo>
                    <a:pt x="154911" y="17879"/>
                    <a:pt x="154712" y="18011"/>
                    <a:pt x="154550" y="18178"/>
                  </a:cubicBezTo>
                  <a:cubicBezTo>
                    <a:pt x="154180" y="18567"/>
                    <a:pt x="154128" y="19125"/>
                    <a:pt x="153970" y="19619"/>
                  </a:cubicBezTo>
                  <a:cubicBezTo>
                    <a:pt x="153881" y="19895"/>
                    <a:pt x="153758" y="20155"/>
                    <a:pt x="153659" y="20426"/>
                  </a:cubicBezTo>
                  <a:cubicBezTo>
                    <a:pt x="153630" y="20506"/>
                    <a:pt x="153605" y="20599"/>
                    <a:pt x="153550" y="20666"/>
                  </a:cubicBezTo>
                  <a:cubicBezTo>
                    <a:pt x="153520" y="20704"/>
                    <a:pt x="153522" y="20705"/>
                    <a:pt x="153488" y="20696"/>
                  </a:cubicBezTo>
                  <a:cubicBezTo>
                    <a:pt x="153451" y="20687"/>
                    <a:pt x="153393" y="20585"/>
                    <a:pt x="153362" y="20557"/>
                  </a:cubicBezTo>
                  <a:cubicBezTo>
                    <a:pt x="153280" y="20484"/>
                    <a:pt x="153181" y="20445"/>
                    <a:pt x="153090" y="20389"/>
                  </a:cubicBezTo>
                  <a:cubicBezTo>
                    <a:pt x="152981" y="20320"/>
                    <a:pt x="152891" y="20220"/>
                    <a:pt x="152817" y="20116"/>
                  </a:cubicBezTo>
                  <a:cubicBezTo>
                    <a:pt x="152663" y="19902"/>
                    <a:pt x="152519" y="19668"/>
                    <a:pt x="152408" y="19428"/>
                  </a:cubicBezTo>
                  <a:cubicBezTo>
                    <a:pt x="152211" y="18998"/>
                    <a:pt x="151800" y="18507"/>
                    <a:pt x="151266" y="18570"/>
                  </a:cubicBezTo>
                  <a:cubicBezTo>
                    <a:pt x="151030" y="18598"/>
                    <a:pt x="150899" y="18788"/>
                    <a:pt x="150712" y="18911"/>
                  </a:cubicBezTo>
                  <a:cubicBezTo>
                    <a:pt x="150487" y="19054"/>
                    <a:pt x="150230" y="19138"/>
                    <a:pt x="150007" y="19285"/>
                  </a:cubicBezTo>
                  <a:cubicBezTo>
                    <a:pt x="149544" y="19590"/>
                    <a:pt x="149140" y="19986"/>
                    <a:pt x="148785" y="20408"/>
                  </a:cubicBezTo>
                  <a:cubicBezTo>
                    <a:pt x="148644" y="20575"/>
                    <a:pt x="148513" y="20748"/>
                    <a:pt x="148383" y="20923"/>
                  </a:cubicBezTo>
                  <a:cubicBezTo>
                    <a:pt x="148294" y="20890"/>
                    <a:pt x="148203" y="20860"/>
                    <a:pt x="148110" y="20839"/>
                  </a:cubicBezTo>
                  <a:cubicBezTo>
                    <a:pt x="147969" y="20810"/>
                    <a:pt x="147814" y="20830"/>
                    <a:pt x="147677" y="20784"/>
                  </a:cubicBezTo>
                  <a:cubicBezTo>
                    <a:pt x="147550" y="20743"/>
                    <a:pt x="147442" y="20644"/>
                    <a:pt x="147338" y="20566"/>
                  </a:cubicBezTo>
                  <a:cubicBezTo>
                    <a:pt x="147215" y="20473"/>
                    <a:pt x="147083" y="20399"/>
                    <a:pt x="146949" y="20326"/>
                  </a:cubicBezTo>
                  <a:cubicBezTo>
                    <a:pt x="146682" y="20181"/>
                    <a:pt x="146417" y="20030"/>
                    <a:pt x="146146" y="19891"/>
                  </a:cubicBezTo>
                  <a:cubicBezTo>
                    <a:pt x="145869" y="19751"/>
                    <a:pt x="145608" y="19580"/>
                    <a:pt x="145326" y="19446"/>
                  </a:cubicBezTo>
                  <a:cubicBezTo>
                    <a:pt x="145065" y="19324"/>
                    <a:pt x="144792" y="19190"/>
                    <a:pt x="144578" y="18994"/>
                  </a:cubicBezTo>
                  <a:cubicBezTo>
                    <a:pt x="144474" y="18901"/>
                    <a:pt x="144353" y="18836"/>
                    <a:pt x="144236" y="18758"/>
                  </a:cubicBezTo>
                  <a:cubicBezTo>
                    <a:pt x="144111" y="18675"/>
                    <a:pt x="143989" y="18585"/>
                    <a:pt x="143858" y="18509"/>
                  </a:cubicBezTo>
                  <a:cubicBezTo>
                    <a:pt x="143626" y="18373"/>
                    <a:pt x="143416" y="18198"/>
                    <a:pt x="143193" y="18044"/>
                  </a:cubicBezTo>
                  <a:cubicBezTo>
                    <a:pt x="142951" y="17877"/>
                    <a:pt x="142663" y="17789"/>
                    <a:pt x="142415" y="17626"/>
                  </a:cubicBezTo>
                  <a:cubicBezTo>
                    <a:pt x="142194" y="17479"/>
                    <a:pt x="142002" y="17326"/>
                    <a:pt x="141829" y="17125"/>
                  </a:cubicBezTo>
                  <a:cubicBezTo>
                    <a:pt x="141762" y="17047"/>
                    <a:pt x="141679" y="16947"/>
                    <a:pt x="141580" y="16891"/>
                  </a:cubicBezTo>
                  <a:cubicBezTo>
                    <a:pt x="141578" y="16884"/>
                    <a:pt x="141575" y="16876"/>
                    <a:pt x="141569" y="16869"/>
                  </a:cubicBezTo>
                  <a:cubicBezTo>
                    <a:pt x="141443" y="16659"/>
                    <a:pt x="141271" y="16536"/>
                    <a:pt x="141026" y="16508"/>
                  </a:cubicBezTo>
                  <a:cubicBezTo>
                    <a:pt x="140734" y="16474"/>
                    <a:pt x="140453" y="16476"/>
                    <a:pt x="140163" y="16404"/>
                  </a:cubicBezTo>
                  <a:cubicBezTo>
                    <a:pt x="139884" y="16333"/>
                    <a:pt x="139614" y="16231"/>
                    <a:pt x="139326" y="16201"/>
                  </a:cubicBezTo>
                  <a:cubicBezTo>
                    <a:pt x="139198" y="16188"/>
                    <a:pt x="139092" y="16175"/>
                    <a:pt x="138975" y="16115"/>
                  </a:cubicBezTo>
                  <a:cubicBezTo>
                    <a:pt x="138858" y="16054"/>
                    <a:pt x="138744" y="15980"/>
                    <a:pt x="138623" y="15922"/>
                  </a:cubicBezTo>
                  <a:cubicBezTo>
                    <a:pt x="138368" y="15797"/>
                    <a:pt x="138155" y="15626"/>
                    <a:pt x="137954" y="15427"/>
                  </a:cubicBezTo>
                  <a:cubicBezTo>
                    <a:pt x="137758" y="15236"/>
                    <a:pt x="137517" y="15094"/>
                    <a:pt x="137295" y="14935"/>
                  </a:cubicBezTo>
                  <a:cubicBezTo>
                    <a:pt x="137072" y="14775"/>
                    <a:pt x="136817" y="14631"/>
                    <a:pt x="136546" y="14574"/>
                  </a:cubicBezTo>
                  <a:cubicBezTo>
                    <a:pt x="136295" y="14520"/>
                    <a:pt x="136044" y="14551"/>
                    <a:pt x="135793" y="14520"/>
                  </a:cubicBezTo>
                  <a:cubicBezTo>
                    <a:pt x="135670" y="14505"/>
                    <a:pt x="135545" y="14473"/>
                    <a:pt x="135434" y="14421"/>
                  </a:cubicBezTo>
                  <a:cubicBezTo>
                    <a:pt x="135322" y="14367"/>
                    <a:pt x="135251" y="14280"/>
                    <a:pt x="135153" y="14207"/>
                  </a:cubicBezTo>
                  <a:cubicBezTo>
                    <a:pt x="134937" y="14047"/>
                    <a:pt x="134632" y="14042"/>
                    <a:pt x="134374" y="14038"/>
                  </a:cubicBezTo>
                  <a:cubicBezTo>
                    <a:pt x="134082" y="14033"/>
                    <a:pt x="133793" y="14021"/>
                    <a:pt x="133503" y="14073"/>
                  </a:cubicBezTo>
                  <a:cubicBezTo>
                    <a:pt x="133230" y="14124"/>
                    <a:pt x="132966" y="14220"/>
                    <a:pt x="132691" y="14272"/>
                  </a:cubicBezTo>
                  <a:cubicBezTo>
                    <a:pt x="132384" y="14332"/>
                    <a:pt x="132114" y="14276"/>
                    <a:pt x="131818" y="14185"/>
                  </a:cubicBezTo>
                  <a:cubicBezTo>
                    <a:pt x="131537" y="14099"/>
                    <a:pt x="131270" y="14051"/>
                    <a:pt x="130978" y="14020"/>
                  </a:cubicBezTo>
                  <a:cubicBezTo>
                    <a:pt x="130695" y="13988"/>
                    <a:pt x="130440" y="13854"/>
                    <a:pt x="130158" y="13817"/>
                  </a:cubicBezTo>
                  <a:cubicBezTo>
                    <a:pt x="129882" y="13780"/>
                    <a:pt x="129572" y="13763"/>
                    <a:pt x="129295" y="13787"/>
                  </a:cubicBezTo>
                  <a:cubicBezTo>
                    <a:pt x="129157" y="13800"/>
                    <a:pt x="129025" y="13843"/>
                    <a:pt x="128889" y="13854"/>
                  </a:cubicBezTo>
                  <a:cubicBezTo>
                    <a:pt x="128752" y="13865"/>
                    <a:pt x="128620" y="13863"/>
                    <a:pt x="128486" y="13902"/>
                  </a:cubicBezTo>
                  <a:cubicBezTo>
                    <a:pt x="128262" y="13966"/>
                    <a:pt x="128080" y="14101"/>
                    <a:pt x="127907" y="14252"/>
                  </a:cubicBezTo>
                  <a:cubicBezTo>
                    <a:pt x="127697" y="14432"/>
                    <a:pt x="127452" y="14557"/>
                    <a:pt x="127230" y="14723"/>
                  </a:cubicBezTo>
                  <a:cubicBezTo>
                    <a:pt x="127119" y="14806"/>
                    <a:pt x="127016" y="14860"/>
                    <a:pt x="126888" y="14914"/>
                  </a:cubicBezTo>
                  <a:cubicBezTo>
                    <a:pt x="126765" y="14966"/>
                    <a:pt x="126667" y="15046"/>
                    <a:pt x="126555" y="15117"/>
                  </a:cubicBezTo>
                  <a:cubicBezTo>
                    <a:pt x="126442" y="15189"/>
                    <a:pt x="126313" y="15210"/>
                    <a:pt x="126194" y="15266"/>
                  </a:cubicBezTo>
                  <a:cubicBezTo>
                    <a:pt x="126073" y="15321"/>
                    <a:pt x="125971" y="15403"/>
                    <a:pt x="125858" y="15472"/>
                  </a:cubicBezTo>
                  <a:cubicBezTo>
                    <a:pt x="125618" y="15617"/>
                    <a:pt x="125356" y="15719"/>
                    <a:pt x="125119" y="15874"/>
                  </a:cubicBezTo>
                  <a:cubicBezTo>
                    <a:pt x="124880" y="16030"/>
                    <a:pt x="124645" y="16184"/>
                    <a:pt x="124383" y="16303"/>
                  </a:cubicBezTo>
                  <a:cubicBezTo>
                    <a:pt x="124115" y="16422"/>
                    <a:pt x="123836" y="16517"/>
                    <a:pt x="123570" y="16644"/>
                  </a:cubicBezTo>
                  <a:cubicBezTo>
                    <a:pt x="123323" y="16763"/>
                    <a:pt x="123115" y="16937"/>
                    <a:pt x="122878" y="17073"/>
                  </a:cubicBezTo>
                  <a:cubicBezTo>
                    <a:pt x="122639" y="17211"/>
                    <a:pt x="122391" y="17347"/>
                    <a:pt x="122146" y="17473"/>
                  </a:cubicBezTo>
                  <a:cubicBezTo>
                    <a:pt x="121644" y="17732"/>
                    <a:pt x="121080" y="17862"/>
                    <a:pt x="120561" y="18085"/>
                  </a:cubicBezTo>
                  <a:cubicBezTo>
                    <a:pt x="120303" y="18197"/>
                    <a:pt x="120055" y="18327"/>
                    <a:pt x="119827" y="18492"/>
                  </a:cubicBezTo>
                  <a:cubicBezTo>
                    <a:pt x="119590" y="18665"/>
                    <a:pt x="119373" y="18864"/>
                    <a:pt x="119131" y="19032"/>
                  </a:cubicBezTo>
                  <a:cubicBezTo>
                    <a:pt x="118638" y="19374"/>
                    <a:pt x="118093" y="19610"/>
                    <a:pt x="117580" y="19917"/>
                  </a:cubicBezTo>
                  <a:cubicBezTo>
                    <a:pt x="117314" y="20077"/>
                    <a:pt x="117054" y="20248"/>
                    <a:pt x="116795" y="20423"/>
                  </a:cubicBezTo>
                  <a:cubicBezTo>
                    <a:pt x="116589" y="20560"/>
                    <a:pt x="116386" y="20746"/>
                    <a:pt x="116126" y="20754"/>
                  </a:cubicBezTo>
                  <a:cubicBezTo>
                    <a:pt x="115845" y="20763"/>
                    <a:pt x="115570" y="20670"/>
                    <a:pt x="115304" y="20588"/>
                  </a:cubicBezTo>
                  <a:cubicBezTo>
                    <a:pt x="115010" y="20499"/>
                    <a:pt x="114714" y="20430"/>
                    <a:pt x="114416" y="20356"/>
                  </a:cubicBezTo>
                  <a:cubicBezTo>
                    <a:pt x="114119" y="20280"/>
                    <a:pt x="113847" y="20250"/>
                    <a:pt x="113541" y="20259"/>
                  </a:cubicBezTo>
                  <a:cubicBezTo>
                    <a:pt x="113241" y="20266"/>
                    <a:pt x="112942" y="20246"/>
                    <a:pt x="112642" y="20265"/>
                  </a:cubicBezTo>
                  <a:cubicBezTo>
                    <a:pt x="112354" y="20281"/>
                    <a:pt x="112066" y="20348"/>
                    <a:pt x="111783" y="20417"/>
                  </a:cubicBezTo>
                  <a:cubicBezTo>
                    <a:pt x="111664" y="20445"/>
                    <a:pt x="111552" y="20482"/>
                    <a:pt x="111456" y="20555"/>
                  </a:cubicBezTo>
                  <a:cubicBezTo>
                    <a:pt x="111365" y="20625"/>
                    <a:pt x="111227" y="20625"/>
                    <a:pt x="111117" y="20659"/>
                  </a:cubicBezTo>
                  <a:cubicBezTo>
                    <a:pt x="110892" y="20730"/>
                    <a:pt x="110641" y="20813"/>
                    <a:pt x="110401" y="20784"/>
                  </a:cubicBezTo>
                  <a:cubicBezTo>
                    <a:pt x="110401" y="20782"/>
                    <a:pt x="110401" y="20782"/>
                    <a:pt x="110399" y="20782"/>
                  </a:cubicBezTo>
                  <a:cubicBezTo>
                    <a:pt x="110381" y="20717"/>
                    <a:pt x="110280" y="20717"/>
                    <a:pt x="110264" y="20774"/>
                  </a:cubicBezTo>
                  <a:cubicBezTo>
                    <a:pt x="110217" y="20757"/>
                    <a:pt x="110171" y="20739"/>
                    <a:pt x="110124" y="20718"/>
                  </a:cubicBezTo>
                  <a:cubicBezTo>
                    <a:pt x="109977" y="20653"/>
                    <a:pt x="109836" y="20571"/>
                    <a:pt x="109698" y="20490"/>
                  </a:cubicBezTo>
                  <a:cubicBezTo>
                    <a:pt x="109404" y="20315"/>
                    <a:pt x="109109" y="20155"/>
                    <a:pt x="108794" y="20021"/>
                  </a:cubicBezTo>
                  <a:cubicBezTo>
                    <a:pt x="108636" y="19954"/>
                    <a:pt x="108469" y="19898"/>
                    <a:pt x="108316" y="19822"/>
                  </a:cubicBezTo>
                  <a:cubicBezTo>
                    <a:pt x="108179" y="19753"/>
                    <a:pt x="108058" y="19658"/>
                    <a:pt x="107924" y="19584"/>
                  </a:cubicBezTo>
                  <a:cubicBezTo>
                    <a:pt x="107796" y="19511"/>
                    <a:pt x="107656" y="19456"/>
                    <a:pt x="107541" y="19363"/>
                  </a:cubicBezTo>
                  <a:cubicBezTo>
                    <a:pt x="107414" y="19260"/>
                    <a:pt x="107301" y="19139"/>
                    <a:pt x="107184" y="19026"/>
                  </a:cubicBezTo>
                  <a:cubicBezTo>
                    <a:pt x="107061" y="18909"/>
                    <a:pt x="106937" y="18790"/>
                    <a:pt x="106804" y="18682"/>
                  </a:cubicBezTo>
                  <a:cubicBezTo>
                    <a:pt x="106680" y="18580"/>
                    <a:pt x="106568" y="18461"/>
                    <a:pt x="106442" y="18360"/>
                  </a:cubicBezTo>
                  <a:cubicBezTo>
                    <a:pt x="106315" y="18258"/>
                    <a:pt x="106220" y="18131"/>
                    <a:pt x="106109" y="18016"/>
                  </a:cubicBezTo>
                  <a:cubicBezTo>
                    <a:pt x="105990" y="17895"/>
                    <a:pt x="105852" y="17789"/>
                    <a:pt x="105718" y="17685"/>
                  </a:cubicBezTo>
                  <a:cubicBezTo>
                    <a:pt x="105445" y="17466"/>
                    <a:pt x="105164" y="17248"/>
                    <a:pt x="104872" y="17053"/>
                  </a:cubicBezTo>
                  <a:cubicBezTo>
                    <a:pt x="104582" y="16858"/>
                    <a:pt x="104294" y="16655"/>
                    <a:pt x="103996" y="16469"/>
                  </a:cubicBezTo>
                  <a:cubicBezTo>
                    <a:pt x="103714" y="16292"/>
                    <a:pt x="103405" y="16153"/>
                    <a:pt x="103104" y="16008"/>
                  </a:cubicBezTo>
                  <a:cubicBezTo>
                    <a:pt x="102834" y="15877"/>
                    <a:pt x="102559" y="15753"/>
                    <a:pt x="102334" y="15548"/>
                  </a:cubicBezTo>
                  <a:cubicBezTo>
                    <a:pt x="102216" y="15442"/>
                    <a:pt x="102103" y="15331"/>
                    <a:pt x="101978" y="15230"/>
                  </a:cubicBezTo>
                  <a:cubicBezTo>
                    <a:pt x="101856" y="15134"/>
                    <a:pt x="101725" y="15057"/>
                    <a:pt x="101592" y="14975"/>
                  </a:cubicBezTo>
                  <a:cubicBezTo>
                    <a:pt x="101326" y="14814"/>
                    <a:pt x="101084" y="14613"/>
                    <a:pt x="100829" y="14434"/>
                  </a:cubicBezTo>
                  <a:cubicBezTo>
                    <a:pt x="100701" y="14343"/>
                    <a:pt x="100569" y="14258"/>
                    <a:pt x="100427" y="14185"/>
                  </a:cubicBezTo>
                  <a:cubicBezTo>
                    <a:pt x="100284" y="14113"/>
                    <a:pt x="100147" y="14077"/>
                    <a:pt x="99988" y="14049"/>
                  </a:cubicBezTo>
                  <a:cubicBezTo>
                    <a:pt x="99834" y="14021"/>
                    <a:pt x="99689" y="13951"/>
                    <a:pt x="99533" y="13930"/>
                  </a:cubicBezTo>
                  <a:cubicBezTo>
                    <a:pt x="99382" y="13908"/>
                    <a:pt x="99230" y="13886"/>
                    <a:pt x="99079" y="13869"/>
                  </a:cubicBezTo>
                  <a:cubicBezTo>
                    <a:pt x="98906" y="13850"/>
                    <a:pt x="98744" y="13891"/>
                    <a:pt x="98573" y="13921"/>
                  </a:cubicBezTo>
                  <a:cubicBezTo>
                    <a:pt x="98398" y="13951"/>
                    <a:pt x="98222" y="13966"/>
                    <a:pt x="98047" y="13982"/>
                  </a:cubicBezTo>
                  <a:cubicBezTo>
                    <a:pt x="97887" y="13997"/>
                    <a:pt x="97729" y="14006"/>
                    <a:pt x="97571" y="14012"/>
                  </a:cubicBezTo>
                  <a:cubicBezTo>
                    <a:pt x="97476" y="13904"/>
                    <a:pt x="97379" y="13793"/>
                    <a:pt x="97279" y="13688"/>
                  </a:cubicBezTo>
                  <a:cubicBezTo>
                    <a:pt x="97136" y="13538"/>
                    <a:pt x="96964" y="13419"/>
                    <a:pt x="96808" y="13283"/>
                  </a:cubicBezTo>
                  <a:cubicBezTo>
                    <a:pt x="96654" y="13145"/>
                    <a:pt x="96537" y="12989"/>
                    <a:pt x="96423" y="12816"/>
                  </a:cubicBezTo>
                  <a:cubicBezTo>
                    <a:pt x="96185" y="12455"/>
                    <a:pt x="95904" y="12123"/>
                    <a:pt x="95651" y="11769"/>
                  </a:cubicBezTo>
                  <a:cubicBezTo>
                    <a:pt x="95544" y="11615"/>
                    <a:pt x="95426" y="11434"/>
                    <a:pt x="95252" y="11351"/>
                  </a:cubicBezTo>
                  <a:cubicBezTo>
                    <a:pt x="95173" y="11315"/>
                    <a:pt x="95103" y="11282"/>
                    <a:pt x="95032" y="11232"/>
                  </a:cubicBezTo>
                  <a:cubicBezTo>
                    <a:pt x="94958" y="11176"/>
                    <a:pt x="94882" y="11124"/>
                    <a:pt x="94789" y="11105"/>
                  </a:cubicBezTo>
                  <a:cubicBezTo>
                    <a:pt x="94688" y="11087"/>
                    <a:pt x="94601" y="11111"/>
                    <a:pt x="94508" y="11144"/>
                  </a:cubicBezTo>
                  <a:cubicBezTo>
                    <a:pt x="94405" y="11181"/>
                    <a:pt x="94307" y="11176"/>
                    <a:pt x="94199" y="11170"/>
                  </a:cubicBezTo>
                  <a:cubicBezTo>
                    <a:pt x="93980" y="11159"/>
                    <a:pt x="93792" y="11170"/>
                    <a:pt x="93591" y="11263"/>
                  </a:cubicBezTo>
                  <a:cubicBezTo>
                    <a:pt x="93416" y="11343"/>
                    <a:pt x="93264" y="11460"/>
                    <a:pt x="93094" y="11546"/>
                  </a:cubicBezTo>
                  <a:cubicBezTo>
                    <a:pt x="92908" y="11641"/>
                    <a:pt x="92713" y="11715"/>
                    <a:pt x="92525" y="11806"/>
                  </a:cubicBezTo>
                  <a:cubicBezTo>
                    <a:pt x="92335" y="11899"/>
                    <a:pt x="92150" y="12004"/>
                    <a:pt x="91980" y="12132"/>
                  </a:cubicBezTo>
                  <a:cubicBezTo>
                    <a:pt x="91820" y="12251"/>
                    <a:pt x="91670" y="12383"/>
                    <a:pt x="91487" y="12472"/>
                  </a:cubicBezTo>
                  <a:cubicBezTo>
                    <a:pt x="91095" y="12664"/>
                    <a:pt x="90760" y="12959"/>
                    <a:pt x="90453" y="13268"/>
                  </a:cubicBezTo>
                  <a:cubicBezTo>
                    <a:pt x="90299" y="13424"/>
                    <a:pt x="90152" y="13590"/>
                    <a:pt x="90009" y="13757"/>
                  </a:cubicBezTo>
                  <a:cubicBezTo>
                    <a:pt x="89882" y="13910"/>
                    <a:pt x="89765" y="14051"/>
                    <a:pt x="89594" y="14155"/>
                  </a:cubicBezTo>
                  <a:cubicBezTo>
                    <a:pt x="89514" y="14202"/>
                    <a:pt x="89432" y="14237"/>
                    <a:pt x="89349" y="14278"/>
                  </a:cubicBezTo>
                  <a:cubicBezTo>
                    <a:pt x="89250" y="14325"/>
                    <a:pt x="89168" y="14395"/>
                    <a:pt x="89079" y="14458"/>
                  </a:cubicBezTo>
                  <a:cubicBezTo>
                    <a:pt x="88908" y="14583"/>
                    <a:pt x="88713" y="14667"/>
                    <a:pt x="88517" y="14750"/>
                  </a:cubicBezTo>
                  <a:cubicBezTo>
                    <a:pt x="88436" y="14786"/>
                    <a:pt x="88357" y="14825"/>
                    <a:pt x="88268" y="14836"/>
                  </a:cubicBezTo>
                  <a:cubicBezTo>
                    <a:pt x="88157" y="14849"/>
                    <a:pt x="88054" y="14869"/>
                    <a:pt x="87948" y="14905"/>
                  </a:cubicBezTo>
                  <a:cubicBezTo>
                    <a:pt x="87742" y="14975"/>
                    <a:pt x="87543" y="15065"/>
                    <a:pt x="87344" y="15150"/>
                  </a:cubicBezTo>
                  <a:cubicBezTo>
                    <a:pt x="87147" y="15236"/>
                    <a:pt x="86940" y="15293"/>
                    <a:pt x="86745" y="15383"/>
                  </a:cubicBezTo>
                  <a:cubicBezTo>
                    <a:pt x="86546" y="15472"/>
                    <a:pt x="86379" y="15626"/>
                    <a:pt x="86198" y="15751"/>
                  </a:cubicBezTo>
                  <a:cubicBezTo>
                    <a:pt x="86031" y="15868"/>
                    <a:pt x="85860" y="15982"/>
                    <a:pt x="85674" y="16067"/>
                  </a:cubicBezTo>
                  <a:cubicBezTo>
                    <a:pt x="85482" y="16156"/>
                    <a:pt x="85319" y="16275"/>
                    <a:pt x="85153" y="16409"/>
                  </a:cubicBezTo>
                  <a:cubicBezTo>
                    <a:pt x="84989" y="16543"/>
                    <a:pt x="84829" y="16670"/>
                    <a:pt x="84632" y="16750"/>
                  </a:cubicBezTo>
                  <a:cubicBezTo>
                    <a:pt x="84428" y="16831"/>
                    <a:pt x="84223" y="16910"/>
                    <a:pt x="84022" y="17001"/>
                  </a:cubicBezTo>
                  <a:cubicBezTo>
                    <a:pt x="83827" y="17092"/>
                    <a:pt x="83636" y="17189"/>
                    <a:pt x="83431" y="17256"/>
                  </a:cubicBezTo>
                  <a:cubicBezTo>
                    <a:pt x="83215" y="17326"/>
                    <a:pt x="82992" y="17350"/>
                    <a:pt x="82767" y="17375"/>
                  </a:cubicBezTo>
                  <a:cubicBezTo>
                    <a:pt x="82538" y="17399"/>
                    <a:pt x="82308" y="17423"/>
                    <a:pt x="82083" y="17469"/>
                  </a:cubicBezTo>
                  <a:cubicBezTo>
                    <a:pt x="81980" y="17490"/>
                    <a:pt x="81884" y="17525"/>
                    <a:pt x="81783" y="17553"/>
                  </a:cubicBezTo>
                  <a:cubicBezTo>
                    <a:pt x="81673" y="17585"/>
                    <a:pt x="81566" y="17590"/>
                    <a:pt x="81456" y="17609"/>
                  </a:cubicBezTo>
                  <a:cubicBezTo>
                    <a:pt x="81253" y="17642"/>
                    <a:pt x="81073" y="17722"/>
                    <a:pt x="80864" y="17733"/>
                  </a:cubicBezTo>
                  <a:cubicBezTo>
                    <a:pt x="80758" y="17737"/>
                    <a:pt x="80651" y="17737"/>
                    <a:pt x="80545" y="17741"/>
                  </a:cubicBezTo>
                  <a:cubicBezTo>
                    <a:pt x="80431" y="17743"/>
                    <a:pt x="80336" y="17754"/>
                    <a:pt x="80227" y="17720"/>
                  </a:cubicBezTo>
                  <a:cubicBezTo>
                    <a:pt x="80096" y="17681"/>
                    <a:pt x="79936" y="17637"/>
                    <a:pt x="79803" y="17665"/>
                  </a:cubicBezTo>
                  <a:cubicBezTo>
                    <a:pt x="79791" y="17667"/>
                    <a:pt x="79784" y="17670"/>
                    <a:pt x="79776" y="17676"/>
                  </a:cubicBezTo>
                  <a:cubicBezTo>
                    <a:pt x="79724" y="17661"/>
                    <a:pt x="79670" y="17646"/>
                    <a:pt x="79618" y="17631"/>
                  </a:cubicBezTo>
                  <a:cubicBezTo>
                    <a:pt x="79259" y="17531"/>
                    <a:pt x="78910" y="17441"/>
                    <a:pt x="78573" y="17276"/>
                  </a:cubicBezTo>
                  <a:cubicBezTo>
                    <a:pt x="78263" y="17122"/>
                    <a:pt x="77963" y="16967"/>
                    <a:pt x="77623" y="16887"/>
                  </a:cubicBezTo>
                  <a:cubicBezTo>
                    <a:pt x="77260" y="16800"/>
                    <a:pt x="76929" y="16647"/>
                    <a:pt x="76578" y="16525"/>
                  </a:cubicBezTo>
                  <a:cubicBezTo>
                    <a:pt x="76247" y="16407"/>
                    <a:pt x="75951" y="16208"/>
                    <a:pt x="75620" y="16086"/>
                  </a:cubicBezTo>
                  <a:cubicBezTo>
                    <a:pt x="75281" y="15961"/>
                    <a:pt x="74954" y="15801"/>
                    <a:pt x="74636" y="15626"/>
                  </a:cubicBezTo>
                  <a:cubicBezTo>
                    <a:pt x="74314" y="15448"/>
                    <a:pt x="74002" y="15254"/>
                    <a:pt x="73665" y="15100"/>
                  </a:cubicBezTo>
                  <a:cubicBezTo>
                    <a:pt x="73327" y="14944"/>
                    <a:pt x="72959" y="14836"/>
                    <a:pt x="72633" y="14656"/>
                  </a:cubicBezTo>
                  <a:cubicBezTo>
                    <a:pt x="72510" y="14587"/>
                    <a:pt x="72404" y="14492"/>
                    <a:pt x="72289" y="14414"/>
                  </a:cubicBezTo>
                  <a:cubicBezTo>
                    <a:pt x="72151" y="14319"/>
                    <a:pt x="71995" y="14258"/>
                    <a:pt x="71852" y="14170"/>
                  </a:cubicBezTo>
                  <a:cubicBezTo>
                    <a:pt x="71567" y="13990"/>
                    <a:pt x="71313" y="13772"/>
                    <a:pt x="71011" y="13620"/>
                  </a:cubicBezTo>
                  <a:cubicBezTo>
                    <a:pt x="70703" y="13463"/>
                    <a:pt x="70414" y="13261"/>
                    <a:pt x="70059" y="13240"/>
                  </a:cubicBezTo>
                  <a:cubicBezTo>
                    <a:pt x="69702" y="13218"/>
                    <a:pt x="69336" y="13237"/>
                    <a:pt x="68977" y="13238"/>
                  </a:cubicBezTo>
                  <a:cubicBezTo>
                    <a:pt x="68622" y="13238"/>
                    <a:pt x="68372" y="13160"/>
                    <a:pt x="68090" y="12945"/>
                  </a:cubicBezTo>
                  <a:cubicBezTo>
                    <a:pt x="67974" y="12855"/>
                    <a:pt x="67857" y="12777"/>
                    <a:pt x="67712" y="12749"/>
                  </a:cubicBezTo>
                  <a:cubicBezTo>
                    <a:pt x="67554" y="12720"/>
                    <a:pt x="67390" y="12749"/>
                    <a:pt x="67231" y="12746"/>
                  </a:cubicBezTo>
                  <a:cubicBezTo>
                    <a:pt x="67061" y="12742"/>
                    <a:pt x="66896" y="12723"/>
                    <a:pt x="66727" y="12751"/>
                  </a:cubicBezTo>
                  <a:cubicBezTo>
                    <a:pt x="66555" y="12777"/>
                    <a:pt x="66388" y="12839"/>
                    <a:pt x="66224" y="12889"/>
                  </a:cubicBezTo>
                  <a:cubicBezTo>
                    <a:pt x="66079" y="12935"/>
                    <a:pt x="65944" y="12995"/>
                    <a:pt x="65828" y="13099"/>
                  </a:cubicBezTo>
                  <a:cubicBezTo>
                    <a:pt x="65691" y="13227"/>
                    <a:pt x="65592" y="13393"/>
                    <a:pt x="65456" y="13525"/>
                  </a:cubicBezTo>
                  <a:cubicBezTo>
                    <a:pt x="65350" y="13629"/>
                    <a:pt x="65220" y="13674"/>
                    <a:pt x="65096" y="13752"/>
                  </a:cubicBezTo>
                  <a:cubicBezTo>
                    <a:pt x="65030" y="13793"/>
                    <a:pt x="64976" y="13852"/>
                    <a:pt x="64906" y="13884"/>
                  </a:cubicBezTo>
                  <a:cubicBezTo>
                    <a:pt x="64822" y="13919"/>
                    <a:pt x="64733" y="13930"/>
                    <a:pt x="64651" y="13975"/>
                  </a:cubicBezTo>
                  <a:cubicBezTo>
                    <a:pt x="64510" y="14055"/>
                    <a:pt x="64383" y="14165"/>
                    <a:pt x="64242" y="14248"/>
                  </a:cubicBezTo>
                  <a:cubicBezTo>
                    <a:pt x="64093" y="14336"/>
                    <a:pt x="63922" y="14367"/>
                    <a:pt x="63773" y="14457"/>
                  </a:cubicBezTo>
                  <a:cubicBezTo>
                    <a:pt x="63624" y="14542"/>
                    <a:pt x="63494" y="14657"/>
                    <a:pt x="63345" y="14743"/>
                  </a:cubicBezTo>
                  <a:cubicBezTo>
                    <a:pt x="63200" y="14823"/>
                    <a:pt x="63055" y="14886"/>
                    <a:pt x="62921" y="14987"/>
                  </a:cubicBezTo>
                  <a:cubicBezTo>
                    <a:pt x="62814" y="15068"/>
                    <a:pt x="62665" y="15215"/>
                    <a:pt x="62516" y="15210"/>
                  </a:cubicBezTo>
                  <a:cubicBezTo>
                    <a:pt x="62445" y="15206"/>
                    <a:pt x="62364" y="15173"/>
                    <a:pt x="62293" y="15156"/>
                  </a:cubicBezTo>
                  <a:cubicBezTo>
                    <a:pt x="62185" y="15134"/>
                    <a:pt x="62075" y="15109"/>
                    <a:pt x="61967" y="15085"/>
                  </a:cubicBezTo>
                  <a:cubicBezTo>
                    <a:pt x="61785" y="15042"/>
                    <a:pt x="61599" y="15005"/>
                    <a:pt x="61422" y="14949"/>
                  </a:cubicBezTo>
                  <a:cubicBezTo>
                    <a:pt x="61253" y="14897"/>
                    <a:pt x="61117" y="14784"/>
                    <a:pt x="60958" y="14709"/>
                  </a:cubicBezTo>
                  <a:cubicBezTo>
                    <a:pt x="60807" y="14637"/>
                    <a:pt x="60682" y="14563"/>
                    <a:pt x="60552" y="14455"/>
                  </a:cubicBezTo>
                  <a:cubicBezTo>
                    <a:pt x="60424" y="14351"/>
                    <a:pt x="60295" y="14241"/>
                    <a:pt x="60152" y="14157"/>
                  </a:cubicBezTo>
                  <a:cubicBezTo>
                    <a:pt x="60024" y="14085"/>
                    <a:pt x="59881" y="14042"/>
                    <a:pt x="59751" y="13975"/>
                  </a:cubicBezTo>
                  <a:cubicBezTo>
                    <a:pt x="59604" y="13899"/>
                    <a:pt x="59477" y="13804"/>
                    <a:pt x="59321" y="13744"/>
                  </a:cubicBezTo>
                  <a:cubicBezTo>
                    <a:pt x="59023" y="13633"/>
                    <a:pt x="58720" y="13532"/>
                    <a:pt x="58415" y="13445"/>
                  </a:cubicBezTo>
                  <a:cubicBezTo>
                    <a:pt x="58073" y="13346"/>
                    <a:pt x="57725" y="13352"/>
                    <a:pt x="57405" y="13183"/>
                  </a:cubicBezTo>
                  <a:cubicBezTo>
                    <a:pt x="57099" y="13019"/>
                    <a:pt x="56821" y="12818"/>
                    <a:pt x="56656" y="12509"/>
                  </a:cubicBezTo>
                  <a:cubicBezTo>
                    <a:pt x="56582" y="12368"/>
                    <a:pt x="56487" y="12243"/>
                    <a:pt x="56396" y="12111"/>
                  </a:cubicBezTo>
                  <a:cubicBezTo>
                    <a:pt x="56293" y="11963"/>
                    <a:pt x="56217" y="11801"/>
                    <a:pt x="56113" y="11652"/>
                  </a:cubicBezTo>
                  <a:cubicBezTo>
                    <a:pt x="55958" y="11433"/>
                    <a:pt x="55841" y="11109"/>
                    <a:pt x="55600" y="10968"/>
                  </a:cubicBezTo>
                  <a:cubicBezTo>
                    <a:pt x="55399" y="10850"/>
                    <a:pt x="55192" y="10947"/>
                    <a:pt x="55032" y="11081"/>
                  </a:cubicBezTo>
                  <a:cubicBezTo>
                    <a:pt x="54882" y="11208"/>
                    <a:pt x="54753" y="11442"/>
                    <a:pt x="54528" y="11334"/>
                  </a:cubicBezTo>
                  <a:cubicBezTo>
                    <a:pt x="54415" y="11278"/>
                    <a:pt x="54324" y="11178"/>
                    <a:pt x="54225" y="11102"/>
                  </a:cubicBezTo>
                  <a:cubicBezTo>
                    <a:pt x="54088" y="10994"/>
                    <a:pt x="53952" y="10888"/>
                    <a:pt x="53822" y="10772"/>
                  </a:cubicBezTo>
                  <a:cubicBezTo>
                    <a:pt x="53578" y="10551"/>
                    <a:pt x="53329" y="10341"/>
                    <a:pt x="53081" y="10125"/>
                  </a:cubicBezTo>
                  <a:cubicBezTo>
                    <a:pt x="52853" y="9924"/>
                    <a:pt x="52730" y="9645"/>
                    <a:pt x="52494" y="9456"/>
                  </a:cubicBezTo>
                  <a:cubicBezTo>
                    <a:pt x="52384" y="9366"/>
                    <a:pt x="52263" y="9288"/>
                    <a:pt x="52161" y="9190"/>
                  </a:cubicBezTo>
                  <a:cubicBezTo>
                    <a:pt x="52042" y="9074"/>
                    <a:pt x="51984" y="8920"/>
                    <a:pt x="51886" y="8790"/>
                  </a:cubicBezTo>
                  <a:cubicBezTo>
                    <a:pt x="51802" y="8680"/>
                    <a:pt x="51716" y="8591"/>
                    <a:pt x="51662" y="8461"/>
                  </a:cubicBezTo>
                  <a:cubicBezTo>
                    <a:pt x="51592" y="8299"/>
                    <a:pt x="51512" y="8143"/>
                    <a:pt x="51439" y="7981"/>
                  </a:cubicBezTo>
                  <a:cubicBezTo>
                    <a:pt x="51374" y="7839"/>
                    <a:pt x="51324" y="7689"/>
                    <a:pt x="51242" y="7555"/>
                  </a:cubicBezTo>
                  <a:cubicBezTo>
                    <a:pt x="51162" y="7423"/>
                    <a:pt x="51052" y="7311"/>
                    <a:pt x="50939" y="7209"/>
                  </a:cubicBezTo>
                  <a:cubicBezTo>
                    <a:pt x="50725" y="7014"/>
                    <a:pt x="50522" y="6789"/>
                    <a:pt x="50242" y="6698"/>
                  </a:cubicBezTo>
                  <a:cubicBezTo>
                    <a:pt x="50119" y="6659"/>
                    <a:pt x="49990" y="6644"/>
                    <a:pt x="49866" y="6621"/>
                  </a:cubicBezTo>
                  <a:cubicBezTo>
                    <a:pt x="49680" y="6588"/>
                    <a:pt x="49503" y="6515"/>
                    <a:pt x="49317" y="6487"/>
                  </a:cubicBezTo>
                  <a:cubicBezTo>
                    <a:pt x="49159" y="6463"/>
                    <a:pt x="49001" y="6478"/>
                    <a:pt x="48843" y="6482"/>
                  </a:cubicBezTo>
                  <a:cubicBezTo>
                    <a:pt x="48644" y="6484"/>
                    <a:pt x="48445" y="6486"/>
                    <a:pt x="48248" y="6487"/>
                  </a:cubicBezTo>
                  <a:cubicBezTo>
                    <a:pt x="47872" y="6489"/>
                    <a:pt x="47524" y="6597"/>
                    <a:pt x="47154" y="6625"/>
                  </a:cubicBezTo>
                  <a:cubicBezTo>
                    <a:pt x="46788" y="6653"/>
                    <a:pt x="46420" y="6642"/>
                    <a:pt x="46053" y="6655"/>
                  </a:cubicBezTo>
                  <a:cubicBezTo>
                    <a:pt x="46037" y="6657"/>
                    <a:pt x="46022" y="6660"/>
                    <a:pt x="46011" y="6666"/>
                  </a:cubicBezTo>
                  <a:cubicBezTo>
                    <a:pt x="45899" y="6543"/>
                    <a:pt x="45791" y="6417"/>
                    <a:pt x="45680" y="6296"/>
                  </a:cubicBezTo>
                  <a:cubicBezTo>
                    <a:pt x="45521" y="6123"/>
                    <a:pt x="45349" y="5974"/>
                    <a:pt x="45155" y="5848"/>
                  </a:cubicBezTo>
                  <a:cubicBezTo>
                    <a:pt x="44954" y="5716"/>
                    <a:pt x="44752" y="5591"/>
                    <a:pt x="44573" y="5427"/>
                  </a:cubicBezTo>
                  <a:cubicBezTo>
                    <a:pt x="44393" y="5262"/>
                    <a:pt x="44186" y="5130"/>
                    <a:pt x="44002" y="4970"/>
                  </a:cubicBezTo>
                  <a:cubicBezTo>
                    <a:pt x="43831" y="4821"/>
                    <a:pt x="43695" y="4637"/>
                    <a:pt x="43509" y="4505"/>
                  </a:cubicBezTo>
                  <a:cubicBezTo>
                    <a:pt x="43347" y="4390"/>
                    <a:pt x="43173" y="4328"/>
                    <a:pt x="43035" y="4176"/>
                  </a:cubicBezTo>
                  <a:cubicBezTo>
                    <a:pt x="42884" y="4008"/>
                    <a:pt x="42797" y="3791"/>
                    <a:pt x="42657" y="3614"/>
                  </a:cubicBezTo>
                  <a:cubicBezTo>
                    <a:pt x="42514" y="3430"/>
                    <a:pt x="42323" y="3285"/>
                    <a:pt x="42172" y="3103"/>
                  </a:cubicBezTo>
                  <a:cubicBezTo>
                    <a:pt x="42021" y="2922"/>
                    <a:pt x="41893" y="2725"/>
                    <a:pt x="41774" y="2522"/>
                  </a:cubicBezTo>
                  <a:cubicBezTo>
                    <a:pt x="41651" y="2312"/>
                    <a:pt x="41527" y="2123"/>
                    <a:pt x="41354" y="1951"/>
                  </a:cubicBezTo>
                  <a:cubicBezTo>
                    <a:pt x="41190" y="1790"/>
                    <a:pt x="41015" y="1622"/>
                    <a:pt x="40813" y="1513"/>
                  </a:cubicBezTo>
                  <a:cubicBezTo>
                    <a:pt x="40584" y="1390"/>
                    <a:pt x="40353" y="1395"/>
                    <a:pt x="40100" y="1403"/>
                  </a:cubicBezTo>
                  <a:cubicBezTo>
                    <a:pt x="39857" y="1408"/>
                    <a:pt x="39604" y="1364"/>
                    <a:pt x="39366" y="1433"/>
                  </a:cubicBezTo>
                  <a:cubicBezTo>
                    <a:pt x="39247" y="1468"/>
                    <a:pt x="39133" y="1529"/>
                    <a:pt x="39025" y="1593"/>
                  </a:cubicBezTo>
                  <a:cubicBezTo>
                    <a:pt x="38917" y="1658"/>
                    <a:pt x="38813" y="1699"/>
                    <a:pt x="38696" y="1745"/>
                  </a:cubicBezTo>
                  <a:cubicBezTo>
                    <a:pt x="38598" y="1786"/>
                    <a:pt x="38497" y="1829"/>
                    <a:pt x="38408" y="1888"/>
                  </a:cubicBezTo>
                  <a:cubicBezTo>
                    <a:pt x="38289" y="1968"/>
                    <a:pt x="38177" y="2056"/>
                    <a:pt x="38053" y="2128"/>
                  </a:cubicBezTo>
                  <a:cubicBezTo>
                    <a:pt x="37857" y="2243"/>
                    <a:pt x="37619" y="2297"/>
                    <a:pt x="37439" y="2435"/>
                  </a:cubicBezTo>
                  <a:cubicBezTo>
                    <a:pt x="37430" y="2442"/>
                    <a:pt x="37374" y="2491"/>
                    <a:pt x="37346" y="2526"/>
                  </a:cubicBezTo>
                  <a:cubicBezTo>
                    <a:pt x="37316" y="2528"/>
                    <a:pt x="37279" y="2543"/>
                    <a:pt x="37255" y="2554"/>
                  </a:cubicBezTo>
                  <a:cubicBezTo>
                    <a:pt x="37153" y="2599"/>
                    <a:pt x="37063" y="2695"/>
                    <a:pt x="36952" y="2712"/>
                  </a:cubicBezTo>
                  <a:cubicBezTo>
                    <a:pt x="36941" y="2708"/>
                    <a:pt x="36931" y="2703"/>
                    <a:pt x="36920" y="2699"/>
                  </a:cubicBezTo>
                  <a:cubicBezTo>
                    <a:pt x="36896" y="2669"/>
                    <a:pt x="36855" y="2658"/>
                    <a:pt x="36820" y="2666"/>
                  </a:cubicBezTo>
                  <a:cubicBezTo>
                    <a:pt x="36606" y="2595"/>
                    <a:pt x="36388" y="2535"/>
                    <a:pt x="36184" y="2441"/>
                  </a:cubicBezTo>
                  <a:cubicBezTo>
                    <a:pt x="35908" y="2310"/>
                    <a:pt x="35696" y="2123"/>
                    <a:pt x="35477" y="1916"/>
                  </a:cubicBezTo>
                  <a:cubicBezTo>
                    <a:pt x="35256" y="1706"/>
                    <a:pt x="35023" y="1539"/>
                    <a:pt x="34752" y="1399"/>
                  </a:cubicBezTo>
                  <a:cubicBezTo>
                    <a:pt x="34610" y="1327"/>
                    <a:pt x="34471" y="1247"/>
                    <a:pt x="34316" y="1206"/>
                  </a:cubicBezTo>
                  <a:cubicBezTo>
                    <a:pt x="34164" y="1163"/>
                    <a:pt x="34024" y="1137"/>
                    <a:pt x="33883" y="1059"/>
                  </a:cubicBezTo>
                  <a:cubicBezTo>
                    <a:pt x="33745" y="982"/>
                    <a:pt x="33612" y="910"/>
                    <a:pt x="33470" y="841"/>
                  </a:cubicBezTo>
                  <a:cubicBezTo>
                    <a:pt x="33320" y="767"/>
                    <a:pt x="33182" y="672"/>
                    <a:pt x="33022" y="616"/>
                  </a:cubicBezTo>
                  <a:cubicBezTo>
                    <a:pt x="32717" y="514"/>
                    <a:pt x="32444" y="320"/>
                    <a:pt x="32144" y="196"/>
                  </a:cubicBezTo>
                  <a:cubicBezTo>
                    <a:pt x="32021" y="146"/>
                    <a:pt x="31897" y="146"/>
                    <a:pt x="31772" y="114"/>
                  </a:cubicBezTo>
                  <a:cubicBezTo>
                    <a:pt x="31620" y="75"/>
                    <a:pt x="31477" y="2"/>
                    <a:pt x="31315" y="1"/>
                  </a:cubicBezTo>
                  <a:cubicBezTo>
                    <a:pt x="31194" y="1"/>
                    <a:pt x="31080" y="47"/>
                    <a:pt x="30960" y="49"/>
                  </a:cubicBezTo>
                  <a:cubicBezTo>
                    <a:pt x="30785" y="51"/>
                    <a:pt x="30645" y="75"/>
                    <a:pt x="30480" y="131"/>
                  </a:cubicBezTo>
                  <a:cubicBezTo>
                    <a:pt x="30333" y="179"/>
                    <a:pt x="30184" y="181"/>
                    <a:pt x="30033" y="201"/>
                  </a:cubicBezTo>
                  <a:cubicBezTo>
                    <a:pt x="29875" y="224"/>
                    <a:pt x="29719" y="237"/>
                    <a:pt x="29561" y="250"/>
                  </a:cubicBezTo>
                  <a:cubicBezTo>
                    <a:pt x="29237" y="281"/>
                    <a:pt x="28917" y="343"/>
                    <a:pt x="28596" y="380"/>
                  </a:cubicBezTo>
                  <a:cubicBezTo>
                    <a:pt x="28254" y="421"/>
                    <a:pt x="27913" y="469"/>
                    <a:pt x="27577" y="538"/>
                  </a:cubicBezTo>
                  <a:cubicBezTo>
                    <a:pt x="27255" y="603"/>
                    <a:pt x="26946" y="698"/>
                    <a:pt x="26632" y="793"/>
                  </a:cubicBezTo>
                  <a:cubicBezTo>
                    <a:pt x="26325" y="886"/>
                    <a:pt x="26009" y="943"/>
                    <a:pt x="25709" y="1057"/>
                  </a:cubicBezTo>
                  <a:cubicBezTo>
                    <a:pt x="25568" y="1109"/>
                    <a:pt x="25434" y="1174"/>
                    <a:pt x="25293" y="1221"/>
                  </a:cubicBezTo>
                  <a:cubicBezTo>
                    <a:pt x="25144" y="1269"/>
                    <a:pt x="24988" y="1289"/>
                    <a:pt x="24843" y="1343"/>
                  </a:cubicBezTo>
                  <a:cubicBezTo>
                    <a:pt x="24718" y="1392"/>
                    <a:pt x="24588" y="1418"/>
                    <a:pt x="24463" y="1470"/>
                  </a:cubicBezTo>
                  <a:cubicBezTo>
                    <a:pt x="24322" y="1529"/>
                    <a:pt x="24188" y="1604"/>
                    <a:pt x="24052" y="1676"/>
                  </a:cubicBezTo>
                  <a:cubicBezTo>
                    <a:pt x="23887" y="1764"/>
                    <a:pt x="23714" y="1840"/>
                    <a:pt x="23533" y="1894"/>
                  </a:cubicBezTo>
                  <a:cubicBezTo>
                    <a:pt x="23368" y="1944"/>
                    <a:pt x="23201" y="1977"/>
                    <a:pt x="23037" y="2039"/>
                  </a:cubicBezTo>
                  <a:cubicBezTo>
                    <a:pt x="22710" y="2160"/>
                    <a:pt x="22369" y="2268"/>
                    <a:pt x="22059" y="2426"/>
                  </a:cubicBezTo>
                  <a:cubicBezTo>
                    <a:pt x="21897" y="2509"/>
                    <a:pt x="21737" y="2573"/>
                    <a:pt x="21564" y="2630"/>
                  </a:cubicBezTo>
                  <a:cubicBezTo>
                    <a:pt x="21408" y="2682"/>
                    <a:pt x="21270" y="2760"/>
                    <a:pt x="21121" y="2824"/>
                  </a:cubicBezTo>
                  <a:cubicBezTo>
                    <a:pt x="20961" y="2891"/>
                    <a:pt x="20794" y="2933"/>
                    <a:pt x="20636" y="3000"/>
                  </a:cubicBezTo>
                  <a:cubicBezTo>
                    <a:pt x="20576" y="3026"/>
                    <a:pt x="20508" y="3062"/>
                    <a:pt x="20443" y="3065"/>
                  </a:cubicBezTo>
                  <a:cubicBezTo>
                    <a:pt x="20372" y="3069"/>
                    <a:pt x="20303" y="3030"/>
                    <a:pt x="20244" y="2998"/>
                  </a:cubicBezTo>
                  <a:cubicBezTo>
                    <a:pt x="20219" y="2985"/>
                    <a:pt x="20193" y="2989"/>
                    <a:pt x="20173" y="3000"/>
                  </a:cubicBezTo>
                  <a:cubicBezTo>
                    <a:pt x="20052" y="2902"/>
                    <a:pt x="19940" y="2788"/>
                    <a:pt x="19818" y="2701"/>
                  </a:cubicBezTo>
                  <a:cubicBezTo>
                    <a:pt x="19518" y="2491"/>
                    <a:pt x="19189" y="2323"/>
                    <a:pt x="18878" y="2134"/>
                  </a:cubicBezTo>
                  <a:cubicBezTo>
                    <a:pt x="18722" y="2039"/>
                    <a:pt x="18575" y="1929"/>
                    <a:pt x="18423" y="1829"/>
                  </a:cubicBezTo>
                  <a:cubicBezTo>
                    <a:pt x="18287" y="1736"/>
                    <a:pt x="18125" y="1685"/>
                    <a:pt x="17993" y="1591"/>
                  </a:cubicBezTo>
                  <a:cubicBezTo>
                    <a:pt x="17867" y="1501"/>
                    <a:pt x="17772" y="1371"/>
                    <a:pt x="17647" y="1276"/>
                  </a:cubicBezTo>
                  <a:cubicBezTo>
                    <a:pt x="17517" y="1178"/>
                    <a:pt x="17409" y="1100"/>
                    <a:pt x="17314" y="964"/>
                  </a:cubicBezTo>
                  <a:cubicBezTo>
                    <a:pt x="17138" y="713"/>
                    <a:pt x="16820" y="467"/>
                    <a:pt x="16509" y="425"/>
                  </a:cubicBezTo>
                  <a:cubicBezTo>
                    <a:pt x="16156" y="376"/>
                    <a:pt x="15795" y="434"/>
                    <a:pt x="15447" y="488"/>
                  </a:cubicBezTo>
                  <a:cubicBezTo>
                    <a:pt x="15276" y="514"/>
                    <a:pt x="15116" y="585"/>
                    <a:pt x="14943" y="586"/>
                  </a:cubicBezTo>
                  <a:cubicBezTo>
                    <a:pt x="14772" y="586"/>
                    <a:pt x="14616" y="599"/>
                    <a:pt x="14456" y="668"/>
                  </a:cubicBezTo>
                  <a:cubicBezTo>
                    <a:pt x="14309" y="731"/>
                    <a:pt x="14171" y="817"/>
                    <a:pt x="14021" y="871"/>
                  </a:cubicBezTo>
                  <a:cubicBezTo>
                    <a:pt x="13846" y="932"/>
                    <a:pt x="13666" y="979"/>
                    <a:pt x="13485" y="1025"/>
                  </a:cubicBezTo>
                  <a:cubicBezTo>
                    <a:pt x="13286" y="1079"/>
                    <a:pt x="13087" y="1154"/>
                    <a:pt x="12883" y="1183"/>
                  </a:cubicBezTo>
                  <a:cubicBezTo>
                    <a:pt x="12697" y="1209"/>
                    <a:pt x="12505" y="1200"/>
                    <a:pt x="12319" y="1193"/>
                  </a:cubicBezTo>
                  <a:cubicBezTo>
                    <a:pt x="11960" y="1180"/>
                    <a:pt x="11588" y="1208"/>
                    <a:pt x="11229" y="1250"/>
                  </a:cubicBezTo>
                  <a:cubicBezTo>
                    <a:pt x="11108" y="1235"/>
                    <a:pt x="10991" y="1202"/>
                    <a:pt x="10872" y="1183"/>
                  </a:cubicBezTo>
                  <a:cubicBezTo>
                    <a:pt x="10582" y="1142"/>
                    <a:pt x="10281" y="1170"/>
                    <a:pt x="9989" y="1170"/>
                  </a:cubicBezTo>
                  <a:cubicBezTo>
                    <a:pt x="9723" y="1170"/>
                    <a:pt x="9472" y="1241"/>
                    <a:pt x="9206" y="1254"/>
                  </a:cubicBezTo>
                  <a:cubicBezTo>
                    <a:pt x="8942" y="1267"/>
                    <a:pt x="8752" y="1427"/>
                    <a:pt x="8564" y="1598"/>
                  </a:cubicBezTo>
                  <a:cubicBezTo>
                    <a:pt x="8484" y="1671"/>
                    <a:pt x="8408" y="1747"/>
                    <a:pt x="8321" y="1806"/>
                  </a:cubicBezTo>
                  <a:cubicBezTo>
                    <a:pt x="8282" y="1832"/>
                    <a:pt x="8237" y="1866"/>
                    <a:pt x="8192" y="1877"/>
                  </a:cubicBezTo>
                  <a:cubicBezTo>
                    <a:pt x="8127" y="1894"/>
                    <a:pt x="8060" y="1884"/>
                    <a:pt x="7997" y="1907"/>
                  </a:cubicBezTo>
                  <a:cubicBezTo>
                    <a:pt x="7878" y="1948"/>
                    <a:pt x="7824" y="2054"/>
                    <a:pt x="7725" y="2119"/>
                  </a:cubicBezTo>
                  <a:cubicBezTo>
                    <a:pt x="7614" y="2193"/>
                    <a:pt x="7486" y="2251"/>
                    <a:pt x="7365" y="2307"/>
                  </a:cubicBezTo>
                  <a:cubicBezTo>
                    <a:pt x="7114" y="2416"/>
                    <a:pt x="6835" y="2435"/>
                    <a:pt x="6576" y="2519"/>
                  </a:cubicBezTo>
                  <a:cubicBezTo>
                    <a:pt x="6316" y="2601"/>
                    <a:pt x="6081" y="2746"/>
                    <a:pt x="5827" y="2844"/>
                  </a:cubicBezTo>
                  <a:cubicBezTo>
                    <a:pt x="5698" y="2894"/>
                    <a:pt x="5570" y="2911"/>
                    <a:pt x="5436" y="2941"/>
                  </a:cubicBezTo>
                  <a:cubicBezTo>
                    <a:pt x="5313" y="2969"/>
                    <a:pt x="5198" y="3032"/>
                    <a:pt x="5073" y="3047"/>
                  </a:cubicBezTo>
                  <a:cubicBezTo>
                    <a:pt x="4943" y="3062"/>
                    <a:pt x="4813" y="3039"/>
                    <a:pt x="4685" y="3038"/>
                  </a:cubicBezTo>
                  <a:cubicBezTo>
                    <a:pt x="4549" y="3036"/>
                    <a:pt x="4419" y="3065"/>
                    <a:pt x="4287" y="3099"/>
                  </a:cubicBezTo>
                  <a:cubicBezTo>
                    <a:pt x="4034" y="3160"/>
                    <a:pt x="3781" y="3097"/>
                    <a:pt x="3524" y="3118"/>
                  </a:cubicBezTo>
                  <a:cubicBezTo>
                    <a:pt x="3269" y="3138"/>
                    <a:pt x="3076" y="3255"/>
                    <a:pt x="2884" y="3417"/>
                  </a:cubicBezTo>
                  <a:cubicBezTo>
                    <a:pt x="2805" y="3484"/>
                    <a:pt x="2728" y="3553"/>
                    <a:pt x="2639" y="3607"/>
                  </a:cubicBezTo>
                  <a:cubicBezTo>
                    <a:pt x="2518" y="3679"/>
                    <a:pt x="2379" y="3724"/>
                    <a:pt x="2250" y="3780"/>
                  </a:cubicBezTo>
                  <a:cubicBezTo>
                    <a:pt x="1999" y="3887"/>
                    <a:pt x="1780" y="4018"/>
                    <a:pt x="1581" y="4205"/>
                  </a:cubicBezTo>
                  <a:cubicBezTo>
                    <a:pt x="1399" y="4378"/>
                    <a:pt x="1246" y="4574"/>
                    <a:pt x="1116" y="4789"/>
                  </a:cubicBezTo>
                  <a:cubicBezTo>
                    <a:pt x="982" y="5014"/>
                    <a:pt x="822" y="5184"/>
                    <a:pt x="604" y="5331"/>
                  </a:cubicBezTo>
                  <a:cubicBezTo>
                    <a:pt x="407" y="5465"/>
                    <a:pt x="199" y="5576"/>
                    <a:pt x="0" y="5704"/>
                  </a:cubicBezTo>
                  <a:lnTo>
                    <a:pt x="0" y="88295"/>
                  </a:lnTo>
                  <a:lnTo>
                    <a:pt x="215725" y="88295"/>
                  </a:lnTo>
                  <a:lnTo>
                    <a:pt x="215725" y="340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1275" y="4209698"/>
              <a:ext cx="9144086" cy="1030570"/>
            </a:xfrm>
            <a:custGeom>
              <a:avLst/>
              <a:gdLst/>
              <a:ahLst/>
              <a:cxnLst/>
              <a:rect l="l" t="t" r="r" b="b"/>
              <a:pathLst>
                <a:path w="215726" h="57040" extrusionOk="0">
                  <a:moveTo>
                    <a:pt x="135276" y="6980"/>
                  </a:moveTo>
                  <a:cubicBezTo>
                    <a:pt x="135266" y="6891"/>
                    <a:pt x="135188" y="6858"/>
                    <a:pt x="135121" y="6874"/>
                  </a:cubicBezTo>
                  <a:cubicBezTo>
                    <a:pt x="135075" y="6846"/>
                    <a:pt x="135030" y="6820"/>
                    <a:pt x="134987" y="6798"/>
                  </a:cubicBezTo>
                  <a:cubicBezTo>
                    <a:pt x="134848" y="6724"/>
                    <a:pt x="134716" y="6726"/>
                    <a:pt x="134597" y="6835"/>
                  </a:cubicBezTo>
                  <a:cubicBezTo>
                    <a:pt x="134381" y="7036"/>
                    <a:pt x="134318" y="7336"/>
                    <a:pt x="133976" y="7364"/>
                  </a:cubicBezTo>
                  <a:cubicBezTo>
                    <a:pt x="133745" y="7382"/>
                    <a:pt x="133503" y="7380"/>
                    <a:pt x="133273" y="7378"/>
                  </a:cubicBezTo>
                  <a:cubicBezTo>
                    <a:pt x="133159" y="7377"/>
                    <a:pt x="133044" y="7371"/>
                    <a:pt x="132934" y="7334"/>
                  </a:cubicBezTo>
                  <a:cubicBezTo>
                    <a:pt x="132772" y="7276"/>
                    <a:pt x="132700" y="7157"/>
                    <a:pt x="132572" y="7062"/>
                  </a:cubicBezTo>
                  <a:cubicBezTo>
                    <a:pt x="132443" y="6969"/>
                    <a:pt x="132294" y="6969"/>
                    <a:pt x="132144" y="6999"/>
                  </a:cubicBezTo>
                  <a:cubicBezTo>
                    <a:pt x="132010" y="7025"/>
                    <a:pt x="131883" y="7070"/>
                    <a:pt x="131744" y="7072"/>
                  </a:cubicBezTo>
                  <a:cubicBezTo>
                    <a:pt x="131591" y="7072"/>
                    <a:pt x="131444" y="7005"/>
                    <a:pt x="131292" y="7018"/>
                  </a:cubicBezTo>
                  <a:cubicBezTo>
                    <a:pt x="131205" y="7027"/>
                    <a:pt x="131130" y="7062"/>
                    <a:pt x="131039" y="7064"/>
                  </a:cubicBezTo>
                  <a:cubicBezTo>
                    <a:pt x="130916" y="7064"/>
                    <a:pt x="130818" y="7001"/>
                    <a:pt x="130697" y="6986"/>
                  </a:cubicBezTo>
                  <a:cubicBezTo>
                    <a:pt x="130589" y="6971"/>
                    <a:pt x="130481" y="6990"/>
                    <a:pt x="130373" y="6986"/>
                  </a:cubicBezTo>
                  <a:cubicBezTo>
                    <a:pt x="130211" y="6980"/>
                    <a:pt x="130146" y="6915"/>
                    <a:pt x="130012" y="6858"/>
                  </a:cubicBezTo>
                  <a:cubicBezTo>
                    <a:pt x="129854" y="6789"/>
                    <a:pt x="129668" y="6809"/>
                    <a:pt x="129503" y="6832"/>
                  </a:cubicBezTo>
                  <a:cubicBezTo>
                    <a:pt x="129194" y="6873"/>
                    <a:pt x="128925" y="6980"/>
                    <a:pt x="128608" y="6979"/>
                  </a:cubicBezTo>
                  <a:cubicBezTo>
                    <a:pt x="128331" y="6977"/>
                    <a:pt x="128054" y="6973"/>
                    <a:pt x="127779" y="6986"/>
                  </a:cubicBezTo>
                  <a:cubicBezTo>
                    <a:pt x="127511" y="6997"/>
                    <a:pt x="127267" y="6956"/>
                    <a:pt x="127002" y="6930"/>
                  </a:cubicBezTo>
                  <a:cubicBezTo>
                    <a:pt x="126825" y="6913"/>
                    <a:pt x="126685" y="6964"/>
                    <a:pt x="126527" y="7034"/>
                  </a:cubicBezTo>
                  <a:cubicBezTo>
                    <a:pt x="126265" y="7150"/>
                    <a:pt x="126031" y="7107"/>
                    <a:pt x="125755" y="7125"/>
                  </a:cubicBezTo>
                  <a:cubicBezTo>
                    <a:pt x="125685" y="7131"/>
                    <a:pt x="125620" y="7144"/>
                    <a:pt x="125556" y="7178"/>
                  </a:cubicBezTo>
                  <a:cubicBezTo>
                    <a:pt x="125471" y="7222"/>
                    <a:pt x="125369" y="7371"/>
                    <a:pt x="125272" y="7369"/>
                  </a:cubicBezTo>
                  <a:cubicBezTo>
                    <a:pt x="125194" y="7369"/>
                    <a:pt x="125101" y="7263"/>
                    <a:pt x="125030" y="7230"/>
                  </a:cubicBezTo>
                  <a:cubicBezTo>
                    <a:pt x="124954" y="7196"/>
                    <a:pt x="124874" y="7192"/>
                    <a:pt x="124792" y="7200"/>
                  </a:cubicBezTo>
                  <a:cubicBezTo>
                    <a:pt x="124480" y="7230"/>
                    <a:pt x="124201" y="7330"/>
                    <a:pt x="123881" y="7272"/>
                  </a:cubicBezTo>
                  <a:cubicBezTo>
                    <a:pt x="123699" y="7241"/>
                    <a:pt x="123548" y="7200"/>
                    <a:pt x="123368" y="7265"/>
                  </a:cubicBezTo>
                  <a:cubicBezTo>
                    <a:pt x="123278" y="7298"/>
                    <a:pt x="123193" y="7339"/>
                    <a:pt x="123107" y="7382"/>
                  </a:cubicBezTo>
                  <a:cubicBezTo>
                    <a:pt x="123063" y="7377"/>
                    <a:pt x="123018" y="7373"/>
                    <a:pt x="122971" y="7373"/>
                  </a:cubicBezTo>
                  <a:cubicBezTo>
                    <a:pt x="122717" y="7373"/>
                    <a:pt x="122523" y="7237"/>
                    <a:pt x="122280" y="7187"/>
                  </a:cubicBezTo>
                  <a:cubicBezTo>
                    <a:pt x="122185" y="7168"/>
                    <a:pt x="122092" y="7170"/>
                    <a:pt x="121999" y="7133"/>
                  </a:cubicBezTo>
                  <a:cubicBezTo>
                    <a:pt x="121904" y="7096"/>
                    <a:pt x="121824" y="7032"/>
                    <a:pt x="121737" y="6980"/>
                  </a:cubicBezTo>
                  <a:cubicBezTo>
                    <a:pt x="121577" y="6889"/>
                    <a:pt x="121400" y="6846"/>
                    <a:pt x="121220" y="6811"/>
                  </a:cubicBezTo>
                  <a:cubicBezTo>
                    <a:pt x="120291" y="6625"/>
                    <a:pt x="119332" y="6861"/>
                    <a:pt x="118408" y="6629"/>
                  </a:cubicBezTo>
                  <a:cubicBezTo>
                    <a:pt x="118183" y="6573"/>
                    <a:pt x="117961" y="6495"/>
                    <a:pt x="117736" y="6430"/>
                  </a:cubicBezTo>
                  <a:cubicBezTo>
                    <a:pt x="117526" y="6370"/>
                    <a:pt x="117314" y="6346"/>
                    <a:pt x="117104" y="6302"/>
                  </a:cubicBezTo>
                  <a:cubicBezTo>
                    <a:pt x="116892" y="6257"/>
                    <a:pt x="116674" y="6136"/>
                    <a:pt x="116477" y="6047"/>
                  </a:cubicBezTo>
                  <a:cubicBezTo>
                    <a:pt x="116278" y="5956"/>
                    <a:pt x="116075" y="5915"/>
                    <a:pt x="115862" y="5872"/>
                  </a:cubicBezTo>
                  <a:cubicBezTo>
                    <a:pt x="115402" y="5783"/>
                    <a:pt x="114928" y="5770"/>
                    <a:pt x="114476" y="5651"/>
                  </a:cubicBezTo>
                  <a:cubicBezTo>
                    <a:pt x="114080" y="5547"/>
                    <a:pt x="113695" y="5394"/>
                    <a:pt x="113288" y="5338"/>
                  </a:cubicBezTo>
                  <a:cubicBezTo>
                    <a:pt x="112810" y="5273"/>
                    <a:pt x="112311" y="5312"/>
                    <a:pt x="111830" y="5316"/>
                  </a:cubicBezTo>
                  <a:cubicBezTo>
                    <a:pt x="111391" y="5320"/>
                    <a:pt x="110937" y="5286"/>
                    <a:pt x="110505" y="5381"/>
                  </a:cubicBezTo>
                  <a:cubicBezTo>
                    <a:pt x="110305" y="5426"/>
                    <a:pt x="110115" y="5511"/>
                    <a:pt x="109914" y="5560"/>
                  </a:cubicBezTo>
                  <a:cubicBezTo>
                    <a:pt x="109659" y="5619"/>
                    <a:pt x="109406" y="5639"/>
                    <a:pt x="109148" y="5664"/>
                  </a:cubicBezTo>
                  <a:cubicBezTo>
                    <a:pt x="108752" y="5703"/>
                    <a:pt x="108467" y="5963"/>
                    <a:pt x="108090" y="6056"/>
                  </a:cubicBezTo>
                  <a:cubicBezTo>
                    <a:pt x="107881" y="6108"/>
                    <a:pt x="107679" y="6177"/>
                    <a:pt x="107472" y="6236"/>
                  </a:cubicBezTo>
                  <a:cubicBezTo>
                    <a:pt x="107242" y="6305"/>
                    <a:pt x="107000" y="6313"/>
                    <a:pt x="106771" y="6389"/>
                  </a:cubicBezTo>
                  <a:cubicBezTo>
                    <a:pt x="106347" y="6532"/>
                    <a:pt x="105915" y="6573"/>
                    <a:pt x="105486" y="6694"/>
                  </a:cubicBezTo>
                  <a:cubicBezTo>
                    <a:pt x="105015" y="6828"/>
                    <a:pt x="104550" y="6882"/>
                    <a:pt x="104061" y="6891"/>
                  </a:cubicBezTo>
                  <a:cubicBezTo>
                    <a:pt x="103866" y="6895"/>
                    <a:pt x="103669" y="6904"/>
                    <a:pt x="103474" y="6891"/>
                  </a:cubicBezTo>
                  <a:cubicBezTo>
                    <a:pt x="103206" y="6874"/>
                    <a:pt x="102986" y="6742"/>
                    <a:pt x="102752" y="6623"/>
                  </a:cubicBezTo>
                  <a:cubicBezTo>
                    <a:pt x="102572" y="6530"/>
                    <a:pt x="102389" y="6499"/>
                    <a:pt x="102194" y="6445"/>
                  </a:cubicBezTo>
                  <a:cubicBezTo>
                    <a:pt x="102094" y="6417"/>
                    <a:pt x="101999" y="6365"/>
                    <a:pt x="101897" y="6339"/>
                  </a:cubicBezTo>
                  <a:cubicBezTo>
                    <a:pt x="101778" y="6311"/>
                    <a:pt x="101655" y="6316"/>
                    <a:pt x="101536" y="6285"/>
                  </a:cubicBezTo>
                  <a:cubicBezTo>
                    <a:pt x="101101" y="6166"/>
                    <a:pt x="100708" y="5868"/>
                    <a:pt x="100253" y="5822"/>
                  </a:cubicBezTo>
                  <a:cubicBezTo>
                    <a:pt x="99879" y="5781"/>
                    <a:pt x="99507" y="5688"/>
                    <a:pt x="99125" y="5747"/>
                  </a:cubicBezTo>
                  <a:cubicBezTo>
                    <a:pt x="98921" y="5779"/>
                    <a:pt x="98748" y="5835"/>
                    <a:pt x="98536" y="5825"/>
                  </a:cubicBezTo>
                  <a:cubicBezTo>
                    <a:pt x="98294" y="5816"/>
                    <a:pt x="98054" y="5824"/>
                    <a:pt x="97814" y="5822"/>
                  </a:cubicBezTo>
                  <a:cubicBezTo>
                    <a:pt x="97362" y="5816"/>
                    <a:pt x="96929" y="5779"/>
                    <a:pt x="96494" y="5911"/>
                  </a:cubicBezTo>
                  <a:cubicBezTo>
                    <a:pt x="96035" y="6051"/>
                    <a:pt x="95473" y="5965"/>
                    <a:pt x="94997" y="5965"/>
                  </a:cubicBezTo>
                  <a:cubicBezTo>
                    <a:pt x="94071" y="5965"/>
                    <a:pt x="93159" y="5859"/>
                    <a:pt x="92239" y="5792"/>
                  </a:cubicBezTo>
                  <a:cubicBezTo>
                    <a:pt x="91731" y="5755"/>
                    <a:pt x="91255" y="5548"/>
                    <a:pt x="90775" y="5396"/>
                  </a:cubicBezTo>
                  <a:cubicBezTo>
                    <a:pt x="90340" y="5258"/>
                    <a:pt x="89890" y="5113"/>
                    <a:pt x="89479" y="4922"/>
                  </a:cubicBezTo>
                  <a:cubicBezTo>
                    <a:pt x="89113" y="4749"/>
                    <a:pt x="88778" y="4645"/>
                    <a:pt x="88376" y="4605"/>
                  </a:cubicBezTo>
                  <a:cubicBezTo>
                    <a:pt x="87878" y="4559"/>
                    <a:pt x="87355" y="4561"/>
                    <a:pt x="86888" y="4367"/>
                  </a:cubicBezTo>
                  <a:cubicBezTo>
                    <a:pt x="86485" y="4200"/>
                    <a:pt x="86118" y="4005"/>
                    <a:pt x="85681" y="3938"/>
                  </a:cubicBezTo>
                  <a:cubicBezTo>
                    <a:pt x="85293" y="3876"/>
                    <a:pt x="84900" y="3845"/>
                    <a:pt x="84510" y="3839"/>
                  </a:cubicBezTo>
                  <a:cubicBezTo>
                    <a:pt x="84325" y="3837"/>
                    <a:pt x="84134" y="3761"/>
                    <a:pt x="83948" y="3735"/>
                  </a:cubicBezTo>
                  <a:cubicBezTo>
                    <a:pt x="83730" y="3703"/>
                    <a:pt x="83518" y="3642"/>
                    <a:pt x="83299" y="3625"/>
                  </a:cubicBezTo>
                  <a:cubicBezTo>
                    <a:pt x="82853" y="3594"/>
                    <a:pt x="82386" y="3549"/>
                    <a:pt x="81947" y="3464"/>
                  </a:cubicBezTo>
                  <a:cubicBezTo>
                    <a:pt x="81791" y="3432"/>
                    <a:pt x="81631" y="3397"/>
                    <a:pt x="81469" y="3402"/>
                  </a:cubicBezTo>
                  <a:cubicBezTo>
                    <a:pt x="81409" y="3404"/>
                    <a:pt x="81153" y="3426"/>
                    <a:pt x="80995" y="3393"/>
                  </a:cubicBezTo>
                  <a:cubicBezTo>
                    <a:pt x="80928" y="3378"/>
                    <a:pt x="80879" y="3354"/>
                    <a:pt x="80870" y="3315"/>
                  </a:cubicBezTo>
                  <a:cubicBezTo>
                    <a:pt x="80857" y="3253"/>
                    <a:pt x="80768" y="3279"/>
                    <a:pt x="80777" y="3341"/>
                  </a:cubicBezTo>
                  <a:cubicBezTo>
                    <a:pt x="80779" y="3346"/>
                    <a:pt x="80779" y="3350"/>
                    <a:pt x="80781" y="3356"/>
                  </a:cubicBezTo>
                  <a:cubicBezTo>
                    <a:pt x="80615" y="3315"/>
                    <a:pt x="80450" y="3272"/>
                    <a:pt x="80280" y="3248"/>
                  </a:cubicBezTo>
                  <a:cubicBezTo>
                    <a:pt x="79883" y="3194"/>
                    <a:pt x="79490" y="3188"/>
                    <a:pt x="79098" y="3092"/>
                  </a:cubicBezTo>
                  <a:cubicBezTo>
                    <a:pt x="78424" y="2928"/>
                    <a:pt x="77790" y="2699"/>
                    <a:pt x="77098" y="2606"/>
                  </a:cubicBezTo>
                  <a:cubicBezTo>
                    <a:pt x="76360" y="2508"/>
                    <a:pt x="75611" y="2478"/>
                    <a:pt x="74889" y="2279"/>
                  </a:cubicBezTo>
                  <a:cubicBezTo>
                    <a:pt x="74541" y="2182"/>
                    <a:pt x="74201" y="2061"/>
                    <a:pt x="73844" y="2009"/>
                  </a:cubicBezTo>
                  <a:cubicBezTo>
                    <a:pt x="73496" y="1959"/>
                    <a:pt x="73156" y="2028"/>
                    <a:pt x="72810" y="1950"/>
                  </a:cubicBezTo>
                  <a:cubicBezTo>
                    <a:pt x="72138" y="1797"/>
                    <a:pt x="71480" y="1870"/>
                    <a:pt x="70792" y="1870"/>
                  </a:cubicBezTo>
                  <a:cubicBezTo>
                    <a:pt x="70433" y="1870"/>
                    <a:pt x="70111" y="1773"/>
                    <a:pt x="69762" y="1732"/>
                  </a:cubicBezTo>
                  <a:cubicBezTo>
                    <a:pt x="69427" y="1691"/>
                    <a:pt x="69077" y="1721"/>
                    <a:pt x="68743" y="1730"/>
                  </a:cubicBezTo>
                  <a:cubicBezTo>
                    <a:pt x="68116" y="1745"/>
                    <a:pt x="67578" y="1727"/>
                    <a:pt x="66978" y="1905"/>
                  </a:cubicBezTo>
                  <a:cubicBezTo>
                    <a:pt x="66799" y="1957"/>
                    <a:pt x="66580" y="1961"/>
                    <a:pt x="66435" y="2095"/>
                  </a:cubicBezTo>
                  <a:cubicBezTo>
                    <a:pt x="66358" y="2164"/>
                    <a:pt x="66336" y="2251"/>
                    <a:pt x="66284" y="2337"/>
                  </a:cubicBezTo>
                  <a:cubicBezTo>
                    <a:pt x="66176" y="2513"/>
                    <a:pt x="66033" y="2636"/>
                    <a:pt x="65847" y="2725"/>
                  </a:cubicBezTo>
                  <a:cubicBezTo>
                    <a:pt x="65231" y="3027"/>
                    <a:pt x="64469" y="3162"/>
                    <a:pt x="63797" y="3291"/>
                  </a:cubicBezTo>
                  <a:cubicBezTo>
                    <a:pt x="63437" y="3359"/>
                    <a:pt x="63074" y="3358"/>
                    <a:pt x="62709" y="3406"/>
                  </a:cubicBezTo>
                  <a:cubicBezTo>
                    <a:pt x="62347" y="3454"/>
                    <a:pt x="62001" y="3571"/>
                    <a:pt x="61649" y="3670"/>
                  </a:cubicBezTo>
                  <a:cubicBezTo>
                    <a:pt x="61047" y="3836"/>
                    <a:pt x="60426" y="3882"/>
                    <a:pt x="59879" y="4211"/>
                  </a:cubicBezTo>
                  <a:cubicBezTo>
                    <a:pt x="59546" y="4412"/>
                    <a:pt x="59261" y="4589"/>
                    <a:pt x="58865" y="4633"/>
                  </a:cubicBezTo>
                  <a:cubicBezTo>
                    <a:pt x="58586" y="4665"/>
                    <a:pt x="58337" y="4697"/>
                    <a:pt x="58080" y="4821"/>
                  </a:cubicBezTo>
                  <a:cubicBezTo>
                    <a:pt x="57469" y="5117"/>
                    <a:pt x="56803" y="5169"/>
                    <a:pt x="56174" y="5429"/>
                  </a:cubicBezTo>
                  <a:cubicBezTo>
                    <a:pt x="55897" y="5545"/>
                    <a:pt x="55648" y="5723"/>
                    <a:pt x="55360" y="5814"/>
                  </a:cubicBezTo>
                  <a:cubicBezTo>
                    <a:pt x="54990" y="5931"/>
                    <a:pt x="54577" y="5896"/>
                    <a:pt x="54194" y="5878"/>
                  </a:cubicBezTo>
                  <a:cubicBezTo>
                    <a:pt x="53437" y="5838"/>
                    <a:pt x="52717" y="5772"/>
                    <a:pt x="51967" y="5643"/>
                  </a:cubicBezTo>
                  <a:cubicBezTo>
                    <a:pt x="51681" y="5595"/>
                    <a:pt x="51411" y="5615"/>
                    <a:pt x="51125" y="5591"/>
                  </a:cubicBezTo>
                  <a:cubicBezTo>
                    <a:pt x="50762" y="5558"/>
                    <a:pt x="50390" y="5439"/>
                    <a:pt x="50020" y="5398"/>
                  </a:cubicBezTo>
                  <a:cubicBezTo>
                    <a:pt x="49295" y="5316"/>
                    <a:pt x="48555" y="5318"/>
                    <a:pt x="47837" y="5178"/>
                  </a:cubicBezTo>
                  <a:cubicBezTo>
                    <a:pt x="47156" y="5046"/>
                    <a:pt x="46470" y="4871"/>
                    <a:pt x="45838" y="4587"/>
                  </a:cubicBezTo>
                  <a:cubicBezTo>
                    <a:pt x="45300" y="4345"/>
                    <a:pt x="44644" y="4135"/>
                    <a:pt x="44058" y="4062"/>
                  </a:cubicBezTo>
                  <a:cubicBezTo>
                    <a:pt x="43779" y="4027"/>
                    <a:pt x="43496" y="4059"/>
                    <a:pt x="43215" y="4059"/>
                  </a:cubicBezTo>
                  <a:cubicBezTo>
                    <a:pt x="42788" y="4061"/>
                    <a:pt x="42453" y="3964"/>
                    <a:pt x="42060" y="3804"/>
                  </a:cubicBezTo>
                  <a:cubicBezTo>
                    <a:pt x="41767" y="3683"/>
                    <a:pt x="41519" y="3650"/>
                    <a:pt x="41201" y="3664"/>
                  </a:cubicBezTo>
                  <a:cubicBezTo>
                    <a:pt x="40811" y="3681"/>
                    <a:pt x="40463" y="3616"/>
                    <a:pt x="40080" y="3566"/>
                  </a:cubicBezTo>
                  <a:cubicBezTo>
                    <a:pt x="39751" y="3521"/>
                    <a:pt x="39427" y="3516"/>
                    <a:pt x="39105" y="3428"/>
                  </a:cubicBezTo>
                  <a:cubicBezTo>
                    <a:pt x="38759" y="3333"/>
                    <a:pt x="38430" y="3194"/>
                    <a:pt x="38099" y="3060"/>
                  </a:cubicBezTo>
                  <a:cubicBezTo>
                    <a:pt x="37534" y="2835"/>
                    <a:pt x="36993" y="2467"/>
                    <a:pt x="36394" y="2340"/>
                  </a:cubicBezTo>
                  <a:cubicBezTo>
                    <a:pt x="36100" y="2281"/>
                    <a:pt x="35799" y="2255"/>
                    <a:pt x="35507" y="2177"/>
                  </a:cubicBezTo>
                  <a:cubicBezTo>
                    <a:pt x="35187" y="2091"/>
                    <a:pt x="34895" y="1937"/>
                    <a:pt x="34567" y="1886"/>
                  </a:cubicBezTo>
                  <a:cubicBezTo>
                    <a:pt x="34209" y="1829"/>
                    <a:pt x="33926" y="1645"/>
                    <a:pt x="33576" y="1581"/>
                  </a:cubicBezTo>
                  <a:cubicBezTo>
                    <a:pt x="33225" y="1518"/>
                    <a:pt x="32881" y="1496"/>
                    <a:pt x="32533" y="1405"/>
                  </a:cubicBezTo>
                  <a:cubicBezTo>
                    <a:pt x="31876" y="1236"/>
                    <a:pt x="31251" y="1018"/>
                    <a:pt x="30610" y="810"/>
                  </a:cubicBezTo>
                  <a:cubicBezTo>
                    <a:pt x="30290" y="707"/>
                    <a:pt x="29972" y="605"/>
                    <a:pt x="29654" y="501"/>
                  </a:cubicBezTo>
                  <a:cubicBezTo>
                    <a:pt x="29284" y="380"/>
                    <a:pt x="28886" y="352"/>
                    <a:pt x="28506" y="263"/>
                  </a:cubicBezTo>
                  <a:cubicBezTo>
                    <a:pt x="27882" y="116"/>
                    <a:pt x="27240" y="1"/>
                    <a:pt x="26595" y="40"/>
                  </a:cubicBezTo>
                  <a:cubicBezTo>
                    <a:pt x="25895" y="79"/>
                    <a:pt x="25161" y="189"/>
                    <a:pt x="24476" y="332"/>
                  </a:cubicBezTo>
                  <a:cubicBezTo>
                    <a:pt x="24205" y="387"/>
                    <a:pt x="23939" y="473"/>
                    <a:pt x="23690" y="594"/>
                  </a:cubicBezTo>
                  <a:cubicBezTo>
                    <a:pt x="23558" y="659"/>
                    <a:pt x="23442" y="748"/>
                    <a:pt x="23312" y="815"/>
                  </a:cubicBezTo>
                  <a:cubicBezTo>
                    <a:pt x="23096" y="929"/>
                    <a:pt x="22894" y="932"/>
                    <a:pt x="22658" y="962"/>
                  </a:cubicBezTo>
                  <a:cubicBezTo>
                    <a:pt x="21997" y="1046"/>
                    <a:pt x="21369" y="1366"/>
                    <a:pt x="20722" y="1515"/>
                  </a:cubicBezTo>
                  <a:cubicBezTo>
                    <a:pt x="20370" y="1594"/>
                    <a:pt x="20009" y="1647"/>
                    <a:pt x="19661" y="1740"/>
                  </a:cubicBezTo>
                  <a:cubicBezTo>
                    <a:pt x="19325" y="1831"/>
                    <a:pt x="19029" y="1952"/>
                    <a:pt x="18676" y="1968"/>
                  </a:cubicBezTo>
                  <a:cubicBezTo>
                    <a:pt x="17954" y="2002"/>
                    <a:pt x="17190" y="2024"/>
                    <a:pt x="16470" y="1961"/>
                  </a:cubicBezTo>
                  <a:cubicBezTo>
                    <a:pt x="16106" y="1929"/>
                    <a:pt x="15763" y="1823"/>
                    <a:pt x="15395" y="1838"/>
                  </a:cubicBezTo>
                  <a:cubicBezTo>
                    <a:pt x="15005" y="1853"/>
                    <a:pt x="14648" y="1820"/>
                    <a:pt x="14261" y="1753"/>
                  </a:cubicBezTo>
                  <a:cubicBezTo>
                    <a:pt x="13567" y="1634"/>
                    <a:pt x="12903" y="1583"/>
                    <a:pt x="12200" y="1580"/>
                  </a:cubicBezTo>
                  <a:cubicBezTo>
                    <a:pt x="11426" y="1576"/>
                    <a:pt x="10686" y="1708"/>
                    <a:pt x="9920" y="1747"/>
                  </a:cubicBezTo>
                  <a:cubicBezTo>
                    <a:pt x="9247" y="1780"/>
                    <a:pt x="8590" y="1909"/>
                    <a:pt x="7924" y="2022"/>
                  </a:cubicBezTo>
                  <a:cubicBezTo>
                    <a:pt x="7223" y="2141"/>
                    <a:pt x="6524" y="2065"/>
                    <a:pt x="5819" y="2175"/>
                  </a:cubicBezTo>
                  <a:cubicBezTo>
                    <a:pt x="5085" y="2290"/>
                    <a:pt x="4356" y="2180"/>
                    <a:pt x="3621" y="2244"/>
                  </a:cubicBezTo>
                  <a:cubicBezTo>
                    <a:pt x="3323" y="2270"/>
                    <a:pt x="3043" y="2372"/>
                    <a:pt x="2743" y="2392"/>
                  </a:cubicBezTo>
                  <a:cubicBezTo>
                    <a:pt x="2429" y="2415"/>
                    <a:pt x="2154" y="2424"/>
                    <a:pt x="1856" y="2537"/>
                  </a:cubicBezTo>
                  <a:cubicBezTo>
                    <a:pt x="1415" y="2707"/>
                    <a:pt x="896" y="2705"/>
                    <a:pt x="394" y="2686"/>
                  </a:cubicBezTo>
                  <a:cubicBezTo>
                    <a:pt x="383" y="2662"/>
                    <a:pt x="359" y="2642"/>
                    <a:pt x="322" y="2642"/>
                  </a:cubicBezTo>
                  <a:cubicBezTo>
                    <a:pt x="216" y="2640"/>
                    <a:pt x="108" y="2642"/>
                    <a:pt x="0" y="2645"/>
                  </a:cubicBezTo>
                  <a:lnTo>
                    <a:pt x="0" y="57040"/>
                  </a:lnTo>
                  <a:lnTo>
                    <a:pt x="215725" y="57040"/>
                  </a:lnTo>
                  <a:lnTo>
                    <a:pt x="215725" y="6320"/>
                  </a:lnTo>
                  <a:cubicBezTo>
                    <a:pt x="215493" y="6246"/>
                    <a:pt x="215303" y="6084"/>
                    <a:pt x="215086" y="5959"/>
                  </a:cubicBezTo>
                  <a:cubicBezTo>
                    <a:pt x="214978" y="5898"/>
                    <a:pt x="214881" y="5852"/>
                    <a:pt x="214756" y="5837"/>
                  </a:cubicBezTo>
                  <a:cubicBezTo>
                    <a:pt x="214673" y="5827"/>
                    <a:pt x="214628" y="5812"/>
                    <a:pt x="214563" y="5760"/>
                  </a:cubicBezTo>
                  <a:cubicBezTo>
                    <a:pt x="214505" y="5716"/>
                    <a:pt x="214450" y="5682"/>
                    <a:pt x="214383" y="5653"/>
                  </a:cubicBezTo>
                  <a:cubicBezTo>
                    <a:pt x="214104" y="5522"/>
                    <a:pt x="213784" y="5442"/>
                    <a:pt x="213475" y="5498"/>
                  </a:cubicBezTo>
                  <a:cubicBezTo>
                    <a:pt x="213341" y="5522"/>
                    <a:pt x="213230" y="5586"/>
                    <a:pt x="213116" y="5658"/>
                  </a:cubicBezTo>
                  <a:cubicBezTo>
                    <a:pt x="212965" y="5755"/>
                    <a:pt x="212807" y="5798"/>
                    <a:pt x="212649" y="5874"/>
                  </a:cubicBezTo>
                  <a:cubicBezTo>
                    <a:pt x="212527" y="5933"/>
                    <a:pt x="212435" y="6032"/>
                    <a:pt x="212322" y="6104"/>
                  </a:cubicBezTo>
                  <a:cubicBezTo>
                    <a:pt x="212162" y="6205"/>
                    <a:pt x="211967" y="6207"/>
                    <a:pt x="211792" y="6268"/>
                  </a:cubicBezTo>
                  <a:cubicBezTo>
                    <a:pt x="211632" y="6326"/>
                    <a:pt x="211476" y="6398"/>
                    <a:pt x="211316" y="6450"/>
                  </a:cubicBezTo>
                  <a:cubicBezTo>
                    <a:pt x="211158" y="6502"/>
                    <a:pt x="211002" y="6508"/>
                    <a:pt x="210849" y="6584"/>
                  </a:cubicBezTo>
                  <a:cubicBezTo>
                    <a:pt x="210306" y="6865"/>
                    <a:pt x="209834" y="7256"/>
                    <a:pt x="209400" y="7683"/>
                  </a:cubicBezTo>
                  <a:cubicBezTo>
                    <a:pt x="209183" y="7901"/>
                    <a:pt x="208967" y="8120"/>
                    <a:pt x="208729" y="8314"/>
                  </a:cubicBezTo>
                  <a:cubicBezTo>
                    <a:pt x="208612" y="8407"/>
                    <a:pt x="208487" y="8494"/>
                    <a:pt x="208357" y="8569"/>
                  </a:cubicBezTo>
                  <a:cubicBezTo>
                    <a:pt x="208186" y="8665"/>
                    <a:pt x="208018" y="8677"/>
                    <a:pt x="207832" y="8721"/>
                  </a:cubicBezTo>
                  <a:cubicBezTo>
                    <a:pt x="207529" y="8790"/>
                    <a:pt x="207288" y="9009"/>
                    <a:pt x="206984" y="9078"/>
                  </a:cubicBezTo>
                  <a:cubicBezTo>
                    <a:pt x="206694" y="9145"/>
                    <a:pt x="206391" y="9093"/>
                    <a:pt x="206099" y="9156"/>
                  </a:cubicBezTo>
                  <a:cubicBezTo>
                    <a:pt x="205817" y="9218"/>
                    <a:pt x="205515" y="9298"/>
                    <a:pt x="205296" y="9495"/>
                  </a:cubicBezTo>
                  <a:cubicBezTo>
                    <a:pt x="205095" y="9677"/>
                    <a:pt x="204963" y="9924"/>
                    <a:pt x="204782" y="10125"/>
                  </a:cubicBezTo>
                  <a:cubicBezTo>
                    <a:pt x="204604" y="10324"/>
                    <a:pt x="204394" y="10492"/>
                    <a:pt x="204150" y="10605"/>
                  </a:cubicBezTo>
                  <a:cubicBezTo>
                    <a:pt x="203890" y="10726"/>
                    <a:pt x="203611" y="10748"/>
                    <a:pt x="203341" y="10836"/>
                  </a:cubicBezTo>
                  <a:cubicBezTo>
                    <a:pt x="203090" y="10916"/>
                    <a:pt x="202852" y="11063"/>
                    <a:pt x="202694" y="11275"/>
                  </a:cubicBezTo>
                  <a:cubicBezTo>
                    <a:pt x="202599" y="11403"/>
                    <a:pt x="202523" y="11541"/>
                    <a:pt x="202428" y="11669"/>
                  </a:cubicBezTo>
                  <a:cubicBezTo>
                    <a:pt x="202318" y="11816"/>
                    <a:pt x="202203" y="11959"/>
                    <a:pt x="202090" y="12104"/>
                  </a:cubicBezTo>
                  <a:cubicBezTo>
                    <a:pt x="201894" y="12363"/>
                    <a:pt x="201712" y="12634"/>
                    <a:pt x="201465" y="12848"/>
                  </a:cubicBezTo>
                  <a:cubicBezTo>
                    <a:pt x="201210" y="13071"/>
                    <a:pt x="200968" y="13292"/>
                    <a:pt x="200734" y="13538"/>
                  </a:cubicBezTo>
                  <a:cubicBezTo>
                    <a:pt x="200505" y="13778"/>
                    <a:pt x="200250" y="13992"/>
                    <a:pt x="200038" y="14248"/>
                  </a:cubicBezTo>
                  <a:cubicBezTo>
                    <a:pt x="199826" y="14505"/>
                    <a:pt x="199664" y="14799"/>
                    <a:pt x="199471" y="15070"/>
                  </a:cubicBezTo>
                  <a:cubicBezTo>
                    <a:pt x="199369" y="15214"/>
                    <a:pt x="199261" y="15381"/>
                    <a:pt x="199084" y="15437"/>
                  </a:cubicBezTo>
                  <a:cubicBezTo>
                    <a:pt x="198945" y="15481"/>
                    <a:pt x="198792" y="15467"/>
                    <a:pt x="198647" y="15480"/>
                  </a:cubicBezTo>
                  <a:cubicBezTo>
                    <a:pt x="198368" y="15507"/>
                    <a:pt x="198071" y="15550"/>
                    <a:pt x="197814" y="15669"/>
                  </a:cubicBezTo>
                  <a:cubicBezTo>
                    <a:pt x="197583" y="15777"/>
                    <a:pt x="197303" y="15898"/>
                    <a:pt x="197159" y="16117"/>
                  </a:cubicBezTo>
                  <a:cubicBezTo>
                    <a:pt x="197090" y="16222"/>
                    <a:pt x="197061" y="16346"/>
                    <a:pt x="196988" y="16449"/>
                  </a:cubicBezTo>
                  <a:cubicBezTo>
                    <a:pt x="196886" y="16595"/>
                    <a:pt x="196741" y="16720"/>
                    <a:pt x="196611" y="16839"/>
                  </a:cubicBezTo>
                  <a:cubicBezTo>
                    <a:pt x="196094" y="17310"/>
                    <a:pt x="195584" y="17793"/>
                    <a:pt x="195045" y="18236"/>
                  </a:cubicBezTo>
                  <a:cubicBezTo>
                    <a:pt x="194760" y="18466"/>
                    <a:pt x="194461" y="18684"/>
                    <a:pt x="194130" y="18846"/>
                  </a:cubicBezTo>
                  <a:cubicBezTo>
                    <a:pt x="193834" y="18991"/>
                    <a:pt x="193598" y="19225"/>
                    <a:pt x="193300" y="19368"/>
                  </a:cubicBezTo>
                  <a:cubicBezTo>
                    <a:pt x="193010" y="19510"/>
                    <a:pt x="192688" y="19562"/>
                    <a:pt x="192443" y="19779"/>
                  </a:cubicBezTo>
                  <a:cubicBezTo>
                    <a:pt x="192303" y="19904"/>
                    <a:pt x="192179" y="19872"/>
                    <a:pt x="192006" y="19872"/>
                  </a:cubicBezTo>
                  <a:cubicBezTo>
                    <a:pt x="191848" y="19870"/>
                    <a:pt x="191690" y="19884"/>
                    <a:pt x="191534" y="19908"/>
                  </a:cubicBezTo>
                  <a:cubicBezTo>
                    <a:pt x="191236" y="19952"/>
                    <a:pt x="190944" y="20043"/>
                    <a:pt x="190682" y="20192"/>
                  </a:cubicBezTo>
                  <a:cubicBezTo>
                    <a:pt x="190393" y="20354"/>
                    <a:pt x="190131" y="20562"/>
                    <a:pt x="189839" y="20722"/>
                  </a:cubicBezTo>
                  <a:cubicBezTo>
                    <a:pt x="189713" y="20791"/>
                    <a:pt x="189586" y="20856"/>
                    <a:pt x="189458" y="20921"/>
                  </a:cubicBezTo>
                  <a:cubicBezTo>
                    <a:pt x="189438" y="20899"/>
                    <a:pt x="189402" y="20888"/>
                    <a:pt x="189372" y="20912"/>
                  </a:cubicBezTo>
                  <a:cubicBezTo>
                    <a:pt x="189255" y="21005"/>
                    <a:pt x="189077" y="21025"/>
                    <a:pt x="188934" y="21050"/>
                  </a:cubicBezTo>
                  <a:cubicBezTo>
                    <a:pt x="188772" y="21076"/>
                    <a:pt x="188614" y="21105"/>
                    <a:pt x="188454" y="21137"/>
                  </a:cubicBezTo>
                  <a:cubicBezTo>
                    <a:pt x="188078" y="21211"/>
                    <a:pt x="187710" y="21299"/>
                    <a:pt x="187327" y="21303"/>
                  </a:cubicBezTo>
                  <a:cubicBezTo>
                    <a:pt x="186949" y="21306"/>
                    <a:pt x="186574" y="21275"/>
                    <a:pt x="186198" y="21275"/>
                  </a:cubicBezTo>
                  <a:cubicBezTo>
                    <a:pt x="186023" y="21275"/>
                    <a:pt x="185848" y="21271"/>
                    <a:pt x="185675" y="21276"/>
                  </a:cubicBezTo>
                  <a:cubicBezTo>
                    <a:pt x="185493" y="21282"/>
                    <a:pt x="185305" y="21306"/>
                    <a:pt x="185125" y="21276"/>
                  </a:cubicBezTo>
                  <a:cubicBezTo>
                    <a:pt x="185052" y="21263"/>
                    <a:pt x="184969" y="21243"/>
                    <a:pt x="184907" y="21204"/>
                  </a:cubicBezTo>
                  <a:cubicBezTo>
                    <a:pt x="184836" y="21159"/>
                    <a:pt x="184822" y="21102"/>
                    <a:pt x="184771" y="21042"/>
                  </a:cubicBezTo>
                  <a:cubicBezTo>
                    <a:pt x="184695" y="20951"/>
                    <a:pt x="184574" y="20901"/>
                    <a:pt x="184466" y="20860"/>
                  </a:cubicBezTo>
                  <a:cubicBezTo>
                    <a:pt x="184150" y="20739"/>
                    <a:pt x="183845" y="20802"/>
                    <a:pt x="183518" y="20780"/>
                  </a:cubicBezTo>
                  <a:cubicBezTo>
                    <a:pt x="183354" y="20769"/>
                    <a:pt x="183196" y="20726"/>
                    <a:pt x="183033" y="20720"/>
                  </a:cubicBezTo>
                  <a:cubicBezTo>
                    <a:pt x="182835" y="20715"/>
                    <a:pt x="182646" y="20745"/>
                    <a:pt x="182456" y="20685"/>
                  </a:cubicBezTo>
                  <a:cubicBezTo>
                    <a:pt x="182305" y="20639"/>
                    <a:pt x="182168" y="20560"/>
                    <a:pt x="182015" y="20518"/>
                  </a:cubicBezTo>
                  <a:cubicBezTo>
                    <a:pt x="181844" y="20471"/>
                    <a:pt x="181660" y="20458"/>
                    <a:pt x="181483" y="20440"/>
                  </a:cubicBezTo>
                  <a:cubicBezTo>
                    <a:pt x="181141" y="20401"/>
                    <a:pt x="180816" y="20427"/>
                    <a:pt x="180494" y="20559"/>
                  </a:cubicBezTo>
                  <a:cubicBezTo>
                    <a:pt x="180345" y="20620"/>
                    <a:pt x="180206" y="20698"/>
                    <a:pt x="180072" y="20789"/>
                  </a:cubicBezTo>
                  <a:cubicBezTo>
                    <a:pt x="179936" y="20882"/>
                    <a:pt x="179797" y="20940"/>
                    <a:pt x="179646" y="21003"/>
                  </a:cubicBezTo>
                  <a:cubicBezTo>
                    <a:pt x="179501" y="21064"/>
                    <a:pt x="179415" y="21144"/>
                    <a:pt x="179302" y="21247"/>
                  </a:cubicBezTo>
                  <a:cubicBezTo>
                    <a:pt x="179188" y="21349"/>
                    <a:pt x="178999" y="21342"/>
                    <a:pt x="178861" y="21418"/>
                  </a:cubicBezTo>
                  <a:cubicBezTo>
                    <a:pt x="178727" y="21494"/>
                    <a:pt x="178614" y="21598"/>
                    <a:pt x="178484" y="21678"/>
                  </a:cubicBezTo>
                  <a:cubicBezTo>
                    <a:pt x="178333" y="21769"/>
                    <a:pt x="178182" y="21842"/>
                    <a:pt x="178041" y="21948"/>
                  </a:cubicBezTo>
                  <a:cubicBezTo>
                    <a:pt x="177927" y="22035"/>
                    <a:pt x="177812" y="22126"/>
                    <a:pt x="177708" y="22223"/>
                  </a:cubicBezTo>
                  <a:cubicBezTo>
                    <a:pt x="177585" y="22337"/>
                    <a:pt x="177474" y="22467"/>
                    <a:pt x="177330" y="22554"/>
                  </a:cubicBezTo>
                  <a:cubicBezTo>
                    <a:pt x="177176" y="22649"/>
                    <a:pt x="177020" y="22660"/>
                    <a:pt x="176845" y="22666"/>
                  </a:cubicBezTo>
                  <a:cubicBezTo>
                    <a:pt x="176683" y="22669"/>
                    <a:pt x="176527" y="22723"/>
                    <a:pt x="176365" y="22722"/>
                  </a:cubicBezTo>
                  <a:cubicBezTo>
                    <a:pt x="176090" y="22714"/>
                    <a:pt x="175965" y="22861"/>
                    <a:pt x="175861" y="23106"/>
                  </a:cubicBezTo>
                  <a:cubicBezTo>
                    <a:pt x="175746" y="23380"/>
                    <a:pt x="175599" y="23612"/>
                    <a:pt x="175523" y="23902"/>
                  </a:cubicBezTo>
                  <a:cubicBezTo>
                    <a:pt x="175487" y="24031"/>
                    <a:pt x="175458" y="24167"/>
                    <a:pt x="175391" y="24284"/>
                  </a:cubicBezTo>
                  <a:cubicBezTo>
                    <a:pt x="175303" y="24444"/>
                    <a:pt x="175149" y="24466"/>
                    <a:pt x="174985" y="24499"/>
                  </a:cubicBezTo>
                  <a:cubicBezTo>
                    <a:pt x="174838" y="24529"/>
                    <a:pt x="174697" y="24578"/>
                    <a:pt x="174561" y="24635"/>
                  </a:cubicBezTo>
                  <a:cubicBezTo>
                    <a:pt x="174489" y="24667"/>
                    <a:pt x="174414" y="24698"/>
                    <a:pt x="174353" y="24749"/>
                  </a:cubicBezTo>
                  <a:cubicBezTo>
                    <a:pt x="174333" y="24767"/>
                    <a:pt x="174314" y="24793"/>
                    <a:pt x="174292" y="24810"/>
                  </a:cubicBezTo>
                  <a:cubicBezTo>
                    <a:pt x="174236" y="24851"/>
                    <a:pt x="174221" y="24834"/>
                    <a:pt x="174160" y="24821"/>
                  </a:cubicBezTo>
                  <a:cubicBezTo>
                    <a:pt x="174115" y="24812"/>
                    <a:pt x="174070" y="24819"/>
                    <a:pt x="174026" y="24812"/>
                  </a:cubicBezTo>
                  <a:cubicBezTo>
                    <a:pt x="173948" y="24803"/>
                    <a:pt x="173899" y="24756"/>
                    <a:pt x="173836" y="24713"/>
                  </a:cubicBezTo>
                  <a:cubicBezTo>
                    <a:pt x="173676" y="24609"/>
                    <a:pt x="173490" y="24559"/>
                    <a:pt x="173336" y="24449"/>
                  </a:cubicBezTo>
                  <a:cubicBezTo>
                    <a:pt x="173183" y="24341"/>
                    <a:pt x="173021" y="24237"/>
                    <a:pt x="172886" y="24113"/>
                  </a:cubicBezTo>
                  <a:cubicBezTo>
                    <a:pt x="172750" y="23986"/>
                    <a:pt x="172659" y="23832"/>
                    <a:pt x="172553" y="23683"/>
                  </a:cubicBezTo>
                  <a:cubicBezTo>
                    <a:pt x="172346" y="23391"/>
                    <a:pt x="172092" y="23151"/>
                    <a:pt x="171911" y="22837"/>
                  </a:cubicBezTo>
                  <a:cubicBezTo>
                    <a:pt x="171740" y="22536"/>
                    <a:pt x="171513" y="22273"/>
                    <a:pt x="171299" y="22002"/>
                  </a:cubicBezTo>
                  <a:cubicBezTo>
                    <a:pt x="171201" y="21879"/>
                    <a:pt x="171098" y="21758"/>
                    <a:pt x="170974" y="21661"/>
                  </a:cubicBezTo>
                  <a:cubicBezTo>
                    <a:pt x="170845" y="21563"/>
                    <a:pt x="170700" y="21494"/>
                    <a:pt x="170563" y="21412"/>
                  </a:cubicBezTo>
                  <a:cubicBezTo>
                    <a:pt x="170263" y="21234"/>
                    <a:pt x="170018" y="21037"/>
                    <a:pt x="169837" y="20737"/>
                  </a:cubicBezTo>
                  <a:cubicBezTo>
                    <a:pt x="169774" y="20631"/>
                    <a:pt x="169702" y="20540"/>
                    <a:pt x="169588" y="20486"/>
                  </a:cubicBezTo>
                  <a:cubicBezTo>
                    <a:pt x="169436" y="20414"/>
                    <a:pt x="169311" y="20306"/>
                    <a:pt x="169161" y="20231"/>
                  </a:cubicBezTo>
                  <a:cubicBezTo>
                    <a:pt x="168872" y="20090"/>
                    <a:pt x="168562" y="20043"/>
                    <a:pt x="168242" y="20060"/>
                  </a:cubicBezTo>
                  <a:cubicBezTo>
                    <a:pt x="168060" y="20069"/>
                    <a:pt x="167879" y="20097"/>
                    <a:pt x="167697" y="20110"/>
                  </a:cubicBezTo>
                  <a:cubicBezTo>
                    <a:pt x="167515" y="20123"/>
                    <a:pt x="167286" y="20151"/>
                    <a:pt x="167107" y="20097"/>
                  </a:cubicBezTo>
                  <a:cubicBezTo>
                    <a:pt x="166949" y="20049"/>
                    <a:pt x="166812" y="19930"/>
                    <a:pt x="166681" y="19833"/>
                  </a:cubicBezTo>
                  <a:cubicBezTo>
                    <a:pt x="166535" y="19724"/>
                    <a:pt x="166401" y="19619"/>
                    <a:pt x="166280" y="19480"/>
                  </a:cubicBezTo>
                  <a:cubicBezTo>
                    <a:pt x="166075" y="19242"/>
                    <a:pt x="165781" y="19060"/>
                    <a:pt x="165517" y="18892"/>
                  </a:cubicBezTo>
                  <a:cubicBezTo>
                    <a:pt x="165222" y="18703"/>
                    <a:pt x="164883" y="18565"/>
                    <a:pt x="164613" y="18338"/>
                  </a:cubicBezTo>
                  <a:cubicBezTo>
                    <a:pt x="164347" y="18113"/>
                    <a:pt x="164167" y="17810"/>
                    <a:pt x="163909" y="17579"/>
                  </a:cubicBezTo>
                  <a:cubicBezTo>
                    <a:pt x="163641" y="17345"/>
                    <a:pt x="163432" y="17059"/>
                    <a:pt x="163168" y="16819"/>
                  </a:cubicBezTo>
                  <a:cubicBezTo>
                    <a:pt x="162914" y="16590"/>
                    <a:pt x="162636" y="16374"/>
                    <a:pt x="162348" y="16188"/>
                  </a:cubicBezTo>
                  <a:cubicBezTo>
                    <a:pt x="162058" y="16000"/>
                    <a:pt x="161734" y="15870"/>
                    <a:pt x="161463" y="15653"/>
                  </a:cubicBezTo>
                  <a:cubicBezTo>
                    <a:pt x="161348" y="15563"/>
                    <a:pt x="161247" y="15461"/>
                    <a:pt x="161123" y="15385"/>
                  </a:cubicBezTo>
                  <a:cubicBezTo>
                    <a:pt x="160983" y="15299"/>
                    <a:pt x="160833" y="15238"/>
                    <a:pt x="160682" y="15176"/>
                  </a:cubicBezTo>
                  <a:cubicBezTo>
                    <a:pt x="160529" y="15113"/>
                    <a:pt x="160371" y="15070"/>
                    <a:pt x="160221" y="15009"/>
                  </a:cubicBezTo>
                  <a:cubicBezTo>
                    <a:pt x="160050" y="14940"/>
                    <a:pt x="159912" y="14801"/>
                    <a:pt x="159785" y="14674"/>
                  </a:cubicBezTo>
                  <a:cubicBezTo>
                    <a:pt x="159529" y="14418"/>
                    <a:pt x="159326" y="14122"/>
                    <a:pt x="159103" y="13837"/>
                  </a:cubicBezTo>
                  <a:cubicBezTo>
                    <a:pt x="158921" y="13605"/>
                    <a:pt x="158725" y="13395"/>
                    <a:pt x="158452" y="13274"/>
                  </a:cubicBezTo>
                  <a:cubicBezTo>
                    <a:pt x="158134" y="13134"/>
                    <a:pt x="157799" y="13062"/>
                    <a:pt x="157463" y="12989"/>
                  </a:cubicBezTo>
                  <a:cubicBezTo>
                    <a:pt x="157115" y="12915"/>
                    <a:pt x="156763" y="12788"/>
                    <a:pt x="156430" y="12660"/>
                  </a:cubicBezTo>
                  <a:cubicBezTo>
                    <a:pt x="156205" y="12573"/>
                    <a:pt x="155949" y="12506"/>
                    <a:pt x="155720" y="12400"/>
                  </a:cubicBezTo>
                  <a:cubicBezTo>
                    <a:pt x="155759" y="12366"/>
                    <a:pt x="155763" y="12296"/>
                    <a:pt x="155701" y="12286"/>
                  </a:cubicBezTo>
                  <a:cubicBezTo>
                    <a:pt x="155551" y="12262"/>
                    <a:pt x="155428" y="12136"/>
                    <a:pt x="155296" y="12065"/>
                  </a:cubicBezTo>
                  <a:cubicBezTo>
                    <a:pt x="155145" y="11983"/>
                    <a:pt x="154989" y="11913"/>
                    <a:pt x="154838" y="11833"/>
                  </a:cubicBezTo>
                  <a:cubicBezTo>
                    <a:pt x="154498" y="11656"/>
                    <a:pt x="154163" y="11470"/>
                    <a:pt x="153829" y="11288"/>
                  </a:cubicBezTo>
                  <a:cubicBezTo>
                    <a:pt x="153531" y="11124"/>
                    <a:pt x="153235" y="11003"/>
                    <a:pt x="152906" y="10927"/>
                  </a:cubicBezTo>
                  <a:cubicBezTo>
                    <a:pt x="152555" y="10847"/>
                    <a:pt x="152224" y="10720"/>
                    <a:pt x="151878" y="10622"/>
                  </a:cubicBezTo>
                  <a:cubicBezTo>
                    <a:pt x="151722" y="10577"/>
                    <a:pt x="151558" y="10573"/>
                    <a:pt x="151400" y="10533"/>
                  </a:cubicBezTo>
                  <a:cubicBezTo>
                    <a:pt x="151245" y="10494"/>
                    <a:pt x="151108" y="10412"/>
                    <a:pt x="150946" y="10391"/>
                  </a:cubicBezTo>
                  <a:cubicBezTo>
                    <a:pt x="150805" y="10373"/>
                    <a:pt x="150661" y="10391"/>
                    <a:pt x="150520" y="10389"/>
                  </a:cubicBezTo>
                  <a:cubicBezTo>
                    <a:pt x="150293" y="10387"/>
                    <a:pt x="150076" y="10337"/>
                    <a:pt x="149860" y="10276"/>
                  </a:cubicBezTo>
                  <a:cubicBezTo>
                    <a:pt x="149722" y="10237"/>
                    <a:pt x="149594" y="10198"/>
                    <a:pt x="149451" y="10181"/>
                  </a:cubicBezTo>
                  <a:cubicBezTo>
                    <a:pt x="149257" y="10159"/>
                    <a:pt x="149069" y="10151"/>
                    <a:pt x="148924" y="10004"/>
                  </a:cubicBezTo>
                  <a:cubicBezTo>
                    <a:pt x="148712" y="9791"/>
                    <a:pt x="148573" y="9575"/>
                    <a:pt x="148274" y="9476"/>
                  </a:cubicBezTo>
                  <a:cubicBezTo>
                    <a:pt x="147967" y="9376"/>
                    <a:pt x="147611" y="9422"/>
                    <a:pt x="147295" y="9420"/>
                  </a:cubicBezTo>
                  <a:cubicBezTo>
                    <a:pt x="146929" y="9420"/>
                    <a:pt x="146564" y="9435"/>
                    <a:pt x="146198" y="9441"/>
                  </a:cubicBezTo>
                  <a:cubicBezTo>
                    <a:pt x="146008" y="9443"/>
                    <a:pt x="145820" y="9432"/>
                    <a:pt x="145642" y="9363"/>
                  </a:cubicBezTo>
                  <a:cubicBezTo>
                    <a:pt x="145499" y="9309"/>
                    <a:pt x="145380" y="9214"/>
                    <a:pt x="145240" y="9158"/>
                  </a:cubicBezTo>
                  <a:cubicBezTo>
                    <a:pt x="145129" y="9114"/>
                    <a:pt x="145008" y="9108"/>
                    <a:pt x="144896" y="9069"/>
                  </a:cubicBezTo>
                  <a:cubicBezTo>
                    <a:pt x="144705" y="9004"/>
                    <a:pt x="144535" y="8885"/>
                    <a:pt x="144351" y="8803"/>
                  </a:cubicBezTo>
                  <a:cubicBezTo>
                    <a:pt x="143760" y="8544"/>
                    <a:pt x="143038" y="8621"/>
                    <a:pt x="142412" y="8623"/>
                  </a:cubicBezTo>
                  <a:cubicBezTo>
                    <a:pt x="142213" y="8623"/>
                    <a:pt x="142015" y="8624"/>
                    <a:pt x="141820" y="8582"/>
                  </a:cubicBezTo>
                  <a:cubicBezTo>
                    <a:pt x="141642" y="8543"/>
                    <a:pt x="141541" y="8424"/>
                    <a:pt x="141387" y="8345"/>
                  </a:cubicBezTo>
                  <a:cubicBezTo>
                    <a:pt x="141156" y="8228"/>
                    <a:pt x="140866" y="8284"/>
                    <a:pt x="140628" y="8344"/>
                  </a:cubicBezTo>
                  <a:cubicBezTo>
                    <a:pt x="140353" y="8414"/>
                    <a:pt x="139895" y="8682"/>
                    <a:pt x="139626" y="8515"/>
                  </a:cubicBezTo>
                  <a:cubicBezTo>
                    <a:pt x="139503" y="8437"/>
                    <a:pt x="139447" y="8286"/>
                    <a:pt x="139332" y="8197"/>
                  </a:cubicBezTo>
                  <a:cubicBezTo>
                    <a:pt x="139215" y="8106"/>
                    <a:pt x="139070" y="8074"/>
                    <a:pt x="138924" y="8068"/>
                  </a:cubicBezTo>
                  <a:cubicBezTo>
                    <a:pt x="138778" y="8061"/>
                    <a:pt x="138634" y="8081"/>
                    <a:pt x="138489" y="8091"/>
                  </a:cubicBezTo>
                  <a:cubicBezTo>
                    <a:pt x="138432" y="8094"/>
                    <a:pt x="138329" y="8113"/>
                    <a:pt x="138275" y="8089"/>
                  </a:cubicBezTo>
                  <a:cubicBezTo>
                    <a:pt x="138199" y="8053"/>
                    <a:pt x="138177" y="7946"/>
                    <a:pt x="138147" y="7875"/>
                  </a:cubicBezTo>
                  <a:cubicBezTo>
                    <a:pt x="138041" y="7618"/>
                    <a:pt x="138047" y="7310"/>
                    <a:pt x="137855" y="7094"/>
                  </a:cubicBezTo>
                  <a:cubicBezTo>
                    <a:pt x="137831" y="7068"/>
                    <a:pt x="137790" y="7060"/>
                    <a:pt x="137757" y="7070"/>
                  </a:cubicBezTo>
                  <a:cubicBezTo>
                    <a:pt x="137641" y="7099"/>
                    <a:pt x="137548" y="7163"/>
                    <a:pt x="137444" y="7217"/>
                  </a:cubicBezTo>
                  <a:cubicBezTo>
                    <a:pt x="137251" y="7317"/>
                    <a:pt x="137174" y="7165"/>
                    <a:pt x="137072" y="7032"/>
                  </a:cubicBezTo>
                  <a:cubicBezTo>
                    <a:pt x="136955" y="6880"/>
                    <a:pt x="136801" y="6783"/>
                    <a:pt x="136600" y="6800"/>
                  </a:cubicBezTo>
                  <a:cubicBezTo>
                    <a:pt x="136403" y="6815"/>
                    <a:pt x="136246" y="6951"/>
                    <a:pt x="136111" y="7081"/>
                  </a:cubicBezTo>
                  <a:cubicBezTo>
                    <a:pt x="135993" y="7196"/>
                    <a:pt x="135839" y="7403"/>
                    <a:pt x="135670" y="7471"/>
                  </a:cubicBezTo>
                  <a:cubicBezTo>
                    <a:pt x="135609" y="7278"/>
                    <a:pt x="135450" y="7112"/>
                    <a:pt x="135276" y="698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>
            <a:spLocks noGrp="1"/>
          </p:cNvSpPr>
          <p:nvPr>
            <p:ph type="title"/>
          </p:nvPr>
        </p:nvSpPr>
        <p:spPr>
          <a:xfrm>
            <a:off x="713275" y="540000"/>
            <a:ext cx="44481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subTitle" idx="1"/>
          </p:nvPr>
        </p:nvSpPr>
        <p:spPr>
          <a:xfrm>
            <a:off x="713225" y="1482100"/>
            <a:ext cx="4448100" cy="125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8147375" y="1772063"/>
            <a:ext cx="1864550" cy="512975"/>
          </a:xfrm>
          <a:custGeom>
            <a:avLst/>
            <a:gdLst/>
            <a:ahLst/>
            <a:cxnLst/>
            <a:rect l="l" t="t" r="r" b="b"/>
            <a:pathLst>
              <a:path w="74582" h="20519" extrusionOk="0">
                <a:moveTo>
                  <a:pt x="28986" y="0"/>
                </a:moveTo>
                <a:cubicBezTo>
                  <a:pt x="26055" y="1629"/>
                  <a:pt x="24426" y="3582"/>
                  <a:pt x="24426" y="3582"/>
                </a:cubicBezTo>
                <a:lnTo>
                  <a:pt x="23450" y="12051"/>
                </a:lnTo>
                <a:cubicBezTo>
                  <a:pt x="21914" y="12888"/>
                  <a:pt x="20379" y="13127"/>
                  <a:pt x="19126" y="13127"/>
                </a:cubicBezTo>
                <a:cubicBezTo>
                  <a:pt x="17455" y="13127"/>
                  <a:pt x="16285" y="12701"/>
                  <a:pt x="16285" y="12701"/>
                </a:cubicBezTo>
                <a:lnTo>
                  <a:pt x="11073" y="14656"/>
                </a:lnTo>
                <a:lnTo>
                  <a:pt x="6839" y="17913"/>
                </a:lnTo>
                <a:lnTo>
                  <a:pt x="1" y="20192"/>
                </a:lnTo>
                <a:lnTo>
                  <a:pt x="14656" y="20518"/>
                </a:lnTo>
                <a:lnTo>
                  <a:pt x="74582" y="20518"/>
                </a:lnTo>
                <a:lnTo>
                  <a:pt x="51133" y="18238"/>
                </a:lnTo>
                <a:lnTo>
                  <a:pt x="49180" y="13678"/>
                </a:lnTo>
                <a:lnTo>
                  <a:pt x="45596" y="10422"/>
                </a:lnTo>
                <a:lnTo>
                  <a:pt x="40711" y="10096"/>
                </a:lnTo>
                <a:lnTo>
                  <a:pt x="34848" y="3908"/>
                </a:lnTo>
                <a:lnTo>
                  <a:pt x="2898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21"/>
          <p:cNvGrpSpPr/>
          <p:nvPr/>
        </p:nvGrpSpPr>
        <p:grpSpPr>
          <a:xfrm>
            <a:off x="50" y="3265954"/>
            <a:ext cx="9145246" cy="2906840"/>
            <a:chOff x="50" y="2576829"/>
            <a:chExt cx="9145246" cy="2906840"/>
          </a:xfrm>
        </p:grpSpPr>
        <p:sp>
          <p:nvSpPr>
            <p:cNvPr id="238" name="Google Shape;238;p21"/>
            <p:cNvSpPr/>
            <p:nvPr/>
          </p:nvSpPr>
          <p:spPr>
            <a:xfrm>
              <a:off x="50" y="2885841"/>
              <a:ext cx="1782039" cy="846980"/>
            </a:xfrm>
            <a:custGeom>
              <a:avLst/>
              <a:gdLst/>
              <a:ahLst/>
              <a:cxnLst/>
              <a:rect l="l" t="t" r="r" b="b"/>
              <a:pathLst>
                <a:path w="46868" h="36982" extrusionOk="0">
                  <a:moveTo>
                    <a:pt x="46868" y="8332"/>
                  </a:moveTo>
                  <a:cubicBezTo>
                    <a:pt x="46868" y="8332"/>
                    <a:pt x="34670" y="9009"/>
                    <a:pt x="27387" y="4267"/>
                  </a:cubicBezTo>
                  <a:cubicBezTo>
                    <a:pt x="20835" y="0"/>
                    <a:pt x="13184" y="806"/>
                    <a:pt x="0" y="10629"/>
                  </a:cubicBezTo>
                  <a:lnTo>
                    <a:pt x="0" y="36982"/>
                  </a:lnTo>
                  <a:cubicBezTo>
                    <a:pt x="1733" y="36874"/>
                    <a:pt x="3628" y="36705"/>
                    <a:pt x="5702" y="36454"/>
                  </a:cubicBezTo>
                  <a:cubicBezTo>
                    <a:pt x="21118" y="34590"/>
                    <a:pt x="30097" y="35606"/>
                    <a:pt x="33147" y="32558"/>
                  </a:cubicBezTo>
                  <a:cubicBezTo>
                    <a:pt x="36195" y="29508"/>
                    <a:pt x="46868" y="8332"/>
                    <a:pt x="46868" y="83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461712" y="2918431"/>
              <a:ext cx="1246149" cy="687602"/>
            </a:xfrm>
            <a:custGeom>
              <a:avLst/>
              <a:gdLst/>
              <a:ahLst/>
              <a:cxnLst/>
              <a:rect l="l" t="t" r="r" b="b"/>
              <a:pathLst>
                <a:path w="32774" h="30023" extrusionOk="0">
                  <a:moveTo>
                    <a:pt x="32773" y="6941"/>
                  </a:moveTo>
                  <a:cubicBezTo>
                    <a:pt x="29033" y="6915"/>
                    <a:pt x="20741" y="6422"/>
                    <a:pt x="15245" y="2844"/>
                  </a:cubicBezTo>
                  <a:cubicBezTo>
                    <a:pt x="12243" y="889"/>
                    <a:pt x="9011" y="0"/>
                    <a:pt x="5122" y="552"/>
                  </a:cubicBezTo>
                  <a:cubicBezTo>
                    <a:pt x="5371" y="1479"/>
                    <a:pt x="5472" y="2771"/>
                    <a:pt x="4845" y="4198"/>
                  </a:cubicBezTo>
                  <a:cubicBezTo>
                    <a:pt x="3618" y="6995"/>
                    <a:pt x="6117" y="3818"/>
                    <a:pt x="6582" y="4071"/>
                  </a:cubicBezTo>
                  <a:cubicBezTo>
                    <a:pt x="7049" y="4326"/>
                    <a:pt x="9504" y="7417"/>
                    <a:pt x="5396" y="13177"/>
                  </a:cubicBezTo>
                  <a:cubicBezTo>
                    <a:pt x="5396" y="13177"/>
                    <a:pt x="5185" y="13495"/>
                    <a:pt x="5375" y="13770"/>
                  </a:cubicBezTo>
                  <a:cubicBezTo>
                    <a:pt x="5565" y="14045"/>
                    <a:pt x="6772" y="13197"/>
                    <a:pt x="7620" y="12606"/>
                  </a:cubicBezTo>
                  <a:cubicBezTo>
                    <a:pt x="8466" y="12012"/>
                    <a:pt x="10880" y="9344"/>
                    <a:pt x="11390" y="9217"/>
                  </a:cubicBezTo>
                  <a:cubicBezTo>
                    <a:pt x="11897" y="9091"/>
                    <a:pt x="10839" y="17729"/>
                    <a:pt x="5163" y="24166"/>
                  </a:cubicBezTo>
                  <a:cubicBezTo>
                    <a:pt x="0" y="30022"/>
                    <a:pt x="22736" y="24242"/>
                    <a:pt x="27776" y="20155"/>
                  </a:cubicBezTo>
                  <a:cubicBezTo>
                    <a:pt x="28247" y="19292"/>
                    <a:pt x="28717" y="18421"/>
                    <a:pt x="29176" y="17564"/>
                  </a:cubicBezTo>
                  <a:cubicBezTo>
                    <a:pt x="30305" y="14285"/>
                    <a:pt x="32260" y="9530"/>
                    <a:pt x="32773" y="69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50" y="2885850"/>
              <a:ext cx="3855963" cy="1166630"/>
            </a:xfrm>
            <a:custGeom>
              <a:avLst/>
              <a:gdLst/>
              <a:ahLst/>
              <a:cxnLst/>
              <a:rect l="l" t="t" r="r" b="b"/>
              <a:pathLst>
                <a:path w="108192" h="50939" extrusionOk="0">
                  <a:moveTo>
                    <a:pt x="108192" y="48619"/>
                  </a:moveTo>
                  <a:cubicBezTo>
                    <a:pt x="108192" y="48619"/>
                    <a:pt x="103799" y="31271"/>
                    <a:pt x="89726" y="24563"/>
                  </a:cubicBezTo>
                  <a:cubicBezTo>
                    <a:pt x="75655" y="17856"/>
                    <a:pt x="60420" y="4405"/>
                    <a:pt x="55337" y="2203"/>
                  </a:cubicBezTo>
                  <a:cubicBezTo>
                    <a:pt x="50256" y="1"/>
                    <a:pt x="45343" y="1695"/>
                    <a:pt x="39245" y="8470"/>
                  </a:cubicBezTo>
                  <a:cubicBezTo>
                    <a:pt x="33147" y="15247"/>
                    <a:pt x="20441" y="20497"/>
                    <a:pt x="1806" y="23378"/>
                  </a:cubicBezTo>
                  <a:cubicBezTo>
                    <a:pt x="1194" y="23473"/>
                    <a:pt x="591" y="23572"/>
                    <a:pt x="0" y="23674"/>
                  </a:cubicBezTo>
                  <a:lnTo>
                    <a:pt x="0" y="48690"/>
                  </a:lnTo>
                  <a:cubicBezTo>
                    <a:pt x="2918" y="50148"/>
                    <a:pt x="5263" y="50938"/>
                    <a:pt x="6381" y="50482"/>
                  </a:cubicBezTo>
                  <a:cubicBezTo>
                    <a:pt x="10954" y="48619"/>
                    <a:pt x="108192" y="48619"/>
                    <a:pt x="108192" y="486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1227200" y="2913025"/>
              <a:ext cx="2887829" cy="1243198"/>
            </a:xfrm>
            <a:custGeom>
              <a:avLst/>
              <a:gdLst/>
              <a:ahLst/>
              <a:cxnLst/>
              <a:rect l="l" t="t" r="r" b="b"/>
              <a:pathLst>
                <a:path w="73142" h="48130" extrusionOk="0">
                  <a:moveTo>
                    <a:pt x="73142" y="47581"/>
                  </a:moveTo>
                  <a:cubicBezTo>
                    <a:pt x="73142" y="47581"/>
                    <a:pt x="68749" y="30233"/>
                    <a:pt x="54676" y="23525"/>
                  </a:cubicBezTo>
                  <a:cubicBezTo>
                    <a:pt x="40605" y="16818"/>
                    <a:pt x="25370" y="3367"/>
                    <a:pt x="20287" y="1165"/>
                  </a:cubicBezTo>
                  <a:cubicBezTo>
                    <a:pt x="18141" y="235"/>
                    <a:pt x="16025" y="1"/>
                    <a:pt x="13836" y="549"/>
                  </a:cubicBezTo>
                  <a:cubicBezTo>
                    <a:pt x="13998" y="2777"/>
                    <a:pt x="13758" y="6469"/>
                    <a:pt x="11329" y="10376"/>
                  </a:cubicBezTo>
                  <a:cubicBezTo>
                    <a:pt x="11329" y="10376"/>
                    <a:pt x="11054" y="11181"/>
                    <a:pt x="11775" y="11075"/>
                  </a:cubicBezTo>
                  <a:cubicBezTo>
                    <a:pt x="12495" y="10969"/>
                    <a:pt x="15523" y="7750"/>
                    <a:pt x="16010" y="6988"/>
                  </a:cubicBezTo>
                  <a:cubicBezTo>
                    <a:pt x="16497" y="6225"/>
                    <a:pt x="16793" y="11075"/>
                    <a:pt x="15523" y="12980"/>
                  </a:cubicBezTo>
                  <a:cubicBezTo>
                    <a:pt x="14252" y="14886"/>
                    <a:pt x="12432" y="16623"/>
                    <a:pt x="12515" y="17174"/>
                  </a:cubicBezTo>
                  <a:cubicBezTo>
                    <a:pt x="12601" y="17724"/>
                    <a:pt x="17005" y="16538"/>
                    <a:pt x="17853" y="16073"/>
                  </a:cubicBezTo>
                  <a:cubicBezTo>
                    <a:pt x="18699" y="15606"/>
                    <a:pt x="17048" y="22721"/>
                    <a:pt x="10948" y="30852"/>
                  </a:cubicBezTo>
                  <a:cubicBezTo>
                    <a:pt x="7388" y="35600"/>
                    <a:pt x="3021" y="42885"/>
                    <a:pt x="1" y="48130"/>
                  </a:cubicBezTo>
                  <a:cubicBezTo>
                    <a:pt x="30155" y="47583"/>
                    <a:pt x="73142" y="47581"/>
                    <a:pt x="73142" y="475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21"/>
            <p:cNvGrpSpPr/>
            <p:nvPr/>
          </p:nvGrpSpPr>
          <p:grpSpPr>
            <a:xfrm>
              <a:off x="1073" y="2576829"/>
              <a:ext cx="9144222" cy="2906840"/>
              <a:chOff x="1073" y="2576829"/>
              <a:chExt cx="9144222" cy="2906840"/>
            </a:xfrm>
          </p:grpSpPr>
          <p:sp>
            <p:nvSpPr>
              <p:cNvPr id="243" name="Google Shape;243;p21"/>
              <p:cNvSpPr/>
              <p:nvPr/>
            </p:nvSpPr>
            <p:spPr>
              <a:xfrm>
                <a:off x="5203496" y="2576829"/>
                <a:ext cx="3929363" cy="1977829"/>
              </a:xfrm>
              <a:custGeom>
                <a:avLst/>
                <a:gdLst/>
                <a:ahLst/>
                <a:cxnLst/>
                <a:rect l="l" t="t" r="r" b="b"/>
                <a:pathLst>
                  <a:path w="152124" h="76571" extrusionOk="0">
                    <a:moveTo>
                      <a:pt x="152124" y="43707"/>
                    </a:moveTo>
                    <a:cubicBezTo>
                      <a:pt x="152124" y="43707"/>
                      <a:pt x="127052" y="36930"/>
                      <a:pt x="111806" y="25410"/>
                    </a:cubicBezTo>
                    <a:cubicBezTo>
                      <a:pt x="96560" y="13893"/>
                      <a:pt x="94187" y="3727"/>
                      <a:pt x="87581" y="1864"/>
                    </a:cubicBezTo>
                    <a:cubicBezTo>
                      <a:pt x="80975" y="0"/>
                      <a:pt x="79111" y="3896"/>
                      <a:pt x="76400" y="7793"/>
                    </a:cubicBezTo>
                    <a:cubicBezTo>
                      <a:pt x="73690" y="11691"/>
                      <a:pt x="56580" y="30493"/>
                      <a:pt x="43367" y="34051"/>
                    </a:cubicBezTo>
                    <a:cubicBezTo>
                      <a:pt x="30153" y="37608"/>
                      <a:pt x="15755" y="39980"/>
                      <a:pt x="10333" y="45570"/>
                    </a:cubicBezTo>
                    <a:cubicBezTo>
                      <a:pt x="4912" y="51161"/>
                      <a:pt x="1" y="64205"/>
                      <a:pt x="1" y="64205"/>
                    </a:cubicBezTo>
                    <a:cubicBezTo>
                      <a:pt x="1" y="64205"/>
                      <a:pt x="127052" y="76571"/>
                      <a:pt x="129931" y="75048"/>
                    </a:cubicBezTo>
                    <a:cubicBezTo>
                      <a:pt x="132812" y="73523"/>
                      <a:pt x="152124" y="43707"/>
                      <a:pt x="152124" y="437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1"/>
              <p:cNvSpPr/>
              <p:nvPr/>
            </p:nvSpPr>
            <p:spPr>
              <a:xfrm>
                <a:off x="6860921" y="2617150"/>
                <a:ext cx="2284044" cy="1716497"/>
              </a:xfrm>
              <a:custGeom>
                <a:avLst/>
                <a:gdLst/>
                <a:ahLst/>
                <a:cxnLst/>
                <a:rect l="l" t="t" r="r" b="b"/>
                <a:pathLst>
                  <a:path w="88426" h="74948" extrusionOk="0">
                    <a:moveTo>
                      <a:pt x="88425" y="42710"/>
                    </a:moveTo>
                    <a:cubicBezTo>
                      <a:pt x="74559" y="37879"/>
                      <a:pt x="56398" y="30791"/>
                      <a:pt x="47635" y="24170"/>
                    </a:cubicBezTo>
                    <a:cubicBezTo>
                      <a:pt x="32391" y="12653"/>
                      <a:pt x="30018" y="2487"/>
                      <a:pt x="23412" y="624"/>
                    </a:cubicBezTo>
                    <a:cubicBezTo>
                      <a:pt x="21202" y="1"/>
                      <a:pt x="19527" y="23"/>
                      <a:pt x="18169" y="471"/>
                    </a:cubicBezTo>
                    <a:cubicBezTo>
                      <a:pt x="18357" y="3696"/>
                      <a:pt x="18007" y="9056"/>
                      <a:pt x="14855" y="14938"/>
                    </a:cubicBezTo>
                    <a:cubicBezTo>
                      <a:pt x="14855" y="14938"/>
                      <a:pt x="14433" y="15701"/>
                      <a:pt x="14963" y="15890"/>
                    </a:cubicBezTo>
                    <a:cubicBezTo>
                      <a:pt x="15491" y="16082"/>
                      <a:pt x="20298" y="9835"/>
                      <a:pt x="20808" y="9623"/>
                    </a:cubicBezTo>
                    <a:cubicBezTo>
                      <a:pt x="21316" y="9411"/>
                      <a:pt x="19579" y="16060"/>
                      <a:pt x="17377" y="19703"/>
                    </a:cubicBezTo>
                    <a:cubicBezTo>
                      <a:pt x="15173" y="23344"/>
                      <a:pt x="13693" y="24912"/>
                      <a:pt x="13607" y="25675"/>
                    </a:cubicBezTo>
                    <a:cubicBezTo>
                      <a:pt x="13521" y="26437"/>
                      <a:pt x="18266" y="23599"/>
                      <a:pt x="20722" y="20592"/>
                    </a:cubicBezTo>
                    <a:cubicBezTo>
                      <a:pt x="20722" y="20592"/>
                      <a:pt x="21781" y="19915"/>
                      <a:pt x="21781" y="20973"/>
                    </a:cubicBezTo>
                    <a:cubicBezTo>
                      <a:pt x="21781" y="22031"/>
                      <a:pt x="20819" y="48066"/>
                      <a:pt x="1" y="68981"/>
                    </a:cubicBezTo>
                    <a:cubicBezTo>
                      <a:pt x="32032" y="71873"/>
                      <a:pt x="63605" y="74948"/>
                      <a:pt x="65762" y="73806"/>
                    </a:cubicBezTo>
                    <a:cubicBezTo>
                      <a:pt x="66893" y="73207"/>
                      <a:pt x="78057" y="66320"/>
                      <a:pt x="88425" y="59900"/>
                    </a:cubicBezTo>
                    <a:lnTo>
                      <a:pt x="88425" y="427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1"/>
              <p:cNvSpPr/>
              <p:nvPr/>
            </p:nvSpPr>
            <p:spPr>
              <a:xfrm>
                <a:off x="1073" y="3322293"/>
                <a:ext cx="9144086" cy="2159294"/>
              </a:xfrm>
              <a:custGeom>
                <a:avLst/>
                <a:gdLst/>
                <a:ahLst/>
                <a:cxnLst/>
                <a:rect l="l" t="t" r="r" b="b"/>
                <a:pathLst>
                  <a:path w="215726" h="94282" extrusionOk="0">
                    <a:moveTo>
                      <a:pt x="0" y="90015"/>
                    </a:moveTo>
                    <a:cubicBezTo>
                      <a:pt x="1648" y="90240"/>
                      <a:pt x="3297" y="90460"/>
                      <a:pt x="4947" y="90692"/>
                    </a:cubicBezTo>
                    <a:cubicBezTo>
                      <a:pt x="8605" y="91207"/>
                      <a:pt x="12284" y="91542"/>
                      <a:pt x="15931" y="92124"/>
                    </a:cubicBezTo>
                    <a:cubicBezTo>
                      <a:pt x="19394" y="92676"/>
                      <a:pt x="22832" y="93366"/>
                      <a:pt x="26277" y="94019"/>
                    </a:cubicBezTo>
                    <a:cubicBezTo>
                      <a:pt x="26742" y="94107"/>
                      <a:pt x="27210" y="94196"/>
                      <a:pt x="27677" y="94281"/>
                    </a:cubicBezTo>
                    <a:lnTo>
                      <a:pt x="214948" y="77276"/>
                    </a:lnTo>
                    <a:lnTo>
                      <a:pt x="215725" y="50489"/>
                    </a:lnTo>
                    <a:lnTo>
                      <a:pt x="215725" y="11713"/>
                    </a:lnTo>
                    <a:cubicBezTo>
                      <a:pt x="215653" y="11752"/>
                      <a:pt x="215578" y="11797"/>
                      <a:pt x="215508" y="11845"/>
                    </a:cubicBezTo>
                    <a:cubicBezTo>
                      <a:pt x="215342" y="11955"/>
                      <a:pt x="215167" y="12020"/>
                      <a:pt x="214993" y="12113"/>
                    </a:cubicBezTo>
                    <a:cubicBezTo>
                      <a:pt x="214801" y="12215"/>
                      <a:pt x="214622" y="12338"/>
                      <a:pt x="214431" y="12440"/>
                    </a:cubicBezTo>
                    <a:cubicBezTo>
                      <a:pt x="214109" y="12613"/>
                      <a:pt x="213880" y="12929"/>
                      <a:pt x="213540" y="13069"/>
                    </a:cubicBezTo>
                    <a:cubicBezTo>
                      <a:pt x="213172" y="13218"/>
                      <a:pt x="212822" y="13379"/>
                      <a:pt x="212463" y="13552"/>
                    </a:cubicBezTo>
                    <a:cubicBezTo>
                      <a:pt x="212108" y="13727"/>
                      <a:pt x="211755" y="13850"/>
                      <a:pt x="211355" y="13889"/>
                    </a:cubicBezTo>
                    <a:cubicBezTo>
                      <a:pt x="210949" y="13930"/>
                      <a:pt x="210583" y="13835"/>
                      <a:pt x="210183" y="13785"/>
                    </a:cubicBezTo>
                    <a:cubicBezTo>
                      <a:pt x="209809" y="13736"/>
                      <a:pt x="209516" y="13500"/>
                      <a:pt x="209196" y="13320"/>
                    </a:cubicBezTo>
                    <a:cubicBezTo>
                      <a:pt x="208852" y="13125"/>
                      <a:pt x="208461" y="12959"/>
                      <a:pt x="208091" y="12818"/>
                    </a:cubicBezTo>
                    <a:cubicBezTo>
                      <a:pt x="207743" y="12686"/>
                      <a:pt x="207477" y="12442"/>
                      <a:pt x="207124" y="12314"/>
                    </a:cubicBezTo>
                    <a:cubicBezTo>
                      <a:pt x="206784" y="12191"/>
                      <a:pt x="206441" y="12139"/>
                      <a:pt x="206079" y="12169"/>
                    </a:cubicBezTo>
                    <a:cubicBezTo>
                      <a:pt x="205865" y="12187"/>
                      <a:pt x="205644" y="12251"/>
                      <a:pt x="205433" y="12174"/>
                    </a:cubicBezTo>
                    <a:cubicBezTo>
                      <a:pt x="205244" y="12105"/>
                      <a:pt x="205058" y="12018"/>
                      <a:pt x="204868" y="11947"/>
                    </a:cubicBezTo>
                    <a:cubicBezTo>
                      <a:pt x="204489" y="11804"/>
                      <a:pt x="204107" y="11659"/>
                      <a:pt x="203709" y="11574"/>
                    </a:cubicBezTo>
                    <a:cubicBezTo>
                      <a:pt x="203280" y="11481"/>
                      <a:pt x="202871" y="11332"/>
                      <a:pt x="202445" y="11233"/>
                    </a:cubicBezTo>
                    <a:cubicBezTo>
                      <a:pt x="202274" y="11192"/>
                      <a:pt x="202097" y="11168"/>
                      <a:pt x="201924" y="11133"/>
                    </a:cubicBezTo>
                    <a:cubicBezTo>
                      <a:pt x="201725" y="11090"/>
                      <a:pt x="201539" y="11017"/>
                      <a:pt x="201344" y="10958"/>
                    </a:cubicBezTo>
                    <a:cubicBezTo>
                      <a:pt x="201141" y="10898"/>
                      <a:pt x="200940" y="10839"/>
                      <a:pt x="200739" y="10770"/>
                    </a:cubicBezTo>
                    <a:cubicBezTo>
                      <a:pt x="200538" y="10701"/>
                      <a:pt x="200369" y="10711"/>
                      <a:pt x="200161" y="10690"/>
                    </a:cubicBezTo>
                    <a:cubicBezTo>
                      <a:pt x="200133" y="10686"/>
                      <a:pt x="200103" y="10683"/>
                      <a:pt x="200074" y="10681"/>
                    </a:cubicBezTo>
                    <a:cubicBezTo>
                      <a:pt x="200068" y="10651"/>
                      <a:pt x="200046" y="10625"/>
                      <a:pt x="200005" y="10627"/>
                    </a:cubicBezTo>
                    <a:cubicBezTo>
                      <a:pt x="199822" y="10633"/>
                      <a:pt x="199638" y="10633"/>
                      <a:pt x="199456" y="10644"/>
                    </a:cubicBezTo>
                    <a:cubicBezTo>
                      <a:pt x="199296" y="10655"/>
                      <a:pt x="199159" y="10699"/>
                      <a:pt x="199010" y="10748"/>
                    </a:cubicBezTo>
                    <a:cubicBezTo>
                      <a:pt x="198852" y="10796"/>
                      <a:pt x="198677" y="10792"/>
                      <a:pt x="198513" y="10798"/>
                    </a:cubicBezTo>
                    <a:cubicBezTo>
                      <a:pt x="198333" y="10805"/>
                      <a:pt x="198154" y="10819"/>
                      <a:pt x="197974" y="10830"/>
                    </a:cubicBezTo>
                    <a:cubicBezTo>
                      <a:pt x="197892" y="10837"/>
                      <a:pt x="197814" y="10843"/>
                      <a:pt x="197734" y="10861"/>
                    </a:cubicBezTo>
                    <a:cubicBezTo>
                      <a:pt x="197652" y="10880"/>
                      <a:pt x="197581" y="10915"/>
                      <a:pt x="197505" y="10945"/>
                    </a:cubicBezTo>
                    <a:cubicBezTo>
                      <a:pt x="197353" y="11006"/>
                      <a:pt x="197191" y="10978"/>
                      <a:pt x="197033" y="10973"/>
                    </a:cubicBezTo>
                    <a:cubicBezTo>
                      <a:pt x="196867" y="10965"/>
                      <a:pt x="196704" y="10971"/>
                      <a:pt x="196540" y="10960"/>
                    </a:cubicBezTo>
                    <a:cubicBezTo>
                      <a:pt x="196360" y="10947"/>
                      <a:pt x="196203" y="10990"/>
                      <a:pt x="196045" y="11073"/>
                    </a:cubicBezTo>
                    <a:cubicBezTo>
                      <a:pt x="195900" y="11151"/>
                      <a:pt x="195748" y="11211"/>
                      <a:pt x="195597" y="11278"/>
                    </a:cubicBezTo>
                    <a:cubicBezTo>
                      <a:pt x="195446" y="11343"/>
                      <a:pt x="195305" y="11423"/>
                      <a:pt x="195151" y="11482"/>
                    </a:cubicBezTo>
                    <a:cubicBezTo>
                      <a:pt x="194996" y="11542"/>
                      <a:pt x="194853" y="11609"/>
                      <a:pt x="194716" y="11700"/>
                    </a:cubicBezTo>
                    <a:cubicBezTo>
                      <a:pt x="194660" y="11735"/>
                      <a:pt x="194606" y="11774"/>
                      <a:pt x="194544" y="11799"/>
                    </a:cubicBezTo>
                    <a:cubicBezTo>
                      <a:pt x="194468" y="11830"/>
                      <a:pt x="194388" y="11834"/>
                      <a:pt x="194308" y="11841"/>
                    </a:cubicBezTo>
                    <a:cubicBezTo>
                      <a:pt x="194139" y="11858"/>
                      <a:pt x="193968" y="11873"/>
                      <a:pt x="193799" y="11884"/>
                    </a:cubicBezTo>
                    <a:cubicBezTo>
                      <a:pt x="193639" y="11895"/>
                      <a:pt x="193490" y="11895"/>
                      <a:pt x="193339" y="11828"/>
                    </a:cubicBezTo>
                    <a:cubicBezTo>
                      <a:pt x="193055" y="11702"/>
                      <a:pt x="192744" y="11579"/>
                      <a:pt x="192426" y="11570"/>
                    </a:cubicBezTo>
                    <a:cubicBezTo>
                      <a:pt x="192272" y="11566"/>
                      <a:pt x="192123" y="11614"/>
                      <a:pt x="191976" y="11655"/>
                    </a:cubicBezTo>
                    <a:cubicBezTo>
                      <a:pt x="191816" y="11700"/>
                      <a:pt x="191673" y="11707"/>
                      <a:pt x="191515" y="11650"/>
                    </a:cubicBezTo>
                    <a:cubicBezTo>
                      <a:pt x="191243" y="11549"/>
                      <a:pt x="191018" y="11350"/>
                      <a:pt x="190736" y="11274"/>
                    </a:cubicBezTo>
                    <a:cubicBezTo>
                      <a:pt x="190667" y="11256"/>
                      <a:pt x="190596" y="11239"/>
                      <a:pt x="190531" y="11205"/>
                    </a:cubicBezTo>
                    <a:cubicBezTo>
                      <a:pt x="190477" y="11177"/>
                      <a:pt x="190431" y="11138"/>
                      <a:pt x="190382" y="11103"/>
                    </a:cubicBezTo>
                    <a:cubicBezTo>
                      <a:pt x="190271" y="11027"/>
                      <a:pt x="190146" y="10990"/>
                      <a:pt x="190014" y="10967"/>
                    </a:cubicBezTo>
                    <a:cubicBezTo>
                      <a:pt x="189690" y="10911"/>
                      <a:pt x="189406" y="10971"/>
                      <a:pt x="189120" y="11127"/>
                    </a:cubicBezTo>
                    <a:cubicBezTo>
                      <a:pt x="188835" y="11283"/>
                      <a:pt x="188593" y="11505"/>
                      <a:pt x="188327" y="11691"/>
                    </a:cubicBezTo>
                    <a:cubicBezTo>
                      <a:pt x="188208" y="11774"/>
                      <a:pt x="188089" y="11858"/>
                      <a:pt x="187991" y="11966"/>
                    </a:cubicBezTo>
                    <a:cubicBezTo>
                      <a:pt x="187894" y="12070"/>
                      <a:pt x="187808" y="12156"/>
                      <a:pt x="187682" y="12224"/>
                    </a:cubicBezTo>
                    <a:cubicBezTo>
                      <a:pt x="187537" y="12303"/>
                      <a:pt x="187394" y="12386"/>
                      <a:pt x="187249" y="12466"/>
                    </a:cubicBezTo>
                    <a:cubicBezTo>
                      <a:pt x="187104" y="12546"/>
                      <a:pt x="186945" y="12643"/>
                      <a:pt x="186782" y="12682"/>
                    </a:cubicBezTo>
                    <a:cubicBezTo>
                      <a:pt x="186622" y="12717"/>
                      <a:pt x="186454" y="12710"/>
                      <a:pt x="186293" y="12747"/>
                    </a:cubicBezTo>
                    <a:cubicBezTo>
                      <a:pt x="186140" y="12782"/>
                      <a:pt x="185999" y="12859"/>
                      <a:pt x="185872" y="12948"/>
                    </a:cubicBezTo>
                    <a:cubicBezTo>
                      <a:pt x="185634" y="13119"/>
                      <a:pt x="185441" y="13342"/>
                      <a:pt x="185195" y="13506"/>
                    </a:cubicBezTo>
                    <a:cubicBezTo>
                      <a:pt x="184924" y="13688"/>
                      <a:pt x="184623" y="13815"/>
                      <a:pt x="184368" y="14021"/>
                    </a:cubicBezTo>
                    <a:cubicBezTo>
                      <a:pt x="184126" y="14214"/>
                      <a:pt x="183912" y="14441"/>
                      <a:pt x="183669" y="14635"/>
                    </a:cubicBezTo>
                    <a:cubicBezTo>
                      <a:pt x="183557" y="14724"/>
                      <a:pt x="183438" y="14808"/>
                      <a:pt x="183308" y="14871"/>
                    </a:cubicBezTo>
                    <a:cubicBezTo>
                      <a:pt x="183161" y="14942"/>
                      <a:pt x="182999" y="14990"/>
                      <a:pt x="182847" y="15046"/>
                    </a:cubicBezTo>
                    <a:cubicBezTo>
                      <a:pt x="182698" y="15100"/>
                      <a:pt x="182566" y="15076"/>
                      <a:pt x="182411" y="15081"/>
                    </a:cubicBezTo>
                    <a:cubicBezTo>
                      <a:pt x="182372" y="15083"/>
                      <a:pt x="182350" y="15113"/>
                      <a:pt x="182346" y="15144"/>
                    </a:cubicBezTo>
                    <a:cubicBezTo>
                      <a:pt x="182242" y="15124"/>
                      <a:pt x="182140" y="15103"/>
                      <a:pt x="182036" y="15085"/>
                    </a:cubicBezTo>
                    <a:cubicBezTo>
                      <a:pt x="181842" y="15053"/>
                      <a:pt x="181656" y="15057"/>
                      <a:pt x="181463" y="15064"/>
                    </a:cubicBezTo>
                    <a:cubicBezTo>
                      <a:pt x="181273" y="15072"/>
                      <a:pt x="181083" y="15063"/>
                      <a:pt x="180894" y="15042"/>
                    </a:cubicBezTo>
                    <a:cubicBezTo>
                      <a:pt x="180715" y="15022"/>
                      <a:pt x="180535" y="15001"/>
                      <a:pt x="180354" y="15016"/>
                    </a:cubicBezTo>
                    <a:cubicBezTo>
                      <a:pt x="180274" y="15023"/>
                      <a:pt x="180195" y="15040"/>
                      <a:pt x="180115" y="15042"/>
                    </a:cubicBezTo>
                    <a:cubicBezTo>
                      <a:pt x="180022" y="15044"/>
                      <a:pt x="179930" y="15020"/>
                      <a:pt x="179837" y="15018"/>
                    </a:cubicBezTo>
                    <a:cubicBezTo>
                      <a:pt x="179746" y="15014"/>
                      <a:pt x="179655" y="15027"/>
                      <a:pt x="179564" y="15027"/>
                    </a:cubicBezTo>
                    <a:cubicBezTo>
                      <a:pt x="179467" y="15027"/>
                      <a:pt x="179369" y="15020"/>
                      <a:pt x="179270" y="15020"/>
                    </a:cubicBezTo>
                    <a:cubicBezTo>
                      <a:pt x="179077" y="15022"/>
                      <a:pt x="178887" y="15046"/>
                      <a:pt x="178694" y="15033"/>
                    </a:cubicBezTo>
                    <a:cubicBezTo>
                      <a:pt x="178502" y="15018"/>
                      <a:pt x="178322" y="14986"/>
                      <a:pt x="178130" y="15010"/>
                    </a:cubicBezTo>
                    <a:cubicBezTo>
                      <a:pt x="178041" y="15022"/>
                      <a:pt x="177952" y="15038"/>
                      <a:pt x="177862" y="15044"/>
                    </a:cubicBezTo>
                    <a:cubicBezTo>
                      <a:pt x="177777" y="15049"/>
                      <a:pt x="177723" y="15018"/>
                      <a:pt x="177649" y="14979"/>
                    </a:cubicBezTo>
                    <a:cubicBezTo>
                      <a:pt x="177576" y="14940"/>
                      <a:pt x="177498" y="14916"/>
                      <a:pt x="177422" y="14884"/>
                    </a:cubicBezTo>
                    <a:cubicBezTo>
                      <a:pt x="177332" y="14849"/>
                      <a:pt x="177251" y="14798"/>
                      <a:pt x="177161" y="14759"/>
                    </a:cubicBezTo>
                    <a:cubicBezTo>
                      <a:pt x="176990" y="14679"/>
                      <a:pt x="176817" y="14603"/>
                      <a:pt x="176652" y="14508"/>
                    </a:cubicBezTo>
                    <a:cubicBezTo>
                      <a:pt x="176484" y="14413"/>
                      <a:pt x="176313" y="14356"/>
                      <a:pt x="176127" y="14298"/>
                    </a:cubicBezTo>
                    <a:cubicBezTo>
                      <a:pt x="175765" y="14183"/>
                      <a:pt x="175398" y="14064"/>
                      <a:pt x="175026" y="13976"/>
                    </a:cubicBezTo>
                    <a:cubicBezTo>
                      <a:pt x="174853" y="13937"/>
                      <a:pt x="174688" y="13949"/>
                      <a:pt x="174511" y="13960"/>
                    </a:cubicBezTo>
                    <a:cubicBezTo>
                      <a:pt x="174325" y="13971"/>
                      <a:pt x="174152" y="13989"/>
                      <a:pt x="173979" y="14056"/>
                    </a:cubicBezTo>
                    <a:cubicBezTo>
                      <a:pt x="173819" y="14120"/>
                      <a:pt x="173659" y="14188"/>
                      <a:pt x="173496" y="14244"/>
                    </a:cubicBezTo>
                    <a:cubicBezTo>
                      <a:pt x="173325" y="14302"/>
                      <a:pt x="173135" y="14268"/>
                      <a:pt x="172962" y="14330"/>
                    </a:cubicBezTo>
                    <a:cubicBezTo>
                      <a:pt x="172919" y="14345"/>
                      <a:pt x="172878" y="14367"/>
                      <a:pt x="172834" y="14373"/>
                    </a:cubicBezTo>
                    <a:cubicBezTo>
                      <a:pt x="172791" y="14378"/>
                      <a:pt x="172748" y="14373"/>
                      <a:pt x="172705" y="14380"/>
                    </a:cubicBezTo>
                    <a:cubicBezTo>
                      <a:pt x="172620" y="14391"/>
                      <a:pt x="172547" y="14436"/>
                      <a:pt x="172480" y="14488"/>
                    </a:cubicBezTo>
                    <a:cubicBezTo>
                      <a:pt x="172331" y="14601"/>
                      <a:pt x="172162" y="14681"/>
                      <a:pt x="172004" y="14780"/>
                    </a:cubicBezTo>
                    <a:cubicBezTo>
                      <a:pt x="171842" y="14880"/>
                      <a:pt x="171681" y="14947"/>
                      <a:pt x="171506" y="15022"/>
                    </a:cubicBezTo>
                    <a:cubicBezTo>
                      <a:pt x="171349" y="15090"/>
                      <a:pt x="171206" y="15185"/>
                      <a:pt x="171031" y="15202"/>
                    </a:cubicBezTo>
                    <a:cubicBezTo>
                      <a:pt x="170859" y="15217"/>
                      <a:pt x="170682" y="15169"/>
                      <a:pt x="170514" y="15137"/>
                    </a:cubicBezTo>
                    <a:cubicBezTo>
                      <a:pt x="170340" y="15105"/>
                      <a:pt x="170183" y="15022"/>
                      <a:pt x="170009" y="14999"/>
                    </a:cubicBezTo>
                    <a:cubicBezTo>
                      <a:pt x="169919" y="14986"/>
                      <a:pt x="169849" y="14971"/>
                      <a:pt x="169769" y="14936"/>
                    </a:cubicBezTo>
                    <a:cubicBezTo>
                      <a:pt x="169702" y="14906"/>
                      <a:pt x="169633" y="14882"/>
                      <a:pt x="169562" y="14862"/>
                    </a:cubicBezTo>
                    <a:cubicBezTo>
                      <a:pt x="169382" y="14811"/>
                      <a:pt x="169198" y="14771"/>
                      <a:pt x="169017" y="14717"/>
                    </a:cubicBezTo>
                    <a:cubicBezTo>
                      <a:pt x="168655" y="14609"/>
                      <a:pt x="168285" y="14492"/>
                      <a:pt x="167954" y="14304"/>
                    </a:cubicBezTo>
                    <a:cubicBezTo>
                      <a:pt x="167792" y="14211"/>
                      <a:pt x="167680" y="14092"/>
                      <a:pt x="167561" y="13950"/>
                    </a:cubicBezTo>
                    <a:cubicBezTo>
                      <a:pt x="167461" y="13831"/>
                      <a:pt x="167349" y="13718"/>
                      <a:pt x="167198" y="13664"/>
                    </a:cubicBezTo>
                    <a:cubicBezTo>
                      <a:pt x="166906" y="13558"/>
                      <a:pt x="166603" y="13662"/>
                      <a:pt x="166313" y="13727"/>
                    </a:cubicBezTo>
                    <a:cubicBezTo>
                      <a:pt x="166140" y="13768"/>
                      <a:pt x="165975" y="13813"/>
                      <a:pt x="165811" y="13883"/>
                    </a:cubicBezTo>
                    <a:cubicBezTo>
                      <a:pt x="165640" y="13956"/>
                      <a:pt x="165478" y="14049"/>
                      <a:pt x="165307" y="14118"/>
                    </a:cubicBezTo>
                    <a:cubicBezTo>
                      <a:pt x="165220" y="14153"/>
                      <a:pt x="165129" y="14175"/>
                      <a:pt x="165045" y="14216"/>
                    </a:cubicBezTo>
                    <a:cubicBezTo>
                      <a:pt x="164970" y="14254"/>
                      <a:pt x="164913" y="14306"/>
                      <a:pt x="164851" y="14361"/>
                    </a:cubicBezTo>
                    <a:cubicBezTo>
                      <a:pt x="164706" y="14497"/>
                      <a:pt x="164545" y="14618"/>
                      <a:pt x="164394" y="14750"/>
                    </a:cubicBezTo>
                    <a:cubicBezTo>
                      <a:pt x="164273" y="14856"/>
                      <a:pt x="164178" y="14996"/>
                      <a:pt x="164048" y="15094"/>
                    </a:cubicBezTo>
                    <a:cubicBezTo>
                      <a:pt x="163901" y="15206"/>
                      <a:pt x="163713" y="15165"/>
                      <a:pt x="163550" y="15228"/>
                    </a:cubicBezTo>
                    <a:cubicBezTo>
                      <a:pt x="163499" y="15248"/>
                      <a:pt x="163458" y="15284"/>
                      <a:pt x="163406" y="15297"/>
                    </a:cubicBezTo>
                    <a:cubicBezTo>
                      <a:pt x="163319" y="15321"/>
                      <a:pt x="163226" y="15312"/>
                      <a:pt x="163140" y="15336"/>
                    </a:cubicBezTo>
                    <a:cubicBezTo>
                      <a:pt x="163070" y="15354"/>
                      <a:pt x="163008" y="15392"/>
                      <a:pt x="162938" y="15403"/>
                    </a:cubicBezTo>
                    <a:cubicBezTo>
                      <a:pt x="162848" y="15420"/>
                      <a:pt x="162769" y="15438"/>
                      <a:pt x="162685" y="15475"/>
                    </a:cubicBezTo>
                    <a:cubicBezTo>
                      <a:pt x="162523" y="15407"/>
                      <a:pt x="162361" y="15338"/>
                      <a:pt x="162199" y="15267"/>
                    </a:cubicBezTo>
                    <a:cubicBezTo>
                      <a:pt x="161883" y="15128"/>
                      <a:pt x="161569" y="15044"/>
                      <a:pt x="161236" y="14953"/>
                    </a:cubicBezTo>
                    <a:cubicBezTo>
                      <a:pt x="161098" y="14914"/>
                      <a:pt x="160985" y="14824"/>
                      <a:pt x="160840" y="14802"/>
                    </a:cubicBezTo>
                    <a:cubicBezTo>
                      <a:pt x="160656" y="14774"/>
                      <a:pt x="160559" y="14707"/>
                      <a:pt x="160414" y="14594"/>
                    </a:cubicBezTo>
                    <a:cubicBezTo>
                      <a:pt x="160157" y="14393"/>
                      <a:pt x="159865" y="14222"/>
                      <a:pt x="159585" y="14058"/>
                    </a:cubicBezTo>
                    <a:cubicBezTo>
                      <a:pt x="158962" y="13692"/>
                      <a:pt x="158324" y="13353"/>
                      <a:pt x="157673" y="13041"/>
                    </a:cubicBezTo>
                    <a:cubicBezTo>
                      <a:pt x="157520" y="12967"/>
                      <a:pt x="157371" y="12883"/>
                      <a:pt x="157212" y="12820"/>
                    </a:cubicBezTo>
                    <a:cubicBezTo>
                      <a:pt x="157065" y="12760"/>
                      <a:pt x="156912" y="12732"/>
                      <a:pt x="156758" y="12695"/>
                    </a:cubicBezTo>
                    <a:cubicBezTo>
                      <a:pt x="156605" y="12658"/>
                      <a:pt x="156501" y="12550"/>
                      <a:pt x="156365" y="12479"/>
                    </a:cubicBezTo>
                    <a:cubicBezTo>
                      <a:pt x="156211" y="12401"/>
                      <a:pt x="156045" y="12349"/>
                      <a:pt x="155891" y="12277"/>
                    </a:cubicBezTo>
                    <a:cubicBezTo>
                      <a:pt x="155577" y="12130"/>
                      <a:pt x="155279" y="11957"/>
                      <a:pt x="154958" y="11823"/>
                    </a:cubicBezTo>
                    <a:cubicBezTo>
                      <a:pt x="154636" y="11693"/>
                      <a:pt x="154318" y="11572"/>
                      <a:pt x="153990" y="11456"/>
                    </a:cubicBezTo>
                    <a:cubicBezTo>
                      <a:pt x="153836" y="11402"/>
                      <a:pt x="153693" y="11324"/>
                      <a:pt x="153544" y="11259"/>
                    </a:cubicBezTo>
                    <a:cubicBezTo>
                      <a:pt x="153384" y="11189"/>
                      <a:pt x="153219" y="11137"/>
                      <a:pt x="153059" y="11064"/>
                    </a:cubicBezTo>
                    <a:cubicBezTo>
                      <a:pt x="152737" y="10919"/>
                      <a:pt x="152397" y="10819"/>
                      <a:pt x="152069" y="10681"/>
                    </a:cubicBezTo>
                    <a:cubicBezTo>
                      <a:pt x="151748" y="10545"/>
                      <a:pt x="151439" y="10394"/>
                      <a:pt x="151102" y="10288"/>
                    </a:cubicBezTo>
                    <a:cubicBezTo>
                      <a:pt x="150786" y="10190"/>
                      <a:pt x="150472" y="10097"/>
                      <a:pt x="150172" y="9952"/>
                    </a:cubicBezTo>
                    <a:cubicBezTo>
                      <a:pt x="149877" y="9807"/>
                      <a:pt x="149622" y="9623"/>
                      <a:pt x="149386" y="9396"/>
                    </a:cubicBezTo>
                    <a:cubicBezTo>
                      <a:pt x="149282" y="9295"/>
                      <a:pt x="149192" y="9191"/>
                      <a:pt x="149099" y="9083"/>
                    </a:cubicBezTo>
                    <a:cubicBezTo>
                      <a:pt x="148997" y="8966"/>
                      <a:pt x="148867" y="8873"/>
                      <a:pt x="148748" y="8771"/>
                    </a:cubicBezTo>
                    <a:cubicBezTo>
                      <a:pt x="148632" y="8670"/>
                      <a:pt x="148528" y="8542"/>
                      <a:pt x="148404" y="8458"/>
                    </a:cubicBezTo>
                    <a:cubicBezTo>
                      <a:pt x="148275" y="8371"/>
                      <a:pt x="148138" y="8334"/>
                      <a:pt x="148019" y="8232"/>
                    </a:cubicBezTo>
                    <a:cubicBezTo>
                      <a:pt x="147742" y="7994"/>
                      <a:pt x="147455" y="7774"/>
                      <a:pt x="147197" y="7519"/>
                    </a:cubicBezTo>
                    <a:cubicBezTo>
                      <a:pt x="146955" y="7283"/>
                      <a:pt x="146685" y="7080"/>
                      <a:pt x="146522" y="6785"/>
                    </a:cubicBezTo>
                    <a:cubicBezTo>
                      <a:pt x="146380" y="6528"/>
                      <a:pt x="146142" y="6348"/>
                      <a:pt x="145902" y="6184"/>
                    </a:cubicBezTo>
                    <a:cubicBezTo>
                      <a:pt x="145789" y="6104"/>
                      <a:pt x="145666" y="6028"/>
                      <a:pt x="145534" y="5981"/>
                    </a:cubicBezTo>
                    <a:cubicBezTo>
                      <a:pt x="145395" y="5931"/>
                      <a:pt x="145246" y="5937"/>
                      <a:pt x="145101" y="5927"/>
                    </a:cubicBezTo>
                    <a:cubicBezTo>
                      <a:pt x="144777" y="5909"/>
                      <a:pt x="144413" y="5964"/>
                      <a:pt x="144113" y="6085"/>
                    </a:cubicBezTo>
                    <a:cubicBezTo>
                      <a:pt x="143955" y="6149"/>
                      <a:pt x="143803" y="6175"/>
                      <a:pt x="143641" y="6219"/>
                    </a:cubicBezTo>
                    <a:cubicBezTo>
                      <a:pt x="143466" y="6268"/>
                      <a:pt x="143302" y="6338"/>
                      <a:pt x="143126" y="6379"/>
                    </a:cubicBezTo>
                    <a:cubicBezTo>
                      <a:pt x="142811" y="6450"/>
                      <a:pt x="142497" y="6532"/>
                      <a:pt x="142183" y="6597"/>
                    </a:cubicBezTo>
                    <a:cubicBezTo>
                      <a:pt x="141865" y="6660"/>
                      <a:pt x="141580" y="6842"/>
                      <a:pt x="141305" y="7006"/>
                    </a:cubicBezTo>
                    <a:cubicBezTo>
                      <a:pt x="141022" y="7177"/>
                      <a:pt x="140779" y="7359"/>
                      <a:pt x="140548" y="7594"/>
                    </a:cubicBezTo>
                    <a:cubicBezTo>
                      <a:pt x="140498" y="7644"/>
                      <a:pt x="140461" y="7700"/>
                      <a:pt x="140414" y="7752"/>
                    </a:cubicBezTo>
                    <a:cubicBezTo>
                      <a:pt x="140360" y="7811"/>
                      <a:pt x="140303" y="7841"/>
                      <a:pt x="140236" y="7880"/>
                    </a:cubicBezTo>
                    <a:cubicBezTo>
                      <a:pt x="140079" y="7975"/>
                      <a:pt x="139938" y="8103"/>
                      <a:pt x="139797" y="8217"/>
                    </a:cubicBezTo>
                    <a:cubicBezTo>
                      <a:pt x="139520" y="8436"/>
                      <a:pt x="139252" y="8656"/>
                      <a:pt x="138947" y="8838"/>
                    </a:cubicBezTo>
                    <a:cubicBezTo>
                      <a:pt x="138666" y="9005"/>
                      <a:pt x="138454" y="9247"/>
                      <a:pt x="138186" y="9431"/>
                    </a:cubicBezTo>
                    <a:cubicBezTo>
                      <a:pt x="138054" y="9522"/>
                      <a:pt x="137909" y="9593"/>
                      <a:pt x="137779" y="9686"/>
                    </a:cubicBezTo>
                    <a:cubicBezTo>
                      <a:pt x="137630" y="9792"/>
                      <a:pt x="137502" y="9885"/>
                      <a:pt x="137327" y="9944"/>
                    </a:cubicBezTo>
                    <a:cubicBezTo>
                      <a:pt x="137182" y="9995"/>
                      <a:pt x="137089" y="10095"/>
                      <a:pt x="136953" y="10155"/>
                    </a:cubicBezTo>
                    <a:cubicBezTo>
                      <a:pt x="136799" y="10222"/>
                      <a:pt x="136643" y="10253"/>
                      <a:pt x="136481" y="10300"/>
                    </a:cubicBezTo>
                    <a:cubicBezTo>
                      <a:pt x="136170" y="10387"/>
                      <a:pt x="135921" y="10593"/>
                      <a:pt x="135597" y="10629"/>
                    </a:cubicBezTo>
                    <a:cubicBezTo>
                      <a:pt x="135248" y="10668"/>
                      <a:pt x="134909" y="10692"/>
                      <a:pt x="134563" y="10765"/>
                    </a:cubicBezTo>
                    <a:cubicBezTo>
                      <a:pt x="134221" y="10835"/>
                      <a:pt x="133885" y="10835"/>
                      <a:pt x="133535" y="10826"/>
                    </a:cubicBezTo>
                    <a:cubicBezTo>
                      <a:pt x="133168" y="10819"/>
                      <a:pt x="132789" y="10807"/>
                      <a:pt x="132425" y="10763"/>
                    </a:cubicBezTo>
                    <a:cubicBezTo>
                      <a:pt x="132088" y="10722"/>
                      <a:pt x="131757" y="10627"/>
                      <a:pt x="131415" y="10623"/>
                    </a:cubicBezTo>
                    <a:cubicBezTo>
                      <a:pt x="131039" y="10620"/>
                      <a:pt x="130669" y="10668"/>
                      <a:pt x="130290" y="10647"/>
                    </a:cubicBezTo>
                    <a:cubicBezTo>
                      <a:pt x="129931" y="10627"/>
                      <a:pt x="129577" y="10569"/>
                      <a:pt x="129222" y="10534"/>
                    </a:cubicBezTo>
                    <a:cubicBezTo>
                      <a:pt x="128911" y="10502"/>
                      <a:pt x="128601" y="10558"/>
                      <a:pt x="128341" y="10352"/>
                    </a:cubicBezTo>
                    <a:cubicBezTo>
                      <a:pt x="128324" y="10337"/>
                      <a:pt x="128305" y="10335"/>
                      <a:pt x="128290" y="10339"/>
                    </a:cubicBezTo>
                    <a:cubicBezTo>
                      <a:pt x="127974" y="10138"/>
                      <a:pt x="127656" y="9944"/>
                      <a:pt x="127297" y="9820"/>
                    </a:cubicBezTo>
                    <a:cubicBezTo>
                      <a:pt x="127067" y="9740"/>
                      <a:pt x="126834" y="9664"/>
                      <a:pt x="126594" y="9613"/>
                    </a:cubicBezTo>
                    <a:cubicBezTo>
                      <a:pt x="126371" y="9567"/>
                      <a:pt x="126142" y="9558"/>
                      <a:pt x="125914" y="9550"/>
                    </a:cubicBezTo>
                    <a:cubicBezTo>
                      <a:pt x="125679" y="9543"/>
                      <a:pt x="125497" y="9598"/>
                      <a:pt x="125300" y="9721"/>
                    </a:cubicBezTo>
                    <a:cubicBezTo>
                      <a:pt x="125088" y="9855"/>
                      <a:pt x="124863" y="9950"/>
                      <a:pt x="124627" y="10028"/>
                    </a:cubicBezTo>
                    <a:cubicBezTo>
                      <a:pt x="124463" y="10082"/>
                      <a:pt x="124199" y="10218"/>
                      <a:pt x="124028" y="10125"/>
                    </a:cubicBezTo>
                    <a:cubicBezTo>
                      <a:pt x="123888" y="10049"/>
                      <a:pt x="123810" y="9877"/>
                      <a:pt x="123725" y="9751"/>
                    </a:cubicBezTo>
                    <a:cubicBezTo>
                      <a:pt x="123661" y="9662"/>
                      <a:pt x="123591" y="9578"/>
                      <a:pt x="123527" y="9491"/>
                    </a:cubicBezTo>
                    <a:cubicBezTo>
                      <a:pt x="123457" y="9396"/>
                      <a:pt x="123408" y="9293"/>
                      <a:pt x="123349" y="9193"/>
                    </a:cubicBezTo>
                    <a:cubicBezTo>
                      <a:pt x="123224" y="8981"/>
                      <a:pt x="123115" y="8769"/>
                      <a:pt x="123012" y="8544"/>
                    </a:cubicBezTo>
                    <a:cubicBezTo>
                      <a:pt x="122821" y="8114"/>
                      <a:pt x="122590" y="7690"/>
                      <a:pt x="122261" y="7346"/>
                    </a:cubicBezTo>
                    <a:cubicBezTo>
                      <a:pt x="122108" y="7186"/>
                      <a:pt x="121954" y="7086"/>
                      <a:pt x="121761" y="6980"/>
                    </a:cubicBezTo>
                    <a:cubicBezTo>
                      <a:pt x="121670" y="6930"/>
                      <a:pt x="121588" y="6863"/>
                      <a:pt x="121497" y="6813"/>
                    </a:cubicBezTo>
                    <a:cubicBezTo>
                      <a:pt x="121398" y="6755"/>
                      <a:pt x="121288" y="6725"/>
                      <a:pt x="121175" y="6703"/>
                    </a:cubicBezTo>
                    <a:cubicBezTo>
                      <a:pt x="120948" y="6658"/>
                      <a:pt x="120723" y="6604"/>
                      <a:pt x="120496" y="6561"/>
                    </a:cubicBezTo>
                    <a:cubicBezTo>
                      <a:pt x="120254" y="6515"/>
                      <a:pt x="120024" y="6472"/>
                      <a:pt x="119791" y="6394"/>
                    </a:cubicBezTo>
                    <a:cubicBezTo>
                      <a:pt x="119689" y="6359"/>
                      <a:pt x="119585" y="6331"/>
                      <a:pt x="119496" y="6268"/>
                    </a:cubicBezTo>
                    <a:cubicBezTo>
                      <a:pt x="119412" y="6206"/>
                      <a:pt x="119336" y="6134"/>
                      <a:pt x="119256" y="6067"/>
                    </a:cubicBezTo>
                    <a:cubicBezTo>
                      <a:pt x="119077" y="5914"/>
                      <a:pt x="118936" y="5725"/>
                      <a:pt x="118765" y="5567"/>
                    </a:cubicBezTo>
                    <a:cubicBezTo>
                      <a:pt x="118588" y="5401"/>
                      <a:pt x="118432" y="5217"/>
                      <a:pt x="118253" y="5055"/>
                    </a:cubicBezTo>
                    <a:cubicBezTo>
                      <a:pt x="118086" y="4904"/>
                      <a:pt x="117894" y="4780"/>
                      <a:pt x="117697" y="4670"/>
                    </a:cubicBezTo>
                    <a:cubicBezTo>
                      <a:pt x="117506" y="4562"/>
                      <a:pt x="117301" y="4449"/>
                      <a:pt x="117093" y="4380"/>
                    </a:cubicBezTo>
                    <a:cubicBezTo>
                      <a:pt x="116896" y="4315"/>
                      <a:pt x="116685" y="4304"/>
                      <a:pt x="116479" y="4326"/>
                    </a:cubicBezTo>
                    <a:cubicBezTo>
                      <a:pt x="116271" y="4348"/>
                      <a:pt x="116066" y="4400"/>
                      <a:pt x="115865" y="4460"/>
                    </a:cubicBezTo>
                    <a:cubicBezTo>
                      <a:pt x="115646" y="4523"/>
                      <a:pt x="115447" y="4627"/>
                      <a:pt x="115233" y="4696"/>
                    </a:cubicBezTo>
                    <a:cubicBezTo>
                      <a:pt x="115123" y="4733"/>
                      <a:pt x="115013" y="4752"/>
                      <a:pt x="114906" y="4797"/>
                    </a:cubicBezTo>
                    <a:cubicBezTo>
                      <a:pt x="114792" y="4843"/>
                      <a:pt x="114684" y="4899"/>
                      <a:pt x="114565" y="4930"/>
                    </a:cubicBezTo>
                    <a:cubicBezTo>
                      <a:pt x="114351" y="4990"/>
                      <a:pt x="114126" y="5066"/>
                      <a:pt x="113905" y="5098"/>
                    </a:cubicBezTo>
                    <a:cubicBezTo>
                      <a:pt x="113669" y="5131"/>
                      <a:pt x="113440" y="5150"/>
                      <a:pt x="113224" y="5263"/>
                    </a:cubicBezTo>
                    <a:cubicBezTo>
                      <a:pt x="113050" y="5354"/>
                      <a:pt x="112893" y="5477"/>
                      <a:pt x="112771" y="5630"/>
                    </a:cubicBezTo>
                    <a:cubicBezTo>
                      <a:pt x="112488" y="5979"/>
                      <a:pt x="112488" y="6444"/>
                      <a:pt x="112393" y="6863"/>
                    </a:cubicBezTo>
                    <a:cubicBezTo>
                      <a:pt x="112341" y="7099"/>
                      <a:pt x="112257" y="7324"/>
                      <a:pt x="112196" y="7556"/>
                    </a:cubicBezTo>
                    <a:cubicBezTo>
                      <a:pt x="112177" y="7625"/>
                      <a:pt x="112162" y="7703"/>
                      <a:pt x="112122" y="7763"/>
                    </a:cubicBezTo>
                    <a:cubicBezTo>
                      <a:pt x="112099" y="7796"/>
                      <a:pt x="112101" y="7796"/>
                      <a:pt x="112071" y="7793"/>
                    </a:cubicBezTo>
                    <a:cubicBezTo>
                      <a:pt x="112038" y="7787"/>
                      <a:pt x="111984" y="7707"/>
                      <a:pt x="111954" y="7687"/>
                    </a:cubicBezTo>
                    <a:cubicBezTo>
                      <a:pt x="111880" y="7633"/>
                      <a:pt x="111794" y="7609"/>
                      <a:pt x="111712" y="7568"/>
                    </a:cubicBezTo>
                    <a:cubicBezTo>
                      <a:pt x="111616" y="7521"/>
                      <a:pt x="111532" y="7445"/>
                      <a:pt x="111461" y="7363"/>
                    </a:cubicBezTo>
                    <a:cubicBezTo>
                      <a:pt x="111314" y="7198"/>
                      <a:pt x="111177" y="7015"/>
                      <a:pt x="111065" y="6826"/>
                    </a:cubicBezTo>
                    <a:cubicBezTo>
                      <a:pt x="110866" y="6485"/>
                      <a:pt x="110483" y="6111"/>
                      <a:pt x="110039" y="6204"/>
                    </a:cubicBezTo>
                    <a:cubicBezTo>
                      <a:pt x="109841" y="6245"/>
                      <a:pt x="109747" y="6413"/>
                      <a:pt x="109598" y="6528"/>
                    </a:cubicBezTo>
                    <a:cubicBezTo>
                      <a:pt x="109421" y="6664"/>
                      <a:pt x="109213" y="6753"/>
                      <a:pt x="109034" y="6891"/>
                    </a:cubicBezTo>
                    <a:cubicBezTo>
                      <a:pt x="108670" y="7177"/>
                      <a:pt x="108361" y="7538"/>
                      <a:pt x="108095" y="7914"/>
                    </a:cubicBezTo>
                    <a:cubicBezTo>
                      <a:pt x="107989" y="8060"/>
                      <a:pt x="107892" y="8215"/>
                      <a:pt x="107798" y="8369"/>
                    </a:cubicBezTo>
                    <a:cubicBezTo>
                      <a:pt x="107719" y="8349"/>
                      <a:pt x="107641" y="8330"/>
                      <a:pt x="107561" y="8321"/>
                    </a:cubicBezTo>
                    <a:cubicBezTo>
                      <a:pt x="107441" y="8306"/>
                      <a:pt x="107312" y="8336"/>
                      <a:pt x="107193" y="8308"/>
                    </a:cubicBezTo>
                    <a:cubicBezTo>
                      <a:pt x="107083" y="8284"/>
                      <a:pt x="106985" y="8211"/>
                      <a:pt x="106890" y="8153"/>
                    </a:cubicBezTo>
                    <a:cubicBezTo>
                      <a:pt x="106780" y="8086"/>
                      <a:pt x="106665" y="8034"/>
                      <a:pt x="106548" y="7984"/>
                    </a:cubicBezTo>
                    <a:cubicBezTo>
                      <a:pt x="106310" y="7886"/>
                      <a:pt x="106077" y="7781"/>
                      <a:pt x="105837" y="7687"/>
                    </a:cubicBezTo>
                    <a:cubicBezTo>
                      <a:pt x="105592" y="7592"/>
                      <a:pt x="105361" y="7471"/>
                      <a:pt x="105114" y="7382"/>
                    </a:cubicBezTo>
                    <a:cubicBezTo>
                      <a:pt x="104883" y="7302"/>
                      <a:pt x="104643" y="7211"/>
                      <a:pt x="104450" y="7067"/>
                    </a:cubicBezTo>
                    <a:cubicBezTo>
                      <a:pt x="104355" y="6997"/>
                      <a:pt x="104247" y="6952"/>
                      <a:pt x="104143" y="6896"/>
                    </a:cubicBezTo>
                    <a:cubicBezTo>
                      <a:pt x="104032" y="6837"/>
                      <a:pt x="103922" y="6773"/>
                      <a:pt x="103807" y="6720"/>
                    </a:cubicBezTo>
                    <a:cubicBezTo>
                      <a:pt x="103598" y="6625"/>
                      <a:pt x="103410" y="6496"/>
                      <a:pt x="103211" y="6387"/>
                    </a:cubicBezTo>
                    <a:cubicBezTo>
                      <a:pt x="102994" y="6266"/>
                      <a:pt x="102745" y="6214"/>
                      <a:pt x="102525" y="6098"/>
                    </a:cubicBezTo>
                    <a:cubicBezTo>
                      <a:pt x="102326" y="5994"/>
                      <a:pt x="102153" y="5883"/>
                      <a:pt x="101993" y="5730"/>
                    </a:cubicBezTo>
                    <a:cubicBezTo>
                      <a:pt x="101930" y="5671"/>
                      <a:pt x="101852" y="5594"/>
                      <a:pt x="101766" y="5555"/>
                    </a:cubicBezTo>
                    <a:cubicBezTo>
                      <a:pt x="101763" y="5550"/>
                      <a:pt x="101759" y="5542"/>
                      <a:pt x="101755" y="5537"/>
                    </a:cubicBezTo>
                    <a:cubicBezTo>
                      <a:pt x="101632" y="5373"/>
                      <a:pt x="101478" y="5286"/>
                      <a:pt x="101270" y="5282"/>
                    </a:cubicBezTo>
                    <a:cubicBezTo>
                      <a:pt x="101022" y="5276"/>
                      <a:pt x="100784" y="5299"/>
                      <a:pt x="100535" y="5261"/>
                    </a:cubicBezTo>
                    <a:cubicBezTo>
                      <a:pt x="100295" y="5224"/>
                      <a:pt x="100061" y="5159"/>
                      <a:pt x="99817" y="5157"/>
                    </a:cubicBezTo>
                    <a:cubicBezTo>
                      <a:pt x="99709" y="5155"/>
                      <a:pt x="99618" y="5155"/>
                      <a:pt x="99516" y="5113"/>
                    </a:cubicBezTo>
                    <a:cubicBezTo>
                      <a:pt x="99410" y="5072"/>
                      <a:pt x="99311" y="5020"/>
                      <a:pt x="99205" y="4981"/>
                    </a:cubicBezTo>
                    <a:cubicBezTo>
                      <a:pt x="98980" y="4899"/>
                      <a:pt x="98787" y="4772"/>
                      <a:pt x="98603" y="4624"/>
                    </a:cubicBezTo>
                    <a:cubicBezTo>
                      <a:pt x="98424" y="4479"/>
                      <a:pt x="98210" y="4382"/>
                      <a:pt x="98011" y="4267"/>
                    </a:cubicBezTo>
                    <a:cubicBezTo>
                      <a:pt x="97811" y="4151"/>
                      <a:pt x="97586" y="4051"/>
                      <a:pt x="97353" y="4025"/>
                    </a:cubicBezTo>
                    <a:cubicBezTo>
                      <a:pt x="97139" y="3999"/>
                      <a:pt x="96929" y="4045"/>
                      <a:pt x="96715" y="4038"/>
                    </a:cubicBezTo>
                    <a:cubicBezTo>
                      <a:pt x="96611" y="4034"/>
                      <a:pt x="96503" y="4019"/>
                      <a:pt x="96407" y="3984"/>
                    </a:cubicBezTo>
                    <a:cubicBezTo>
                      <a:pt x="96308" y="3947"/>
                      <a:pt x="96243" y="3882"/>
                      <a:pt x="96155" y="3829"/>
                    </a:cubicBezTo>
                    <a:cubicBezTo>
                      <a:pt x="95960" y="3714"/>
                      <a:pt x="95704" y="3733"/>
                      <a:pt x="95486" y="3748"/>
                    </a:cubicBezTo>
                    <a:cubicBezTo>
                      <a:pt x="95240" y="3764"/>
                      <a:pt x="94997" y="3779"/>
                      <a:pt x="94757" y="3844"/>
                    </a:cubicBezTo>
                    <a:cubicBezTo>
                      <a:pt x="94530" y="3906"/>
                      <a:pt x="94316" y="4006"/>
                      <a:pt x="94089" y="4069"/>
                    </a:cubicBezTo>
                    <a:cubicBezTo>
                      <a:pt x="93836" y="4142"/>
                      <a:pt x="93604" y="4116"/>
                      <a:pt x="93349" y="4064"/>
                    </a:cubicBezTo>
                    <a:cubicBezTo>
                      <a:pt x="93105" y="4015"/>
                      <a:pt x="92877" y="3995"/>
                      <a:pt x="92629" y="3991"/>
                    </a:cubicBezTo>
                    <a:cubicBezTo>
                      <a:pt x="92389" y="3988"/>
                      <a:pt x="92164" y="3896"/>
                      <a:pt x="91923" y="3887"/>
                    </a:cubicBezTo>
                    <a:cubicBezTo>
                      <a:pt x="91690" y="3876"/>
                      <a:pt x="91426" y="3887"/>
                      <a:pt x="91195" y="3928"/>
                    </a:cubicBezTo>
                    <a:cubicBezTo>
                      <a:pt x="91082" y="3948"/>
                      <a:pt x="90974" y="3995"/>
                      <a:pt x="90861" y="4014"/>
                    </a:cubicBezTo>
                    <a:cubicBezTo>
                      <a:pt x="90745" y="4034"/>
                      <a:pt x="90634" y="4041"/>
                      <a:pt x="90524" y="4084"/>
                    </a:cubicBezTo>
                    <a:cubicBezTo>
                      <a:pt x="90342" y="4155"/>
                      <a:pt x="90199" y="4281"/>
                      <a:pt x="90065" y="4417"/>
                    </a:cubicBezTo>
                    <a:cubicBezTo>
                      <a:pt x="89903" y="4583"/>
                      <a:pt x="89708" y="4705"/>
                      <a:pt x="89533" y="4858"/>
                    </a:cubicBezTo>
                    <a:cubicBezTo>
                      <a:pt x="89447" y="4936"/>
                      <a:pt x="89364" y="4988"/>
                      <a:pt x="89261" y="5044"/>
                    </a:cubicBezTo>
                    <a:cubicBezTo>
                      <a:pt x="89161" y="5096"/>
                      <a:pt x="89085" y="5169"/>
                      <a:pt x="88995" y="5237"/>
                    </a:cubicBezTo>
                    <a:cubicBezTo>
                      <a:pt x="88906" y="5304"/>
                      <a:pt x="88800" y="5332"/>
                      <a:pt x="88705" y="5388"/>
                    </a:cubicBezTo>
                    <a:cubicBezTo>
                      <a:pt x="88609" y="5442"/>
                      <a:pt x="88527" y="5518"/>
                      <a:pt x="88439" y="5583"/>
                    </a:cubicBezTo>
                    <a:cubicBezTo>
                      <a:pt x="88246" y="5721"/>
                      <a:pt x="88036" y="5825"/>
                      <a:pt x="87848" y="5972"/>
                    </a:cubicBezTo>
                    <a:cubicBezTo>
                      <a:pt x="87658" y="6119"/>
                      <a:pt x="87474" y="6264"/>
                      <a:pt x="87262" y="6381"/>
                    </a:cubicBezTo>
                    <a:cubicBezTo>
                      <a:pt x="87046" y="6502"/>
                      <a:pt x="86819" y="6601"/>
                      <a:pt x="86606" y="6727"/>
                    </a:cubicBezTo>
                    <a:cubicBezTo>
                      <a:pt x="86407" y="6842"/>
                      <a:pt x="86245" y="7004"/>
                      <a:pt x="86057" y="7134"/>
                    </a:cubicBezTo>
                    <a:cubicBezTo>
                      <a:pt x="85865" y="7266"/>
                      <a:pt x="85670" y="7397"/>
                      <a:pt x="85473" y="7521"/>
                    </a:cubicBezTo>
                    <a:cubicBezTo>
                      <a:pt x="85071" y="7774"/>
                      <a:pt x="84606" y="7923"/>
                      <a:pt x="84188" y="8148"/>
                    </a:cubicBezTo>
                    <a:cubicBezTo>
                      <a:pt x="83980" y="8258"/>
                      <a:pt x="83781" y="8386"/>
                      <a:pt x="83602" y="8540"/>
                    </a:cubicBezTo>
                    <a:cubicBezTo>
                      <a:pt x="83416" y="8700"/>
                      <a:pt x="83249" y="8881"/>
                      <a:pt x="83059" y="9039"/>
                    </a:cubicBezTo>
                    <a:cubicBezTo>
                      <a:pt x="82672" y="9359"/>
                      <a:pt x="82231" y="9597"/>
                      <a:pt x="81824" y="9889"/>
                    </a:cubicBezTo>
                    <a:cubicBezTo>
                      <a:pt x="81612" y="10041"/>
                      <a:pt x="81406" y="10203"/>
                      <a:pt x="81203" y="10367"/>
                    </a:cubicBezTo>
                    <a:cubicBezTo>
                      <a:pt x="81041" y="10497"/>
                      <a:pt x="80885" y="10666"/>
                      <a:pt x="80667" y="10692"/>
                    </a:cubicBezTo>
                    <a:cubicBezTo>
                      <a:pt x="80431" y="10720"/>
                      <a:pt x="80191" y="10664"/>
                      <a:pt x="79962" y="10618"/>
                    </a:cubicBezTo>
                    <a:cubicBezTo>
                      <a:pt x="79710" y="10566"/>
                      <a:pt x="79455" y="10532"/>
                      <a:pt x="79198" y="10493"/>
                    </a:cubicBezTo>
                    <a:cubicBezTo>
                      <a:pt x="78943" y="10454"/>
                      <a:pt x="78713" y="10448"/>
                      <a:pt x="78454" y="10480"/>
                    </a:cubicBezTo>
                    <a:cubicBezTo>
                      <a:pt x="78203" y="10510"/>
                      <a:pt x="77950" y="10515"/>
                      <a:pt x="77701" y="10553"/>
                    </a:cubicBezTo>
                    <a:cubicBezTo>
                      <a:pt x="77457" y="10588"/>
                      <a:pt x="77221" y="10666"/>
                      <a:pt x="76991" y="10744"/>
                    </a:cubicBezTo>
                    <a:cubicBezTo>
                      <a:pt x="76892" y="10778"/>
                      <a:pt x="76801" y="10815"/>
                      <a:pt x="76725" y="10884"/>
                    </a:cubicBezTo>
                    <a:cubicBezTo>
                      <a:pt x="76654" y="10949"/>
                      <a:pt x="76539" y="10960"/>
                      <a:pt x="76449" y="10995"/>
                    </a:cubicBezTo>
                    <a:cubicBezTo>
                      <a:pt x="76265" y="11071"/>
                      <a:pt x="76059" y="11161"/>
                      <a:pt x="75856" y="11153"/>
                    </a:cubicBezTo>
                    <a:cubicBezTo>
                      <a:pt x="75856" y="11151"/>
                      <a:pt x="75856" y="11151"/>
                      <a:pt x="75856" y="11151"/>
                    </a:cubicBezTo>
                    <a:cubicBezTo>
                      <a:pt x="75834" y="11099"/>
                      <a:pt x="75750" y="11107"/>
                      <a:pt x="75741" y="11155"/>
                    </a:cubicBezTo>
                    <a:cubicBezTo>
                      <a:pt x="75700" y="11146"/>
                      <a:pt x="75659" y="11133"/>
                      <a:pt x="75618" y="11122"/>
                    </a:cubicBezTo>
                    <a:cubicBezTo>
                      <a:pt x="75490" y="11077"/>
                      <a:pt x="75365" y="11021"/>
                      <a:pt x="75242" y="10964"/>
                    </a:cubicBezTo>
                    <a:cubicBezTo>
                      <a:pt x="74982" y="10841"/>
                      <a:pt x="74722" y="10733"/>
                      <a:pt x="74446" y="10646"/>
                    </a:cubicBezTo>
                    <a:cubicBezTo>
                      <a:pt x="74307" y="10603"/>
                      <a:pt x="74164" y="10569"/>
                      <a:pt x="74028" y="10517"/>
                    </a:cubicBezTo>
                    <a:cubicBezTo>
                      <a:pt x="73909" y="10471"/>
                      <a:pt x="73799" y="10402"/>
                      <a:pt x="73680" y="10350"/>
                    </a:cubicBezTo>
                    <a:cubicBezTo>
                      <a:pt x="73569" y="10300"/>
                      <a:pt x="73446" y="10266"/>
                      <a:pt x="73342" y="10197"/>
                    </a:cubicBezTo>
                    <a:cubicBezTo>
                      <a:pt x="73228" y="10123"/>
                      <a:pt x="73122" y="10032"/>
                      <a:pt x="73014" y="9946"/>
                    </a:cubicBezTo>
                    <a:cubicBezTo>
                      <a:pt x="72903" y="9859"/>
                      <a:pt x="72789" y="9770"/>
                      <a:pt x="72670" y="9691"/>
                    </a:cubicBezTo>
                    <a:cubicBezTo>
                      <a:pt x="72557" y="9615"/>
                      <a:pt x="72455" y="9526"/>
                      <a:pt x="72341" y="9452"/>
                    </a:cubicBezTo>
                    <a:cubicBezTo>
                      <a:pt x="72226" y="9377"/>
                      <a:pt x="72135" y="9280"/>
                      <a:pt x="72032" y="9193"/>
                    </a:cubicBezTo>
                    <a:cubicBezTo>
                      <a:pt x="71923" y="9102"/>
                      <a:pt x="71800" y="9026"/>
                      <a:pt x="71679" y="8949"/>
                    </a:cubicBezTo>
                    <a:cubicBezTo>
                      <a:pt x="71432" y="8788"/>
                      <a:pt x="71179" y="8631"/>
                      <a:pt x="70918" y="8492"/>
                    </a:cubicBezTo>
                    <a:cubicBezTo>
                      <a:pt x="70660" y="8352"/>
                      <a:pt x="70401" y="8207"/>
                      <a:pt x="70137" y="8077"/>
                    </a:cubicBezTo>
                    <a:cubicBezTo>
                      <a:pt x="69884" y="7953"/>
                      <a:pt x="69615" y="7860"/>
                      <a:pt x="69351" y="7763"/>
                    </a:cubicBezTo>
                    <a:cubicBezTo>
                      <a:pt x="69113" y="7677"/>
                      <a:pt x="68873" y="7594"/>
                      <a:pt x="68668" y="7443"/>
                    </a:cubicBezTo>
                    <a:cubicBezTo>
                      <a:pt x="68560" y="7363"/>
                      <a:pt x="68456" y="7279"/>
                      <a:pt x="68345" y="7207"/>
                    </a:cubicBezTo>
                    <a:cubicBezTo>
                      <a:pt x="68235" y="7134"/>
                      <a:pt x="68118" y="7082"/>
                      <a:pt x="68000" y="7025"/>
                    </a:cubicBezTo>
                    <a:cubicBezTo>
                      <a:pt x="67762" y="6911"/>
                      <a:pt x="67545" y="6764"/>
                      <a:pt x="67316" y="6636"/>
                    </a:cubicBezTo>
                    <a:cubicBezTo>
                      <a:pt x="67201" y="6571"/>
                      <a:pt x="67082" y="6509"/>
                      <a:pt x="66959" y="6461"/>
                    </a:cubicBezTo>
                    <a:cubicBezTo>
                      <a:pt x="66833" y="6413"/>
                      <a:pt x="66714" y="6394"/>
                      <a:pt x="66580" y="6383"/>
                    </a:cubicBezTo>
                    <a:cubicBezTo>
                      <a:pt x="66446" y="6370"/>
                      <a:pt x="66319" y="6325"/>
                      <a:pt x="66185" y="6318"/>
                    </a:cubicBezTo>
                    <a:cubicBezTo>
                      <a:pt x="66059" y="6312"/>
                      <a:pt x="65929" y="6305"/>
                      <a:pt x="65800" y="6303"/>
                    </a:cubicBezTo>
                    <a:cubicBezTo>
                      <a:pt x="65653" y="6301"/>
                      <a:pt x="65520" y="6346"/>
                      <a:pt x="65378" y="6383"/>
                    </a:cubicBezTo>
                    <a:cubicBezTo>
                      <a:pt x="65233" y="6422"/>
                      <a:pt x="65088" y="6448"/>
                      <a:pt x="64941" y="6476"/>
                    </a:cubicBezTo>
                    <a:cubicBezTo>
                      <a:pt x="64809" y="6500"/>
                      <a:pt x="64677" y="6519"/>
                      <a:pt x="64543" y="6535"/>
                    </a:cubicBezTo>
                    <a:cubicBezTo>
                      <a:pt x="64454" y="6454"/>
                      <a:pt x="64365" y="6368"/>
                      <a:pt x="64273" y="6290"/>
                    </a:cubicBezTo>
                    <a:cubicBezTo>
                      <a:pt x="64141" y="6177"/>
                      <a:pt x="63987" y="6091"/>
                      <a:pt x="63846" y="5991"/>
                    </a:cubicBezTo>
                    <a:cubicBezTo>
                      <a:pt x="63704" y="5890"/>
                      <a:pt x="63595" y="5769"/>
                      <a:pt x="63487" y="5635"/>
                    </a:cubicBezTo>
                    <a:cubicBezTo>
                      <a:pt x="63256" y="5354"/>
                      <a:pt x="62996" y="5102"/>
                      <a:pt x="62756" y="4828"/>
                    </a:cubicBezTo>
                    <a:cubicBezTo>
                      <a:pt x="62652" y="4709"/>
                      <a:pt x="62542" y="4568"/>
                      <a:pt x="62386" y="4514"/>
                    </a:cubicBezTo>
                    <a:cubicBezTo>
                      <a:pt x="62319" y="4490"/>
                      <a:pt x="62256" y="4467"/>
                      <a:pt x="62194" y="4430"/>
                    </a:cubicBezTo>
                    <a:cubicBezTo>
                      <a:pt x="62127" y="4391"/>
                      <a:pt x="62059" y="4354"/>
                      <a:pt x="61979" y="4345"/>
                    </a:cubicBezTo>
                    <a:cubicBezTo>
                      <a:pt x="61893" y="4337"/>
                      <a:pt x="61820" y="4363"/>
                      <a:pt x="61744" y="4399"/>
                    </a:cubicBezTo>
                    <a:cubicBezTo>
                      <a:pt x="61662" y="4438"/>
                      <a:pt x="61579" y="4441"/>
                      <a:pt x="61488" y="4445"/>
                    </a:cubicBezTo>
                    <a:cubicBezTo>
                      <a:pt x="61303" y="4452"/>
                      <a:pt x="61145" y="4475"/>
                      <a:pt x="60984" y="4568"/>
                    </a:cubicBezTo>
                    <a:cubicBezTo>
                      <a:pt x="60844" y="4646"/>
                      <a:pt x="60725" y="4756"/>
                      <a:pt x="60589" y="4839"/>
                    </a:cubicBezTo>
                    <a:cubicBezTo>
                      <a:pt x="60441" y="4930"/>
                      <a:pt x="60281" y="5007"/>
                      <a:pt x="60132" y="5098"/>
                    </a:cubicBezTo>
                    <a:cubicBezTo>
                      <a:pt x="59977" y="5189"/>
                      <a:pt x="59831" y="5289"/>
                      <a:pt x="59697" y="5408"/>
                    </a:cubicBezTo>
                    <a:cubicBezTo>
                      <a:pt x="59572" y="5520"/>
                      <a:pt x="59457" y="5639"/>
                      <a:pt x="59310" y="5726"/>
                    </a:cubicBezTo>
                    <a:cubicBezTo>
                      <a:pt x="58994" y="5914"/>
                      <a:pt x="58735" y="6186"/>
                      <a:pt x="58503" y="6465"/>
                    </a:cubicBezTo>
                    <a:cubicBezTo>
                      <a:pt x="58384" y="6604"/>
                      <a:pt x="58274" y="6753"/>
                      <a:pt x="58166" y="6902"/>
                    </a:cubicBezTo>
                    <a:cubicBezTo>
                      <a:pt x="58071" y="7038"/>
                      <a:pt x="57984" y="7162"/>
                      <a:pt x="57848" y="7263"/>
                    </a:cubicBezTo>
                    <a:cubicBezTo>
                      <a:pt x="57785" y="7309"/>
                      <a:pt x="57718" y="7343"/>
                      <a:pt x="57651" y="7383"/>
                    </a:cubicBezTo>
                    <a:cubicBezTo>
                      <a:pt x="57573" y="7430"/>
                      <a:pt x="57508" y="7493"/>
                      <a:pt x="57439" y="7553"/>
                    </a:cubicBezTo>
                    <a:cubicBezTo>
                      <a:pt x="57303" y="7670"/>
                      <a:pt x="57147" y="7754"/>
                      <a:pt x="56989" y="7837"/>
                    </a:cubicBezTo>
                    <a:cubicBezTo>
                      <a:pt x="56924" y="7873"/>
                      <a:pt x="56860" y="7912"/>
                      <a:pt x="56786" y="7927"/>
                    </a:cubicBezTo>
                    <a:cubicBezTo>
                      <a:pt x="56693" y="7947"/>
                      <a:pt x="56609" y="7969"/>
                      <a:pt x="56522" y="8008"/>
                    </a:cubicBezTo>
                    <a:cubicBezTo>
                      <a:pt x="56355" y="8083"/>
                      <a:pt x="56195" y="8172"/>
                      <a:pt x="56033" y="8258"/>
                    </a:cubicBezTo>
                    <a:cubicBezTo>
                      <a:pt x="55875" y="8343"/>
                      <a:pt x="55706" y="8406"/>
                      <a:pt x="55547" y="8494"/>
                    </a:cubicBezTo>
                    <a:cubicBezTo>
                      <a:pt x="55388" y="8585"/>
                      <a:pt x="55259" y="8724"/>
                      <a:pt x="55118" y="8842"/>
                    </a:cubicBezTo>
                    <a:cubicBezTo>
                      <a:pt x="54986" y="8951"/>
                      <a:pt x="54850" y="9057"/>
                      <a:pt x="54701" y="9143"/>
                    </a:cubicBezTo>
                    <a:cubicBezTo>
                      <a:pt x="54545" y="9232"/>
                      <a:pt x="54419" y="9342"/>
                      <a:pt x="54290" y="9465"/>
                    </a:cubicBezTo>
                    <a:cubicBezTo>
                      <a:pt x="54162" y="9587"/>
                      <a:pt x="54039" y="9704"/>
                      <a:pt x="53879" y="9786"/>
                    </a:cubicBezTo>
                    <a:cubicBezTo>
                      <a:pt x="53712" y="9870"/>
                      <a:pt x="53546" y="9948"/>
                      <a:pt x="53385" y="10041"/>
                    </a:cubicBezTo>
                    <a:cubicBezTo>
                      <a:pt x="53228" y="10130"/>
                      <a:pt x="53074" y="10225"/>
                      <a:pt x="52907" y="10296"/>
                    </a:cubicBezTo>
                    <a:cubicBezTo>
                      <a:pt x="52732" y="10370"/>
                      <a:pt x="52546" y="10407"/>
                      <a:pt x="52358" y="10445"/>
                    </a:cubicBezTo>
                    <a:cubicBezTo>
                      <a:pt x="52168" y="10482"/>
                      <a:pt x="51977" y="10519"/>
                      <a:pt x="51791" y="10575"/>
                    </a:cubicBezTo>
                    <a:cubicBezTo>
                      <a:pt x="51707" y="10601"/>
                      <a:pt x="51627" y="10636"/>
                      <a:pt x="51545" y="10668"/>
                    </a:cubicBezTo>
                    <a:cubicBezTo>
                      <a:pt x="51456" y="10701"/>
                      <a:pt x="51365" y="10714"/>
                      <a:pt x="51274" y="10739"/>
                    </a:cubicBezTo>
                    <a:cubicBezTo>
                      <a:pt x="51106" y="10781"/>
                      <a:pt x="50961" y="10861"/>
                      <a:pt x="50786" y="10885"/>
                    </a:cubicBezTo>
                    <a:cubicBezTo>
                      <a:pt x="50697" y="10898"/>
                      <a:pt x="50608" y="10906"/>
                      <a:pt x="50519" y="10917"/>
                    </a:cubicBezTo>
                    <a:cubicBezTo>
                      <a:pt x="50422" y="10926"/>
                      <a:pt x="50344" y="10945"/>
                      <a:pt x="50249" y="10925"/>
                    </a:cubicBezTo>
                    <a:cubicBezTo>
                      <a:pt x="50137" y="10902"/>
                      <a:pt x="49998" y="10878"/>
                      <a:pt x="49888" y="10911"/>
                    </a:cubicBezTo>
                    <a:cubicBezTo>
                      <a:pt x="49879" y="10913"/>
                      <a:pt x="49873" y="10917"/>
                      <a:pt x="49868" y="10921"/>
                    </a:cubicBezTo>
                    <a:cubicBezTo>
                      <a:pt x="49821" y="10913"/>
                      <a:pt x="49777" y="10906"/>
                      <a:pt x="49730" y="10897"/>
                    </a:cubicBezTo>
                    <a:cubicBezTo>
                      <a:pt x="49421" y="10841"/>
                      <a:pt x="49120" y="10794"/>
                      <a:pt x="48826" y="10683"/>
                    </a:cubicBezTo>
                    <a:cubicBezTo>
                      <a:pt x="48553" y="10579"/>
                      <a:pt x="48287" y="10474"/>
                      <a:pt x="47997" y="10434"/>
                    </a:cubicBezTo>
                    <a:cubicBezTo>
                      <a:pt x="47684" y="10389"/>
                      <a:pt x="47394" y="10288"/>
                      <a:pt x="47089" y="10214"/>
                    </a:cubicBezTo>
                    <a:cubicBezTo>
                      <a:pt x="46801" y="10143"/>
                      <a:pt x="46539" y="10000"/>
                      <a:pt x="46251" y="9926"/>
                    </a:cubicBezTo>
                    <a:cubicBezTo>
                      <a:pt x="45955" y="9848"/>
                      <a:pt x="45667" y="9742"/>
                      <a:pt x="45388" y="9621"/>
                    </a:cubicBezTo>
                    <a:cubicBezTo>
                      <a:pt x="45101" y="9498"/>
                      <a:pt x="44824" y="9362"/>
                      <a:pt x="44530" y="9260"/>
                    </a:cubicBezTo>
                    <a:cubicBezTo>
                      <a:pt x="44235" y="9156"/>
                      <a:pt x="43917" y="9094"/>
                      <a:pt x="43628" y="8970"/>
                    </a:cubicBezTo>
                    <a:cubicBezTo>
                      <a:pt x="43519" y="8923"/>
                      <a:pt x="43424" y="8853"/>
                      <a:pt x="43320" y="8797"/>
                    </a:cubicBezTo>
                    <a:cubicBezTo>
                      <a:pt x="43197" y="8730"/>
                      <a:pt x="43061" y="8691"/>
                      <a:pt x="42935" y="8628"/>
                    </a:cubicBezTo>
                    <a:cubicBezTo>
                      <a:pt x="42680" y="8503"/>
                      <a:pt x="42449" y="8341"/>
                      <a:pt x="42185" y="8237"/>
                    </a:cubicBezTo>
                    <a:cubicBezTo>
                      <a:pt x="41914" y="8133"/>
                      <a:pt x="41655" y="7988"/>
                      <a:pt x="41356" y="7997"/>
                    </a:cubicBezTo>
                    <a:cubicBezTo>
                      <a:pt x="41052" y="8007"/>
                      <a:pt x="40746" y="8049"/>
                      <a:pt x="40444" y="8077"/>
                    </a:cubicBezTo>
                    <a:cubicBezTo>
                      <a:pt x="40147" y="8105"/>
                      <a:pt x="39931" y="8060"/>
                      <a:pt x="39676" y="7902"/>
                    </a:cubicBezTo>
                    <a:cubicBezTo>
                      <a:pt x="39572" y="7839"/>
                      <a:pt x="39468" y="7781"/>
                      <a:pt x="39343" y="7770"/>
                    </a:cubicBezTo>
                    <a:cubicBezTo>
                      <a:pt x="39208" y="7757"/>
                      <a:pt x="39072" y="7795"/>
                      <a:pt x="38938" y="7804"/>
                    </a:cubicBezTo>
                    <a:cubicBezTo>
                      <a:pt x="38795" y="7813"/>
                      <a:pt x="38653" y="7811"/>
                      <a:pt x="38514" y="7847"/>
                    </a:cubicBezTo>
                    <a:cubicBezTo>
                      <a:pt x="38373" y="7882"/>
                      <a:pt x="38237" y="7945"/>
                      <a:pt x="38103" y="8001"/>
                    </a:cubicBezTo>
                    <a:cubicBezTo>
                      <a:pt x="37984" y="8049"/>
                      <a:pt x="37874" y="8109"/>
                      <a:pt x="37787" y="8204"/>
                    </a:cubicBezTo>
                    <a:cubicBezTo>
                      <a:pt x="37681" y="8319"/>
                      <a:pt x="37610" y="8464"/>
                      <a:pt x="37508" y="8583"/>
                    </a:cubicBezTo>
                    <a:cubicBezTo>
                      <a:pt x="37426" y="8678"/>
                      <a:pt x="37320" y="8724"/>
                      <a:pt x="37221" y="8799"/>
                    </a:cubicBezTo>
                    <a:cubicBezTo>
                      <a:pt x="37169" y="8838"/>
                      <a:pt x="37128" y="8890"/>
                      <a:pt x="37073" y="8922"/>
                    </a:cubicBezTo>
                    <a:cubicBezTo>
                      <a:pt x="37004" y="8959"/>
                      <a:pt x="36929" y="8974"/>
                      <a:pt x="36866" y="9016"/>
                    </a:cubicBezTo>
                    <a:cubicBezTo>
                      <a:pt x="36751" y="9094"/>
                      <a:pt x="36654" y="9195"/>
                      <a:pt x="36541" y="9273"/>
                    </a:cubicBezTo>
                    <a:cubicBezTo>
                      <a:pt x="36424" y="9359"/>
                      <a:pt x="36282" y="9398"/>
                      <a:pt x="36163" y="9481"/>
                    </a:cubicBezTo>
                    <a:cubicBezTo>
                      <a:pt x="36046" y="9565"/>
                      <a:pt x="35946" y="9669"/>
                      <a:pt x="35827" y="9751"/>
                    </a:cubicBezTo>
                    <a:cubicBezTo>
                      <a:pt x="35711" y="9829"/>
                      <a:pt x="35594" y="9890"/>
                      <a:pt x="35490" y="9985"/>
                    </a:cubicBezTo>
                    <a:cubicBezTo>
                      <a:pt x="35404" y="10062"/>
                      <a:pt x="35291" y="10194"/>
                      <a:pt x="35166" y="10199"/>
                    </a:cubicBezTo>
                    <a:cubicBezTo>
                      <a:pt x="35105" y="10203"/>
                      <a:pt x="35034" y="10181"/>
                      <a:pt x="34975" y="10173"/>
                    </a:cubicBezTo>
                    <a:cubicBezTo>
                      <a:pt x="34880" y="10162"/>
                      <a:pt x="34787" y="10151"/>
                      <a:pt x="34694" y="10140"/>
                    </a:cubicBezTo>
                    <a:cubicBezTo>
                      <a:pt x="34538" y="10119"/>
                      <a:pt x="34380" y="10101"/>
                      <a:pt x="34225" y="10069"/>
                    </a:cubicBezTo>
                    <a:cubicBezTo>
                      <a:pt x="34078" y="10039"/>
                      <a:pt x="33956" y="9954"/>
                      <a:pt x="33816" y="9905"/>
                    </a:cubicBezTo>
                    <a:cubicBezTo>
                      <a:pt x="33684" y="9857"/>
                      <a:pt x="33572" y="9805"/>
                      <a:pt x="33455" y="9727"/>
                    </a:cubicBezTo>
                    <a:cubicBezTo>
                      <a:pt x="33340" y="9649"/>
                      <a:pt x="33223" y="9569"/>
                      <a:pt x="33096" y="9511"/>
                    </a:cubicBezTo>
                    <a:cubicBezTo>
                      <a:pt x="32983" y="9459"/>
                      <a:pt x="32860" y="9437"/>
                      <a:pt x="32745" y="9390"/>
                    </a:cubicBezTo>
                    <a:cubicBezTo>
                      <a:pt x="32615" y="9338"/>
                      <a:pt x="32501" y="9269"/>
                      <a:pt x="32365" y="9232"/>
                    </a:cubicBezTo>
                    <a:cubicBezTo>
                      <a:pt x="32107" y="9163"/>
                      <a:pt x="31845" y="9104"/>
                      <a:pt x="31581" y="9055"/>
                    </a:cubicBezTo>
                    <a:cubicBezTo>
                      <a:pt x="31287" y="9000"/>
                      <a:pt x="30995" y="9031"/>
                      <a:pt x="30710" y="8914"/>
                    </a:cubicBezTo>
                    <a:cubicBezTo>
                      <a:pt x="30441" y="8804"/>
                      <a:pt x="30193" y="8657"/>
                      <a:pt x="30030" y="8416"/>
                    </a:cubicBezTo>
                    <a:cubicBezTo>
                      <a:pt x="29955" y="8304"/>
                      <a:pt x="29866" y="8209"/>
                      <a:pt x="29779" y="8107"/>
                    </a:cubicBezTo>
                    <a:cubicBezTo>
                      <a:pt x="29682" y="7992"/>
                      <a:pt x="29604" y="7863"/>
                      <a:pt x="29507" y="7748"/>
                    </a:cubicBezTo>
                    <a:cubicBezTo>
                      <a:pt x="29360" y="7579"/>
                      <a:pt x="29236" y="7320"/>
                      <a:pt x="29022" y="7222"/>
                    </a:cubicBezTo>
                    <a:cubicBezTo>
                      <a:pt x="28845" y="7140"/>
                      <a:pt x="28678" y="7235"/>
                      <a:pt x="28553" y="7359"/>
                    </a:cubicBezTo>
                    <a:cubicBezTo>
                      <a:pt x="28436" y="7476"/>
                      <a:pt x="28347" y="7679"/>
                      <a:pt x="28149" y="7607"/>
                    </a:cubicBezTo>
                    <a:cubicBezTo>
                      <a:pt x="28049" y="7569"/>
                      <a:pt x="27965" y="7493"/>
                      <a:pt x="27876" y="7437"/>
                    </a:cubicBezTo>
                    <a:cubicBezTo>
                      <a:pt x="27751" y="7359"/>
                      <a:pt x="27631" y="7283"/>
                      <a:pt x="27512" y="7196"/>
                    </a:cubicBezTo>
                    <a:cubicBezTo>
                      <a:pt x="27290" y="7032"/>
                      <a:pt x="27063" y="6878"/>
                      <a:pt x="26838" y="6718"/>
                    </a:cubicBezTo>
                    <a:cubicBezTo>
                      <a:pt x="26632" y="6569"/>
                      <a:pt x="26507" y="6348"/>
                      <a:pt x="26293" y="6208"/>
                    </a:cubicBezTo>
                    <a:cubicBezTo>
                      <a:pt x="26193" y="6145"/>
                      <a:pt x="26087" y="6087"/>
                      <a:pt x="25992" y="6015"/>
                    </a:cubicBezTo>
                    <a:cubicBezTo>
                      <a:pt x="25884" y="5929"/>
                      <a:pt x="25823" y="5806"/>
                      <a:pt x="25730" y="5706"/>
                    </a:cubicBezTo>
                    <a:cubicBezTo>
                      <a:pt x="25652" y="5620"/>
                      <a:pt x="25572" y="5553"/>
                      <a:pt x="25516" y="5451"/>
                    </a:cubicBezTo>
                    <a:cubicBezTo>
                      <a:pt x="25445" y="5321"/>
                      <a:pt x="25365" y="5198"/>
                      <a:pt x="25291" y="5070"/>
                    </a:cubicBezTo>
                    <a:cubicBezTo>
                      <a:pt x="25226" y="4958"/>
                      <a:pt x="25172" y="4837"/>
                      <a:pt x="25094" y="4733"/>
                    </a:cubicBezTo>
                    <a:cubicBezTo>
                      <a:pt x="25016" y="4631"/>
                      <a:pt x="24915" y="4547"/>
                      <a:pt x="24811" y="4471"/>
                    </a:cubicBezTo>
                    <a:cubicBezTo>
                      <a:pt x="24616" y="4326"/>
                      <a:pt x="24428" y="4155"/>
                      <a:pt x="24186" y="4101"/>
                    </a:cubicBezTo>
                    <a:cubicBezTo>
                      <a:pt x="24078" y="4079"/>
                      <a:pt x="23971" y="4077"/>
                      <a:pt x="23863" y="4068"/>
                    </a:cubicBezTo>
                    <a:cubicBezTo>
                      <a:pt x="23705" y="4053"/>
                      <a:pt x="23550" y="4008"/>
                      <a:pt x="23392" y="3997"/>
                    </a:cubicBezTo>
                    <a:cubicBezTo>
                      <a:pt x="23258" y="3989"/>
                      <a:pt x="23126" y="4015"/>
                      <a:pt x="22992" y="4028"/>
                    </a:cubicBezTo>
                    <a:cubicBezTo>
                      <a:pt x="22825" y="4047"/>
                      <a:pt x="22659" y="4064"/>
                      <a:pt x="22492" y="4081"/>
                    </a:cubicBezTo>
                    <a:cubicBezTo>
                      <a:pt x="22178" y="4110"/>
                      <a:pt x="21893" y="4226"/>
                      <a:pt x="21584" y="4278"/>
                    </a:cubicBezTo>
                    <a:cubicBezTo>
                      <a:pt x="21278" y="4328"/>
                      <a:pt x="20967" y="4346"/>
                      <a:pt x="20660" y="4386"/>
                    </a:cubicBezTo>
                    <a:cubicBezTo>
                      <a:pt x="20647" y="4387"/>
                      <a:pt x="20634" y="4391"/>
                      <a:pt x="20627" y="4399"/>
                    </a:cubicBezTo>
                    <a:cubicBezTo>
                      <a:pt x="20523" y="4306"/>
                      <a:pt x="20422" y="4209"/>
                      <a:pt x="20318" y="4116"/>
                    </a:cubicBezTo>
                    <a:cubicBezTo>
                      <a:pt x="20173" y="3988"/>
                      <a:pt x="20017" y="3878"/>
                      <a:pt x="19842" y="3787"/>
                    </a:cubicBezTo>
                    <a:cubicBezTo>
                      <a:pt x="19663" y="3692"/>
                      <a:pt x="19483" y="3606"/>
                      <a:pt x="19321" y="3484"/>
                    </a:cubicBezTo>
                    <a:cubicBezTo>
                      <a:pt x="19156" y="3361"/>
                      <a:pt x="18971" y="3268"/>
                      <a:pt x="18804" y="3149"/>
                    </a:cubicBezTo>
                    <a:cubicBezTo>
                      <a:pt x="18650" y="3039"/>
                      <a:pt x="18521" y="2898"/>
                      <a:pt x="18356" y="2803"/>
                    </a:cubicBezTo>
                    <a:cubicBezTo>
                      <a:pt x="18209" y="2721"/>
                      <a:pt x="18056" y="2682"/>
                      <a:pt x="17930" y="2567"/>
                    </a:cubicBezTo>
                    <a:cubicBezTo>
                      <a:pt x="17791" y="2440"/>
                      <a:pt x="17699" y="2267"/>
                      <a:pt x="17569" y="2131"/>
                    </a:cubicBezTo>
                    <a:cubicBezTo>
                      <a:pt x="17433" y="1988"/>
                      <a:pt x="17262" y="1884"/>
                      <a:pt x="17121" y="1747"/>
                    </a:cubicBezTo>
                    <a:cubicBezTo>
                      <a:pt x="16982" y="1607"/>
                      <a:pt x="16857" y="1455"/>
                      <a:pt x="16742" y="1296"/>
                    </a:cubicBezTo>
                    <a:cubicBezTo>
                      <a:pt x="16623" y="1133"/>
                      <a:pt x="16504" y="984"/>
                      <a:pt x="16344" y="856"/>
                    </a:cubicBezTo>
                    <a:cubicBezTo>
                      <a:pt x="16195" y="735"/>
                      <a:pt x="16033" y="610"/>
                      <a:pt x="15855" y="536"/>
                    </a:cubicBezTo>
                    <a:cubicBezTo>
                      <a:pt x="15652" y="452"/>
                      <a:pt x="15458" y="473"/>
                      <a:pt x="15248" y="499"/>
                    </a:cubicBezTo>
                    <a:cubicBezTo>
                      <a:pt x="15044" y="523"/>
                      <a:pt x="14826" y="504"/>
                      <a:pt x="14633" y="580"/>
                    </a:cubicBezTo>
                    <a:cubicBezTo>
                      <a:pt x="14534" y="618"/>
                      <a:pt x="14445" y="677"/>
                      <a:pt x="14359" y="739"/>
                    </a:cubicBezTo>
                    <a:cubicBezTo>
                      <a:pt x="14272" y="800"/>
                      <a:pt x="14188" y="841"/>
                      <a:pt x="14093" y="889"/>
                    </a:cubicBezTo>
                    <a:cubicBezTo>
                      <a:pt x="14013" y="930"/>
                      <a:pt x="13932" y="973"/>
                      <a:pt x="13863" y="1029"/>
                    </a:cubicBezTo>
                    <a:cubicBezTo>
                      <a:pt x="13768" y="1105"/>
                      <a:pt x="13682" y="1185"/>
                      <a:pt x="13582" y="1256"/>
                    </a:cubicBezTo>
                    <a:cubicBezTo>
                      <a:pt x="13428" y="1365"/>
                      <a:pt x="13232" y="1427"/>
                      <a:pt x="13091" y="1555"/>
                    </a:cubicBezTo>
                    <a:cubicBezTo>
                      <a:pt x="13082" y="1562"/>
                      <a:pt x="13039" y="1605"/>
                      <a:pt x="13020" y="1639"/>
                    </a:cubicBezTo>
                    <a:cubicBezTo>
                      <a:pt x="12994" y="1641"/>
                      <a:pt x="12963" y="1657"/>
                      <a:pt x="12944" y="1667"/>
                    </a:cubicBezTo>
                    <a:cubicBezTo>
                      <a:pt x="12862" y="1713"/>
                      <a:pt x="12795" y="1800"/>
                      <a:pt x="12702" y="1821"/>
                    </a:cubicBezTo>
                    <a:cubicBezTo>
                      <a:pt x="12693" y="1819"/>
                      <a:pt x="12684" y="1817"/>
                      <a:pt x="12674" y="1813"/>
                    </a:cubicBezTo>
                    <a:cubicBezTo>
                      <a:pt x="12652" y="1791"/>
                      <a:pt x="12617" y="1784"/>
                      <a:pt x="12587" y="1793"/>
                    </a:cubicBezTo>
                    <a:cubicBezTo>
                      <a:pt x="12401" y="1750"/>
                      <a:pt x="12213" y="1719"/>
                      <a:pt x="12035" y="1655"/>
                    </a:cubicBezTo>
                    <a:cubicBezTo>
                      <a:pt x="11793" y="1570"/>
                      <a:pt x="11601" y="1430"/>
                      <a:pt x="11400" y="1276"/>
                    </a:cubicBezTo>
                    <a:cubicBezTo>
                      <a:pt x="11198" y="1120"/>
                      <a:pt x="10989" y="999"/>
                      <a:pt x="10749" y="904"/>
                    </a:cubicBezTo>
                    <a:cubicBezTo>
                      <a:pt x="10627" y="856"/>
                      <a:pt x="10502" y="800"/>
                      <a:pt x="10370" y="778"/>
                    </a:cubicBezTo>
                    <a:cubicBezTo>
                      <a:pt x="10238" y="753"/>
                      <a:pt x="10117" y="742"/>
                      <a:pt x="9994" y="688"/>
                    </a:cubicBezTo>
                    <a:cubicBezTo>
                      <a:pt x="9873" y="638"/>
                      <a:pt x="9753" y="588"/>
                      <a:pt x="9630" y="541"/>
                    </a:cubicBezTo>
                    <a:cubicBezTo>
                      <a:pt x="9498" y="491"/>
                      <a:pt x="9375" y="422"/>
                      <a:pt x="9236" y="389"/>
                    </a:cubicBezTo>
                    <a:cubicBezTo>
                      <a:pt x="8970" y="328"/>
                      <a:pt x="8726" y="188"/>
                      <a:pt x="8464" y="110"/>
                    </a:cubicBezTo>
                    <a:cubicBezTo>
                      <a:pt x="8358" y="76"/>
                      <a:pt x="8254" y="86"/>
                      <a:pt x="8146" y="69"/>
                    </a:cubicBezTo>
                    <a:cubicBezTo>
                      <a:pt x="8014" y="49"/>
                      <a:pt x="7887" y="0"/>
                      <a:pt x="7753" y="11"/>
                    </a:cubicBezTo>
                    <a:cubicBezTo>
                      <a:pt x="7651" y="21"/>
                      <a:pt x="7558" y="67"/>
                      <a:pt x="7458" y="78"/>
                    </a:cubicBezTo>
                    <a:cubicBezTo>
                      <a:pt x="7311" y="91"/>
                      <a:pt x="7195" y="123"/>
                      <a:pt x="7062" y="181"/>
                    </a:cubicBezTo>
                    <a:cubicBezTo>
                      <a:pt x="6941" y="233"/>
                      <a:pt x="6816" y="246"/>
                      <a:pt x="6690" y="275"/>
                    </a:cubicBezTo>
                    <a:cubicBezTo>
                      <a:pt x="6559" y="305"/>
                      <a:pt x="6429" y="328"/>
                      <a:pt x="6297" y="352"/>
                    </a:cubicBezTo>
                    <a:cubicBezTo>
                      <a:pt x="6029" y="402"/>
                      <a:pt x="5763" y="476"/>
                      <a:pt x="5496" y="532"/>
                    </a:cubicBezTo>
                    <a:cubicBezTo>
                      <a:pt x="5213" y="592"/>
                      <a:pt x="4928" y="657"/>
                      <a:pt x="4651" y="740"/>
                    </a:cubicBezTo>
                    <a:cubicBezTo>
                      <a:pt x="4385" y="818"/>
                      <a:pt x="4134" y="921"/>
                      <a:pt x="3878" y="1023"/>
                    </a:cubicBezTo>
                    <a:cubicBezTo>
                      <a:pt x="3627" y="1124"/>
                      <a:pt x="3366" y="1196"/>
                      <a:pt x="3121" y="1311"/>
                    </a:cubicBezTo>
                    <a:cubicBezTo>
                      <a:pt x="3007" y="1365"/>
                      <a:pt x="2899" y="1430"/>
                      <a:pt x="2784" y="1479"/>
                    </a:cubicBezTo>
                    <a:cubicBezTo>
                      <a:pt x="2663" y="1529"/>
                      <a:pt x="2533" y="1559"/>
                      <a:pt x="2416" y="1614"/>
                    </a:cubicBezTo>
                    <a:cubicBezTo>
                      <a:pt x="2314" y="1665"/>
                      <a:pt x="2208" y="1696"/>
                      <a:pt x="2107" y="1748"/>
                    </a:cubicBezTo>
                    <a:cubicBezTo>
                      <a:pt x="1992" y="1810"/>
                      <a:pt x="1886" y="1880"/>
                      <a:pt x="1778" y="1949"/>
                    </a:cubicBezTo>
                    <a:cubicBezTo>
                      <a:pt x="1644" y="2035"/>
                      <a:pt x="1506" y="2111"/>
                      <a:pt x="1358" y="2171"/>
                    </a:cubicBezTo>
                    <a:cubicBezTo>
                      <a:pt x="1222" y="2223"/>
                      <a:pt x="1084" y="2265"/>
                      <a:pt x="952" y="2327"/>
                    </a:cubicBezTo>
                    <a:cubicBezTo>
                      <a:pt x="686" y="2453"/>
                      <a:pt x="407" y="2567"/>
                      <a:pt x="160" y="2723"/>
                    </a:cubicBezTo>
                    <a:cubicBezTo>
                      <a:pt x="106" y="2756"/>
                      <a:pt x="54" y="2786"/>
                      <a:pt x="0" y="2814"/>
                    </a:cubicBezTo>
                    <a:lnTo>
                      <a:pt x="0" y="9001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1125" y="3547850"/>
                <a:ext cx="9144171" cy="1935818"/>
              </a:xfrm>
              <a:custGeom>
                <a:avLst/>
                <a:gdLst/>
                <a:ahLst/>
                <a:cxnLst/>
                <a:rect l="l" t="t" r="r" b="b"/>
                <a:pathLst>
                  <a:path w="215728" h="88444" extrusionOk="0">
                    <a:moveTo>
                      <a:pt x="215725" y="1734"/>
                    </a:moveTo>
                    <a:lnTo>
                      <a:pt x="215725" y="83372"/>
                    </a:lnTo>
                    <a:lnTo>
                      <a:pt x="215489" y="83413"/>
                    </a:lnTo>
                    <a:cubicBezTo>
                      <a:pt x="212294" y="83956"/>
                      <a:pt x="209093" y="84393"/>
                      <a:pt x="205891" y="84884"/>
                    </a:cubicBezTo>
                    <a:cubicBezTo>
                      <a:pt x="202528" y="85400"/>
                      <a:pt x="199146" y="85744"/>
                      <a:pt x="195794" y="86322"/>
                    </a:cubicBezTo>
                    <a:cubicBezTo>
                      <a:pt x="192612" y="86869"/>
                      <a:pt x="189452" y="87544"/>
                      <a:pt x="186289" y="88185"/>
                    </a:cubicBezTo>
                    <a:cubicBezTo>
                      <a:pt x="185859" y="88273"/>
                      <a:pt x="185432" y="88358"/>
                      <a:pt x="185002" y="88444"/>
                    </a:cubicBezTo>
                    <a:lnTo>
                      <a:pt x="0" y="73134"/>
                    </a:lnTo>
                    <a:lnTo>
                      <a:pt x="0" y="11284"/>
                    </a:lnTo>
                    <a:cubicBezTo>
                      <a:pt x="134" y="11310"/>
                      <a:pt x="266" y="11341"/>
                      <a:pt x="398" y="11382"/>
                    </a:cubicBezTo>
                    <a:cubicBezTo>
                      <a:pt x="677" y="11468"/>
                      <a:pt x="960" y="11581"/>
                      <a:pt x="1200" y="11749"/>
                    </a:cubicBezTo>
                    <a:cubicBezTo>
                      <a:pt x="1304" y="11821"/>
                      <a:pt x="1402" y="11907"/>
                      <a:pt x="1477" y="12011"/>
                    </a:cubicBezTo>
                    <a:cubicBezTo>
                      <a:pt x="1503" y="12046"/>
                      <a:pt x="1529" y="12128"/>
                      <a:pt x="1562" y="12152"/>
                    </a:cubicBezTo>
                    <a:cubicBezTo>
                      <a:pt x="1631" y="12203"/>
                      <a:pt x="1722" y="12141"/>
                      <a:pt x="1798" y="12102"/>
                    </a:cubicBezTo>
                    <a:cubicBezTo>
                      <a:pt x="2120" y="11942"/>
                      <a:pt x="2431" y="11745"/>
                      <a:pt x="2771" y="11628"/>
                    </a:cubicBezTo>
                    <a:cubicBezTo>
                      <a:pt x="2924" y="11574"/>
                      <a:pt x="3076" y="11546"/>
                      <a:pt x="3238" y="11540"/>
                    </a:cubicBezTo>
                    <a:cubicBezTo>
                      <a:pt x="3405" y="11533"/>
                      <a:pt x="3595" y="11540"/>
                      <a:pt x="3751" y="11468"/>
                    </a:cubicBezTo>
                    <a:cubicBezTo>
                      <a:pt x="3891" y="11403"/>
                      <a:pt x="4008" y="11310"/>
                      <a:pt x="4157" y="11256"/>
                    </a:cubicBezTo>
                    <a:cubicBezTo>
                      <a:pt x="4309" y="11200"/>
                      <a:pt x="4469" y="11165"/>
                      <a:pt x="4625" y="11122"/>
                    </a:cubicBezTo>
                    <a:cubicBezTo>
                      <a:pt x="4768" y="11083"/>
                      <a:pt x="4900" y="11018"/>
                      <a:pt x="5042" y="10977"/>
                    </a:cubicBezTo>
                    <a:cubicBezTo>
                      <a:pt x="5187" y="10938"/>
                      <a:pt x="5347" y="10953"/>
                      <a:pt x="5496" y="10973"/>
                    </a:cubicBezTo>
                    <a:cubicBezTo>
                      <a:pt x="5825" y="11016"/>
                      <a:pt x="6156" y="11185"/>
                      <a:pt x="6442" y="11349"/>
                    </a:cubicBezTo>
                    <a:cubicBezTo>
                      <a:pt x="6578" y="11427"/>
                      <a:pt x="6738" y="11451"/>
                      <a:pt x="6877" y="11526"/>
                    </a:cubicBezTo>
                    <a:cubicBezTo>
                      <a:pt x="7049" y="11617"/>
                      <a:pt x="7212" y="11721"/>
                      <a:pt x="7372" y="11829"/>
                    </a:cubicBezTo>
                    <a:cubicBezTo>
                      <a:pt x="7699" y="12050"/>
                      <a:pt x="8081" y="12314"/>
                      <a:pt x="8497" y="12221"/>
                    </a:cubicBezTo>
                    <a:cubicBezTo>
                      <a:pt x="8819" y="12150"/>
                      <a:pt x="9081" y="11922"/>
                      <a:pt x="9427" y="11972"/>
                    </a:cubicBezTo>
                    <a:cubicBezTo>
                      <a:pt x="9790" y="12022"/>
                      <a:pt x="10119" y="12243"/>
                      <a:pt x="10430" y="12420"/>
                    </a:cubicBezTo>
                    <a:cubicBezTo>
                      <a:pt x="10742" y="12599"/>
                      <a:pt x="11075" y="12710"/>
                      <a:pt x="11376" y="12911"/>
                    </a:cubicBezTo>
                    <a:cubicBezTo>
                      <a:pt x="11529" y="13013"/>
                      <a:pt x="11692" y="13073"/>
                      <a:pt x="11852" y="13158"/>
                    </a:cubicBezTo>
                    <a:cubicBezTo>
                      <a:pt x="12029" y="13253"/>
                      <a:pt x="12194" y="13367"/>
                      <a:pt x="12373" y="13460"/>
                    </a:cubicBezTo>
                    <a:cubicBezTo>
                      <a:pt x="12671" y="13618"/>
                      <a:pt x="12884" y="13914"/>
                      <a:pt x="13199" y="14040"/>
                    </a:cubicBezTo>
                    <a:cubicBezTo>
                      <a:pt x="13537" y="14178"/>
                      <a:pt x="13863" y="14325"/>
                      <a:pt x="14194" y="14484"/>
                    </a:cubicBezTo>
                    <a:cubicBezTo>
                      <a:pt x="14523" y="14644"/>
                      <a:pt x="14848" y="14756"/>
                      <a:pt x="15217" y="14789"/>
                    </a:cubicBezTo>
                    <a:cubicBezTo>
                      <a:pt x="15590" y="14825"/>
                      <a:pt x="15927" y="14732"/>
                      <a:pt x="16293" y="14682"/>
                    </a:cubicBezTo>
                    <a:cubicBezTo>
                      <a:pt x="16637" y="14633"/>
                      <a:pt x="16905" y="14410"/>
                      <a:pt x="17199" y="14237"/>
                    </a:cubicBezTo>
                    <a:cubicBezTo>
                      <a:pt x="17515" y="14051"/>
                      <a:pt x="17872" y="13893"/>
                      <a:pt x="18211" y="13757"/>
                    </a:cubicBezTo>
                    <a:cubicBezTo>
                      <a:pt x="18529" y="13631"/>
                      <a:pt x="18772" y="13400"/>
                      <a:pt x="19096" y="13278"/>
                    </a:cubicBezTo>
                    <a:cubicBezTo>
                      <a:pt x="19410" y="13158"/>
                      <a:pt x="19723" y="13106"/>
                      <a:pt x="20059" y="13132"/>
                    </a:cubicBezTo>
                    <a:cubicBezTo>
                      <a:pt x="20255" y="13147"/>
                      <a:pt x="20459" y="13205"/>
                      <a:pt x="20653" y="13132"/>
                    </a:cubicBezTo>
                    <a:cubicBezTo>
                      <a:pt x="20826" y="13065"/>
                      <a:pt x="20995" y="12982"/>
                      <a:pt x="21170" y="12913"/>
                    </a:cubicBezTo>
                    <a:cubicBezTo>
                      <a:pt x="21519" y="12777"/>
                      <a:pt x="21869" y="12638"/>
                      <a:pt x="22233" y="12554"/>
                    </a:cubicBezTo>
                    <a:cubicBezTo>
                      <a:pt x="22628" y="12465"/>
                      <a:pt x="23003" y="12320"/>
                      <a:pt x="23394" y="12225"/>
                    </a:cubicBezTo>
                    <a:cubicBezTo>
                      <a:pt x="23552" y="12184"/>
                      <a:pt x="23714" y="12162"/>
                      <a:pt x="23872" y="12124"/>
                    </a:cubicBezTo>
                    <a:cubicBezTo>
                      <a:pt x="24056" y="12084"/>
                      <a:pt x="24227" y="12013"/>
                      <a:pt x="24406" y="11957"/>
                    </a:cubicBezTo>
                    <a:cubicBezTo>
                      <a:pt x="24592" y="11899"/>
                      <a:pt x="24776" y="11844"/>
                      <a:pt x="24960" y="11777"/>
                    </a:cubicBezTo>
                    <a:cubicBezTo>
                      <a:pt x="25146" y="11710"/>
                      <a:pt x="25300" y="11715"/>
                      <a:pt x="25492" y="11695"/>
                    </a:cubicBezTo>
                    <a:cubicBezTo>
                      <a:pt x="25518" y="11691"/>
                      <a:pt x="25546" y="11689"/>
                      <a:pt x="25572" y="11686"/>
                    </a:cubicBezTo>
                    <a:cubicBezTo>
                      <a:pt x="25577" y="11659"/>
                      <a:pt x="25598" y="11633"/>
                      <a:pt x="25635" y="11635"/>
                    </a:cubicBezTo>
                    <a:cubicBezTo>
                      <a:pt x="25804" y="11639"/>
                      <a:pt x="25973" y="11637"/>
                      <a:pt x="26141" y="11646"/>
                    </a:cubicBezTo>
                    <a:cubicBezTo>
                      <a:pt x="26288" y="11654"/>
                      <a:pt x="26414" y="11697"/>
                      <a:pt x="26554" y="11739"/>
                    </a:cubicBezTo>
                    <a:cubicBezTo>
                      <a:pt x="26699" y="11782"/>
                      <a:pt x="26859" y="11779"/>
                      <a:pt x="27009" y="11782"/>
                    </a:cubicBezTo>
                    <a:cubicBezTo>
                      <a:pt x="27175" y="11788"/>
                      <a:pt x="27340" y="11799"/>
                      <a:pt x="27506" y="11808"/>
                    </a:cubicBezTo>
                    <a:cubicBezTo>
                      <a:pt x="27582" y="11812"/>
                      <a:pt x="27655" y="11818"/>
                      <a:pt x="27727" y="11834"/>
                    </a:cubicBezTo>
                    <a:cubicBezTo>
                      <a:pt x="27803" y="11851"/>
                      <a:pt x="27869" y="11885"/>
                      <a:pt x="27939" y="11912"/>
                    </a:cubicBezTo>
                    <a:cubicBezTo>
                      <a:pt x="28081" y="11966"/>
                      <a:pt x="28228" y="11940"/>
                      <a:pt x="28374" y="11933"/>
                    </a:cubicBezTo>
                    <a:cubicBezTo>
                      <a:pt x="28527" y="11925"/>
                      <a:pt x="28678" y="11927"/>
                      <a:pt x="28828" y="11916"/>
                    </a:cubicBezTo>
                    <a:cubicBezTo>
                      <a:pt x="28994" y="11903"/>
                      <a:pt x="29139" y="11940"/>
                      <a:pt x="29284" y="12018"/>
                    </a:cubicBezTo>
                    <a:cubicBezTo>
                      <a:pt x="29418" y="12089"/>
                      <a:pt x="29559" y="12145"/>
                      <a:pt x="29699" y="12206"/>
                    </a:cubicBezTo>
                    <a:cubicBezTo>
                      <a:pt x="29838" y="12266"/>
                      <a:pt x="29968" y="12340"/>
                      <a:pt x="30111" y="12394"/>
                    </a:cubicBezTo>
                    <a:cubicBezTo>
                      <a:pt x="30255" y="12448"/>
                      <a:pt x="30387" y="12509"/>
                      <a:pt x="30513" y="12593"/>
                    </a:cubicBezTo>
                    <a:cubicBezTo>
                      <a:pt x="30565" y="12627"/>
                      <a:pt x="30615" y="12662"/>
                      <a:pt x="30673" y="12684"/>
                    </a:cubicBezTo>
                    <a:cubicBezTo>
                      <a:pt x="30742" y="12712"/>
                      <a:pt x="30816" y="12718"/>
                      <a:pt x="30891" y="12723"/>
                    </a:cubicBezTo>
                    <a:cubicBezTo>
                      <a:pt x="31047" y="12736"/>
                      <a:pt x="31203" y="12747"/>
                      <a:pt x="31358" y="12759"/>
                    </a:cubicBezTo>
                    <a:cubicBezTo>
                      <a:pt x="31506" y="12768"/>
                      <a:pt x="31644" y="12766"/>
                      <a:pt x="31782" y="12703"/>
                    </a:cubicBezTo>
                    <a:cubicBezTo>
                      <a:pt x="32042" y="12580"/>
                      <a:pt x="32328" y="12463"/>
                      <a:pt x="32620" y="12452"/>
                    </a:cubicBezTo>
                    <a:cubicBezTo>
                      <a:pt x="32762" y="12446"/>
                      <a:pt x="32899" y="12491"/>
                      <a:pt x="33035" y="12528"/>
                    </a:cubicBezTo>
                    <a:cubicBezTo>
                      <a:pt x="33182" y="12569"/>
                      <a:pt x="33314" y="12575"/>
                      <a:pt x="33457" y="12519"/>
                    </a:cubicBezTo>
                    <a:cubicBezTo>
                      <a:pt x="33708" y="12422"/>
                      <a:pt x="33913" y="12234"/>
                      <a:pt x="34171" y="12160"/>
                    </a:cubicBezTo>
                    <a:cubicBezTo>
                      <a:pt x="34236" y="12141"/>
                      <a:pt x="34302" y="12126"/>
                      <a:pt x="34361" y="12095"/>
                    </a:cubicBezTo>
                    <a:cubicBezTo>
                      <a:pt x="34409" y="12067"/>
                      <a:pt x="34452" y="12030"/>
                      <a:pt x="34497" y="11996"/>
                    </a:cubicBezTo>
                    <a:cubicBezTo>
                      <a:pt x="34597" y="11924"/>
                      <a:pt x="34713" y="11888"/>
                      <a:pt x="34833" y="11866"/>
                    </a:cubicBezTo>
                    <a:cubicBezTo>
                      <a:pt x="35131" y="11810"/>
                      <a:pt x="35393" y="11864"/>
                      <a:pt x="35657" y="12007"/>
                    </a:cubicBezTo>
                    <a:cubicBezTo>
                      <a:pt x="35923" y="12152"/>
                      <a:pt x="36146" y="12357"/>
                      <a:pt x="36392" y="12528"/>
                    </a:cubicBezTo>
                    <a:cubicBezTo>
                      <a:pt x="36503" y="12606"/>
                      <a:pt x="36613" y="12682"/>
                      <a:pt x="36706" y="12783"/>
                    </a:cubicBezTo>
                    <a:cubicBezTo>
                      <a:pt x="36795" y="12880"/>
                      <a:pt x="36874" y="12959"/>
                      <a:pt x="36991" y="13023"/>
                    </a:cubicBezTo>
                    <a:cubicBezTo>
                      <a:pt x="37126" y="13095"/>
                      <a:pt x="37259" y="13171"/>
                      <a:pt x="37392" y="13246"/>
                    </a:cubicBezTo>
                    <a:cubicBezTo>
                      <a:pt x="37528" y="13318"/>
                      <a:pt x="37673" y="13408"/>
                      <a:pt x="37824" y="13443"/>
                    </a:cubicBezTo>
                    <a:cubicBezTo>
                      <a:pt x="37973" y="13475"/>
                      <a:pt x="38127" y="13465"/>
                      <a:pt x="38276" y="13499"/>
                    </a:cubicBezTo>
                    <a:cubicBezTo>
                      <a:pt x="38415" y="13530"/>
                      <a:pt x="38545" y="13601"/>
                      <a:pt x="38665" y="13685"/>
                    </a:cubicBezTo>
                    <a:cubicBezTo>
                      <a:pt x="38886" y="13843"/>
                      <a:pt x="39066" y="14049"/>
                      <a:pt x="39291" y="14200"/>
                    </a:cubicBezTo>
                    <a:cubicBezTo>
                      <a:pt x="39544" y="14367"/>
                      <a:pt x="39821" y="14484"/>
                      <a:pt x="40059" y="14674"/>
                    </a:cubicBezTo>
                    <a:cubicBezTo>
                      <a:pt x="40284" y="14855"/>
                      <a:pt x="40482" y="15065"/>
                      <a:pt x="40708" y="15245"/>
                    </a:cubicBezTo>
                    <a:cubicBezTo>
                      <a:pt x="40813" y="15327"/>
                      <a:pt x="40922" y="15403"/>
                      <a:pt x="41041" y="15461"/>
                    </a:cubicBezTo>
                    <a:cubicBezTo>
                      <a:pt x="41177" y="15526"/>
                      <a:pt x="41326" y="15571"/>
                      <a:pt x="41467" y="15623"/>
                    </a:cubicBezTo>
                    <a:cubicBezTo>
                      <a:pt x="41605" y="15671"/>
                      <a:pt x="41726" y="15645"/>
                      <a:pt x="41867" y="15651"/>
                    </a:cubicBezTo>
                    <a:cubicBezTo>
                      <a:pt x="41904" y="15651"/>
                      <a:pt x="41925" y="15678"/>
                      <a:pt x="41928" y="15708"/>
                    </a:cubicBezTo>
                    <a:cubicBezTo>
                      <a:pt x="42023" y="15690"/>
                      <a:pt x="42120" y="15667"/>
                      <a:pt x="42215" y="15651"/>
                    </a:cubicBezTo>
                    <a:cubicBezTo>
                      <a:pt x="42391" y="15619"/>
                      <a:pt x="42563" y="15623"/>
                      <a:pt x="42741" y="15626"/>
                    </a:cubicBezTo>
                    <a:cubicBezTo>
                      <a:pt x="42916" y="15632"/>
                      <a:pt x="43091" y="15623"/>
                      <a:pt x="43264" y="15600"/>
                    </a:cubicBezTo>
                    <a:cubicBezTo>
                      <a:pt x="43429" y="15582"/>
                      <a:pt x="43595" y="15559"/>
                      <a:pt x="43762" y="15572"/>
                    </a:cubicBezTo>
                    <a:cubicBezTo>
                      <a:pt x="43835" y="15578"/>
                      <a:pt x="43909" y="15593"/>
                      <a:pt x="43983" y="15593"/>
                    </a:cubicBezTo>
                    <a:cubicBezTo>
                      <a:pt x="44067" y="15595"/>
                      <a:pt x="44153" y="15571"/>
                      <a:pt x="44236" y="15569"/>
                    </a:cubicBezTo>
                    <a:cubicBezTo>
                      <a:pt x="44322" y="15565"/>
                      <a:pt x="44406" y="15576"/>
                      <a:pt x="44489" y="15574"/>
                    </a:cubicBezTo>
                    <a:cubicBezTo>
                      <a:pt x="44579" y="15574"/>
                      <a:pt x="44670" y="15567"/>
                      <a:pt x="44759" y="15565"/>
                    </a:cubicBezTo>
                    <a:cubicBezTo>
                      <a:pt x="44938" y="15565"/>
                      <a:pt x="45112" y="15587"/>
                      <a:pt x="45291" y="15572"/>
                    </a:cubicBezTo>
                    <a:cubicBezTo>
                      <a:pt x="45466" y="15558"/>
                      <a:pt x="45631" y="15526"/>
                      <a:pt x="45808" y="15546"/>
                    </a:cubicBezTo>
                    <a:cubicBezTo>
                      <a:pt x="45890" y="15556"/>
                      <a:pt x="45972" y="15572"/>
                      <a:pt x="46055" y="15576"/>
                    </a:cubicBezTo>
                    <a:cubicBezTo>
                      <a:pt x="46133" y="15580"/>
                      <a:pt x="46184" y="15550"/>
                      <a:pt x="46251" y="15513"/>
                    </a:cubicBezTo>
                    <a:cubicBezTo>
                      <a:pt x="46317" y="15476"/>
                      <a:pt x="46388" y="15452"/>
                      <a:pt x="46459" y="15422"/>
                    </a:cubicBezTo>
                    <a:cubicBezTo>
                      <a:pt x="46541" y="15388"/>
                      <a:pt x="46617" y="15340"/>
                      <a:pt x="46697" y="15303"/>
                    </a:cubicBezTo>
                    <a:cubicBezTo>
                      <a:pt x="46857" y="15227"/>
                      <a:pt x="47013" y="15152"/>
                      <a:pt x="47164" y="15065"/>
                    </a:cubicBezTo>
                    <a:cubicBezTo>
                      <a:pt x="47318" y="14974"/>
                      <a:pt x="47476" y="14918"/>
                      <a:pt x="47645" y="14862"/>
                    </a:cubicBezTo>
                    <a:cubicBezTo>
                      <a:pt x="47978" y="14752"/>
                      <a:pt x="48315" y="14637"/>
                      <a:pt x="48655" y="14551"/>
                    </a:cubicBezTo>
                    <a:cubicBezTo>
                      <a:pt x="48815" y="14512"/>
                      <a:pt x="48968" y="14524"/>
                      <a:pt x="49131" y="14531"/>
                    </a:cubicBezTo>
                    <a:cubicBezTo>
                      <a:pt x="49301" y="14538"/>
                      <a:pt x="49460" y="14555"/>
                      <a:pt x="49620" y="14618"/>
                    </a:cubicBezTo>
                    <a:cubicBezTo>
                      <a:pt x="49767" y="14676"/>
                      <a:pt x="49916" y="14737"/>
                      <a:pt x="50067" y="14788"/>
                    </a:cubicBezTo>
                    <a:cubicBezTo>
                      <a:pt x="50225" y="14842"/>
                      <a:pt x="50400" y="14808"/>
                      <a:pt x="50560" y="14864"/>
                    </a:cubicBezTo>
                    <a:cubicBezTo>
                      <a:pt x="50599" y="14879"/>
                      <a:pt x="50636" y="14897"/>
                      <a:pt x="50679" y="14903"/>
                    </a:cubicBezTo>
                    <a:cubicBezTo>
                      <a:pt x="50718" y="14909"/>
                      <a:pt x="50757" y="14903"/>
                      <a:pt x="50798" y="14909"/>
                    </a:cubicBezTo>
                    <a:cubicBezTo>
                      <a:pt x="50876" y="14920"/>
                      <a:pt x="50943" y="14961"/>
                      <a:pt x="51004" y="15007"/>
                    </a:cubicBezTo>
                    <a:cubicBezTo>
                      <a:pt x="51142" y="15113"/>
                      <a:pt x="51298" y="15186"/>
                      <a:pt x="51445" y="15277"/>
                    </a:cubicBezTo>
                    <a:cubicBezTo>
                      <a:pt x="51594" y="15370"/>
                      <a:pt x="51744" y="15431"/>
                      <a:pt x="51904" y="15500"/>
                    </a:cubicBezTo>
                    <a:cubicBezTo>
                      <a:pt x="52049" y="15561"/>
                      <a:pt x="52183" y="15649"/>
                      <a:pt x="52345" y="15664"/>
                    </a:cubicBezTo>
                    <a:cubicBezTo>
                      <a:pt x="52503" y="15677"/>
                      <a:pt x="52665" y="15630"/>
                      <a:pt x="52819" y="15598"/>
                    </a:cubicBezTo>
                    <a:cubicBezTo>
                      <a:pt x="52979" y="15567"/>
                      <a:pt x="53122" y="15487"/>
                      <a:pt x="53284" y="15465"/>
                    </a:cubicBezTo>
                    <a:cubicBezTo>
                      <a:pt x="53366" y="15453"/>
                      <a:pt x="53429" y="15439"/>
                      <a:pt x="53505" y="15403"/>
                    </a:cubicBezTo>
                    <a:cubicBezTo>
                      <a:pt x="53565" y="15375"/>
                      <a:pt x="53628" y="15351"/>
                      <a:pt x="53693" y="15333"/>
                    </a:cubicBezTo>
                    <a:cubicBezTo>
                      <a:pt x="53859" y="15282"/>
                      <a:pt x="54028" y="15243"/>
                      <a:pt x="54194" y="15193"/>
                    </a:cubicBezTo>
                    <a:cubicBezTo>
                      <a:pt x="54526" y="15087"/>
                      <a:pt x="54867" y="14974"/>
                      <a:pt x="55168" y="14795"/>
                    </a:cubicBezTo>
                    <a:cubicBezTo>
                      <a:pt x="55317" y="14708"/>
                      <a:pt x="55419" y="14594"/>
                      <a:pt x="55527" y="14462"/>
                    </a:cubicBezTo>
                    <a:cubicBezTo>
                      <a:pt x="55618" y="14351"/>
                      <a:pt x="55720" y="14243"/>
                      <a:pt x="55858" y="14191"/>
                    </a:cubicBezTo>
                    <a:cubicBezTo>
                      <a:pt x="56126" y="14090"/>
                      <a:pt x="56407" y="14185"/>
                      <a:pt x="56673" y="14243"/>
                    </a:cubicBezTo>
                    <a:cubicBezTo>
                      <a:pt x="56833" y="14278"/>
                      <a:pt x="56987" y="14319"/>
                      <a:pt x="57138" y="14384"/>
                    </a:cubicBezTo>
                    <a:cubicBezTo>
                      <a:pt x="57294" y="14451"/>
                      <a:pt x="57444" y="14537"/>
                      <a:pt x="57603" y="14600"/>
                    </a:cubicBezTo>
                    <a:cubicBezTo>
                      <a:pt x="57682" y="14631"/>
                      <a:pt x="57768" y="14652"/>
                      <a:pt x="57844" y="14689"/>
                    </a:cubicBezTo>
                    <a:cubicBezTo>
                      <a:pt x="57915" y="14724"/>
                      <a:pt x="57969" y="14771"/>
                      <a:pt x="58025" y="14823"/>
                    </a:cubicBezTo>
                    <a:cubicBezTo>
                      <a:pt x="58160" y="14949"/>
                      <a:pt x="58309" y="15059"/>
                      <a:pt x="58449" y="15182"/>
                    </a:cubicBezTo>
                    <a:cubicBezTo>
                      <a:pt x="58562" y="15282"/>
                      <a:pt x="58651" y="15411"/>
                      <a:pt x="58770" y="15502"/>
                    </a:cubicBezTo>
                    <a:cubicBezTo>
                      <a:pt x="58906" y="15606"/>
                      <a:pt x="59079" y="15565"/>
                      <a:pt x="59232" y="15625"/>
                    </a:cubicBezTo>
                    <a:cubicBezTo>
                      <a:pt x="59276" y="15641"/>
                      <a:pt x="59315" y="15675"/>
                      <a:pt x="59364" y="15688"/>
                    </a:cubicBezTo>
                    <a:cubicBezTo>
                      <a:pt x="59444" y="15706"/>
                      <a:pt x="59529" y="15699"/>
                      <a:pt x="59609" y="15721"/>
                    </a:cubicBezTo>
                    <a:cubicBezTo>
                      <a:pt x="59672" y="15738"/>
                      <a:pt x="59730" y="15771"/>
                      <a:pt x="59795" y="15783"/>
                    </a:cubicBezTo>
                    <a:cubicBezTo>
                      <a:pt x="59879" y="15797"/>
                      <a:pt x="59951" y="15814"/>
                      <a:pt x="60030" y="15846"/>
                    </a:cubicBezTo>
                    <a:cubicBezTo>
                      <a:pt x="60176" y="15781"/>
                      <a:pt x="60325" y="15716"/>
                      <a:pt x="60474" y="15647"/>
                    </a:cubicBezTo>
                    <a:cubicBezTo>
                      <a:pt x="60764" y="15515"/>
                      <a:pt x="61052" y="15433"/>
                      <a:pt x="61357" y="15344"/>
                    </a:cubicBezTo>
                    <a:cubicBezTo>
                      <a:pt x="61484" y="15307"/>
                      <a:pt x="61588" y="15223"/>
                      <a:pt x="61722" y="15201"/>
                    </a:cubicBezTo>
                    <a:cubicBezTo>
                      <a:pt x="61891" y="15173"/>
                      <a:pt x="61979" y="15109"/>
                      <a:pt x="62111" y="15002"/>
                    </a:cubicBezTo>
                    <a:cubicBezTo>
                      <a:pt x="62345" y="14812"/>
                      <a:pt x="62613" y="14650"/>
                      <a:pt x="62871" y="14492"/>
                    </a:cubicBezTo>
                    <a:cubicBezTo>
                      <a:pt x="63440" y="14144"/>
                      <a:pt x="64024" y="13822"/>
                      <a:pt x="64619" y="13523"/>
                    </a:cubicBezTo>
                    <a:cubicBezTo>
                      <a:pt x="64761" y="13452"/>
                      <a:pt x="64898" y="13372"/>
                      <a:pt x="65043" y="13311"/>
                    </a:cubicBezTo>
                    <a:cubicBezTo>
                      <a:pt x="65179" y="13255"/>
                      <a:pt x="65317" y="13227"/>
                      <a:pt x="65460" y="13192"/>
                    </a:cubicBezTo>
                    <a:cubicBezTo>
                      <a:pt x="65601" y="13157"/>
                      <a:pt x="65694" y="13054"/>
                      <a:pt x="65821" y="12987"/>
                    </a:cubicBezTo>
                    <a:cubicBezTo>
                      <a:pt x="65960" y="12913"/>
                      <a:pt x="66113" y="12861"/>
                      <a:pt x="66254" y="12792"/>
                    </a:cubicBezTo>
                    <a:cubicBezTo>
                      <a:pt x="66542" y="12651"/>
                      <a:pt x="66814" y="12487"/>
                      <a:pt x="67110" y="12361"/>
                    </a:cubicBezTo>
                    <a:cubicBezTo>
                      <a:pt x="67405" y="12234"/>
                      <a:pt x="67695" y="12119"/>
                      <a:pt x="67997" y="12007"/>
                    </a:cubicBezTo>
                    <a:cubicBezTo>
                      <a:pt x="68138" y="11957"/>
                      <a:pt x="68268" y="11883"/>
                      <a:pt x="68406" y="11819"/>
                    </a:cubicBezTo>
                    <a:cubicBezTo>
                      <a:pt x="68551" y="11752"/>
                      <a:pt x="68703" y="11702"/>
                      <a:pt x="68850" y="11633"/>
                    </a:cubicBezTo>
                    <a:cubicBezTo>
                      <a:pt x="69146" y="11494"/>
                      <a:pt x="69459" y="11395"/>
                      <a:pt x="69758" y="11265"/>
                    </a:cubicBezTo>
                    <a:cubicBezTo>
                      <a:pt x="70054" y="11135"/>
                      <a:pt x="70334" y="10990"/>
                      <a:pt x="70643" y="10890"/>
                    </a:cubicBezTo>
                    <a:cubicBezTo>
                      <a:pt x="70935" y="10795"/>
                      <a:pt x="71223" y="10704"/>
                      <a:pt x="71497" y="10566"/>
                    </a:cubicBezTo>
                    <a:cubicBezTo>
                      <a:pt x="71768" y="10426"/>
                      <a:pt x="72001" y="10252"/>
                      <a:pt x="72217" y="10038"/>
                    </a:cubicBezTo>
                    <a:cubicBezTo>
                      <a:pt x="72311" y="9945"/>
                      <a:pt x="72391" y="9844"/>
                      <a:pt x="72477" y="9744"/>
                    </a:cubicBezTo>
                    <a:cubicBezTo>
                      <a:pt x="72572" y="9632"/>
                      <a:pt x="72689" y="9545"/>
                      <a:pt x="72799" y="9448"/>
                    </a:cubicBezTo>
                    <a:cubicBezTo>
                      <a:pt x="72903" y="9353"/>
                      <a:pt x="72996" y="9232"/>
                      <a:pt x="73113" y="9153"/>
                    </a:cubicBezTo>
                    <a:cubicBezTo>
                      <a:pt x="73228" y="9071"/>
                      <a:pt x="73355" y="9033"/>
                      <a:pt x="73464" y="8937"/>
                    </a:cubicBezTo>
                    <a:cubicBezTo>
                      <a:pt x="73717" y="8712"/>
                      <a:pt x="73978" y="8503"/>
                      <a:pt x="74216" y="8262"/>
                    </a:cubicBezTo>
                    <a:cubicBezTo>
                      <a:pt x="74435" y="8039"/>
                      <a:pt x="74681" y="7847"/>
                      <a:pt x="74830" y="7568"/>
                    </a:cubicBezTo>
                    <a:cubicBezTo>
                      <a:pt x="74958" y="7328"/>
                      <a:pt x="75174" y="7157"/>
                      <a:pt x="75393" y="7001"/>
                    </a:cubicBezTo>
                    <a:cubicBezTo>
                      <a:pt x="75497" y="6926"/>
                      <a:pt x="75609" y="6852"/>
                      <a:pt x="75730" y="6807"/>
                    </a:cubicBezTo>
                    <a:cubicBezTo>
                      <a:pt x="75858" y="6759"/>
                      <a:pt x="75996" y="6763"/>
                      <a:pt x="76129" y="6755"/>
                    </a:cubicBezTo>
                    <a:cubicBezTo>
                      <a:pt x="76425" y="6733"/>
                      <a:pt x="76762" y="6781"/>
                      <a:pt x="77039" y="6893"/>
                    </a:cubicBezTo>
                    <a:cubicBezTo>
                      <a:pt x="77186" y="6951"/>
                      <a:pt x="77325" y="6973"/>
                      <a:pt x="77476" y="7016"/>
                    </a:cubicBezTo>
                    <a:cubicBezTo>
                      <a:pt x="77636" y="7058"/>
                      <a:pt x="77788" y="7124"/>
                      <a:pt x="77952" y="7159"/>
                    </a:cubicBezTo>
                    <a:cubicBezTo>
                      <a:pt x="78240" y="7222"/>
                      <a:pt x="78530" y="7298"/>
                      <a:pt x="78821" y="7354"/>
                    </a:cubicBezTo>
                    <a:cubicBezTo>
                      <a:pt x="79114" y="7412"/>
                      <a:pt x="79379" y="7579"/>
                      <a:pt x="79633" y="7732"/>
                    </a:cubicBezTo>
                    <a:cubicBezTo>
                      <a:pt x="79896" y="7888"/>
                      <a:pt x="80121" y="8057"/>
                      <a:pt x="80336" y="8273"/>
                    </a:cubicBezTo>
                    <a:cubicBezTo>
                      <a:pt x="80381" y="8319"/>
                      <a:pt x="80416" y="8373"/>
                      <a:pt x="80459" y="8420"/>
                    </a:cubicBezTo>
                    <a:cubicBezTo>
                      <a:pt x="80509" y="8476"/>
                      <a:pt x="80563" y="8502"/>
                      <a:pt x="80626" y="8541"/>
                    </a:cubicBezTo>
                    <a:cubicBezTo>
                      <a:pt x="80770" y="8626"/>
                      <a:pt x="80902" y="8745"/>
                      <a:pt x="81034" y="8851"/>
                    </a:cubicBezTo>
                    <a:cubicBezTo>
                      <a:pt x="81290" y="9054"/>
                      <a:pt x="81538" y="9257"/>
                      <a:pt x="81820" y="9424"/>
                    </a:cubicBezTo>
                    <a:cubicBezTo>
                      <a:pt x="82081" y="9578"/>
                      <a:pt x="82278" y="9803"/>
                      <a:pt x="82527" y="9975"/>
                    </a:cubicBezTo>
                    <a:cubicBezTo>
                      <a:pt x="82648" y="10058"/>
                      <a:pt x="82784" y="10121"/>
                      <a:pt x="82903" y="10209"/>
                    </a:cubicBezTo>
                    <a:cubicBezTo>
                      <a:pt x="83040" y="10306"/>
                      <a:pt x="83159" y="10393"/>
                      <a:pt x="83321" y="10447"/>
                    </a:cubicBezTo>
                    <a:cubicBezTo>
                      <a:pt x="83453" y="10493"/>
                      <a:pt x="83543" y="10585"/>
                      <a:pt x="83665" y="10638"/>
                    </a:cubicBezTo>
                    <a:cubicBezTo>
                      <a:pt x="83810" y="10702"/>
                      <a:pt x="83954" y="10730"/>
                      <a:pt x="84102" y="10771"/>
                    </a:cubicBezTo>
                    <a:cubicBezTo>
                      <a:pt x="84391" y="10852"/>
                      <a:pt x="84621" y="11042"/>
                      <a:pt x="84921" y="11074"/>
                    </a:cubicBezTo>
                    <a:cubicBezTo>
                      <a:pt x="85242" y="11105"/>
                      <a:pt x="85553" y="11124"/>
                      <a:pt x="85871" y="11189"/>
                    </a:cubicBezTo>
                    <a:cubicBezTo>
                      <a:pt x="86187" y="11254"/>
                      <a:pt x="86498" y="11250"/>
                      <a:pt x="86819" y="11239"/>
                    </a:cubicBezTo>
                    <a:cubicBezTo>
                      <a:pt x="87156" y="11228"/>
                      <a:pt x="87506" y="11215"/>
                      <a:pt x="87840" y="11170"/>
                    </a:cubicBezTo>
                    <a:cubicBezTo>
                      <a:pt x="88151" y="11129"/>
                      <a:pt x="88454" y="11038"/>
                      <a:pt x="88768" y="11031"/>
                    </a:cubicBezTo>
                    <a:cubicBezTo>
                      <a:pt x="89114" y="11023"/>
                      <a:pt x="89457" y="11066"/>
                      <a:pt x="89804" y="11044"/>
                    </a:cubicBezTo>
                    <a:cubicBezTo>
                      <a:pt x="90135" y="11022"/>
                      <a:pt x="90459" y="10964"/>
                      <a:pt x="90786" y="10927"/>
                    </a:cubicBezTo>
                    <a:cubicBezTo>
                      <a:pt x="91073" y="10895"/>
                      <a:pt x="91359" y="10943"/>
                      <a:pt x="91597" y="10748"/>
                    </a:cubicBezTo>
                    <a:cubicBezTo>
                      <a:pt x="91612" y="10735"/>
                      <a:pt x="91629" y="10733"/>
                      <a:pt x="91642" y="10737"/>
                    </a:cubicBezTo>
                    <a:cubicBezTo>
                      <a:pt x="91932" y="10545"/>
                      <a:pt x="92222" y="10361"/>
                      <a:pt x="92553" y="10242"/>
                    </a:cubicBezTo>
                    <a:cubicBezTo>
                      <a:pt x="92763" y="10166"/>
                      <a:pt x="92977" y="10092"/>
                      <a:pt x="93197" y="10043"/>
                    </a:cubicBezTo>
                    <a:cubicBezTo>
                      <a:pt x="93401" y="9997"/>
                      <a:pt x="93613" y="9986"/>
                      <a:pt x="93821" y="9976"/>
                    </a:cubicBezTo>
                    <a:cubicBezTo>
                      <a:pt x="94039" y="9969"/>
                      <a:pt x="94206" y="10019"/>
                      <a:pt x="94389" y="10133"/>
                    </a:cubicBezTo>
                    <a:cubicBezTo>
                      <a:pt x="94584" y="10255"/>
                      <a:pt x="94792" y="10343"/>
                      <a:pt x="95012" y="10413"/>
                    </a:cubicBezTo>
                    <a:cubicBezTo>
                      <a:pt x="95164" y="10464"/>
                      <a:pt x="95408" y="10586"/>
                      <a:pt x="95562" y="10499"/>
                    </a:cubicBezTo>
                    <a:cubicBezTo>
                      <a:pt x="95692" y="10426"/>
                      <a:pt x="95761" y="10265"/>
                      <a:pt x="95839" y="10148"/>
                    </a:cubicBezTo>
                    <a:cubicBezTo>
                      <a:pt x="95897" y="10062"/>
                      <a:pt x="95960" y="9984"/>
                      <a:pt x="96018" y="9900"/>
                    </a:cubicBezTo>
                    <a:cubicBezTo>
                      <a:pt x="96081" y="9811"/>
                      <a:pt x="96128" y="9716"/>
                      <a:pt x="96180" y="9621"/>
                    </a:cubicBezTo>
                    <a:cubicBezTo>
                      <a:pt x="96293" y="9420"/>
                      <a:pt x="96392" y="9221"/>
                      <a:pt x="96483" y="9009"/>
                    </a:cubicBezTo>
                    <a:cubicBezTo>
                      <a:pt x="96658" y="8606"/>
                      <a:pt x="96864" y="8208"/>
                      <a:pt x="97165" y="7882"/>
                    </a:cubicBezTo>
                    <a:cubicBezTo>
                      <a:pt x="97305" y="7732"/>
                      <a:pt x="97446" y="7637"/>
                      <a:pt x="97621" y="7535"/>
                    </a:cubicBezTo>
                    <a:cubicBezTo>
                      <a:pt x="97705" y="7486"/>
                      <a:pt x="97779" y="7425"/>
                      <a:pt x="97863" y="7376"/>
                    </a:cubicBezTo>
                    <a:cubicBezTo>
                      <a:pt x="97954" y="7323"/>
                      <a:pt x="98056" y="7293"/>
                      <a:pt x="98158" y="7270"/>
                    </a:cubicBezTo>
                    <a:cubicBezTo>
                      <a:pt x="98367" y="7226"/>
                      <a:pt x="98575" y="7174"/>
                      <a:pt x="98783" y="7131"/>
                    </a:cubicBezTo>
                    <a:cubicBezTo>
                      <a:pt x="99005" y="7086"/>
                      <a:pt x="99217" y="7044"/>
                      <a:pt x="99429" y="6969"/>
                    </a:cubicBezTo>
                    <a:cubicBezTo>
                      <a:pt x="99523" y="6936"/>
                      <a:pt x="99620" y="6908"/>
                      <a:pt x="99700" y="6846"/>
                    </a:cubicBezTo>
                    <a:cubicBezTo>
                      <a:pt x="99778" y="6791"/>
                      <a:pt x="99847" y="6720"/>
                      <a:pt x="99920" y="6657"/>
                    </a:cubicBezTo>
                    <a:cubicBezTo>
                      <a:pt x="100083" y="6515"/>
                      <a:pt x="100210" y="6335"/>
                      <a:pt x="100368" y="6184"/>
                    </a:cubicBezTo>
                    <a:cubicBezTo>
                      <a:pt x="100528" y="6028"/>
                      <a:pt x="100671" y="5853"/>
                      <a:pt x="100835" y="5701"/>
                    </a:cubicBezTo>
                    <a:cubicBezTo>
                      <a:pt x="100987" y="5559"/>
                      <a:pt x="101162" y="5440"/>
                      <a:pt x="101342" y="5336"/>
                    </a:cubicBezTo>
                    <a:cubicBezTo>
                      <a:pt x="101517" y="5234"/>
                      <a:pt x="101705" y="5126"/>
                      <a:pt x="101897" y="5059"/>
                    </a:cubicBezTo>
                    <a:cubicBezTo>
                      <a:pt x="102077" y="4998"/>
                      <a:pt x="102270" y="4985"/>
                      <a:pt x="102460" y="5003"/>
                    </a:cubicBezTo>
                    <a:cubicBezTo>
                      <a:pt x="102652" y="5024"/>
                      <a:pt x="102841" y="5070"/>
                      <a:pt x="103025" y="5124"/>
                    </a:cubicBezTo>
                    <a:cubicBezTo>
                      <a:pt x="103228" y="5180"/>
                      <a:pt x="103412" y="5277"/>
                      <a:pt x="103611" y="5340"/>
                    </a:cubicBezTo>
                    <a:cubicBezTo>
                      <a:pt x="103712" y="5373"/>
                      <a:pt x="103814" y="5390"/>
                      <a:pt x="103913" y="5431"/>
                    </a:cubicBezTo>
                    <a:cubicBezTo>
                      <a:pt x="104017" y="5472"/>
                      <a:pt x="104117" y="5524"/>
                      <a:pt x="104227" y="5552"/>
                    </a:cubicBezTo>
                    <a:cubicBezTo>
                      <a:pt x="104424" y="5606"/>
                      <a:pt x="104632" y="5677"/>
                      <a:pt x="104835" y="5705"/>
                    </a:cubicBezTo>
                    <a:cubicBezTo>
                      <a:pt x="105054" y="5732"/>
                      <a:pt x="105265" y="5749"/>
                      <a:pt x="105465" y="5853"/>
                    </a:cubicBezTo>
                    <a:cubicBezTo>
                      <a:pt x="105625" y="5937"/>
                      <a:pt x="105770" y="6050"/>
                      <a:pt x="105886" y="6192"/>
                    </a:cubicBezTo>
                    <a:cubicBezTo>
                      <a:pt x="106148" y="6515"/>
                      <a:pt x="106152" y="6952"/>
                      <a:pt x="106243" y="7345"/>
                    </a:cubicBezTo>
                    <a:cubicBezTo>
                      <a:pt x="106295" y="7564"/>
                      <a:pt x="106373" y="7773"/>
                      <a:pt x="106433" y="7990"/>
                    </a:cubicBezTo>
                    <a:cubicBezTo>
                      <a:pt x="106449" y="8053"/>
                      <a:pt x="106462" y="8128"/>
                      <a:pt x="106501" y="8184"/>
                    </a:cubicBezTo>
                    <a:cubicBezTo>
                      <a:pt x="106524" y="8213"/>
                      <a:pt x="106522" y="8215"/>
                      <a:pt x="106548" y="8210"/>
                    </a:cubicBezTo>
                    <a:cubicBezTo>
                      <a:pt x="106578" y="8204"/>
                      <a:pt x="106628" y="8130"/>
                      <a:pt x="106654" y="8109"/>
                    </a:cubicBezTo>
                    <a:cubicBezTo>
                      <a:pt x="106723" y="8059"/>
                      <a:pt x="106803" y="8035"/>
                      <a:pt x="106875" y="7998"/>
                    </a:cubicBezTo>
                    <a:cubicBezTo>
                      <a:pt x="106964" y="7951"/>
                      <a:pt x="107041" y="7879"/>
                      <a:pt x="107106" y="7804"/>
                    </a:cubicBezTo>
                    <a:cubicBezTo>
                      <a:pt x="107238" y="7648"/>
                      <a:pt x="107364" y="7475"/>
                      <a:pt x="107465" y="7296"/>
                    </a:cubicBezTo>
                    <a:cubicBezTo>
                      <a:pt x="107645" y="6977"/>
                      <a:pt x="107995" y="6623"/>
                      <a:pt x="108404" y="6705"/>
                    </a:cubicBezTo>
                    <a:cubicBezTo>
                      <a:pt x="108586" y="6742"/>
                      <a:pt x="108674" y="6898"/>
                      <a:pt x="108813" y="7004"/>
                    </a:cubicBezTo>
                    <a:cubicBezTo>
                      <a:pt x="108977" y="7131"/>
                      <a:pt x="109170" y="7211"/>
                      <a:pt x="109336" y="7339"/>
                    </a:cubicBezTo>
                    <a:cubicBezTo>
                      <a:pt x="109674" y="7605"/>
                      <a:pt x="109960" y="7938"/>
                      <a:pt x="110210" y="8288"/>
                    </a:cubicBezTo>
                    <a:cubicBezTo>
                      <a:pt x="110308" y="8425"/>
                      <a:pt x="110398" y="8570"/>
                      <a:pt x="110487" y="8714"/>
                    </a:cubicBezTo>
                    <a:cubicBezTo>
                      <a:pt x="110557" y="8693"/>
                      <a:pt x="110630" y="8675"/>
                      <a:pt x="110703" y="8665"/>
                    </a:cubicBezTo>
                    <a:cubicBezTo>
                      <a:pt x="110814" y="8650"/>
                      <a:pt x="110933" y="8676"/>
                      <a:pt x="111043" y="8650"/>
                    </a:cubicBezTo>
                    <a:cubicBezTo>
                      <a:pt x="111143" y="8626"/>
                      <a:pt x="111233" y="8557"/>
                      <a:pt x="111320" y="8503"/>
                    </a:cubicBezTo>
                    <a:cubicBezTo>
                      <a:pt x="111420" y="8440"/>
                      <a:pt x="111526" y="8390"/>
                      <a:pt x="111634" y="8342"/>
                    </a:cubicBezTo>
                    <a:cubicBezTo>
                      <a:pt x="111852" y="8247"/>
                      <a:pt x="112066" y="8146"/>
                      <a:pt x="112285" y="8057"/>
                    </a:cubicBezTo>
                    <a:cubicBezTo>
                      <a:pt x="112510" y="7966"/>
                      <a:pt x="112722" y="7851"/>
                      <a:pt x="112949" y="7765"/>
                    </a:cubicBezTo>
                    <a:cubicBezTo>
                      <a:pt x="113159" y="7687"/>
                      <a:pt x="113379" y="7601"/>
                      <a:pt x="113557" y="7464"/>
                    </a:cubicBezTo>
                    <a:cubicBezTo>
                      <a:pt x="113643" y="7397"/>
                      <a:pt x="113741" y="7354"/>
                      <a:pt x="113836" y="7302"/>
                    </a:cubicBezTo>
                    <a:cubicBezTo>
                      <a:pt x="113940" y="7244"/>
                      <a:pt x="114041" y="7185"/>
                      <a:pt x="114147" y="7133"/>
                    </a:cubicBezTo>
                    <a:cubicBezTo>
                      <a:pt x="114337" y="7044"/>
                      <a:pt x="114508" y="6921"/>
                      <a:pt x="114692" y="6817"/>
                    </a:cubicBezTo>
                    <a:cubicBezTo>
                      <a:pt x="114891" y="6701"/>
                      <a:pt x="115118" y="6651"/>
                      <a:pt x="115320" y="6541"/>
                    </a:cubicBezTo>
                    <a:cubicBezTo>
                      <a:pt x="115503" y="6441"/>
                      <a:pt x="115661" y="6335"/>
                      <a:pt x="115806" y="6192"/>
                    </a:cubicBezTo>
                    <a:cubicBezTo>
                      <a:pt x="115863" y="6136"/>
                      <a:pt x="115934" y="6063"/>
                      <a:pt x="116014" y="6024"/>
                    </a:cubicBezTo>
                    <a:cubicBezTo>
                      <a:pt x="116018" y="6019"/>
                      <a:pt x="116020" y="6015"/>
                      <a:pt x="116025" y="6008"/>
                    </a:cubicBezTo>
                    <a:cubicBezTo>
                      <a:pt x="116135" y="5853"/>
                      <a:pt x="116276" y="5770"/>
                      <a:pt x="116468" y="5764"/>
                    </a:cubicBezTo>
                    <a:cubicBezTo>
                      <a:pt x="116697" y="5758"/>
                      <a:pt x="116914" y="5777"/>
                      <a:pt x="117143" y="5740"/>
                    </a:cubicBezTo>
                    <a:cubicBezTo>
                      <a:pt x="117364" y="5703"/>
                      <a:pt x="117580" y="5639"/>
                      <a:pt x="117805" y="5636"/>
                    </a:cubicBezTo>
                    <a:cubicBezTo>
                      <a:pt x="117904" y="5634"/>
                      <a:pt x="117987" y="5632"/>
                      <a:pt x="118082" y="5591"/>
                    </a:cubicBezTo>
                    <a:cubicBezTo>
                      <a:pt x="118177" y="5552"/>
                      <a:pt x="118268" y="5502"/>
                      <a:pt x="118367" y="5465"/>
                    </a:cubicBezTo>
                    <a:cubicBezTo>
                      <a:pt x="118571" y="5385"/>
                      <a:pt x="118748" y="5266"/>
                      <a:pt x="118917" y="5124"/>
                    </a:cubicBezTo>
                    <a:cubicBezTo>
                      <a:pt x="119081" y="4988"/>
                      <a:pt x="119276" y="4894"/>
                      <a:pt x="119458" y="4786"/>
                    </a:cubicBezTo>
                    <a:cubicBezTo>
                      <a:pt x="119642" y="4676"/>
                      <a:pt x="119849" y="4581"/>
                      <a:pt x="120063" y="4553"/>
                    </a:cubicBezTo>
                    <a:cubicBezTo>
                      <a:pt x="120260" y="4527"/>
                      <a:pt x="120451" y="4568"/>
                      <a:pt x="120649" y="4561"/>
                    </a:cubicBezTo>
                    <a:cubicBezTo>
                      <a:pt x="120745" y="4557"/>
                      <a:pt x="120844" y="4540"/>
                      <a:pt x="120933" y="4507"/>
                    </a:cubicBezTo>
                    <a:cubicBezTo>
                      <a:pt x="121024" y="4471"/>
                      <a:pt x="121084" y="4408"/>
                      <a:pt x="121164" y="4360"/>
                    </a:cubicBezTo>
                    <a:cubicBezTo>
                      <a:pt x="121342" y="4250"/>
                      <a:pt x="121578" y="4265"/>
                      <a:pt x="121779" y="4278"/>
                    </a:cubicBezTo>
                    <a:cubicBezTo>
                      <a:pt x="122006" y="4293"/>
                      <a:pt x="122229" y="4302"/>
                      <a:pt x="122451" y="4362"/>
                    </a:cubicBezTo>
                    <a:cubicBezTo>
                      <a:pt x="122659" y="4418"/>
                      <a:pt x="122858" y="4509"/>
                      <a:pt x="123066" y="4568"/>
                    </a:cubicBezTo>
                    <a:cubicBezTo>
                      <a:pt x="123301" y="4633"/>
                      <a:pt x="123514" y="4607"/>
                      <a:pt x="123749" y="4555"/>
                    </a:cubicBezTo>
                    <a:cubicBezTo>
                      <a:pt x="123972" y="4507"/>
                      <a:pt x="124182" y="4486"/>
                      <a:pt x="124411" y="4481"/>
                    </a:cubicBezTo>
                    <a:cubicBezTo>
                      <a:pt x="124632" y="4473"/>
                      <a:pt x="124837" y="4388"/>
                      <a:pt x="125060" y="4377"/>
                    </a:cubicBezTo>
                    <a:cubicBezTo>
                      <a:pt x="125274" y="4365"/>
                      <a:pt x="125516" y="4373"/>
                      <a:pt x="125729" y="4408"/>
                    </a:cubicBezTo>
                    <a:cubicBezTo>
                      <a:pt x="125834" y="4427"/>
                      <a:pt x="125932" y="4468"/>
                      <a:pt x="126038" y="4486"/>
                    </a:cubicBezTo>
                    <a:cubicBezTo>
                      <a:pt x="126142" y="4503"/>
                      <a:pt x="126246" y="4511"/>
                      <a:pt x="126349" y="4550"/>
                    </a:cubicBezTo>
                    <a:cubicBezTo>
                      <a:pt x="126516" y="4613"/>
                      <a:pt x="126650" y="4730"/>
                      <a:pt x="126775" y="4856"/>
                    </a:cubicBezTo>
                    <a:cubicBezTo>
                      <a:pt x="126925" y="5011"/>
                      <a:pt x="127108" y="5122"/>
                      <a:pt x="127267" y="5266"/>
                    </a:cubicBezTo>
                    <a:cubicBezTo>
                      <a:pt x="127347" y="5336"/>
                      <a:pt x="127424" y="5385"/>
                      <a:pt x="127520" y="5435"/>
                    </a:cubicBezTo>
                    <a:cubicBezTo>
                      <a:pt x="127612" y="5483"/>
                      <a:pt x="127684" y="5552"/>
                      <a:pt x="127766" y="5613"/>
                    </a:cubicBezTo>
                    <a:cubicBezTo>
                      <a:pt x="127848" y="5677"/>
                      <a:pt x="127946" y="5703"/>
                      <a:pt x="128036" y="5753"/>
                    </a:cubicBezTo>
                    <a:cubicBezTo>
                      <a:pt x="128125" y="5803"/>
                      <a:pt x="128199" y="5874"/>
                      <a:pt x="128281" y="5933"/>
                    </a:cubicBezTo>
                    <a:cubicBezTo>
                      <a:pt x="128460" y="6060"/>
                      <a:pt x="128655" y="6156"/>
                      <a:pt x="128828" y="6292"/>
                    </a:cubicBezTo>
                    <a:cubicBezTo>
                      <a:pt x="129004" y="6428"/>
                      <a:pt x="129176" y="6564"/>
                      <a:pt x="129371" y="6672"/>
                    </a:cubicBezTo>
                    <a:cubicBezTo>
                      <a:pt x="129572" y="6781"/>
                      <a:pt x="129782" y="6872"/>
                      <a:pt x="129979" y="6988"/>
                    </a:cubicBezTo>
                    <a:cubicBezTo>
                      <a:pt x="130163" y="7094"/>
                      <a:pt x="130314" y="7244"/>
                      <a:pt x="130489" y="7365"/>
                    </a:cubicBezTo>
                    <a:cubicBezTo>
                      <a:pt x="130665" y="7486"/>
                      <a:pt x="130848" y="7607"/>
                      <a:pt x="131028" y="7720"/>
                    </a:cubicBezTo>
                    <a:cubicBezTo>
                      <a:pt x="131402" y="7955"/>
                      <a:pt x="131829" y="8091"/>
                      <a:pt x="132216" y="8297"/>
                    </a:cubicBezTo>
                    <a:cubicBezTo>
                      <a:pt x="132410" y="8399"/>
                      <a:pt x="132594" y="8516"/>
                      <a:pt x="132759" y="8660"/>
                    </a:cubicBezTo>
                    <a:cubicBezTo>
                      <a:pt x="132932" y="8808"/>
                      <a:pt x="133089" y="8976"/>
                      <a:pt x="133265" y="9121"/>
                    </a:cubicBezTo>
                    <a:cubicBezTo>
                      <a:pt x="133622" y="9418"/>
                      <a:pt x="134031" y="9636"/>
                      <a:pt x="134407" y="9908"/>
                    </a:cubicBezTo>
                    <a:cubicBezTo>
                      <a:pt x="134604" y="10047"/>
                      <a:pt x="134796" y="10198"/>
                      <a:pt x="134985" y="10348"/>
                    </a:cubicBezTo>
                    <a:cubicBezTo>
                      <a:pt x="135136" y="10469"/>
                      <a:pt x="135281" y="10625"/>
                      <a:pt x="135480" y="10648"/>
                    </a:cubicBezTo>
                    <a:cubicBezTo>
                      <a:pt x="135698" y="10674"/>
                      <a:pt x="135917" y="10618"/>
                      <a:pt x="136129" y="10573"/>
                    </a:cubicBezTo>
                    <a:cubicBezTo>
                      <a:pt x="136362" y="10521"/>
                      <a:pt x="136596" y="10488"/>
                      <a:pt x="136830" y="10449"/>
                    </a:cubicBezTo>
                    <a:cubicBezTo>
                      <a:pt x="137067" y="10410"/>
                      <a:pt x="137279" y="10404"/>
                      <a:pt x="137515" y="10430"/>
                    </a:cubicBezTo>
                    <a:cubicBezTo>
                      <a:pt x="137745" y="10456"/>
                      <a:pt x="137980" y="10458"/>
                      <a:pt x="138210" y="10492"/>
                    </a:cubicBezTo>
                    <a:cubicBezTo>
                      <a:pt x="138433" y="10523"/>
                      <a:pt x="138653" y="10594"/>
                      <a:pt x="138865" y="10666"/>
                    </a:cubicBezTo>
                    <a:cubicBezTo>
                      <a:pt x="138956" y="10694"/>
                      <a:pt x="139040" y="10730"/>
                      <a:pt x="139110" y="10795"/>
                    </a:cubicBezTo>
                    <a:cubicBezTo>
                      <a:pt x="139177" y="10852"/>
                      <a:pt x="139283" y="10862"/>
                      <a:pt x="139367" y="10897"/>
                    </a:cubicBezTo>
                    <a:cubicBezTo>
                      <a:pt x="139536" y="10964"/>
                      <a:pt x="139726" y="11046"/>
                      <a:pt x="139912" y="11038"/>
                    </a:cubicBezTo>
                    <a:cubicBezTo>
                      <a:pt x="139912" y="11036"/>
                      <a:pt x="139914" y="11036"/>
                      <a:pt x="139914" y="11036"/>
                    </a:cubicBezTo>
                    <a:cubicBezTo>
                      <a:pt x="139932" y="10988"/>
                      <a:pt x="140011" y="10994"/>
                      <a:pt x="140020" y="11040"/>
                    </a:cubicBezTo>
                    <a:cubicBezTo>
                      <a:pt x="140057" y="11029"/>
                      <a:pt x="140094" y="11018"/>
                      <a:pt x="140131" y="11005"/>
                    </a:cubicBezTo>
                    <a:cubicBezTo>
                      <a:pt x="140250" y="10964"/>
                      <a:pt x="140364" y="10910"/>
                      <a:pt x="140476" y="10856"/>
                    </a:cubicBezTo>
                    <a:cubicBezTo>
                      <a:pt x="140715" y="10739"/>
                      <a:pt x="140953" y="10635"/>
                      <a:pt x="141206" y="10551"/>
                    </a:cubicBezTo>
                    <a:cubicBezTo>
                      <a:pt x="141333" y="10508"/>
                      <a:pt x="141467" y="10477"/>
                      <a:pt x="141590" y="10426"/>
                    </a:cubicBezTo>
                    <a:cubicBezTo>
                      <a:pt x="141699" y="10382"/>
                      <a:pt x="141800" y="10317"/>
                      <a:pt x="141908" y="10267"/>
                    </a:cubicBezTo>
                    <a:cubicBezTo>
                      <a:pt x="142012" y="10218"/>
                      <a:pt x="142123" y="10187"/>
                      <a:pt x="142218" y="10121"/>
                    </a:cubicBezTo>
                    <a:cubicBezTo>
                      <a:pt x="142324" y="10051"/>
                      <a:pt x="142419" y="9963"/>
                      <a:pt x="142518" y="9883"/>
                    </a:cubicBezTo>
                    <a:cubicBezTo>
                      <a:pt x="142620" y="9800"/>
                      <a:pt x="142724" y="9716"/>
                      <a:pt x="142834" y="9642"/>
                    </a:cubicBezTo>
                    <a:cubicBezTo>
                      <a:pt x="142936" y="9569"/>
                      <a:pt x="143029" y="9485"/>
                      <a:pt x="143133" y="9415"/>
                    </a:cubicBezTo>
                    <a:cubicBezTo>
                      <a:pt x="143237" y="9344"/>
                      <a:pt x="143321" y="9253"/>
                      <a:pt x="143416" y="9169"/>
                    </a:cubicBezTo>
                    <a:cubicBezTo>
                      <a:pt x="143514" y="9084"/>
                      <a:pt x="143628" y="9011"/>
                      <a:pt x="143738" y="8939"/>
                    </a:cubicBezTo>
                    <a:cubicBezTo>
                      <a:pt x="143964" y="8784"/>
                      <a:pt x="144195" y="8636"/>
                      <a:pt x="144435" y="8503"/>
                    </a:cubicBezTo>
                    <a:cubicBezTo>
                      <a:pt x="144671" y="8371"/>
                      <a:pt x="144909" y="8232"/>
                      <a:pt x="145149" y="8107"/>
                    </a:cubicBezTo>
                    <a:cubicBezTo>
                      <a:pt x="145380" y="7988"/>
                      <a:pt x="145629" y="7899"/>
                      <a:pt x="145871" y="7806"/>
                    </a:cubicBezTo>
                    <a:cubicBezTo>
                      <a:pt x="146088" y="7724"/>
                      <a:pt x="146310" y="7644"/>
                      <a:pt x="146496" y="7501"/>
                    </a:cubicBezTo>
                    <a:cubicBezTo>
                      <a:pt x="146594" y="7425"/>
                      <a:pt x="146689" y="7347"/>
                      <a:pt x="146791" y="7278"/>
                    </a:cubicBezTo>
                    <a:cubicBezTo>
                      <a:pt x="146894" y="7209"/>
                      <a:pt x="147000" y="7159"/>
                      <a:pt x="147107" y="7103"/>
                    </a:cubicBezTo>
                    <a:cubicBezTo>
                      <a:pt x="147325" y="6995"/>
                      <a:pt x="147524" y="6856"/>
                      <a:pt x="147732" y="6733"/>
                    </a:cubicBezTo>
                    <a:cubicBezTo>
                      <a:pt x="147838" y="6672"/>
                      <a:pt x="147946" y="6614"/>
                      <a:pt x="148060" y="6567"/>
                    </a:cubicBezTo>
                    <a:cubicBezTo>
                      <a:pt x="148177" y="6519"/>
                      <a:pt x="148285" y="6502"/>
                      <a:pt x="148409" y="6489"/>
                    </a:cubicBezTo>
                    <a:cubicBezTo>
                      <a:pt x="148532" y="6476"/>
                      <a:pt x="148647" y="6434"/>
                      <a:pt x="148770" y="6426"/>
                    </a:cubicBezTo>
                    <a:cubicBezTo>
                      <a:pt x="148887" y="6419"/>
                      <a:pt x="149006" y="6411"/>
                      <a:pt x="149125" y="6409"/>
                    </a:cubicBezTo>
                    <a:cubicBezTo>
                      <a:pt x="149261" y="6406"/>
                      <a:pt x="149384" y="6447"/>
                      <a:pt x="149514" y="6480"/>
                    </a:cubicBezTo>
                    <a:cubicBezTo>
                      <a:pt x="149648" y="6515"/>
                      <a:pt x="149782" y="6538"/>
                      <a:pt x="149918" y="6562"/>
                    </a:cubicBezTo>
                    <a:cubicBezTo>
                      <a:pt x="150040" y="6584"/>
                      <a:pt x="150161" y="6601"/>
                      <a:pt x="150284" y="6616"/>
                    </a:cubicBezTo>
                    <a:cubicBezTo>
                      <a:pt x="150366" y="6538"/>
                      <a:pt x="150448" y="6458"/>
                      <a:pt x="150531" y="6383"/>
                    </a:cubicBezTo>
                    <a:cubicBezTo>
                      <a:pt x="150652" y="6275"/>
                      <a:pt x="150792" y="6195"/>
                      <a:pt x="150922" y="6099"/>
                    </a:cubicBezTo>
                    <a:cubicBezTo>
                      <a:pt x="151050" y="6004"/>
                      <a:pt x="151151" y="5889"/>
                      <a:pt x="151249" y="5764"/>
                    </a:cubicBezTo>
                    <a:cubicBezTo>
                      <a:pt x="151457" y="5498"/>
                      <a:pt x="151697" y="5258"/>
                      <a:pt x="151915" y="5002"/>
                    </a:cubicBezTo>
                    <a:cubicBezTo>
                      <a:pt x="152008" y="4888"/>
                      <a:pt x="152110" y="4756"/>
                      <a:pt x="152252" y="4704"/>
                    </a:cubicBezTo>
                    <a:cubicBezTo>
                      <a:pt x="152315" y="4680"/>
                      <a:pt x="152371" y="4659"/>
                      <a:pt x="152428" y="4624"/>
                    </a:cubicBezTo>
                    <a:cubicBezTo>
                      <a:pt x="152490" y="4585"/>
                      <a:pt x="152553" y="4551"/>
                      <a:pt x="152625" y="4542"/>
                    </a:cubicBezTo>
                    <a:cubicBezTo>
                      <a:pt x="152705" y="4535"/>
                      <a:pt x="152772" y="4559"/>
                      <a:pt x="152841" y="4590"/>
                    </a:cubicBezTo>
                    <a:cubicBezTo>
                      <a:pt x="152917" y="4626"/>
                      <a:pt x="152994" y="4628"/>
                      <a:pt x="153077" y="4631"/>
                    </a:cubicBezTo>
                    <a:cubicBezTo>
                      <a:pt x="153248" y="4635"/>
                      <a:pt x="153393" y="4657"/>
                      <a:pt x="153542" y="4741"/>
                    </a:cubicBezTo>
                    <a:cubicBezTo>
                      <a:pt x="153672" y="4814"/>
                      <a:pt x="153784" y="4914"/>
                      <a:pt x="153910" y="4992"/>
                    </a:cubicBezTo>
                    <a:cubicBezTo>
                      <a:pt x="154046" y="5078"/>
                      <a:pt x="154193" y="5147"/>
                      <a:pt x="154333" y="5230"/>
                    </a:cubicBezTo>
                    <a:cubicBezTo>
                      <a:pt x="154476" y="5314"/>
                      <a:pt x="154612" y="5407"/>
                      <a:pt x="154734" y="5517"/>
                    </a:cubicBezTo>
                    <a:cubicBezTo>
                      <a:pt x="154852" y="5621"/>
                      <a:pt x="154959" y="5732"/>
                      <a:pt x="155093" y="5812"/>
                    </a:cubicBezTo>
                    <a:cubicBezTo>
                      <a:pt x="155385" y="5985"/>
                      <a:pt x="155627" y="6236"/>
                      <a:pt x="155845" y="6495"/>
                    </a:cubicBezTo>
                    <a:cubicBezTo>
                      <a:pt x="155954" y="6627"/>
                      <a:pt x="156058" y="6763"/>
                      <a:pt x="156157" y="6902"/>
                    </a:cubicBezTo>
                    <a:cubicBezTo>
                      <a:pt x="156246" y="7029"/>
                      <a:pt x="156328" y="7146"/>
                      <a:pt x="156455" y="7237"/>
                    </a:cubicBezTo>
                    <a:cubicBezTo>
                      <a:pt x="156512" y="7280"/>
                      <a:pt x="156574" y="7311"/>
                      <a:pt x="156635" y="7347"/>
                    </a:cubicBezTo>
                    <a:cubicBezTo>
                      <a:pt x="156708" y="7391"/>
                      <a:pt x="156769" y="7451"/>
                      <a:pt x="156832" y="7505"/>
                    </a:cubicBezTo>
                    <a:cubicBezTo>
                      <a:pt x="156959" y="7613"/>
                      <a:pt x="157104" y="7691"/>
                      <a:pt x="157249" y="7767"/>
                    </a:cubicBezTo>
                    <a:cubicBezTo>
                      <a:pt x="157310" y="7800"/>
                      <a:pt x="157368" y="7836"/>
                      <a:pt x="157437" y="7849"/>
                    </a:cubicBezTo>
                    <a:cubicBezTo>
                      <a:pt x="157522" y="7867"/>
                      <a:pt x="157598" y="7888"/>
                      <a:pt x="157680" y="7923"/>
                    </a:cubicBezTo>
                    <a:cubicBezTo>
                      <a:pt x="157835" y="7992"/>
                      <a:pt x="157983" y="8074"/>
                      <a:pt x="158132" y="8152"/>
                    </a:cubicBezTo>
                    <a:cubicBezTo>
                      <a:pt x="158279" y="8230"/>
                      <a:pt x="158435" y="8290"/>
                      <a:pt x="158580" y="8370"/>
                    </a:cubicBezTo>
                    <a:cubicBezTo>
                      <a:pt x="158731" y="8453"/>
                      <a:pt x="158850" y="8583"/>
                      <a:pt x="158980" y="8691"/>
                    </a:cubicBezTo>
                    <a:cubicBezTo>
                      <a:pt x="159103" y="8792"/>
                      <a:pt x="159228" y="8890"/>
                      <a:pt x="159365" y="8970"/>
                    </a:cubicBezTo>
                    <a:cubicBezTo>
                      <a:pt x="159510" y="9052"/>
                      <a:pt x="159629" y="9154"/>
                      <a:pt x="159748" y="9268"/>
                    </a:cubicBezTo>
                    <a:cubicBezTo>
                      <a:pt x="159867" y="9381"/>
                      <a:pt x="159983" y="9491"/>
                      <a:pt x="160130" y="9564"/>
                    </a:cubicBezTo>
                    <a:cubicBezTo>
                      <a:pt x="160282" y="9642"/>
                      <a:pt x="160436" y="9714"/>
                      <a:pt x="160585" y="9800"/>
                    </a:cubicBezTo>
                    <a:cubicBezTo>
                      <a:pt x="160730" y="9882"/>
                      <a:pt x="160873" y="9969"/>
                      <a:pt x="161028" y="10034"/>
                    </a:cubicBezTo>
                    <a:cubicBezTo>
                      <a:pt x="161191" y="10103"/>
                      <a:pt x="161363" y="10134"/>
                      <a:pt x="161535" y="10168"/>
                    </a:cubicBezTo>
                    <a:cubicBezTo>
                      <a:pt x="161710" y="10201"/>
                      <a:pt x="161887" y="10235"/>
                      <a:pt x="162058" y="10285"/>
                    </a:cubicBezTo>
                    <a:cubicBezTo>
                      <a:pt x="162136" y="10309"/>
                      <a:pt x="162211" y="10341"/>
                      <a:pt x="162285" y="10369"/>
                    </a:cubicBezTo>
                    <a:cubicBezTo>
                      <a:pt x="162367" y="10400"/>
                      <a:pt x="162451" y="10412"/>
                      <a:pt x="162534" y="10434"/>
                    </a:cubicBezTo>
                    <a:cubicBezTo>
                      <a:pt x="162690" y="10473"/>
                      <a:pt x="162824" y="10547"/>
                      <a:pt x="162984" y="10568"/>
                    </a:cubicBezTo>
                    <a:cubicBezTo>
                      <a:pt x="163068" y="10579"/>
                      <a:pt x="163150" y="10585"/>
                      <a:pt x="163233" y="10594"/>
                    </a:cubicBezTo>
                    <a:cubicBezTo>
                      <a:pt x="163321" y="10603"/>
                      <a:pt x="163393" y="10618"/>
                      <a:pt x="163481" y="10599"/>
                    </a:cubicBezTo>
                    <a:cubicBezTo>
                      <a:pt x="163583" y="10577"/>
                      <a:pt x="163711" y="10553"/>
                      <a:pt x="163812" y="10583"/>
                    </a:cubicBezTo>
                    <a:cubicBezTo>
                      <a:pt x="163821" y="10585"/>
                      <a:pt x="163827" y="10588"/>
                      <a:pt x="163832" y="10594"/>
                    </a:cubicBezTo>
                    <a:cubicBezTo>
                      <a:pt x="163873" y="10585"/>
                      <a:pt x="163916" y="10577"/>
                      <a:pt x="163959" y="10570"/>
                    </a:cubicBezTo>
                    <a:cubicBezTo>
                      <a:pt x="164241" y="10514"/>
                      <a:pt x="164519" y="10467"/>
                      <a:pt x="164788" y="10360"/>
                    </a:cubicBezTo>
                    <a:cubicBezTo>
                      <a:pt x="165039" y="10259"/>
                      <a:pt x="165281" y="10161"/>
                      <a:pt x="165549" y="10120"/>
                    </a:cubicBezTo>
                    <a:cubicBezTo>
                      <a:pt x="165837" y="10077"/>
                      <a:pt x="166103" y="9980"/>
                      <a:pt x="166382" y="9906"/>
                    </a:cubicBezTo>
                    <a:cubicBezTo>
                      <a:pt x="166646" y="9839"/>
                      <a:pt x="166888" y="9703"/>
                      <a:pt x="167152" y="9629"/>
                    </a:cubicBezTo>
                    <a:cubicBezTo>
                      <a:pt x="167424" y="9552"/>
                      <a:pt x="167688" y="9452"/>
                      <a:pt x="167944" y="9335"/>
                    </a:cubicBezTo>
                    <a:cubicBezTo>
                      <a:pt x="168205" y="9218"/>
                      <a:pt x="168459" y="9087"/>
                      <a:pt x="168729" y="8991"/>
                    </a:cubicBezTo>
                    <a:cubicBezTo>
                      <a:pt x="169001" y="8890"/>
                      <a:pt x="169294" y="8831"/>
                      <a:pt x="169557" y="8712"/>
                    </a:cubicBezTo>
                    <a:cubicBezTo>
                      <a:pt x="169657" y="8667"/>
                      <a:pt x="169745" y="8600"/>
                      <a:pt x="169839" y="8546"/>
                    </a:cubicBezTo>
                    <a:cubicBezTo>
                      <a:pt x="169953" y="8481"/>
                      <a:pt x="170077" y="8446"/>
                      <a:pt x="170193" y="8384"/>
                    </a:cubicBezTo>
                    <a:cubicBezTo>
                      <a:pt x="170425" y="8265"/>
                      <a:pt x="170635" y="8113"/>
                      <a:pt x="170879" y="8012"/>
                    </a:cubicBezTo>
                    <a:cubicBezTo>
                      <a:pt x="171128" y="7912"/>
                      <a:pt x="171364" y="7774"/>
                      <a:pt x="171641" y="7780"/>
                    </a:cubicBezTo>
                    <a:cubicBezTo>
                      <a:pt x="171920" y="7787"/>
                      <a:pt x="172203" y="7825"/>
                      <a:pt x="172480" y="7849"/>
                    </a:cubicBezTo>
                    <a:cubicBezTo>
                      <a:pt x="172754" y="7871"/>
                      <a:pt x="172953" y="7827"/>
                      <a:pt x="173185" y="7678"/>
                    </a:cubicBezTo>
                    <a:cubicBezTo>
                      <a:pt x="173280" y="7616"/>
                      <a:pt x="173377" y="7562"/>
                      <a:pt x="173490" y="7551"/>
                    </a:cubicBezTo>
                    <a:cubicBezTo>
                      <a:pt x="173617" y="7538"/>
                      <a:pt x="173739" y="7572"/>
                      <a:pt x="173864" y="7579"/>
                    </a:cubicBezTo>
                    <a:cubicBezTo>
                      <a:pt x="173996" y="7587"/>
                      <a:pt x="174126" y="7583"/>
                      <a:pt x="174254" y="7614"/>
                    </a:cubicBezTo>
                    <a:cubicBezTo>
                      <a:pt x="174385" y="7646"/>
                      <a:pt x="174511" y="7704"/>
                      <a:pt x="174636" y="7754"/>
                    </a:cubicBezTo>
                    <a:cubicBezTo>
                      <a:pt x="174744" y="7800"/>
                      <a:pt x="174846" y="7854"/>
                      <a:pt x="174928" y="7942"/>
                    </a:cubicBezTo>
                    <a:cubicBezTo>
                      <a:pt x="175026" y="8050"/>
                      <a:pt x="175093" y="8185"/>
                      <a:pt x="175188" y="8295"/>
                    </a:cubicBezTo>
                    <a:cubicBezTo>
                      <a:pt x="175264" y="8384"/>
                      <a:pt x="175363" y="8427"/>
                      <a:pt x="175454" y="8494"/>
                    </a:cubicBezTo>
                    <a:cubicBezTo>
                      <a:pt x="175502" y="8529"/>
                      <a:pt x="175540" y="8580"/>
                      <a:pt x="175592" y="8609"/>
                    </a:cubicBezTo>
                    <a:cubicBezTo>
                      <a:pt x="175655" y="8641"/>
                      <a:pt x="175724" y="8656"/>
                      <a:pt x="175783" y="8697"/>
                    </a:cubicBezTo>
                    <a:cubicBezTo>
                      <a:pt x="175889" y="8768"/>
                      <a:pt x="175980" y="8861"/>
                      <a:pt x="176083" y="8933"/>
                    </a:cubicBezTo>
                    <a:cubicBezTo>
                      <a:pt x="176192" y="9011"/>
                      <a:pt x="176324" y="9047"/>
                      <a:pt x="176432" y="9125"/>
                    </a:cubicBezTo>
                    <a:cubicBezTo>
                      <a:pt x="176542" y="9203"/>
                      <a:pt x="176635" y="9299"/>
                      <a:pt x="176747" y="9374"/>
                    </a:cubicBezTo>
                    <a:cubicBezTo>
                      <a:pt x="176853" y="9446"/>
                      <a:pt x="176962" y="9504"/>
                      <a:pt x="177057" y="9590"/>
                    </a:cubicBezTo>
                    <a:cubicBezTo>
                      <a:pt x="177137" y="9660"/>
                      <a:pt x="177243" y="9785"/>
                      <a:pt x="177358" y="9789"/>
                    </a:cubicBezTo>
                    <a:cubicBezTo>
                      <a:pt x="177414" y="9790"/>
                      <a:pt x="177479" y="9770"/>
                      <a:pt x="177533" y="9763"/>
                    </a:cubicBezTo>
                    <a:cubicBezTo>
                      <a:pt x="177619" y="9751"/>
                      <a:pt x="177706" y="9740"/>
                      <a:pt x="177790" y="9727"/>
                    </a:cubicBezTo>
                    <a:cubicBezTo>
                      <a:pt x="177935" y="9707"/>
                      <a:pt x="178082" y="9690"/>
                      <a:pt x="178223" y="9658"/>
                    </a:cubicBezTo>
                    <a:cubicBezTo>
                      <a:pt x="178357" y="9629"/>
                      <a:pt x="178469" y="9549"/>
                      <a:pt x="178597" y="9502"/>
                    </a:cubicBezTo>
                    <a:cubicBezTo>
                      <a:pt x="178720" y="9456"/>
                      <a:pt x="178820" y="9405"/>
                      <a:pt x="178928" y="9331"/>
                    </a:cubicBezTo>
                    <a:cubicBezTo>
                      <a:pt x="179034" y="9259"/>
                      <a:pt x="179140" y="9180"/>
                      <a:pt x="179257" y="9126"/>
                    </a:cubicBezTo>
                    <a:cubicBezTo>
                      <a:pt x="179361" y="9076"/>
                      <a:pt x="179473" y="9054"/>
                      <a:pt x="179579" y="9009"/>
                    </a:cubicBezTo>
                    <a:cubicBezTo>
                      <a:pt x="179698" y="8959"/>
                      <a:pt x="179802" y="8894"/>
                      <a:pt x="179927" y="8859"/>
                    </a:cubicBezTo>
                    <a:cubicBezTo>
                      <a:pt x="180163" y="8792"/>
                      <a:pt x="180407" y="8734"/>
                      <a:pt x="180646" y="8686"/>
                    </a:cubicBezTo>
                    <a:cubicBezTo>
                      <a:pt x="180918" y="8630"/>
                      <a:pt x="181188" y="8658"/>
                      <a:pt x="181446" y="8546"/>
                    </a:cubicBezTo>
                    <a:cubicBezTo>
                      <a:pt x="181695" y="8440"/>
                      <a:pt x="181922" y="8303"/>
                      <a:pt x="182069" y="8074"/>
                    </a:cubicBezTo>
                    <a:cubicBezTo>
                      <a:pt x="182138" y="7968"/>
                      <a:pt x="182220" y="7879"/>
                      <a:pt x="182298" y="7782"/>
                    </a:cubicBezTo>
                    <a:cubicBezTo>
                      <a:pt x="182387" y="7674"/>
                      <a:pt x="182456" y="7553"/>
                      <a:pt x="182545" y="7445"/>
                    </a:cubicBezTo>
                    <a:cubicBezTo>
                      <a:pt x="182679" y="7285"/>
                      <a:pt x="182791" y="7042"/>
                      <a:pt x="182986" y="6947"/>
                    </a:cubicBezTo>
                    <a:cubicBezTo>
                      <a:pt x="183150" y="6869"/>
                      <a:pt x="183304" y="6956"/>
                      <a:pt x="183419" y="7071"/>
                    </a:cubicBezTo>
                    <a:cubicBezTo>
                      <a:pt x="183527" y="7179"/>
                      <a:pt x="183613" y="7369"/>
                      <a:pt x="183793" y="7300"/>
                    </a:cubicBezTo>
                    <a:cubicBezTo>
                      <a:pt x="183884" y="7265"/>
                      <a:pt x="183962" y="7192"/>
                      <a:pt x="184042" y="7138"/>
                    </a:cubicBezTo>
                    <a:cubicBezTo>
                      <a:pt x="184156" y="7064"/>
                      <a:pt x="184267" y="6991"/>
                      <a:pt x="184375" y="6910"/>
                    </a:cubicBezTo>
                    <a:cubicBezTo>
                      <a:pt x="184578" y="6753"/>
                      <a:pt x="184786" y="6606"/>
                      <a:pt x="184991" y="6456"/>
                    </a:cubicBezTo>
                    <a:cubicBezTo>
                      <a:pt x="185181" y="6315"/>
                      <a:pt x="185294" y="6108"/>
                      <a:pt x="185489" y="5974"/>
                    </a:cubicBezTo>
                    <a:cubicBezTo>
                      <a:pt x="185580" y="5913"/>
                      <a:pt x="185677" y="5861"/>
                      <a:pt x="185765" y="5790"/>
                    </a:cubicBezTo>
                    <a:cubicBezTo>
                      <a:pt x="185863" y="5708"/>
                      <a:pt x="185919" y="5593"/>
                      <a:pt x="186003" y="5498"/>
                    </a:cubicBezTo>
                    <a:cubicBezTo>
                      <a:pt x="186073" y="5418"/>
                      <a:pt x="186146" y="5355"/>
                      <a:pt x="186198" y="5258"/>
                    </a:cubicBezTo>
                    <a:cubicBezTo>
                      <a:pt x="186261" y="5137"/>
                      <a:pt x="186334" y="5020"/>
                      <a:pt x="186401" y="4901"/>
                    </a:cubicBezTo>
                    <a:cubicBezTo>
                      <a:pt x="186460" y="4795"/>
                      <a:pt x="186508" y="4682"/>
                      <a:pt x="186579" y="4583"/>
                    </a:cubicBezTo>
                    <a:cubicBezTo>
                      <a:pt x="186650" y="4486"/>
                      <a:pt x="186743" y="4406"/>
                      <a:pt x="186838" y="4334"/>
                    </a:cubicBezTo>
                    <a:cubicBezTo>
                      <a:pt x="187014" y="4198"/>
                      <a:pt x="187185" y="4036"/>
                      <a:pt x="187410" y="3984"/>
                    </a:cubicBezTo>
                    <a:cubicBezTo>
                      <a:pt x="187507" y="3960"/>
                      <a:pt x="187608" y="3958"/>
                      <a:pt x="187706" y="3949"/>
                    </a:cubicBezTo>
                    <a:cubicBezTo>
                      <a:pt x="187851" y="3934"/>
                      <a:pt x="187993" y="3889"/>
                      <a:pt x="188139" y="3880"/>
                    </a:cubicBezTo>
                    <a:cubicBezTo>
                      <a:pt x="188262" y="3871"/>
                      <a:pt x="188385" y="3893"/>
                      <a:pt x="188508" y="3906"/>
                    </a:cubicBezTo>
                    <a:cubicBezTo>
                      <a:pt x="188662" y="3921"/>
                      <a:pt x="188815" y="3936"/>
                      <a:pt x="188967" y="3949"/>
                    </a:cubicBezTo>
                    <a:cubicBezTo>
                      <a:pt x="189259" y="3975"/>
                      <a:pt x="189519" y="4081"/>
                      <a:pt x="189806" y="4126"/>
                    </a:cubicBezTo>
                    <a:cubicBezTo>
                      <a:pt x="190087" y="4170"/>
                      <a:pt x="190373" y="4185"/>
                      <a:pt x="190658" y="4219"/>
                    </a:cubicBezTo>
                    <a:cubicBezTo>
                      <a:pt x="190669" y="4220"/>
                      <a:pt x="190680" y="4224"/>
                      <a:pt x="190689" y="4232"/>
                    </a:cubicBezTo>
                    <a:cubicBezTo>
                      <a:pt x="190782" y="4142"/>
                      <a:pt x="190875" y="4051"/>
                      <a:pt x="190970" y="3964"/>
                    </a:cubicBezTo>
                    <a:cubicBezTo>
                      <a:pt x="191102" y="3841"/>
                      <a:pt x="191245" y="3739"/>
                      <a:pt x="191405" y="3651"/>
                    </a:cubicBezTo>
                    <a:cubicBezTo>
                      <a:pt x="191569" y="3562"/>
                      <a:pt x="191734" y="3478"/>
                      <a:pt x="191881" y="3363"/>
                    </a:cubicBezTo>
                    <a:cubicBezTo>
                      <a:pt x="192032" y="3248"/>
                      <a:pt x="192201" y="3158"/>
                      <a:pt x="192354" y="3045"/>
                    </a:cubicBezTo>
                    <a:cubicBezTo>
                      <a:pt x="192495" y="2941"/>
                      <a:pt x="192612" y="2807"/>
                      <a:pt x="192765" y="2718"/>
                    </a:cubicBezTo>
                    <a:cubicBezTo>
                      <a:pt x="192899" y="2638"/>
                      <a:pt x="193038" y="2602"/>
                      <a:pt x="193153" y="2493"/>
                    </a:cubicBezTo>
                    <a:cubicBezTo>
                      <a:pt x="193282" y="2374"/>
                      <a:pt x="193364" y="2210"/>
                      <a:pt x="193483" y="2082"/>
                    </a:cubicBezTo>
                    <a:cubicBezTo>
                      <a:pt x="193607" y="1948"/>
                      <a:pt x="193763" y="1847"/>
                      <a:pt x="193892" y="1717"/>
                    </a:cubicBezTo>
                    <a:cubicBezTo>
                      <a:pt x="194018" y="1587"/>
                      <a:pt x="194132" y="1442"/>
                      <a:pt x="194238" y="1291"/>
                    </a:cubicBezTo>
                    <a:cubicBezTo>
                      <a:pt x="194345" y="1139"/>
                      <a:pt x="194453" y="997"/>
                      <a:pt x="194598" y="877"/>
                    </a:cubicBezTo>
                    <a:cubicBezTo>
                      <a:pt x="194736" y="763"/>
                      <a:pt x="194883" y="644"/>
                      <a:pt x="195047" y="572"/>
                    </a:cubicBezTo>
                    <a:cubicBezTo>
                      <a:pt x="195233" y="492"/>
                      <a:pt x="195409" y="510"/>
                      <a:pt x="195605" y="532"/>
                    </a:cubicBezTo>
                    <a:cubicBezTo>
                      <a:pt x="195792" y="553"/>
                      <a:pt x="195991" y="534"/>
                      <a:pt x="196172" y="603"/>
                    </a:cubicBezTo>
                    <a:cubicBezTo>
                      <a:pt x="196263" y="638"/>
                      <a:pt x="196347" y="694"/>
                      <a:pt x="196425" y="750"/>
                    </a:cubicBezTo>
                    <a:cubicBezTo>
                      <a:pt x="196505" y="806"/>
                      <a:pt x="196583" y="843"/>
                      <a:pt x="196670" y="888"/>
                    </a:cubicBezTo>
                    <a:cubicBezTo>
                      <a:pt x="196745" y="925"/>
                      <a:pt x="196819" y="966"/>
                      <a:pt x="196884" y="1018"/>
                    </a:cubicBezTo>
                    <a:cubicBezTo>
                      <a:pt x="196971" y="1087"/>
                      <a:pt x="197051" y="1161"/>
                      <a:pt x="197144" y="1226"/>
                    </a:cubicBezTo>
                    <a:cubicBezTo>
                      <a:pt x="197288" y="1328"/>
                      <a:pt x="197468" y="1384"/>
                      <a:pt x="197600" y="1503"/>
                    </a:cubicBezTo>
                    <a:cubicBezTo>
                      <a:pt x="197608" y="1511"/>
                      <a:pt x="197647" y="1550"/>
                      <a:pt x="197665" y="1580"/>
                    </a:cubicBezTo>
                    <a:cubicBezTo>
                      <a:pt x="197687" y="1583"/>
                      <a:pt x="197717" y="1596"/>
                      <a:pt x="197734" y="1606"/>
                    </a:cubicBezTo>
                    <a:cubicBezTo>
                      <a:pt x="197810" y="1648"/>
                      <a:pt x="197873" y="1728"/>
                      <a:pt x="197959" y="1749"/>
                    </a:cubicBezTo>
                    <a:cubicBezTo>
                      <a:pt x="197968" y="1747"/>
                      <a:pt x="197976" y="1743"/>
                      <a:pt x="197985" y="1741"/>
                    </a:cubicBezTo>
                    <a:cubicBezTo>
                      <a:pt x="198005" y="1719"/>
                      <a:pt x="198039" y="1713"/>
                      <a:pt x="198065" y="1721"/>
                    </a:cubicBezTo>
                    <a:cubicBezTo>
                      <a:pt x="198234" y="1680"/>
                      <a:pt x="198407" y="1648"/>
                      <a:pt x="198573" y="1587"/>
                    </a:cubicBezTo>
                    <a:cubicBezTo>
                      <a:pt x="198794" y="1505"/>
                      <a:pt x="198971" y="1373"/>
                      <a:pt x="199153" y="1226"/>
                    </a:cubicBezTo>
                    <a:cubicBezTo>
                      <a:pt x="199339" y="1079"/>
                      <a:pt x="199529" y="964"/>
                      <a:pt x="199748" y="873"/>
                    </a:cubicBezTo>
                    <a:cubicBezTo>
                      <a:pt x="199862" y="826"/>
                      <a:pt x="199975" y="774"/>
                      <a:pt x="200096" y="750"/>
                    </a:cubicBezTo>
                    <a:cubicBezTo>
                      <a:pt x="200219" y="728"/>
                      <a:pt x="200328" y="717"/>
                      <a:pt x="200442" y="665"/>
                    </a:cubicBezTo>
                    <a:cubicBezTo>
                      <a:pt x="200553" y="616"/>
                      <a:pt x="200661" y="568"/>
                      <a:pt x="200775" y="523"/>
                    </a:cubicBezTo>
                    <a:cubicBezTo>
                      <a:pt x="200897" y="475"/>
                      <a:pt x="201009" y="410"/>
                      <a:pt x="201137" y="378"/>
                    </a:cubicBezTo>
                    <a:cubicBezTo>
                      <a:pt x="201381" y="317"/>
                      <a:pt x="201604" y="185"/>
                      <a:pt x="201846" y="108"/>
                    </a:cubicBezTo>
                    <a:cubicBezTo>
                      <a:pt x="201943" y="77"/>
                      <a:pt x="202039" y="84"/>
                      <a:pt x="202138" y="69"/>
                    </a:cubicBezTo>
                    <a:cubicBezTo>
                      <a:pt x="202259" y="49"/>
                      <a:pt x="202374" y="1"/>
                      <a:pt x="202499" y="10"/>
                    </a:cubicBezTo>
                    <a:cubicBezTo>
                      <a:pt x="202592" y="17"/>
                      <a:pt x="202677" y="62"/>
                      <a:pt x="202772" y="69"/>
                    </a:cubicBezTo>
                    <a:cubicBezTo>
                      <a:pt x="202906" y="82"/>
                      <a:pt x="203014" y="110"/>
                      <a:pt x="203138" y="164"/>
                    </a:cubicBezTo>
                    <a:cubicBezTo>
                      <a:pt x="203248" y="211"/>
                      <a:pt x="203363" y="222"/>
                      <a:pt x="203479" y="248"/>
                    </a:cubicBezTo>
                    <a:cubicBezTo>
                      <a:pt x="203600" y="276"/>
                      <a:pt x="203721" y="294"/>
                      <a:pt x="203841" y="317"/>
                    </a:cubicBezTo>
                    <a:cubicBezTo>
                      <a:pt x="204091" y="360"/>
                      <a:pt x="204334" y="428"/>
                      <a:pt x="204582" y="479"/>
                    </a:cubicBezTo>
                    <a:cubicBezTo>
                      <a:pt x="204844" y="532"/>
                      <a:pt x="205104" y="590"/>
                      <a:pt x="205361" y="665"/>
                    </a:cubicBezTo>
                    <a:cubicBezTo>
                      <a:pt x="205604" y="737"/>
                      <a:pt x="205839" y="830"/>
                      <a:pt x="206077" y="925"/>
                    </a:cubicBezTo>
                    <a:cubicBezTo>
                      <a:pt x="206307" y="1014"/>
                      <a:pt x="206547" y="1081"/>
                      <a:pt x="206774" y="1187"/>
                    </a:cubicBezTo>
                    <a:cubicBezTo>
                      <a:pt x="206878" y="1237"/>
                      <a:pt x="206979" y="1295"/>
                      <a:pt x="207087" y="1341"/>
                    </a:cubicBezTo>
                    <a:cubicBezTo>
                      <a:pt x="207196" y="1388"/>
                      <a:pt x="207317" y="1414"/>
                      <a:pt x="207427" y="1466"/>
                    </a:cubicBezTo>
                    <a:cubicBezTo>
                      <a:pt x="207520" y="1511"/>
                      <a:pt x="207619" y="1540"/>
                      <a:pt x="207712" y="1587"/>
                    </a:cubicBezTo>
                    <a:cubicBezTo>
                      <a:pt x="207818" y="1643"/>
                      <a:pt x="207916" y="1708"/>
                      <a:pt x="208017" y="1773"/>
                    </a:cubicBezTo>
                    <a:cubicBezTo>
                      <a:pt x="208139" y="1853"/>
                      <a:pt x="208268" y="1922"/>
                      <a:pt x="208405" y="1976"/>
                    </a:cubicBezTo>
                    <a:cubicBezTo>
                      <a:pt x="208530" y="2024"/>
                      <a:pt x="208658" y="2061"/>
                      <a:pt x="208781" y="2119"/>
                    </a:cubicBezTo>
                    <a:cubicBezTo>
                      <a:pt x="209026" y="2234"/>
                      <a:pt x="209283" y="2338"/>
                      <a:pt x="209514" y="2482"/>
                    </a:cubicBezTo>
                    <a:cubicBezTo>
                      <a:pt x="209633" y="2558"/>
                      <a:pt x="209754" y="2615"/>
                      <a:pt x="209884" y="2671"/>
                    </a:cubicBezTo>
                    <a:cubicBezTo>
                      <a:pt x="210001" y="2721"/>
                      <a:pt x="210103" y="2792"/>
                      <a:pt x="210215" y="2852"/>
                    </a:cubicBezTo>
                    <a:cubicBezTo>
                      <a:pt x="210334" y="2913"/>
                      <a:pt x="210460" y="2956"/>
                      <a:pt x="210579" y="3019"/>
                    </a:cubicBezTo>
                    <a:cubicBezTo>
                      <a:pt x="210622" y="3041"/>
                      <a:pt x="210674" y="3075"/>
                      <a:pt x="210724" y="3080"/>
                    </a:cubicBezTo>
                    <a:cubicBezTo>
                      <a:pt x="210780" y="3088"/>
                      <a:pt x="210834" y="3062"/>
                      <a:pt x="210883" y="3041"/>
                    </a:cubicBezTo>
                    <a:cubicBezTo>
                      <a:pt x="210903" y="3034"/>
                      <a:pt x="210923" y="3038"/>
                      <a:pt x="210938" y="3049"/>
                    </a:cubicBezTo>
                    <a:cubicBezTo>
                      <a:pt x="211037" y="2980"/>
                      <a:pt x="211132" y="2898"/>
                      <a:pt x="211232" y="2839"/>
                    </a:cubicBezTo>
                    <a:cubicBezTo>
                      <a:pt x="211478" y="2695"/>
                      <a:pt x="211742" y="2588"/>
                      <a:pt x="211997" y="2461"/>
                    </a:cubicBezTo>
                    <a:cubicBezTo>
                      <a:pt x="212123" y="2398"/>
                      <a:pt x="212244" y="2322"/>
                      <a:pt x="212368" y="2253"/>
                    </a:cubicBezTo>
                    <a:cubicBezTo>
                      <a:pt x="212480" y="2190"/>
                      <a:pt x="212608" y="2162"/>
                      <a:pt x="212716" y="2097"/>
                    </a:cubicBezTo>
                    <a:cubicBezTo>
                      <a:pt x="212820" y="2035"/>
                      <a:pt x="212902" y="1940"/>
                      <a:pt x="213005" y="1875"/>
                    </a:cubicBezTo>
                    <a:cubicBezTo>
                      <a:pt x="213112" y="1808"/>
                      <a:pt x="213200" y="1752"/>
                      <a:pt x="213282" y="1654"/>
                    </a:cubicBezTo>
                    <a:cubicBezTo>
                      <a:pt x="213434" y="1470"/>
                      <a:pt x="213698" y="1301"/>
                      <a:pt x="213942" y="1288"/>
                    </a:cubicBezTo>
                    <a:cubicBezTo>
                      <a:pt x="214217" y="1275"/>
                      <a:pt x="214492" y="1340"/>
                      <a:pt x="214760" y="1405"/>
                    </a:cubicBezTo>
                    <a:cubicBezTo>
                      <a:pt x="214890" y="1436"/>
                      <a:pt x="215009" y="1501"/>
                      <a:pt x="215143" y="1513"/>
                    </a:cubicBezTo>
                    <a:cubicBezTo>
                      <a:pt x="215277" y="1526"/>
                      <a:pt x="215396" y="1544"/>
                      <a:pt x="215515" y="1607"/>
                    </a:cubicBezTo>
                    <a:cubicBezTo>
                      <a:pt x="215588" y="1646"/>
                      <a:pt x="215657" y="1691"/>
                      <a:pt x="215727" y="17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7" name="Google Shape;247;p21"/>
          <p:cNvSpPr/>
          <p:nvPr/>
        </p:nvSpPr>
        <p:spPr>
          <a:xfrm>
            <a:off x="2308107" y="2716724"/>
            <a:ext cx="4681685" cy="3369794"/>
          </a:xfrm>
          <a:custGeom>
            <a:avLst/>
            <a:gdLst/>
            <a:ahLst/>
            <a:cxnLst/>
            <a:rect l="l" t="t" r="r" b="b"/>
            <a:pathLst>
              <a:path w="122437" h="88128" extrusionOk="0">
                <a:moveTo>
                  <a:pt x="91848" y="7799"/>
                </a:moveTo>
                <a:lnTo>
                  <a:pt x="91848" y="8746"/>
                </a:lnTo>
                <a:lnTo>
                  <a:pt x="91207" y="8746"/>
                </a:lnTo>
                <a:lnTo>
                  <a:pt x="91207" y="7799"/>
                </a:lnTo>
                <a:close/>
                <a:moveTo>
                  <a:pt x="92884" y="7799"/>
                </a:moveTo>
                <a:lnTo>
                  <a:pt x="92884" y="8746"/>
                </a:lnTo>
                <a:lnTo>
                  <a:pt x="92275" y="8746"/>
                </a:lnTo>
                <a:lnTo>
                  <a:pt x="92275" y="7799"/>
                </a:lnTo>
                <a:close/>
                <a:moveTo>
                  <a:pt x="91848" y="9080"/>
                </a:moveTo>
                <a:lnTo>
                  <a:pt x="91848" y="9996"/>
                </a:lnTo>
                <a:lnTo>
                  <a:pt x="91207" y="9996"/>
                </a:lnTo>
                <a:lnTo>
                  <a:pt x="91207" y="9080"/>
                </a:lnTo>
                <a:close/>
                <a:moveTo>
                  <a:pt x="92884" y="9080"/>
                </a:moveTo>
                <a:lnTo>
                  <a:pt x="92884" y="9996"/>
                </a:lnTo>
                <a:lnTo>
                  <a:pt x="92275" y="9996"/>
                </a:lnTo>
                <a:lnTo>
                  <a:pt x="92275" y="9080"/>
                </a:lnTo>
                <a:close/>
                <a:moveTo>
                  <a:pt x="28123" y="14175"/>
                </a:moveTo>
                <a:lnTo>
                  <a:pt x="28123" y="15091"/>
                </a:lnTo>
                <a:lnTo>
                  <a:pt x="27481" y="15091"/>
                </a:lnTo>
                <a:lnTo>
                  <a:pt x="27481" y="14175"/>
                </a:lnTo>
                <a:close/>
                <a:moveTo>
                  <a:pt x="30106" y="14175"/>
                </a:moveTo>
                <a:lnTo>
                  <a:pt x="30106" y="15091"/>
                </a:lnTo>
                <a:lnTo>
                  <a:pt x="29464" y="15091"/>
                </a:lnTo>
                <a:lnTo>
                  <a:pt x="29464" y="14175"/>
                </a:lnTo>
                <a:close/>
                <a:moveTo>
                  <a:pt x="32209" y="14175"/>
                </a:moveTo>
                <a:lnTo>
                  <a:pt x="32209" y="15091"/>
                </a:lnTo>
                <a:lnTo>
                  <a:pt x="31478" y="15091"/>
                </a:lnTo>
                <a:lnTo>
                  <a:pt x="31478" y="14175"/>
                </a:lnTo>
                <a:close/>
                <a:moveTo>
                  <a:pt x="34162" y="14175"/>
                </a:moveTo>
                <a:lnTo>
                  <a:pt x="34162" y="15091"/>
                </a:lnTo>
                <a:lnTo>
                  <a:pt x="33339" y="15091"/>
                </a:lnTo>
                <a:lnTo>
                  <a:pt x="33339" y="14175"/>
                </a:lnTo>
                <a:close/>
                <a:moveTo>
                  <a:pt x="36084" y="14175"/>
                </a:moveTo>
                <a:lnTo>
                  <a:pt x="36084" y="15091"/>
                </a:lnTo>
                <a:lnTo>
                  <a:pt x="35260" y="15091"/>
                </a:lnTo>
                <a:lnTo>
                  <a:pt x="35260" y="14175"/>
                </a:lnTo>
                <a:close/>
                <a:moveTo>
                  <a:pt x="37914" y="14175"/>
                </a:moveTo>
                <a:lnTo>
                  <a:pt x="38250" y="14236"/>
                </a:lnTo>
                <a:lnTo>
                  <a:pt x="38250" y="15091"/>
                </a:lnTo>
                <a:lnTo>
                  <a:pt x="37914" y="15091"/>
                </a:lnTo>
                <a:lnTo>
                  <a:pt x="37914" y="14175"/>
                </a:lnTo>
                <a:close/>
                <a:moveTo>
                  <a:pt x="38875" y="14374"/>
                </a:moveTo>
                <a:lnTo>
                  <a:pt x="39211" y="14435"/>
                </a:lnTo>
                <a:lnTo>
                  <a:pt x="39211" y="15288"/>
                </a:lnTo>
                <a:lnTo>
                  <a:pt x="38875" y="15288"/>
                </a:lnTo>
                <a:lnTo>
                  <a:pt x="38875" y="14374"/>
                </a:lnTo>
                <a:close/>
                <a:moveTo>
                  <a:pt x="39790" y="14480"/>
                </a:moveTo>
                <a:lnTo>
                  <a:pt x="40126" y="14541"/>
                </a:lnTo>
                <a:lnTo>
                  <a:pt x="40126" y="15396"/>
                </a:lnTo>
                <a:lnTo>
                  <a:pt x="39790" y="15396"/>
                </a:lnTo>
                <a:lnTo>
                  <a:pt x="39790" y="14480"/>
                </a:lnTo>
                <a:close/>
                <a:moveTo>
                  <a:pt x="40706" y="14633"/>
                </a:moveTo>
                <a:lnTo>
                  <a:pt x="41042" y="14694"/>
                </a:lnTo>
                <a:lnTo>
                  <a:pt x="41042" y="15547"/>
                </a:lnTo>
                <a:lnTo>
                  <a:pt x="40706" y="15547"/>
                </a:lnTo>
                <a:lnTo>
                  <a:pt x="40706" y="14633"/>
                </a:lnTo>
                <a:close/>
                <a:moveTo>
                  <a:pt x="91848" y="15518"/>
                </a:moveTo>
                <a:lnTo>
                  <a:pt x="91848" y="16463"/>
                </a:lnTo>
                <a:lnTo>
                  <a:pt x="91207" y="16463"/>
                </a:lnTo>
                <a:lnTo>
                  <a:pt x="91207" y="15518"/>
                </a:lnTo>
                <a:close/>
                <a:moveTo>
                  <a:pt x="92884" y="15518"/>
                </a:moveTo>
                <a:lnTo>
                  <a:pt x="92884" y="16463"/>
                </a:lnTo>
                <a:lnTo>
                  <a:pt x="92275" y="16463"/>
                </a:lnTo>
                <a:lnTo>
                  <a:pt x="92275" y="15518"/>
                </a:lnTo>
                <a:close/>
                <a:moveTo>
                  <a:pt x="71562" y="16371"/>
                </a:moveTo>
                <a:lnTo>
                  <a:pt x="71562" y="17165"/>
                </a:lnTo>
                <a:lnTo>
                  <a:pt x="71195" y="17165"/>
                </a:lnTo>
                <a:lnTo>
                  <a:pt x="71195" y="16371"/>
                </a:lnTo>
                <a:close/>
                <a:moveTo>
                  <a:pt x="72356" y="16371"/>
                </a:moveTo>
                <a:lnTo>
                  <a:pt x="72356" y="17165"/>
                </a:lnTo>
                <a:lnTo>
                  <a:pt x="71928" y="17165"/>
                </a:lnTo>
                <a:lnTo>
                  <a:pt x="71928" y="16371"/>
                </a:lnTo>
                <a:close/>
                <a:moveTo>
                  <a:pt x="91848" y="16799"/>
                </a:moveTo>
                <a:lnTo>
                  <a:pt x="91848" y="18629"/>
                </a:lnTo>
                <a:lnTo>
                  <a:pt x="91207" y="18629"/>
                </a:lnTo>
                <a:lnTo>
                  <a:pt x="91207" y="16799"/>
                </a:lnTo>
                <a:close/>
                <a:moveTo>
                  <a:pt x="92884" y="16799"/>
                </a:moveTo>
                <a:lnTo>
                  <a:pt x="92884" y="18629"/>
                </a:lnTo>
                <a:lnTo>
                  <a:pt x="92275" y="18629"/>
                </a:lnTo>
                <a:lnTo>
                  <a:pt x="92275" y="16799"/>
                </a:lnTo>
                <a:close/>
                <a:moveTo>
                  <a:pt x="71562" y="17530"/>
                </a:moveTo>
                <a:lnTo>
                  <a:pt x="71562" y="18690"/>
                </a:lnTo>
                <a:lnTo>
                  <a:pt x="71195" y="18690"/>
                </a:lnTo>
                <a:lnTo>
                  <a:pt x="71195" y="17530"/>
                </a:lnTo>
                <a:close/>
                <a:moveTo>
                  <a:pt x="72356" y="17530"/>
                </a:moveTo>
                <a:lnTo>
                  <a:pt x="72356" y="18690"/>
                </a:lnTo>
                <a:lnTo>
                  <a:pt x="71928" y="18690"/>
                </a:lnTo>
                <a:lnTo>
                  <a:pt x="71928" y="17530"/>
                </a:lnTo>
                <a:close/>
                <a:moveTo>
                  <a:pt x="71562" y="27171"/>
                </a:moveTo>
                <a:lnTo>
                  <a:pt x="71562" y="27963"/>
                </a:lnTo>
                <a:lnTo>
                  <a:pt x="71195" y="27963"/>
                </a:lnTo>
                <a:lnTo>
                  <a:pt x="71195" y="27171"/>
                </a:lnTo>
                <a:close/>
                <a:moveTo>
                  <a:pt x="72356" y="27171"/>
                </a:moveTo>
                <a:lnTo>
                  <a:pt x="72356" y="27963"/>
                </a:lnTo>
                <a:lnTo>
                  <a:pt x="71928" y="27963"/>
                </a:lnTo>
                <a:lnTo>
                  <a:pt x="71928" y="27171"/>
                </a:lnTo>
                <a:close/>
                <a:moveTo>
                  <a:pt x="71562" y="28330"/>
                </a:moveTo>
                <a:lnTo>
                  <a:pt x="71562" y="29488"/>
                </a:lnTo>
                <a:lnTo>
                  <a:pt x="71195" y="29488"/>
                </a:lnTo>
                <a:lnTo>
                  <a:pt x="71195" y="28330"/>
                </a:lnTo>
                <a:close/>
                <a:moveTo>
                  <a:pt x="72356" y="28330"/>
                </a:moveTo>
                <a:lnTo>
                  <a:pt x="72356" y="29488"/>
                </a:lnTo>
                <a:lnTo>
                  <a:pt x="71928" y="29488"/>
                </a:lnTo>
                <a:lnTo>
                  <a:pt x="71928" y="28330"/>
                </a:lnTo>
                <a:close/>
                <a:moveTo>
                  <a:pt x="91848" y="31868"/>
                </a:moveTo>
                <a:lnTo>
                  <a:pt x="91848" y="32813"/>
                </a:lnTo>
                <a:lnTo>
                  <a:pt x="91207" y="32813"/>
                </a:lnTo>
                <a:lnTo>
                  <a:pt x="91207" y="31868"/>
                </a:lnTo>
                <a:close/>
                <a:moveTo>
                  <a:pt x="92884" y="31868"/>
                </a:moveTo>
                <a:lnTo>
                  <a:pt x="92884" y="32813"/>
                </a:lnTo>
                <a:lnTo>
                  <a:pt x="92275" y="32813"/>
                </a:lnTo>
                <a:lnTo>
                  <a:pt x="92275" y="31868"/>
                </a:lnTo>
                <a:close/>
                <a:moveTo>
                  <a:pt x="91848" y="33149"/>
                </a:moveTo>
                <a:lnTo>
                  <a:pt x="91848" y="34980"/>
                </a:lnTo>
                <a:lnTo>
                  <a:pt x="91207" y="34980"/>
                </a:lnTo>
                <a:lnTo>
                  <a:pt x="91207" y="33149"/>
                </a:lnTo>
                <a:close/>
                <a:moveTo>
                  <a:pt x="92884" y="33149"/>
                </a:moveTo>
                <a:lnTo>
                  <a:pt x="92884" y="34980"/>
                </a:lnTo>
                <a:lnTo>
                  <a:pt x="92275" y="34980"/>
                </a:lnTo>
                <a:lnTo>
                  <a:pt x="92275" y="33149"/>
                </a:lnTo>
                <a:close/>
                <a:moveTo>
                  <a:pt x="35933" y="0"/>
                </a:moveTo>
                <a:lnTo>
                  <a:pt x="34610" y="3600"/>
                </a:lnTo>
                <a:lnTo>
                  <a:pt x="34945" y="3600"/>
                </a:lnTo>
                <a:lnTo>
                  <a:pt x="34956" y="6894"/>
                </a:lnTo>
                <a:lnTo>
                  <a:pt x="32312" y="6894"/>
                </a:lnTo>
                <a:lnTo>
                  <a:pt x="28082" y="13077"/>
                </a:lnTo>
                <a:lnTo>
                  <a:pt x="25805" y="14459"/>
                </a:lnTo>
                <a:lnTo>
                  <a:pt x="26456" y="14459"/>
                </a:lnTo>
                <a:lnTo>
                  <a:pt x="26456" y="17143"/>
                </a:lnTo>
                <a:lnTo>
                  <a:pt x="27351" y="18851"/>
                </a:lnTo>
                <a:lnTo>
                  <a:pt x="27351" y="32355"/>
                </a:lnTo>
                <a:lnTo>
                  <a:pt x="20436" y="32355"/>
                </a:lnTo>
                <a:lnTo>
                  <a:pt x="20436" y="35610"/>
                </a:lnTo>
                <a:lnTo>
                  <a:pt x="16613" y="39351"/>
                </a:lnTo>
                <a:lnTo>
                  <a:pt x="16613" y="42281"/>
                </a:lnTo>
                <a:lnTo>
                  <a:pt x="14904" y="42281"/>
                </a:lnTo>
                <a:lnTo>
                  <a:pt x="9291" y="46429"/>
                </a:lnTo>
                <a:lnTo>
                  <a:pt x="5386" y="47893"/>
                </a:lnTo>
                <a:lnTo>
                  <a:pt x="5143" y="49521"/>
                </a:lnTo>
                <a:cubicBezTo>
                  <a:pt x="5461" y="50607"/>
                  <a:pt x="4172" y="51962"/>
                  <a:pt x="3777" y="53035"/>
                </a:cubicBezTo>
                <a:cubicBezTo>
                  <a:pt x="3396" y="54075"/>
                  <a:pt x="3811" y="56441"/>
                  <a:pt x="2308" y="56609"/>
                </a:cubicBezTo>
                <a:cubicBezTo>
                  <a:pt x="1797" y="58001"/>
                  <a:pt x="2636" y="58914"/>
                  <a:pt x="2702" y="60180"/>
                </a:cubicBezTo>
                <a:cubicBezTo>
                  <a:pt x="2726" y="60662"/>
                  <a:pt x="2678" y="61337"/>
                  <a:pt x="2519" y="61865"/>
                </a:cubicBezTo>
                <a:cubicBezTo>
                  <a:pt x="2334" y="62475"/>
                  <a:pt x="1823" y="62838"/>
                  <a:pt x="1807" y="63512"/>
                </a:cubicBezTo>
                <a:cubicBezTo>
                  <a:pt x="1795" y="64028"/>
                  <a:pt x="2049" y="64809"/>
                  <a:pt x="2130" y="65382"/>
                </a:cubicBezTo>
                <a:cubicBezTo>
                  <a:pt x="2249" y="66228"/>
                  <a:pt x="2572" y="66393"/>
                  <a:pt x="2311" y="67211"/>
                </a:cubicBezTo>
                <a:cubicBezTo>
                  <a:pt x="2024" y="68106"/>
                  <a:pt x="2363" y="68687"/>
                  <a:pt x="2295" y="69611"/>
                </a:cubicBezTo>
                <a:cubicBezTo>
                  <a:pt x="2252" y="70188"/>
                  <a:pt x="1759" y="70546"/>
                  <a:pt x="1643" y="70991"/>
                </a:cubicBezTo>
                <a:cubicBezTo>
                  <a:pt x="1476" y="71634"/>
                  <a:pt x="1704" y="71861"/>
                  <a:pt x="1299" y="72378"/>
                </a:cubicBezTo>
                <a:cubicBezTo>
                  <a:pt x="1013" y="72744"/>
                  <a:pt x="531" y="73064"/>
                  <a:pt x="114" y="73227"/>
                </a:cubicBezTo>
                <a:cubicBezTo>
                  <a:pt x="0" y="74371"/>
                  <a:pt x="879" y="74893"/>
                  <a:pt x="1260" y="75854"/>
                </a:cubicBezTo>
                <a:cubicBezTo>
                  <a:pt x="1537" y="76553"/>
                  <a:pt x="986" y="76682"/>
                  <a:pt x="1008" y="77177"/>
                </a:cubicBezTo>
                <a:cubicBezTo>
                  <a:pt x="1048" y="78035"/>
                  <a:pt x="1857" y="78299"/>
                  <a:pt x="1066" y="79215"/>
                </a:cubicBezTo>
                <a:cubicBezTo>
                  <a:pt x="1405" y="79575"/>
                  <a:pt x="1982" y="79610"/>
                  <a:pt x="2215" y="80023"/>
                </a:cubicBezTo>
                <a:cubicBezTo>
                  <a:pt x="2297" y="80168"/>
                  <a:pt x="2144" y="80444"/>
                  <a:pt x="2213" y="80595"/>
                </a:cubicBezTo>
                <a:cubicBezTo>
                  <a:pt x="2397" y="80995"/>
                  <a:pt x="2665" y="81148"/>
                  <a:pt x="3030" y="81428"/>
                </a:cubicBezTo>
                <a:cubicBezTo>
                  <a:pt x="3799" y="82022"/>
                  <a:pt x="4497" y="83133"/>
                  <a:pt x="5379" y="83457"/>
                </a:cubicBezTo>
                <a:cubicBezTo>
                  <a:pt x="5114" y="83681"/>
                  <a:pt x="4555" y="83629"/>
                  <a:pt x="4179" y="83862"/>
                </a:cubicBezTo>
                <a:cubicBezTo>
                  <a:pt x="4147" y="83938"/>
                  <a:pt x="4078" y="84230"/>
                  <a:pt x="4076" y="84246"/>
                </a:cubicBezTo>
                <a:cubicBezTo>
                  <a:pt x="4566" y="85055"/>
                  <a:pt x="5026" y="85109"/>
                  <a:pt x="5934" y="85149"/>
                </a:cubicBezTo>
                <a:cubicBezTo>
                  <a:pt x="5970" y="85151"/>
                  <a:pt x="6005" y="85152"/>
                  <a:pt x="6040" y="85152"/>
                </a:cubicBezTo>
                <a:cubicBezTo>
                  <a:pt x="6929" y="85152"/>
                  <a:pt x="7397" y="84637"/>
                  <a:pt x="8166" y="84637"/>
                </a:cubicBezTo>
                <a:cubicBezTo>
                  <a:pt x="8192" y="84637"/>
                  <a:pt x="8218" y="84637"/>
                  <a:pt x="8245" y="84638"/>
                </a:cubicBezTo>
                <a:cubicBezTo>
                  <a:pt x="9151" y="84679"/>
                  <a:pt x="10117" y="85125"/>
                  <a:pt x="11023" y="85254"/>
                </a:cubicBezTo>
                <a:cubicBezTo>
                  <a:pt x="11378" y="85304"/>
                  <a:pt x="11738" y="85317"/>
                  <a:pt x="12101" y="85317"/>
                </a:cubicBezTo>
                <a:cubicBezTo>
                  <a:pt x="12475" y="85317"/>
                  <a:pt x="12851" y="85303"/>
                  <a:pt x="13225" y="85303"/>
                </a:cubicBezTo>
                <a:cubicBezTo>
                  <a:pt x="13349" y="85303"/>
                  <a:pt x="13472" y="85305"/>
                  <a:pt x="13595" y="85309"/>
                </a:cubicBezTo>
                <a:cubicBezTo>
                  <a:pt x="16444" y="85399"/>
                  <a:pt x="19388" y="85426"/>
                  <a:pt x="22226" y="85656"/>
                </a:cubicBezTo>
                <a:cubicBezTo>
                  <a:pt x="23123" y="85730"/>
                  <a:pt x="24008" y="85988"/>
                  <a:pt x="24905" y="86106"/>
                </a:cubicBezTo>
                <a:cubicBezTo>
                  <a:pt x="26385" y="86299"/>
                  <a:pt x="27870" y="86220"/>
                  <a:pt x="29307" y="86673"/>
                </a:cubicBezTo>
                <a:cubicBezTo>
                  <a:pt x="31325" y="87311"/>
                  <a:pt x="32960" y="87679"/>
                  <a:pt x="35075" y="87771"/>
                </a:cubicBezTo>
                <a:cubicBezTo>
                  <a:pt x="37363" y="87872"/>
                  <a:pt x="39661" y="88052"/>
                  <a:pt x="41953" y="88082"/>
                </a:cubicBezTo>
                <a:cubicBezTo>
                  <a:pt x="42576" y="88091"/>
                  <a:pt x="43216" y="88127"/>
                  <a:pt x="43853" y="88127"/>
                </a:cubicBezTo>
                <a:cubicBezTo>
                  <a:pt x="44799" y="88127"/>
                  <a:pt x="45738" y="88047"/>
                  <a:pt x="46602" y="87677"/>
                </a:cubicBezTo>
                <a:cubicBezTo>
                  <a:pt x="47602" y="87250"/>
                  <a:pt x="48216" y="86845"/>
                  <a:pt x="49310" y="86760"/>
                </a:cubicBezTo>
                <a:cubicBezTo>
                  <a:pt x="50427" y="86671"/>
                  <a:pt x="51541" y="86559"/>
                  <a:pt x="52655" y="86453"/>
                </a:cubicBezTo>
                <a:cubicBezTo>
                  <a:pt x="53330" y="86388"/>
                  <a:pt x="54016" y="86371"/>
                  <a:pt x="54707" y="86371"/>
                </a:cubicBezTo>
                <a:cubicBezTo>
                  <a:pt x="55438" y="86371"/>
                  <a:pt x="56174" y="86390"/>
                  <a:pt x="56906" y="86390"/>
                </a:cubicBezTo>
                <a:cubicBezTo>
                  <a:pt x="57273" y="86390"/>
                  <a:pt x="57639" y="86385"/>
                  <a:pt x="58003" y="86371"/>
                </a:cubicBezTo>
                <a:cubicBezTo>
                  <a:pt x="58704" y="86344"/>
                  <a:pt x="58747" y="86218"/>
                  <a:pt x="59332" y="85900"/>
                </a:cubicBezTo>
                <a:cubicBezTo>
                  <a:pt x="60295" y="85377"/>
                  <a:pt x="61454" y="85295"/>
                  <a:pt x="62585" y="85295"/>
                </a:cubicBezTo>
                <a:cubicBezTo>
                  <a:pt x="63100" y="85295"/>
                  <a:pt x="63609" y="85312"/>
                  <a:pt x="64092" y="85312"/>
                </a:cubicBezTo>
                <a:cubicBezTo>
                  <a:pt x="64099" y="85312"/>
                  <a:pt x="64106" y="85312"/>
                  <a:pt x="64113" y="85312"/>
                </a:cubicBezTo>
                <a:cubicBezTo>
                  <a:pt x="64966" y="85312"/>
                  <a:pt x="66033" y="85423"/>
                  <a:pt x="67075" y="85423"/>
                </a:cubicBezTo>
                <a:cubicBezTo>
                  <a:pt x="68016" y="85423"/>
                  <a:pt x="68936" y="85333"/>
                  <a:pt x="69662" y="84987"/>
                </a:cubicBezTo>
                <a:cubicBezTo>
                  <a:pt x="70249" y="84709"/>
                  <a:pt x="70599" y="84497"/>
                  <a:pt x="71261" y="84317"/>
                </a:cubicBezTo>
                <a:cubicBezTo>
                  <a:pt x="71853" y="84156"/>
                  <a:pt x="71910" y="84057"/>
                  <a:pt x="72343" y="83668"/>
                </a:cubicBezTo>
                <a:cubicBezTo>
                  <a:pt x="72425" y="83592"/>
                  <a:pt x="72518" y="83387"/>
                  <a:pt x="72643" y="83277"/>
                </a:cubicBezTo>
                <a:cubicBezTo>
                  <a:pt x="72708" y="83226"/>
                  <a:pt x="73273" y="83096"/>
                  <a:pt x="73383" y="83055"/>
                </a:cubicBezTo>
                <a:cubicBezTo>
                  <a:pt x="73770" y="82911"/>
                  <a:pt x="73959" y="82739"/>
                  <a:pt x="74360" y="82739"/>
                </a:cubicBezTo>
                <a:cubicBezTo>
                  <a:pt x="74404" y="82739"/>
                  <a:pt x="74451" y="82741"/>
                  <a:pt x="74501" y="82745"/>
                </a:cubicBezTo>
                <a:cubicBezTo>
                  <a:pt x="75330" y="82821"/>
                  <a:pt x="76026" y="83470"/>
                  <a:pt x="76825" y="83669"/>
                </a:cubicBezTo>
                <a:cubicBezTo>
                  <a:pt x="76956" y="83702"/>
                  <a:pt x="77094" y="83713"/>
                  <a:pt x="77235" y="83713"/>
                </a:cubicBezTo>
                <a:cubicBezTo>
                  <a:pt x="77456" y="83713"/>
                  <a:pt x="77684" y="83688"/>
                  <a:pt x="77905" y="83688"/>
                </a:cubicBezTo>
                <a:cubicBezTo>
                  <a:pt x="77994" y="83688"/>
                  <a:pt x="78082" y="83692"/>
                  <a:pt x="78168" y="83703"/>
                </a:cubicBezTo>
                <a:cubicBezTo>
                  <a:pt x="78869" y="83794"/>
                  <a:pt x="79438" y="84095"/>
                  <a:pt x="80132" y="84095"/>
                </a:cubicBezTo>
                <a:cubicBezTo>
                  <a:pt x="80225" y="84095"/>
                  <a:pt x="80321" y="84090"/>
                  <a:pt x="80420" y="84078"/>
                </a:cubicBezTo>
                <a:cubicBezTo>
                  <a:pt x="81236" y="83977"/>
                  <a:pt x="82012" y="83847"/>
                  <a:pt x="82771" y="83847"/>
                </a:cubicBezTo>
                <a:cubicBezTo>
                  <a:pt x="83398" y="83847"/>
                  <a:pt x="84014" y="83936"/>
                  <a:pt x="84630" y="84205"/>
                </a:cubicBezTo>
                <a:cubicBezTo>
                  <a:pt x="85417" y="84546"/>
                  <a:pt x="86227" y="84683"/>
                  <a:pt x="87056" y="84683"/>
                </a:cubicBezTo>
                <a:cubicBezTo>
                  <a:pt x="87486" y="84683"/>
                  <a:pt x="87922" y="84646"/>
                  <a:pt x="88362" y="84582"/>
                </a:cubicBezTo>
                <a:cubicBezTo>
                  <a:pt x="89227" y="84457"/>
                  <a:pt x="89926" y="83890"/>
                  <a:pt x="90800" y="83742"/>
                </a:cubicBezTo>
                <a:cubicBezTo>
                  <a:pt x="91191" y="83675"/>
                  <a:pt x="91585" y="83648"/>
                  <a:pt x="91981" y="83648"/>
                </a:cubicBezTo>
                <a:cubicBezTo>
                  <a:pt x="93305" y="83648"/>
                  <a:pt x="94648" y="83951"/>
                  <a:pt x="95944" y="84092"/>
                </a:cubicBezTo>
                <a:cubicBezTo>
                  <a:pt x="98652" y="84388"/>
                  <a:pt x="101376" y="84854"/>
                  <a:pt x="104084" y="84992"/>
                </a:cubicBezTo>
                <a:cubicBezTo>
                  <a:pt x="105373" y="85058"/>
                  <a:pt x="106570" y="84963"/>
                  <a:pt x="107829" y="85233"/>
                </a:cubicBezTo>
                <a:cubicBezTo>
                  <a:pt x="108195" y="85312"/>
                  <a:pt x="108489" y="85350"/>
                  <a:pt x="108795" y="85350"/>
                </a:cubicBezTo>
                <a:cubicBezTo>
                  <a:pt x="109019" y="85350"/>
                  <a:pt x="109248" y="85330"/>
                  <a:pt x="109516" y="85291"/>
                </a:cubicBezTo>
                <a:cubicBezTo>
                  <a:pt x="110260" y="85183"/>
                  <a:pt x="111171" y="85072"/>
                  <a:pt x="111875" y="84764"/>
                </a:cubicBezTo>
                <a:cubicBezTo>
                  <a:pt x="112968" y="84282"/>
                  <a:pt x="112287" y="83997"/>
                  <a:pt x="112192" y="83096"/>
                </a:cubicBezTo>
                <a:cubicBezTo>
                  <a:pt x="112044" y="81693"/>
                  <a:pt x="112968" y="82001"/>
                  <a:pt x="113807" y="81473"/>
                </a:cubicBezTo>
                <a:cubicBezTo>
                  <a:pt x="114477" y="81051"/>
                  <a:pt x="114697" y="80082"/>
                  <a:pt x="114961" y="79456"/>
                </a:cubicBezTo>
                <a:cubicBezTo>
                  <a:pt x="115729" y="77625"/>
                  <a:pt x="118790" y="77842"/>
                  <a:pt x="119011" y="75793"/>
                </a:cubicBezTo>
                <a:cubicBezTo>
                  <a:pt x="119144" y="74540"/>
                  <a:pt x="118475" y="74434"/>
                  <a:pt x="117580" y="73702"/>
                </a:cubicBezTo>
                <a:cubicBezTo>
                  <a:pt x="117074" y="73289"/>
                  <a:pt x="116428" y="72568"/>
                  <a:pt x="116997" y="71893"/>
                </a:cubicBezTo>
                <a:cubicBezTo>
                  <a:pt x="117148" y="71713"/>
                  <a:pt x="117285" y="71672"/>
                  <a:pt x="117428" y="71672"/>
                </a:cubicBezTo>
                <a:cubicBezTo>
                  <a:pt x="117544" y="71672"/>
                  <a:pt x="117665" y="71699"/>
                  <a:pt x="117801" y="71699"/>
                </a:cubicBezTo>
                <a:cubicBezTo>
                  <a:pt x="117891" y="71699"/>
                  <a:pt x="117987" y="71687"/>
                  <a:pt x="118093" y="71648"/>
                </a:cubicBezTo>
                <a:cubicBezTo>
                  <a:pt x="118488" y="71502"/>
                  <a:pt x="118580" y="71293"/>
                  <a:pt x="118871" y="70914"/>
                </a:cubicBezTo>
                <a:cubicBezTo>
                  <a:pt x="119136" y="70568"/>
                  <a:pt x="119467" y="70371"/>
                  <a:pt x="119745" y="70078"/>
                </a:cubicBezTo>
                <a:cubicBezTo>
                  <a:pt x="120132" y="69669"/>
                  <a:pt x="120095" y="69497"/>
                  <a:pt x="120325" y="68961"/>
                </a:cubicBezTo>
                <a:cubicBezTo>
                  <a:pt x="120719" y="68047"/>
                  <a:pt x="121685" y="67578"/>
                  <a:pt x="122104" y="66765"/>
                </a:cubicBezTo>
                <a:cubicBezTo>
                  <a:pt x="122437" y="66125"/>
                  <a:pt x="122302" y="64990"/>
                  <a:pt x="122197" y="64304"/>
                </a:cubicBezTo>
                <a:lnTo>
                  <a:pt x="122197" y="64304"/>
                </a:lnTo>
                <a:lnTo>
                  <a:pt x="122196" y="64306"/>
                </a:lnTo>
                <a:cubicBezTo>
                  <a:pt x="122074" y="63488"/>
                  <a:pt x="121784" y="63261"/>
                  <a:pt x="121304" y="62638"/>
                </a:cubicBezTo>
                <a:cubicBezTo>
                  <a:pt x="120867" y="62072"/>
                  <a:pt x="120611" y="61432"/>
                  <a:pt x="120428" y="60683"/>
                </a:cubicBezTo>
                <a:cubicBezTo>
                  <a:pt x="120185" y="59692"/>
                  <a:pt x="120491" y="59449"/>
                  <a:pt x="119833" y="58710"/>
                </a:cubicBezTo>
                <a:cubicBezTo>
                  <a:pt x="119183" y="57977"/>
                  <a:pt x="118794" y="57280"/>
                  <a:pt x="118278" y="56436"/>
                </a:cubicBezTo>
                <a:cubicBezTo>
                  <a:pt x="117269" y="54784"/>
                  <a:pt x="115776" y="53789"/>
                  <a:pt x="114636" y="52349"/>
                </a:cubicBezTo>
                <a:cubicBezTo>
                  <a:pt x="113943" y="51476"/>
                  <a:pt x="112423" y="49868"/>
                  <a:pt x="112614" y="48638"/>
                </a:cubicBezTo>
                <a:cubicBezTo>
                  <a:pt x="112692" y="48622"/>
                  <a:pt x="112756" y="48630"/>
                  <a:pt x="112831" y="48613"/>
                </a:cubicBezTo>
                <a:cubicBezTo>
                  <a:pt x="113156" y="47844"/>
                  <a:pt x="112698" y="47554"/>
                  <a:pt x="112195" y="47366"/>
                </a:cubicBezTo>
                <a:cubicBezTo>
                  <a:pt x="112170" y="47356"/>
                  <a:pt x="112148" y="47353"/>
                  <a:pt x="112127" y="47353"/>
                </a:cubicBezTo>
                <a:cubicBezTo>
                  <a:pt x="112032" y="47353"/>
                  <a:pt x="111966" y="47427"/>
                  <a:pt x="111850" y="47427"/>
                </a:cubicBezTo>
                <a:cubicBezTo>
                  <a:pt x="111792" y="47427"/>
                  <a:pt x="111721" y="47408"/>
                  <a:pt x="111628" y="47351"/>
                </a:cubicBezTo>
                <a:cubicBezTo>
                  <a:pt x="111340" y="47174"/>
                  <a:pt x="111240" y="46777"/>
                  <a:pt x="111221" y="46462"/>
                </a:cubicBezTo>
                <a:cubicBezTo>
                  <a:pt x="110959" y="46538"/>
                  <a:pt x="110972" y="46422"/>
                  <a:pt x="110794" y="46647"/>
                </a:cubicBezTo>
                <a:cubicBezTo>
                  <a:pt x="110782" y="46631"/>
                  <a:pt x="110686" y="46462"/>
                  <a:pt x="110734" y="46461"/>
                </a:cubicBezTo>
                <a:cubicBezTo>
                  <a:pt x="110549" y="46236"/>
                  <a:pt x="110183" y="45999"/>
                  <a:pt x="109837" y="45942"/>
                </a:cubicBezTo>
                <a:lnTo>
                  <a:pt x="109837" y="44132"/>
                </a:lnTo>
                <a:lnTo>
                  <a:pt x="108962" y="44132"/>
                </a:lnTo>
                <a:lnTo>
                  <a:pt x="108962" y="43033"/>
                </a:lnTo>
                <a:lnTo>
                  <a:pt x="108047" y="43033"/>
                </a:lnTo>
                <a:lnTo>
                  <a:pt x="108047" y="43888"/>
                </a:lnTo>
                <a:lnTo>
                  <a:pt x="107192" y="43888"/>
                </a:lnTo>
                <a:lnTo>
                  <a:pt x="107192" y="43033"/>
                </a:lnTo>
                <a:lnTo>
                  <a:pt x="106400" y="43033"/>
                </a:lnTo>
                <a:lnTo>
                  <a:pt x="106400" y="43827"/>
                </a:lnTo>
                <a:lnTo>
                  <a:pt x="105850" y="43827"/>
                </a:lnTo>
                <a:lnTo>
                  <a:pt x="105850" y="43033"/>
                </a:lnTo>
                <a:lnTo>
                  <a:pt x="105056" y="43033"/>
                </a:lnTo>
                <a:lnTo>
                  <a:pt x="105056" y="43827"/>
                </a:lnTo>
                <a:lnTo>
                  <a:pt x="104264" y="43827"/>
                </a:lnTo>
                <a:lnTo>
                  <a:pt x="104264" y="43033"/>
                </a:lnTo>
                <a:lnTo>
                  <a:pt x="103714" y="43033"/>
                </a:lnTo>
                <a:lnTo>
                  <a:pt x="103714" y="43888"/>
                </a:lnTo>
                <a:lnTo>
                  <a:pt x="102983" y="43888"/>
                </a:lnTo>
                <a:lnTo>
                  <a:pt x="102983" y="43033"/>
                </a:lnTo>
                <a:lnTo>
                  <a:pt x="102311" y="43033"/>
                </a:lnTo>
                <a:lnTo>
                  <a:pt x="102311" y="43888"/>
                </a:lnTo>
                <a:lnTo>
                  <a:pt x="101458" y="43888"/>
                </a:lnTo>
                <a:lnTo>
                  <a:pt x="101458" y="43033"/>
                </a:lnTo>
                <a:lnTo>
                  <a:pt x="100786" y="43033"/>
                </a:lnTo>
                <a:lnTo>
                  <a:pt x="100786" y="43888"/>
                </a:lnTo>
                <a:lnTo>
                  <a:pt x="100177" y="43888"/>
                </a:lnTo>
                <a:lnTo>
                  <a:pt x="100177" y="42729"/>
                </a:lnTo>
                <a:lnTo>
                  <a:pt x="99383" y="42729"/>
                </a:lnTo>
                <a:lnTo>
                  <a:pt x="97125" y="40593"/>
                </a:lnTo>
                <a:lnTo>
                  <a:pt x="94686" y="40593"/>
                </a:lnTo>
                <a:lnTo>
                  <a:pt x="94686" y="42605"/>
                </a:lnTo>
                <a:lnTo>
                  <a:pt x="94320" y="42605"/>
                </a:lnTo>
                <a:lnTo>
                  <a:pt x="94320" y="5938"/>
                </a:lnTo>
                <a:lnTo>
                  <a:pt x="95295" y="4535"/>
                </a:lnTo>
                <a:lnTo>
                  <a:pt x="95295" y="1058"/>
                </a:lnTo>
                <a:cubicBezTo>
                  <a:pt x="95295" y="1058"/>
                  <a:pt x="95147" y="1019"/>
                  <a:pt x="94869" y="958"/>
                </a:cubicBezTo>
                <a:lnTo>
                  <a:pt x="94869" y="2064"/>
                </a:lnTo>
                <a:lnTo>
                  <a:pt x="94472" y="2064"/>
                </a:lnTo>
                <a:lnTo>
                  <a:pt x="94472" y="874"/>
                </a:lnTo>
                <a:cubicBezTo>
                  <a:pt x="94059" y="789"/>
                  <a:pt x="93505" y="685"/>
                  <a:pt x="92825" y="575"/>
                </a:cubicBezTo>
                <a:lnTo>
                  <a:pt x="92825" y="1790"/>
                </a:lnTo>
                <a:lnTo>
                  <a:pt x="92184" y="1790"/>
                </a:lnTo>
                <a:lnTo>
                  <a:pt x="92184" y="479"/>
                </a:lnTo>
                <a:cubicBezTo>
                  <a:pt x="91428" y="370"/>
                  <a:pt x="90556" y="264"/>
                  <a:pt x="89592" y="179"/>
                </a:cubicBezTo>
                <a:lnTo>
                  <a:pt x="89592" y="1485"/>
                </a:lnTo>
                <a:lnTo>
                  <a:pt x="88614" y="1485"/>
                </a:lnTo>
                <a:lnTo>
                  <a:pt x="88614" y="103"/>
                </a:lnTo>
                <a:cubicBezTo>
                  <a:pt x="87700" y="42"/>
                  <a:pt x="86718" y="3"/>
                  <a:pt x="85686" y="2"/>
                </a:cubicBezTo>
                <a:lnTo>
                  <a:pt x="85686" y="1485"/>
                </a:lnTo>
                <a:lnTo>
                  <a:pt x="84497" y="1485"/>
                </a:lnTo>
                <a:lnTo>
                  <a:pt x="84497" y="15"/>
                </a:lnTo>
                <a:cubicBezTo>
                  <a:pt x="83473" y="39"/>
                  <a:pt x="82411" y="103"/>
                  <a:pt x="81325" y="215"/>
                </a:cubicBezTo>
                <a:lnTo>
                  <a:pt x="81325" y="1210"/>
                </a:lnTo>
                <a:lnTo>
                  <a:pt x="80317" y="1210"/>
                </a:lnTo>
                <a:lnTo>
                  <a:pt x="80317" y="333"/>
                </a:lnTo>
                <a:cubicBezTo>
                  <a:pt x="79632" y="421"/>
                  <a:pt x="78940" y="529"/>
                  <a:pt x="78242" y="662"/>
                </a:cubicBezTo>
                <a:lnTo>
                  <a:pt x="78242" y="2064"/>
                </a:lnTo>
                <a:lnTo>
                  <a:pt x="77511" y="2064"/>
                </a:lnTo>
                <a:lnTo>
                  <a:pt x="77511" y="812"/>
                </a:lnTo>
                <a:cubicBezTo>
                  <a:pt x="77156" y="889"/>
                  <a:pt x="76799" y="969"/>
                  <a:pt x="76442" y="1058"/>
                </a:cubicBezTo>
                <a:lnTo>
                  <a:pt x="76442" y="5146"/>
                </a:lnTo>
                <a:lnTo>
                  <a:pt x="77358" y="6671"/>
                </a:lnTo>
                <a:lnTo>
                  <a:pt x="77358" y="31807"/>
                </a:lnTo>
                <a:lnTo>
                  <a:pt x="75955" y="31807"/>
                </a:lnTo>
                <a:lnTo>
                  <a:pt x="75955" y="12649"/>
                </a:lnTo>
                <a:lnTo>
                  <a:pt x="76931" y="10758"/>
                </a:lnTo>
                <a:lnTo>
                  <a:pt x="76931" y="8502"/>
                </a:lnTo>
                <a:lnTo>
                  <a:pt x="76017" y="8502"/>
                </a:lnTo>
                <a:lnTo>
                  <a:pt x="76017" y="9172"/>
                </a:lnTo>
                <a:lnTo>
                  <a:pt x="75284" y="9172"/>
                </a:lnTo>
                <a:lnTo>
                  <a:pt x="75284" y="8257"/>
                </a:lnTo>
                <a:lnTo>
                  <a:pt x="73820" y="8257"/>
                </a:lnTo>
                <a:lnTo>
                  <a:pt x="73820" y="9050"/>
                </a:lnTo>
                <a:lnTo>
                  <a:pt x="72843" y="9050"/>
                </a:lnTo>
                <a:lnTo>
                  <a:pt x="72843" y="7769"/>
                </a:lnTo>
                <a:lnTo>
                  <a:pt x="71623" y="7769"/>
                </a:lnTo>
                <a:lnTo>
                  <a:pt x="71623" y="8805"/>
                </a:lnTo>
                <a:lnTo>
                  <a:pt x="70769" y="8805"/>
                </a:lnTo>
                <a:lnTo>
                  <a:pt x="70769" y="7463"/>
                </a:lnTo>
                <a:lnTo>
                  <a:pt x="70220" y="7463"/>
                </a:lnTo>
                <a:lnTo>
                  <a:pt x="68023" y="3802"/>
                </a:lnTo>
                <a:lnTo>
                  <a:pt x="65156" y="7708"/>
                </a:lnTo>
                <a:lnTo>
                  <a:pt x="63814" y="7708"/>
                </a:lnTo>
                <a:lnTo>
                  <a:pt x="63814" y="8989"/>
                </a:lnTo>
                <a:lnTo>
                  <a:pt x="63142" y="8989"/>
                </a:lnTo>
                <a:lnTo>
                  <a:pt x="63142" y="7952"/>
                </a:lnTo>
                <a:lnTo>
                  <a:pt x="61434" y="7952"/>
                </a:lnTo>
                <a:lnTo>
                  <a:pt x="61434" y="9233"/>
                </a:lnTo>
                <a:lnTo>
                  <a:pt x="60764" y="9233"/>
                </a:lnTo>
                <a:lnTo>
                  <a:pt x="60764" y="8440"/>
                </a:lnTo>
                <a:lnTo>
                  <a:pt x="59178" y="8561"/>
                </a:lnTo>
                <a:lnTo>
                  <a:pt x="59178" y="9538"/>
                </a:lnTo>
                <a:lnTo>
                  <a:pt x="58506" y="9538"/>
                </a:lnTo>
                <a:lnTo>
                  <a:pt x="58628" y="8683"/>
                </a:lnTo>
                <a:lnTo>
                  <a:pt x="57347" y="8683"/>
                </a:lnTo>
                <a:lnTo>
                  <a:pt x="57347" y="11124"/>
                </a:lnTo>
                <a:lnTo>
                  <a:pt x="58506" y="13260"/>
                </a:lnTo>
                <a:lnTo>
                  <a:pt x="58506" y="29366"/>
                </a:lnTo>
                <a:lnTo>
                  <a:pt x="57103" y="29366"/>
                </a:lnTo>
                <a:lnTo>
                  <a:pt x="57103" y="30465"/>
                </a:lnTo>
                <a:lnTo>
                  <a:pt x="56433" y="30465"/>
                </a:lnTo>
                <a:lnTo>
                  <a:pt x="56433" y="29366"/>
                </a:lnTo>
                <a:lnTo>
                  <a:pt x="55089" y="29366"/>
                </a:lnTo>
                <a:lnTo>
                  <a:pt x="55089" y="30465"/>
                </a:lnTo>
                <a:lnTo>
                  <a:pt x="54480" y="30465"/>
                </a:lnTo>
                <a:lnTo>
                  <a:pt x="54480" y="29366"/>
                </a:lnTo>
                <a:lnTo>
                  <a:pt x="53016" y="29366"/>
                </a:lnTo>
                <a:lnTo>
                  <a:pt x="53016" y="30586"/>
                </a:lnTo>
                <a:lnTo>
                  <a:pt x="52528" y="30586"/>
                </a:lnTo>
                <a:lnTo>
                  <a:pt x="52528" y="29549"/>
                </a:lnTo>
                <a:lnTo>
                  <a:pt x="50819" y="29549"/>
                </a:lnTo>
                <a:lnTo>
                  <a:pt x="50819" y="30708"/>
                </a:lnTo>
                <a:lnTo>
                  <a:pt x="50331" y="30708"/>
                </a:lnTo>
                <a:lnTo>
                  <a:pt x="50331" y="29733"/>
                </a:lnTo>
                <a:lnTo>
                  <a:pt x="48989" y="29733"/>
                </a:lnTo>
                <a:lnTo>
                  <a:pt x="48989" y="30891"/>
                </a:lnTo>
                <a:lnTo>
                  <a:pt x="48378" y="30891"/>
                </a:lnTo>
                <a:lnTo>
                  <a:pt x="48378" y="29733"/>
                </a:lnTo>
                <a:lnTo>
                  <a:pt x="46792" y="29733"/>
                </a:lnTo>
                <a:lnTo>
                  <a:pt x="46792" y="31136"/>
                </a:lnTo>
                <a:lnTo>
                  <a:pt x="46366" y="31136"/>
                </a:lnTo>
                <a:lnTo>
                  <a:pt x="46366" y="29794"/>
                </a:lnTo>
                <a:lnTo>
                  <a:pt x="44780" y="29794"/>
                </a:lnTo>
                <a:lnTo>
                  <a:pt x="44780" y="31197"/>
                </a:lnTo>
                <a:lnTo>
                  <a:pt x="44352" y="31197"/>
                </a:lnTo>
                <a:lnTo>
                  <a:pt x="44352" y="29977"/>
                </a:lnTo>
                <a:lnTo>
                  <a:pt x="42888" y="29977"/>
                </a:lnTo>
                <a:lnTo>
                  <a:pt x="42888" y="31380"/>
                </a:lnTo>
                <a:lnTo>
                  <a:pt x="42461" y="31380"/>
                </a:lnTo>
                <a:lnTo>
                  <a:pt x="42461" y="30281"/>
                </a:lnTo>
                <a:lnTo>
                  <a:pt x="40630" y="30281"/>
                </a:lnTo>
                <a:lnTo>
                  <a:pt x="40630" y="18750"/>
                </a:lnTo>
                <a:lnTo>
                  <a:pt x="41667" y="16858"/>
                </a:lnTo>
                <a:lnTo>
                  <a:pt x="41667" y="14480"/>
                </a:lnTo>
                <a:lnTo>
                  <a:pt x="39531" y="12772"/>
                </a:lnTo>
                <a:lnTo>
                  <a:pt x="36786" y="7952"/>
                </a:lnTo>
                <a:lnTo>
                  <a:pt x="36786" y="3619"/>
                </a:lnTo>
                <a:lnTo>
                  <a:pt x="37092" y="3619"/>
                </a:lnTo>
                <a:lnTo>
                  <a:pt x="35933" y="0"/>
                </a:lnTo>
                <a:close/>
              </a:path>
            </a:pathLst>
          </a:custGeom>
          <a:solidFill>
            <a:srgbClr val="1C0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" name="Google Shape;248;p21"/>
          <p:cNvGrpSpPr/>
          <p:nvPr/>
        </p:nvGrpSpPr>
        <p:grpSpPr>
          <a:xfrm>
            <a:off x="50" y="3511198"/>
            <a:ext cx="9143954" cy="1617788"/>
            <a:chOff x="50" y="4211648"/>
            <a:chExt cx="9143954" cy="1617788"/>
          </a:xfrm>
        </p:grpSpPr>
        <p:sp>
          <p:nvSpPr>
            <p:cNvPr id="249" name="Google Shape;249;p21"/>
            <p:cNvSpPr/>
            <p:nvPr/>
          </p:nvSpPr>
          <p:spPr>
            <a:xfrm>
              <a:off x="50" y="4211648"/>
              <a:ext cx="2268106" cy="1553906"/>
            </a:xfrm>
            <a:custGeom>
              <a:avLst/>
              <a:gdLst/>
              <a:ahLst/>
              <a:cxnLst/>
              <a:rect l="l" t="t" r="r" b="b"/>
              <a:pathLst>
                <a:path w="87809" h="73410" extrusionOk="0">
                  <a:moveTo>
                    <a:pt x="0" y="12952"/>
                  </a:moveTo>
                  <a:cubicBezTo>
                    <a:pt x="46" y="12928"/>
                    <a:pt x="84" y="12887"/>
                    <a:pt x="102" y="12837"/>
                  </a:cubicBezTo>
                  <a:cubicBezTo>
                    <a:pt x="112" y="12813"/>
                    <a:pt x="117" y="12787"/>
                    <a:pt x="117" y="12757"/>
                  </a:cubicBezTo>
                  <a:cubicBezTo>
                    <a:pt x="113" y="12560"/>
                    <a:pt x="381" y="12476"/>
                    <a:pt x="485" y="12647"/>
                  </a:cubicBezTo>
                  <a:cubicBezTo>
                    <a:pt x="500" y="12671"/>
                    <a:pt x="515" y="12696"/>
                    <a:pt x="532" y="12718"/>
                  </a:cubicBezTo>
                  <a:cubicBezTo>
                    <a:pt x="645" y="12876"/>
                    <a:pt x="803" y="12993"/>
                    <a:pt x="993" y="13051"/>
                  </a:cubicBezTo>
                  <a:cubicBezTo>
                    <a:pt x="1071" y="13075"/>
                    <a:pt x="1149" y="13149"/>
                    <a:pt x="1144" y="13239"/>
                  </a:cubicBezTo>
                  <a:cubicBezTo>
                    <a:pt x="1108" y="13871"/>
                    <a:pt x="1237" y="14539"/>
                    <a:pt x="1568" y="15087"/>
                  </a:cubicBezTo>
                  <a:cubicBezTo>
                    <a:pt x="1668" y="15256"/>
                    <a:pt x="1837" y="15463"/>
                    <a:pt x="2061" y="15403"/>
                  </a:cubicBezTo>
                  <a:cubicBezTo>
                    <a:pt x="2315" y="15336"/>
                    <a:pt x="2131" y="14979"/>
                    <a:pt x="2124" y="14806"/>
                  </a:cubicBezTo>
                  <a:cubicBezTo>
                    <a:pt x="2115" y="14583"/>
                    <a:pt x="2235" y="14317"/>
                    <a:pt x="2466" y="14252"/>
                  </a:cubicBezTo>
                  <a:cubicBezTo>
                    <a:pt x="2622" y="14208"/>
                    <a:pt x="2760" y="14284"/>
                    <a:pt x="2875" y="14382"/>
                  </a:cubicBezTo>
                  <a:cubicBezTo>
                    <a:pt x="2888" y="14393"/>
                    <a:pt x="2927" y="14431"/>
                    <a:pt x="2931" y="14433"/>
                  </a:cubicBezTo>
                  <a:cubicBezTo>
                    <a:pt x="2979" y="14438"/>
                    <a:pt x="3093" y="14343"/>
                    <a:pt x="3136" y="14319"/>
                  </a:cubicBezTo>
                  <a:cubicBezTo>
                    <a:pt x="3288" y="14234"/>
                    <a:pt x="3442" y="14146"/>
                    <a:pt x="3595" y="14059"/>
                  </a:cubicBezTo>
                  <a:cubicBezTo>
                    <a:pt x="3716" y="13990"/>
                    <a:pt x="3853" y="13929"/>
                    <a:pt x="3961" y="13839"/>
                  </a:cubicBezTo>
                  <a:cubicBezTo>
                    <a:pt x="4151" y="13683"/>
                    <a:pt x="4041" y="13436"/>
                    <a:pt x="4008" y="13233"/>
                  </a:cubicBezTo>
                  <a:cubicBezTo>
                    <a:pt x="3965" y="12976"/>
                    <a:pt x="3995" y="12714"/>
                    <a:pt x="4207" y="12537"/>
                  </a:cubicBezTo>
                  <a:cubicBezTo>
                    <a:pt x="4337" y="12428"/>
                    <a:pt x="4506" y="12372"/>
                    <a:pt x="4672" y="12379"/>
                  </a:cubicBezTo>
                  <a:cubicBezTo>
                    <a:pt x="4690" y="12236"/>
                    <a:pt x="4739" y="12097"/>
                    <a:pt x="4830" y="11981"/>
                  </a:cubicBezTo>
                  <a:cubicBezTo>
                    <a:pt x="4984" y="11786"/>
                    <a:pt x="5232" y="11749"/>
                    <a:pt x="5455" y="11680"/>
                  </a:cubicBezTo>
                  <a:cubicBezTo>
                    <a:pt x="5804" y="11570"/>
                    <a:pt x="6267" y="11423"/>
                    <a:pt x="6448" y="11078"/>
                  </a:cubicBezTo>
                  <a:cubicBezTo>
                    <a:pt x="6628" y="10735"/>
                    <a:pt x="6593" y="10321"/>
                    <a:pt x="6775" y="9975"/>
                  </a:cubicBezTo>
                  <a:cubicBezTo>
                    <a:pt x="6969" y="9606"/>
                    <a:pt x="7337" y="9491"/>
                    <a:pt x="7699" y="9346"/>
                  </a:cubicBezTo>
                  <a:cubicBezTo>
                    <a:pt x="7887" y="9272"/>
                    <a:pt x="8170" y="9082"/>
                    <a:pt x="8207" y="8857"/>
                  </a:cubicBezTo>
                  <a:cubicBezTo>
                    <a:pt x="8183" y="8820"/>
                    <a:pt x="8176" y="8775"/>
                    <a:pt x="8200" y="8729"/>
                  </a:cubicBezTo>
                  <a:cubicBezTo>
                    <a:pt x="8192" y="8703"/>
                    <a:pt x="8181" y="8675"/>
                    <a:pt x="8164" y="8647"/>
                  </a:cubicBezTo>
                  <a:cubicBezTo>
                    <a:pt x="8112" y="8559"/>
                    <a:pt x="8242" y="8448"/>
                    <a:pt x="8309" y="8531"/>
                  </a:cubicBezTo>
                  <a:cubicBezTo>
                    <a:pt x="8313" y="8537"/>
                    <a:pt x="8317" y="8541"/>
                    <a:pt x="8319" y="8545"/>
                  </a:cubicBezTo>
                  <a:cubicBezTo>
                    <a:pt x="8415" y="8396"/>
                    <a:pt x="8512" y="8247"/>
                    <a:pt x="8613" y="8100"/>
                  </a:cubicBezTo>
                  <a:cubicBezTo>
                    <a:pt x="8750" y="7901"/>
                    <a:pt x="8877" y="7696"/>
                    <a:pt x="8983" y="7479"/>
                  </a:cubicBezTo>
                  <a:cubicBezTo>
                    <a:pt x="9178" y="7081"/>
                    <a:pt x="9321" y="6636"/>
                    <a:pt x="9675" y="6343"/>
                  </a:cubicBezTo>
                  <a:cubicBezTo>
                    <a:pt x="9808" y="6229"/>
                    <a:pt x="9963" y="6136"/>
                    <a:pt x="10136" y="6095"/>
                  </a:cubicBezTo>
                  <a:cubicBezTo>
                    <a:pt x="10307" y="6056"/>
                    <a:pt x="10470" y="6075"/>
                    <a:pt x="10642" y="6104"/>
                  </a:cubicBezTo>
                  <a:cubicBezTo>
                    <a:pt x="10744" y="6123"/>
                    <a:pt x="10908" y="6175"/>
                    <a:pt x="10999" y="6103"/>
                  </a:cubicBezTo>
                  <a:cubicBezTo>
                    <a:pt x="11077" y="6041"/>
                    <a:pt x="11054" y="5920"/>
                    <a:pt x="11040" y="5826"/>
                  </a:cubicBezTo>
                  <a:cubicBezTo>
                    <a:pt x="10993" y="5534"/>
                    <a:pt x="10893" y="5221"/>
                    <a:pt x="11108" y="4968"/>
                  </a:cubicBezTo>
                  <a:cubicBezTo>
                    <a:pt x="11222" y="4834"/>
                    <a:pt x="11393" y="4790"/>
                    <a:pt x="11397" y="4591"/>
                  </a:cubicBezTo>
                  <a:cubicBezTo>
                    <a:pt x="11400" y="4401"/>
                    <a:pt x="11399" y="4230"/>
                    <a:pt x="11478" y="4053"/>
                  </a:cubicBezTo>
                  <a:cubicBezTo>
                    <a:pt x="11612" y="3754"/>
                    <a:pt x="11938" y="3529"/>
                    <a:pt x="12274" y="3599"/>
                  </a:cubicBezTo>
                  <a:cubicBezTo>
                    <a:pt x="12596" y="3666"/>
                    <a:pt x="12858" y="4012"/>
                    <a:pt x="12775" y="4343"/>
                  </a:cubicBezTo>
                  <a:cubicBezTo>
                    <a:pt x="12734" y="4503"/>
                    <a:pt x="12619" y="4630"/>
                    <a:pt x="12505" y="4743"/>
                  </a:cubicBezTo>
                  <a:cubicBezTo>
                    <a:pt x="12449" y="4799"/>
                    <a:pt x="12299" y="4916"/>
                    <a:pt x="12325" y="5002"/>
                  </a:cubicBezTo>
                  <a:cubicBezTo>
                    <a:pt x="12351" y="5091"/>
                    <a:pt x="12514" y="5136"/>
                    <a:pt x="12591" y="5175"/>
                  </a:cubicBezTo>
                  <a:cubicBezTo>
                    <a:pt x="12732" y="5245"/>
                    <a:pt x="12845" y="5340"/>
                    <a:pt x="12901" y="5493"/>
                  </a:cubicBezTo>
                  <a:cubicBezTo>
                    <a:pt x="12922" y="5547"/>
                    <a:pt x="12905" y="5634"/>
                    <a:pt x="12858" y="5671"/>
                  </a:cubicBezTo>
                  <a:cubicBezTo>
                    <a:pt x="12470" y="5982"/>
                    <a:pt x="12194" y="6417"/>
                    <a:pt x="12094" y="6899"/>
                  </a:cubicBezTo>
                  <a:cubicBezTo>
                    <a:pt x="12232" y="6861"/>
                    <a:pt x="12375" y="6852"/>
                    <a:pt x="12518" y="6871"/>
                  </a:cubicBezTo>
                  <a:cubicBezTo>
                    <a:pt x="12643" y="6886"/>
                    <a:pt x="12754" y="6930"/>
                    <a:pt x="12871" y="6977"/>
                  </a:cubicBezTo>
                  <a:cubicBezTo>
                    <a:pt x="12940" y="7003"/>
                    <a:pt x="13050" y="7059"/>
                    <a:pt x="13119" y="7010"/>
                  </a:cubicBezTo>
                  <a:cubicBezTo>
                    <a:pt x="13188" y="6962"/>
                    <a:pt x="13199" y="6835"/>
                    <a:pt x="13214" y="6761"/>
                  </a:cubicBezTo>
                  <a:cubicBezTo>
                    <a:pt x="13234" y="6649"/>
                    <a:pt x="13253" y="6542"/>
                    <a:pt x="13305" y="6437"/>
                  </a:cubicBezTo>
                  <a:cubicBezTo>
                    <a:pt x="13401" y="6246"/>
                    <a:pt x="13599" y="6095"/>
                    <a:pt x="13822" y="6158"/>
                  </a:cubicBezTo>
                  <a:cubicBezTo>
                    <a:pt x="13902" y="6181"/>
                    <a:pt x="13956" y="6248"/>
                    <a:pt x="13961" y="6331"/>
                  </a:cubicBezTo>
                  <a:cubicBezTo>
                    <a:pt x="13972" y="6495"/>
                    <a:pt x="14181" y="6594"/>
                    <a:pt x="14328" y="6569"/>
                  </a:cubicBezTo>
                  <a:cubicBezTo>
                    <a:pt x="14396" y="6556"/>
                    <a:pt x="14495" y="6493"/>
                    <a:pt x="14488" y="6426"/>
                  </a:cubicBezTo>
                  <a:cubicBezTo>
                    <a:pt x="14480" y="6369"/>
                    <a:pt x="14374" y="6303"/>
                    <a:pt x="14311" y="6257"/>
                  </a:cubicBezTo>
                  <a:cubicBezTo>
                    <a:pt x="14099" y="6101"/>
                    <a:pt x="13883" y="5868"/>
                    <a:pt x="14028" y="5586"/>
                  </a:cubicBezTo>
                  <a:cubicBezTo>
                    <a:pt x="14123" y="5396"/>
                    <a:pt x="14335" y="5305"/>
                    <a:pt x="14545" y="5269"/>
                  </a:cubicBezTo>
                  <a:cubicBezTo>
                    <a:pt x="14547" y="5225"/>
                    <a:pt x="14556" y="5180"/>
                    <a:pt x="14573" y="5136"/>
                  </a:cubicBezTo>
                  <a:cubicBezTo>
                    <a:pt x="14642" y="4948"/>
                    <a:pt x="14787" y="4855"/>
                    <a:pt x="14960" y="4775"/>
                  </a:cubicBezTo>
                  <a:cubicBezTo>
                    <a:pt x="15085" y="4717"/>
                    <a:pt x="15191" y="4672"/>
                    <a:pt x="15174" y="4522"/>
                  </a:cubicBezTo>
                  <a:cubicBezTo>
                    <a:pt x="15159" y="4364"/>
                    <a:pt x="15092" y="4215"/>
                    <a:pt x="15109" y="4053"/>
                  </a:cubicBezTo>
                  <a:cubicBezTo>
                    <a:pt x="15122" y="3893"/>
                    <a:pt x="15207" y="3756"/>
                    <a:pt x="15347" y="3674"/>
                  </a:cubicBezTo>
                  <a:cubicBezTo>
                    <a:pt x="15470" y="3601"/>
                    <a:pt x="15611" y="3579"/>
                    <a:pt x="15743" y="3534"/>
                  </a:cubicBezTo>
                  <a:cubicBezTo>
                    <a:pt x="15897" y="3482"/>
                    <a:pt x="15905" y="3376"/>
                    <a:pt x="15957" y="3231"/>
                  </a:cubicBezTo>
                  <a:cubicBezTo>
                    <a:pt x="16014" y="3071"/>
                    <a:pt x="16120" y="2952"/>
                    <a:pt x="16282" y="2889"/>
                  </a:cubicBezTo>
                  <a:cubicBezTo>
                    <a:pt x="16450" y="2822"/>
                    <a:pt x="16647" y="2835"/>
                    <a:pt x="16807" y="2919"/>
                  </a:cubicBezTo>
                  <a:cubicBezTo>
                    <a:pt x="16849" y="2802"/>
                    <a:pt x="16892" y="2686"/>
                    <a:pt x="16935" y="2569"/>
                  </a:cubicBezTo>
                  <a:cubicBezTo>
                    <a:pt x="16974" y="2463"/>
                    <a:pt x="17080" y="2402"/>
                    <a:pt x="17188" y="2459"/>
                  </a:cubicBezTo>
                  <a:cubicBezTo>
                    <a:pt x="17380" y="2560"/>
                    <a:pt x="17571" y="2660"/>
                    <a:pt x="17763" y="2759"/>
                  </a:cubicBezTo>
                  <a:cubicBezTo>
                    <a:pt x="17846" y="2803"/>
                    <a:pt x="17930" y="2848"/>
                    <a:pt x="18016" y="2891"/>
                  </a:cubicBezTo>
                  <a:cubicBezTo>
                    <a:pt x="18010" y="2885"/>
                    <a:pt x="18004" y="2880"/>
                    <a:pt x="18001" y="2874"/>
                  </a:cubicBezTo>
                  <a:cubicBezTo>
                    <a:pt x="17908" y="2772"/>
                    <a:pt x="17863" y="2634"/>
                    <a:pt x="17872" y="2495"/>
                  </a:cubicBezTo>
                  <a:cubicBezTo>
                    <a:pt x="17882" y="2350"/>
                    <a:pt x="17932" y="2214"/>
                    <a:pt x="17999" y="2086"/>
                  </a:cubicBezTo>
                  <a:cubicBezTo>
                    <a:pt x="18060" y="1965"/>
                    <a:pt x="18138" y="1810"/>
                    <a:pt x="18274" y="1762"/>
                  </a:cubicBezTo>
                  <a:cubicBezTo>
                    <a:pt x="18469" y="1693"/>
                    <a:pt x="18627" y="1872"/>
                    <a:pt x="18761" y="1985"/>
                  </a:cubicBezTo>
                  <a:cubicBezTo>
                    <a:pt x="18869" y="2074"/>
                    <a:pt x="18981" y="2164"/>
                    <a:pt x="19089" y="2255"/>
                  </a:cubicBezTo>
                  <a:cubicBezTo>
                    <a:pt x="19163" y="2106"/>
                    <a:pt x="19239" y="1959"/>
                    <a:pt x="19323" y="1818"/>
                  </a:cubicBezTo>
                  <a:cubicBezTo>
                    <a:pt x="19267" y="1747"/>
                    <a:pt x="19260" y="1630"/>
                    <a:pt x="19353" y="1561"/>
                  </a:cubicBezTo>
                  <a:cubicBezTo>
                    <a:pt x="19444" y="1492"/>
                    <a:pt x="19531" y="1418"/>
                    <a:pt x="19615" y="1340"/>
                  </a:cubicBezTo>
                  <a:cubicBezTo>
                    <a:pt x="19866" y="1107"/>
                    <a:pt x="20080" y="834"/>
                    <a:pt x="20247" y="533"/>
                  </a:cubicBezTo>
                  <a:cubicBezTo>
                    <a:pt x="20301" y="438"/>
                    <a:pt x="20431" y="421"/>
                    <a:pt x="20509" y="495"/>
                  </a:cubicBezTo>
                  <a:cubicBezTo>
                    <a:pt x="20560" y="542"/>
                    <a:pt x="20610" y="588"/>
                    <a:pt x="20658" y="635"/>
                  </a:cubicBezTo>
                  <a:cubicBezTo>
                    <a:pt x="20723" y="473"/>
                    <a:pt x="20787" y="311"/>
                    <a:pt x="20850" y="149"/>
                  </a:cubicBezTo>
                  <a:cubicBezTo>
                    <a:pt x="20883" y="66"/>
                    <a:pt x="20956" y="1"/>
                    <a:pt x="21053" y="27"/>
                  </a:cubicBezTo>
                  <a:cubicBezTo>
                    <a:pt x="21309" y="96"/>
                    <a:pt x="21393" y="324"/>
                    <a:pt x="21417" y="566"/>
                  </a:cubicBezTo>
                  <a:cubicBezTo>
                    <a:pt x="21434" y="739"/>
                    <a:pt x="21410" y="955"/>
                    <a:pt x="21497" y="1115"/>
                  </a:cubicBezTo>
                  <a:cubicBezTo>
                    <a:pt x="21564" y="1236"/>
                    <a:pt x="21728" y="1250"/>
                    <a:pt x="21837" y="1319"/>
                  </a:cubicBezTo>
                  <a:cubicBezTo>
                    <a:pt x="21953" y="1390"/>
                    <a:pt x="22042" y="1492"/>
                    <a:pt x="22098" y="1615"/>
                  </a:cubicBezTo>
                  <a:cubicBezTo>
                    <a:pt x="22209" y="1864"/>
                    <a:pt x="22185" y="2162"/>
                    <a:pt x="22061" y="2402"/>
                  </a:cubicBezTo>
                  <a:cubicBezTo>
                    <a:pt x="21968" y="2582"/>
                    <a:pt x="21826" y="2727"/>
                    <a:pt x="21670" y="2855"/>
                  </a:cubicBezTo>
                  <a:cubicBezTo>
                    <a:pt x="21869" y="2900"/>
                    <a:pt x="22066" y="2943"/>
                    <a:pt x="22265" y="2986"/>
                  </a:cubicBezTo>
                  <a:cubicBezTo>
                    <a:pt x="22334" y="3001"/>
                    <a:pt x="22397" y="3073"/>
                    <a:pt x="22393" y="3146"/>
                  </a:cubicBezTo>
                  <a:cubicBezTo>
                    <a:pt x="22369" y="3631"/>
                    <a:pt x="22347" y="4120"/>
                    <a:pt x="22325" y="4607"/>
                  </a:cubicBezTo>
                  <a:cubicBezTo>
                    <a:pt x="22615" y="4607"/>
                    <a:pt x="22899" y="4671"/>
                    <a:pt x="23169" y="4788"/>
                  </a:cubicBezTo>
                  <a:cubicBezTo>
                    <a:pt x="23264" y="4831"/>
                    <a:pt x="23284" y="4985"/>
                    <a:pt x="23208" y="5050"/>
                  </a:cubicBezTo>
                  <a:cubicBezTo>
                    <a:pt x="23121" y="5128"/>
                    <a:pt x="23031" y="5204"/>
                    <a:pt x="22944" y="5281"/>
                  </a:cubicBezTo>
                  <a:cubicBezTo>
                    <a:pt x="23255" y="5545"/>
                    <a:pt x="23336" y="6054"/>
                    <a:pt x="23065" y="6387"/>
                  </a:cubicBezTo>
                  <a:cubicBezTo>
                    <a:pt x="23022" y="6439"/>
                    <a:pt x="22972" y="6480"/>
                    <a:pt x="22916" y="6521"/>
                  </a:cubicBezTo>
                  <a:cubicBezTo>
                    <a:pt x="22881" y="6545"/>
                    <a:pt x="22801" y="6584"/>
                    <a:pt x="22793" y="6629"/>
                  </a:cubicBezTo>
                  <a:cubicBezTo>
                    <a:pt x="22786" y="6674"/>
                    <a:pt x="22875" y="6793"/>
                    <a:pt x="22894" y="6830"/>
                  </a:cubicBezTo>
                  <a:cubicBezTo>
                    <a:pt x="22927" y="6900"/>
                    <a:pt x="22957" y="6973"/>
                    <a:pt x="22983" y="7049"/>
                  </a:cubicBezTo>
                  <a:cubicBezTo>
                    <a:pt x="23039" y="7220"/>
                    <a:pt x="23065" y="7401"/>
                    <a:pt x="23065" y="7581"/>
                  </a:cubicBezTo>
                  <a:cubicBezTo>
                    <a:pt x="23299" y="7579"/>
                    <a:pt x="23465" y="7771"/>
                    <a:pt x="23502" y="8000"/>
                  </a:cubicBezTo>
                  <a:cubicBezTo>
                    <a:pt x="23548" y="8266"/>
                    <a:pt x="23472" y="8580"/>
                    <a:pt x="23372" y="8825"/>
                  </a:cubicBezTo>
                  <a:cubicBezTo>
                    <a:pt x="23312" y="8967"/>
                    <a:pt x="23215" y="9073"/>
                    <a:pt x="23113" y="9184"/>
                  </a:cubicBezTo>
                  <a:cubicBezTo>
                    <a:pt x="23087" y="9212"/>
                    <a:pt x="23031" y="9262"/>
                    <a:pt x="23031" y="9305"/>
                  </a:cubicBezTo>
                  <a:cubicBezTo>
                    <a:pt x="23031" y="9309"/>
                    <a:pt x="23035" y="9316"/>
                    <a:pt x="23039" y="9324"/>
                  </a:cubicBezTo>
                  <a:cubicBezTo>
                    <a:pt x="23154" y="9290"/>
                    <a:pt x="23279" y="9426"/>
                    <a:pt x="23241" y="9539"/>
                  </a:cubicBezTo>
                  <a:cubicBezTo>
                    <a:pt x="23228" y="9580"/>
                    <a:pt x="23214" y="9621"/>
                    <a:pt x="23199" y="9662"/>
                  </a:cubicBezTo>
                  <a:cubicBezTo>
                    <a:pt x="23156" y="9781"/>
                    <a:pt x="23104" y="9895"/>
                    <a:pt x="23044" y="10006"/>
                  </a:cubicBezTo>
                  <a:cubicBezTo>
                    <a:pt x="23163" y="10060"/>
                    <a:pt x="23266" y="10153"/>
                    <a:pt x="23340" y="10267"/>
                  </a:cubicBezTo>
                  <a:cubicBezTo>
                    <a:pt x="23472" y="10469"/>
                    <a:pt x="23485" y="10715"/>
                    <a:pt x="23450" y="10947"/>
                  </a:cubicBezTo>
                  <a:cubicBezTo>
                    <a:pt x="23418" y="11154"/>
                    <a:pt x="23351" y="11377"/>
                    <a:pt x="23255" y="11565"/>
                  </a:cubicBezTo>
                  <a:cubicBezTo>
                    <a:pt x="23154" y="11756"/>
                    <a:pt x="23013" y="11849"/>
                    <a:pt x="22816" y="11922"/>
                  </a:cubicBezTo>
                  <a:cubicBezTo>
                    <a:pt x="22767" y="11939"/>
                    <a:pt x="22732" y="11952"/>
                    <a:pt x="22737" y="12002"/>
                  </a:cubicBezTo>
                  <a:cubicBezTo>
                    <a:pt x="22745" y="12067"/>
                    <a:pt x="22812" y="12141"/>
                    <a:pt x="22849" y="12193"/>
                  </a:cubicBezTo>
                  <a:cubicBezTo>
                    <a:pt x="22944" y="12325"/>
                    <a:pt x="23054" y="12456"/>
                    <a:pt x="23096" y="12617"/>
                  </a:cubicBezTo>
                  <a:cubicBezTo>
                    <a:pt x="23173" y="12921"/>
                    <a:pt x="23013" y="13213"/>
                    <a:pt x="22864" y="13465"/>
                  </a:cubicBezTo>
                  <a:cubicBezTo>
                    <a:pt x="22762" y="13638"/>
                    <a:pt x="22576" y="13888"/>
                    <a:pt x="22620" y="14105"/>
                  </a:cubicBezTo>
                  <a:cubicBezTo>
                    <a:pt x="22871" y="14057"/>
                    <a:pt x="23083" y="13850"/>
                    <a:pt x="23344" y="13819"/>
                  </a:cubicBezTo>
                  <a:cubicBezTo>
                    <a:pt x="23666" y="13780"/>
                    <a:pt x="23931" y="14009"/>
                    <a:pt x="24030" y="14302"/>
                  </a:cubicBezTo>
                  <a:cubicBezTo>
                    <a:pt x="24136" y="14620"/>
                    <a:pt x="24021" y="14950"/>
                    <a:pt x="23759" y="15150"/>
                  </a:cubicBezTo>
                  <a:cubicBezTo>
                    <a:pt x="23548" y="15310"/>
                    <a:pt x="23271" y="15375"/>
                    <a:pt x="23007" y="15353"/>
                  </a:cubicBezTo>
                  <a:cubicBezTo>
                    <a:pt x="22992" y="15534"/>
                    <a:pt x="23186" y="15725"/>
                    <a:pt x="23292" y="15848"/>
                  </a:cubicBezTo>
                  <a:cubicBezTo>
                    <a:pt x="23468" y="16054"/>
                    <a:pt x="23613" y="16264"/>
                    <a:pt x="23695" y="16527"/>
                  </a:cubicBezTo>
                  <a:cubicBezTo>
                    <a:pt x="23833" y="16966"/>
                    <a:pt x="23794" y="17460"/>
                    <a:pt x="23578" y="17868"/>
                  </a:cubicBezTo>
                  <a:cubicBezTo>
                    <a:pt x="23833" y="17981"/>
                    <a:pt x="24021" y="18236"/>
                    <a:pt x="24047" y="18518"/>
                  </a:cubicBezTo>
                  <a:cubicBezTo>
                    <a:pt x="24084" y="18933"/>
                    <a:pt x="23723" y="19197"/>
                    <a:pt x="23480" y="19473"/>
                  </a:cubicBezTo>
                  <a:cubicBezTo>
                    <a:pt x="23377" y="19588"/>
                    <a:pt x="23269" y="19733"/>
                    <a:pt x="23262" y="19891"/>
                  </a:cubicBezTo>
                  <a:cubicBezTo>
                    <a:pt x="23255" y="20038"/>
                    <a:pt x="23370" y="20120"/>
                    <a:pt x="23483" y="20185"/>
                  </a:cubicBezTo>
                  <a:cubicBezTo>
                    <a:pt x="23777" y="20360"/>
                    <a:pt x="24086" y="20534"/>
                    <a:pt x="24039" y="20932"/>
                  </a:cubicBezTo>
                  <a:cubicBezTo>
                    <a:pt x="24015" y="21117"/>
                    <a:pt x="23915" y="21273"/>
                    <a:pt x="23876" y="21451"/>
                  </a:cubicBezTo>
                  <a:cubicBezTo>
                    <a:pt x="23855" y="21541"/>
                    <a:pt x="23844" y="21715"/>
                    <a:pt x="23957" y="21741"/>
                  </a:cubicBezTo>
                  <a:cubicBezTo>
                    <a:pt x="24069" y="21766"/>
                    <a:pt x="24138" y="21937"/>
                    <a:pt x="24037" y="22017"/>
                  </a:cubicBezTo>
                  <a:cubicBezTo>
                    <a:pt x="23494" y="22450"/>
                    <a:pt x="23178" y="23058"/>
                    <a:pt x="22964" y="23709"/>
                  </a:cubicBezTo>
                  <a:cubicBezTo>
                    <a:pt x="22868" y="24098"/>
                    <a:pt x="22771" y="24488"/>
                    <a:pt x="22680" y="24879"/>
                  </a:cubicBezTo>
                  <a:cubicBezTo>
                    <a:pt x="22702" y="24894"/>
                    <a:pt x="22724" y="24907"/>
                    <a:pt x="22756" y="24924"/>
                  </a:cubicBezTo>
                  <a:cubicBezTo>
                    <a:pt x="22896" y="25000"/>
                    <a:pt x="23057" y="25028"/>
                    <a:pt x="23210" y="25067"/>
                  </a:cubicBezTo>
                  <a:cubicBezTo>
                    <a:pt x="23485" y="25139"/>
                    <a:pt x="23734" y="25260"/>
                    <a:pt x="23941" y="25459"/>
                  </a:cubicBezTo>
                  <a:cubicBezTo>
                    <a:pt x="24026" y="25543"/>
                    <a:pt x="24103" y="25634"/>
                    <a:pt x="24171" y="25731"/>
                  </a:cubicBezTo>
                  <a:cubicBezTo>
                    <a:pt x="24627" y="24959"/>
                    <a:pt x="25040" y="24163"/>
                    <a:pt x="25616" y="23469"/>
                  </a:cubicBezTo>
                  <a:cubicBezTo>
                    <a:pt x="25815" y="23229"/>
                    <a:pt x="26022" y="22991"/>
                    <a:pt x="26243" y="22772"/>
                  </a:cubicBezTo>
                  <a:cubicBezTo>
                    <a:pt x="26474" y="22539"/>
                    <a:pt x="26725" y="22327"/>
                    <a:pt x="26972" y="22113"/>
                  </a:cubicBezTo>
                  <a:cubicBezTo>
                    <a:pt x="27381" y="21760"/>
                    <a:pt x="27809" y="21366"/>
                    <a:pt x="28341" y="21210"/>
                  </a:cubicBezTo>
                  <a:cubicBezTo>
                    <a:pt x="28616" y="21128"/>
                    <a:pt x="28893" y="21135"/>
                    <a:pt x="29170" y="21198"/>
                  </a:cubicBezTo>
                  <a:cubicBezTo>
                    <a:pt x="29325" y="21234"/>
                    <a:pt x="29481" y="21284"/>
                    <a:pt x="29641" y="21282"/>
                  </a:cubicBezTo>
                  <a:cubicBezTo>
                    <a:pt x="29728" y="21280"/>
                    <a:pt x="29773" y="21273"/>
                    <a:pt x="29860" y="21247"/>
                  </a:cubicBezTo>
                  <a:cubicBezTo>
                    <a:pt x="30154" y="21154"/>
                    <a:pt x="30394" y="20893"/>
                    <a:pt x="30606" y="20644"/>
                  </a:cubicBezTo>
                  <a:cubicBezTo>
                    <a:pt x="30978" y="20209"/>
                    <a:pt x="31508" y="19387"/>
                    <a:pt x="32178" y="19547"/>
                  </a:cubicBezTo>
                  <a:cubicBezTo>
                    <a:pt x="32399" y="19387"/>
                    <a:pt x="32698" y="19493"/>
                    <a:pt x="32864" y="19692"/>
                  </a:cubicBezTo>
                  <a:cubicBezTo>
                    <a:pt x="32942" y="19787"/>
                    <a:pt x="32985" y="19891"/>
                    <a:pt x="33003" y="20003"/>
                  </a:cubicBezTo>
                  <a:cubicBezTo>
                    <a:pt x="33059" y="19975"/>
                    <a:pt x="33139" y="19943"/>
                    <a:pt x="33173" y="19893"/>
                  </a:cubicBezTo>
                  <a:cubicBezTo>
                    <a:pt x="33199" y="19852"/>
                    <a:pt x="33173" y="19824"/>
                    <a:pt x="33139" y="19787"/>
                  </a:cubicBezTo>
                  <a:cubicBezTo>
                    <a:pt x="32998" y="19632"/>
                    <a:pt x="32916" y="19482"/>
                    <a:pt x="32916" y="19266"/>
                  </a:cubicBezTo>
                  <a:cubicBezTo>
                    <a:pt x="32916" y="19056"/>
                    <a:pt x="32961" y="18827"/>
                    <a:pt x="33028" y="18628"/>
                  </a:cubicBezTo>
                  <a:cubicBezTo>
                    <a:pt x="33104" y="18407"/>
                    <a:pt x="33230" y="18195"/>
                    <a:pt x="33440" y="18078"/>
                  </a:cubicBezTo>
                  <a:cubicBezTo>
                    <a:pt x="33559" y="18011"/>
                    <a:pt x="33692" y="17975"/>
                    <a:pt x="33824" y="17983"/>
                  </a:cubicBezTo>
                  <a:cubicBezTo>
                    <a:pt x="33820" y="17856"/>
                    <a:pt x="33829" y="17732"/>
                    <a:pt x="33844" y="17605"/>
                  </a:cubicBezTo>
                  <a:cubicBezTo>
                    <a:pt x="33850" y="17564"/>
                    <a:pt x="33857" y="17520"/>
                    <a:pt x="33863" y="17479"/>
                  </a:cubicBezTo>
                  <a:cubicBezTo>
                    <a:pt x="33883" y="17362"/>
                    <a:pt x="34056" y="17298"/>
                    <a:pt x="34145" y="17380"/>
                  </a:cubicBezTo>
                  <a:cubicBezTo>
                    <a:pt x="34151" y="17377"/>
                    <a:pt x="34156" y="17371"/>
                    <a:pt x="34158" y="17367"/>
                  </a:cubicBezTo>
                  <a:cubicBezTo>
                    <a:pt x="34179" y="17330"/>
                    <a:pt x="34151" y="17259"/>
                    <a:pt x="34142" y="17224"/>
                  </a:cubicBezTo>
                  <a:cubicBezTo>
                    <a:pt x="34103" y="17077"/>
                    <a:pt x="34067" y="16938"/>
                    <a:pt x="34080" y="16785"/>
                  </a:cubicBezTo>
                  <a:cubicBezTo>
                    <a:pt x="34103" y="16519"/>
                    <a:pt x="34182" y="16207"/>
                    <a:pt x="34346" y="15991"/>
                  </a:cubicBezTo>
                  <a:cubicBezTo>
                    <a:pt x="34486" y="15807"/>
                    <a:pt x="34720" y="15714"/>
                    <a:pt x="34926" y="15824"/>
                  </a:cubicBezTo>
                  <a:cubicBezTo>
                    <a:pt x="35010" y="15664"/>
                    <a:pt x="35118" y="15517"/>
                    <a:pt x="35248" y="15390"/>
                  </a:cubicBezTo>
                  <a:cubicBezTo>
                    <a:pt x="35304" y="15335"/>
                    <a:pt x="35363" y="15284"/>
                    <a:pt x="35427" y="15236"/>
                  </a:cubicBezTo>
                  <a:cubicBezTo>
                    <a:pt x="35460" y="15212"/>
                    <a:pt x="35596" y="15149"/>
                    <a:pt x="35609" y="15106"/>
                  </a:cubicBezTo>
                  <a:cubicBezTo>
                    <a:pt x="35624" y="15061"/>
                    <a:pt x="35570" y="14990"/>
                    <a:pt x="35549" y="14951"/>
                  </a:cubicBezTo>
                  <a:cubicBezTo>
                    <a:pt x="35520" y="14892"/>
                    <a:pt x="35494" y="14832"/>
                    <a:pt x="35481" y="14765"/>
                  </a:cubicBezTo>
                  <a:cubicBezTo>
                    <a:pt x="35393" y="14347"/>
                    <a:pt x="35702" y="13930"/>
                    <a:pt x="36100" y="13841"/>
                  </a:cubicBezTo>
                  <a:cubicBezTo>
                    <a:pt x="36057" y="13731"/>
                    <a:pt x="36014" y="13624"/>
                    <a:pt x="35972" y="13514"/>
                  </a:cubicBezTo>
                  <a:cubicBezTo>
                    <a:pt x="35936" y="13421"/>
                    <a:pt x="36026" y="13293"/>
                    <a:pt x="36128" y="13300"/>
                  </a:cubicBezTo>
                  <a:cubicBezTo>
                    <a:pt x="36422" y="13319"/>
                    <a:pt x="36702" y="13395"/>
                    <a:pt x="36961" y="13531"/>
                  </a:cubicBezTo>
                  <a:cubicBezTo>
                    <a:pt x="37167" y="13088"/>
                    <a:pt x="37374" y="12645"/>
                    <a:pt x="37577" y="12203"/>
                  </a:cubicBezTo>
                  <a:cubicBezTo>
                    <a:pt x="37606" y="12138"/>
                    <a:pt x="37697" y="12102"/>
                    <a:pt x="37764" y="12121"/>
                  </a:cubicBezTo>
                  <a:cubicBezTo>
                    <a:pt x="37960" y="12175"/>
                    <a:pt x="38155" y="12227"/>
                    <a:pt x="38352" y="12281"/>
                  </a:cubicBezTo>
                  <a:cubicBezTo>
                    <a:pt x="38274" y="12095"/>
                    <a:pt x="38216" y="11901"/>
                    <a:pt x="38216" y="11697"/>
                  </a:cubicBezTo>
                  <a:cubicBezTo>
                    <a:pt x="38216" y="11427"/>
                    <a:pt x="38332" y="11152"/>
                    <a:pt x="38547" y="10985"/>
                  </a:cubicBezTo>
                  <a:cubicBezTo>
                    <a:pt x="38653" y="10901"/>
                    <a:pt x="38780" y="10851"/>
                    <a:pt x="38914" y="10841"/>
                  </a:cubicBezTo>
                  <a:cubicBezTo>
                    <a:pt x="39044" y="10832"/>
                    <a:pt x="39196" y="10895"/>
                    <a:pt x="39312" y="10817"/>
                  </a:cubicBezTo>
                  <a:cubicBezTo>
                    <a:pt x="39464" y="10717"/>
                    <a:pt x="39540" y="10514"/>
                    <a:pt x="39637" y="10369"/>
                  </a:cubicBezTo>
                  <a:cubicBezTo>
                    <a:pt x="39771" y="10166"/>
                    <a:pt x="39950" y="10003"/>
                    <a:pt x="40210" y="10060"/>
                  </a:cubicBezTo>
                  <a:cubicBezTo>
                    <a:pt x="40307" y="10081"/>
                    <a:pt x="40342" y="10174"/>
                    <a:pt x="40333" y="10261"/>
                  </a:cubicBezTo>
                  <a:cubicBezTo>
                    <a:pt x="40312" y="10436"/>
                    <a:pt x="40296" y="10609"/>
                    <a:pt x="40275" y="10782"/>
                  </a:cubicBezTo>
                  <a:cubicBezTo>
                    <a:pt x="40342" y="10763"/>
                    <a:pt x="40407" y="10745"/>
                    <a:pt x="40474" y="10726"/>
                  </a:cubicBezTo>
                  <a:cubicBezTo>
                    <a:pt x="40576" y="10696"/>
                    <a:pt x="40684" y="10773"/>
                    <a:pt x="40688" y="10880"/>
                  </a:cubicBezTo>
                  <a:cubicBezTo>
                    <a:pt x="40699" y="11224"/>
                    <a:pt x="40760" y="11565"/>
                    <a:pt x="40874" y="11888"/>
                  </a:cubicBezTo>
                  <a:cubicBezTo>
                    <a:pt x="40913" y="11996"/>
                    <a:pt x="40956" y="12102"/>
                    <a:pt x="41006" y="12206"/>
                  </a:cubicBezTo>
                  <a:cubicBezTo>
                    <a:pt x="41056" y="12311"/>
                    <a:pt x="40995" y="12411"/>
                    <a:pt x="40913" y="12448"/>
                  </a:cubicBezTo>
                  <a:cubicBezTo>
                    <a:pt x="40922" y="12614"/>
                    <a:pt x="40922" y="12777"/>
                    <a:pt x="40919" y="12945"/>
                  </a:cubicBezTo>
                  <a:cubicBezTo>
                    <a:pt x="41056" y="12911"/>
                    <a:pt x="41196" y="12885"/>
                    <a:pt x="41333" y="12855"/>
                  </a:cubicBezTo>
                  <a:cubicBezTo>
                    <a:pt x="41504" y="12818"/>
                    <a:pt x="41728" y="12733"/>
                    <a:pt x="41869" y="12883"/>
                  </a:cubicBezTo>
                  <a:cubicBezTo>
                    <a:pt x="41966" y="12989"/>
                    <a:pt x="41966" y="13162"/>
                    <a:pt x="41964" y="13298"/>
                  </a:cubicBezTo>
                  <a:cubicBezTo>
                    <a:pt x="41964" y="13441"/>
                    <a:pt x="41943" y="13586"/>
                    <a:pt x="41886" y="13720"/>
                  </a:cubicBezTo>
                  <a:cubicBezTo>
                    <a:pt x="41830" y="13847"/>
                    <a:pt x="41726" y="13949"/>
                    <a:pt x="41597" y="13997"/>
                  </a:cubicBezTo>
                  <a:cubicBezTo>
                    <a:pt x="41590" y="13999"/>
                    <a:pt x="41582" y="14001"/>
                    <a:pt x="41577" y="14005"/>
                  </a:cubicBezTo>
                  <a:cubicBezTo>
                    <a:pt x="41670" y="14005"/>
                    <a:pt x="41765" y="14005"/>
                    <a:pt x="41860" y="14005"/>
                  </a:cubicBezTo>
                  <a:cubicBezTo>
                    <a:pt x="42075" y="14005"/>
                    <a:pt x="42291" y="14005"/>
                    <a:pt x="42509" y="14005"/>
                  </a:cubicBezTo>
                  <a:cubicBezTo>
                    <a:pt x="42631" y="14005"/>
                    <a:pt x="42696" y="14107"/>
                    <a:pt x="42682" y="14221"/>
                  </a:cubicBezTo>
                  <a:cubicBezTo>
                    <a:pt x="42667" y="14343"/>
                    <a:pt x="42650" y="14466"/>
                    <a:pt x="42635" y="14589"/>
                  </a:cubicBezTo>
                  <a:cubicBezTo>
                    <a:pt x="42814" y="14589"/>
                    <a:pt x="42996" y="14669"/>
                    <a:pt x="43113" y="14805"/>
                  </a:cubicBezTo>
                  <a:cubicBezTo>
                    <a:pt x="43227" y="14935"/>
                    <a:pt x="43266" y="15089"/>
                    <a:pt x="43243" y="15260"/>
                  </a:cubicBezTo>
                  <a:cubicBezTo>
                    <a:pt x="43223" y="15411"/>
                    <a:pt x="43180" y="15507"/>
                    <a:pt x="43292" y="15627"/>
                  </a:cubicBezTo>
                  <a:cubicBezTo>
                    <a:pt x="43388" y="15729"/>
                    <a:pt x="43504" y="15813"/>
                    <a:pt x="43578" y="15933"/>
                  </a:cubicBezTo>
                  <a:cubicBezTo>
                    <a:pt x="43664" y="16069"/>
                    <a:pt x="43677" y="16231"/>
                    <a:pt x="43615" y="16380"/>
                  </a:cubicBezTo>
                  <a:cubicBezTo>
                    <a:pt x="43554" y="16530"/>
                    <a:pt x="43426" y="16631"/>
                    <a:pt x="43338" y="16765"/>
                  </a:cubicBezTo>
                  <a:cubicBezTo>
                    <a:pt x="43254" y="16893"/>
                    <a:pt x="43329" y="16980"/>
                    <a:pt x="43411" y="17088"/>
                  </a:cubicBezTo>
                  <a:cubicBezTo>
                    <a:pt x="43528" y="17241"/>
                    <a:pt x="43613" y="17388"/>
                    <a:pt x="43587" y="17589"/>
                  </a:cubicBezTo>
                  <a:cubicBezTo>
                    <a:pt x="43582" y="17633"/>
                    <a:pt x="43569" y="17678"/>
                    <a:pt x="43550" y="17719"/>
                  </a:cubicBezTo>
                  <a:cubicBezTo>
                    <a:pt x="43721" y="17849"/>
                    <a:pt x="43864" y="18027"/>
                    <a:pt x="43863" y="18238"/>
                  </a:cubicBezTo>
                  <a:cubicBezTo>
                    <a:pt x="43859" y="18556"/>
                    <a:pt x="43561" y="18664"/>
                    <a:pt x="43299" y="18703"/>
                  </a:cubicBezTo>
                  <a:cubicBezTo>
                    <a:pt x="43223" y="18714"/>
                    <a:pt x="43098" y="18725"/>
                    <a:pt x="43067" y="18771"/>
                  </a:cubicBezTo>
                  <a:cubicBezTo>
                    <a:pt x="43028" y="18827"/>
                    <a:pt x="43085" y="18929"/>
                    <a:pt x="43141" y="18972"/>
                  </a:cubicBezTo>
                  <a:cubicBezTo>
                    <a:pt x="43260" y="19062"/>
                    <a:pt x="43491" y="19071"/>
                    <a:pt x="43576" y="18931"/>
                  </a:cubicBezTo>
                  <a:cubicBezTo>
                    <a:pt x="43619" y="18859"/>
                    <a:pt x="43697" y="18825"/>
                    <a:pt x="43779" y="18842"/>
                  </a:cubicBezTo>
                  <a:cubicBezTo>
                    <a:pt x="44006" y="18889"/>
                    <a:pt x="44112" y="19114"/>
                    <a:pt x="44108" y="19329"/>
                  </a:cubicBezTo>
                  <a:cubicBezTo>
                    <a:pt x="44106" y="19446"/>
                    <a:pt x="44073" y="19549"/>
                    <a:pt x="44039" y="19659"/>
                  </a:cubicBezTo>
                  <a:cubicBezTo>
                    <a:pt x="44017" y="19731"/>
                    <a:pt x="43969" y="19848"/>
                    <a:pt x="44008" y="19923"/>
                  </a:cubicBezTo>
                  <a:cubicBezTo>
                    <a:pt x="44047" y="19999"/>
                    <a:pt x="44169" y="19999"/>
                    <a:pt x="44244" y="20008"/>
                  </a:cubicBezTo>
                  <a:cubicBezTo>
                    <a:pt x="44368" y="20021"/>
                    <a:pt x="44487" y="20032"/>
                    <a:pt x="44606" y="20077"/>
                  </a:cubicBezTo>
                  <a:cubicBezTo>
                    <a:pt x="44740" y="20127"/>
                    <a:pt x="44863" y="20202"/>
                    <a:pt x="44967" y="20298"/>
                  </a:cubicBezTo>
                  <a:cubicBezTo>
                    <a:pt x="45103" y="19824"/>
                    <a:pt x="45060" y="19311"/>
                    <a:pt x="44859" y="18857"/>
                  </a:cubicBezTo>
                  <a:cubicBezTo>
                    <a:pt x="44835" y="18803"/>
                    <a:pt x="44859" y="18717"/>
                    <a:pt x="44902" y="18678"/>
                  </a:cubicBezTo>
                  <a:cubicBezTo>
                    <a:pt x="45023" y="18571"/>
                    <a:pt x="45166" y="18537"/>
                    <a:pt x="45326" y="18539"/>
                  </a:cubicBezTo>
                  <a:cubicBezTo>
                    <a:pt x="45410" y="18541"/>
                    <a:pt x="45577" y="18578"/>
                    <a:pt x="45642" y="18511"/>
                  </a:cubicBezTo>
                  <a:cubicBezTo>
                    <a:pt x="45706" y="18446"/>
                    <a:pt x="45624" y="18273"/>
                    <a:pt x="45601" y="18199"/>
                  </a:cubicBezTo>
                  <a:cubicBezTo>
                    <a:pt x="45555" y="18044"/>
                    <a:pt x="45510" y="17879"/>
                    <a:pt x="45548" y="17719"/>
                  </a:cubicBezTo>
                  <a:cubicBezTo>
                    <a:pt x="45626" y="17386"/>
                    <a:pt x="46020" y="17202"/>
                    <a:pt x="46336" y="17291"/>
                  </a:cubicBezTo>
                  <a:cubicBezTo>
                    <a:pt x="46667" y="17384"/>
                    <a:pt x="46851" y="17732"/>
                    <a:pt x="46831" y="18061"/>
                  </a:cubicBezTo>
                  <a:cubicBezTo>
                    <a:pt x="46820" y="18254"/>
                    <a:pt x="46738" y="18405"/>
                    <a:pt x="46654" y="18576"/>
                  </a:cubicBezTo>
                  <a:cubicBezTo>
                    <a:pt x="46565" y="18753"/>
                    <a:pt x="46697" y="18872"/>
                    <a:pt x="46734" y="19043"/>
                  </a:cubicBezTo>
                  <a:cubicBezTo>
                    <a:pt x="46808" y="19368"/>
                    <a:pt x="46576" y="19597"/>
                    <a:pt x="46397" y="19835"/>
                  </a:cubicBezTo>
                  <a:cubicBezTo>
                    <a:pt x="46342" y="19911"/>
                    <a:pt x="46267" y="20010"/>
                    <a:pt x="46306" y="20099"/>
                  </a:cubicBezTo>
                  <a:cubicBezTo>
                    <a:pt x="46355" y="20205"/>
                    <a:pt x="46524" y="20237"/>
                    <a:pt x="46622" y="20267"/>
                  </a:cubicBezTo>
                  <a:cubicBezTo>
                    <a:pt x="46788" y="20319"/>
                    <a:pt x="46942" y="20378"/>
                    <a:pt x="47076" y="20494"/>
                  </a:cubicBezTo>
                  <a:cubicBezTo>
                    <a:pt x="47210" y="20609"/>
                    <a:pt x="47303" y="20765"/>
                    <a:pt x="47370" y="20925"/>
                  </a:cubicBezTo>
                  <a:cubicBezTo>
                    <a:pt x="47547" y="21349"/>
                    <a:pt x="47467" y="21810"/>
                    <a:pt x="47456" y="22253"/>
                  </a:cubicBezTo>
                  <a:cubicBezTo>
                    <a:pt x="47450" y="22495"/>
                    <a:pt x="47467" y="22736"/>
                    <a:pt x="47497" y="22976"/>
                  </a:cubicBezTo>
                  <a:cubicBezTo>
                    <a:pt x="47517" y="23151"/>
                    <a:pt x="47534" y="23328"/>
                    <a:pt x="47550" y="23506"/>
                  </a:cubicBezTo>
                  <a:cubicBezTo>
                    <a:pt x="47556" y="23503"/>
                    <a:pt x="47562" y="23501"/>
                    <a:pt x="47565" y="23499"/>
                  </a:cubicBezTo>
                  <a:cubicBezTo>
                    <a:pt x="47666" y="23454"/>
                    <a:pt x="47729" y="23614"/>
                    <a:pt x="47642" y="23668"/>
                  </a:cubicBezTo>
                  <a:cubicBezTo>
                    <a:pt x="47614" y="23685"/>
                    <a:pt x="47590" y="23704"/>
                    <a:pt x="47571" y="23724"/>
                  </a:cubicBezTo>
                  <a:cubicBezTo>
                    <a:pt x="47573" y="23776"/>
                    <a:pt x="47545" y="23813"/>
                    <a:pt x="47506" y="23834"/>
                  </a:cubicBezTo>
                  <a:cubicBezTo>
                    <a:pt x="47435" y="24049"/>
                    <a:pt x="47597" y="24351"/>
                    <a:pt x="47729" y="24503"/>
                  </a:cubicBezTo>
                  <a:cubicBezTo>
                    <a:pt x="47984" y="24799"/>
                    <a:pt x="48257" y="25072"/>
                    <a:pt x="48259" y="25489"/>
                  </a:cubicBezTo>
                  <a:cubicBezTo>
                    <a:pt x="48261" y="25879"/>
                    <a:pt x="48036" y="26229"/>
                    <a:pt x="48038" y="26616"/>
                  </a:cubicBezTo>
                  <a:cubicBezTo>
                    <a:pt x="48038" y="27008"/>
                    <a:pt x="48380" y="27352"/>
                    <a:pt x="48638" y="27611"/>
                  </a:cubicBezTo>
                  <a:cubicBezTo>
                    <a:pt x="48804" y="27776"/>
                    <a:pt x="49007" y="27921"/>
                    <a:pt x="49053" y="28167"/>
                  </a:cubicBezTo>
                  <a:cubicBezTo>
                    <a:pt x="49081" y="28310"/>
                    <a:pt x="49059" y="28457"/>
                    <a:pt x="49009" y="28595"/>
                  </a:cubicBezTo>
                  <a:cubicBezTo>
                    <a:pt x="49159" y="28664"/>
                    <a:pt x="49282" y="28792"/>
                    <a:pt x="49349" y="28950"/>
                  </a:cubicBezTo>
                  <a:cubicBezTo>
                    <a:pt x="49455" y="29203"/>
                    <a:pt x="49360" y="29450"/>
                    <a:pt x="49202" y="29659"/>
                  </a:cubicBezTo>
                  <a:cubicBezTo>
                    <a:pt x="49079" y="29820"/>
                    <a:pt x="48867" y="29991"/>
                    <a:pt x="48962" y="30216"/>
                  </a:cubicBezTo>
                  <a:cubicBezTo>
                    <a:pt x="49016" y="30345"/>
                    <a:pt x="49111" y="30462"/>
                    <a:pt x="49185" y="30579"/>
                  </a:cubicBezTo>
                  <a:cubicBezTo>
                    <a:pt x="49282" y="30728"/>
                    <a:pt x="49377" y="30875"/>
                    <a:pt x="49472" y="31024"/>
                  </a:cubicBezTo>
                  <a:cubicBezTo>
                    <a:pt x="49500" y="31065"/>
                    <a:pt x="49557" y="31202"/>
                    <a:pt x="49602" y="31219"/>
                  </a:cubicBezTo>
                  <a:cubicBezTo>
                    <a:pt x="49606" y="31219"/>
                    <a:pt x="49656" y="31204"/>
                    <a:pt x="49674" y="31200"/>
                  </a:cubicBezTo>
                  <a:cubicBezTo>
                    <a:pt x="49823" y="31165"/>
                    <a:pt x="49979" y="31161"/>
                    <a:pt x="50098" y="31273"/>
                  </a:cubicBezTo>
                  <a:cubicBezTo>
                    <a:pt x="50271" y="31438"/>
                    <a:pt x="50255" y="31730"/>
                    <a:pt x="50143" y="31924"/>
                  </a:cubicBezTo>
                  <a:cubicBezTo>
                    <a:pt x="50057" y="32073"/>
                    <a:pt x="49728" y="32303"/>
                    <a:pt x="49924" y="32482"/>
                  </a:cubicBezTo>
                  <a:cubicBezTo>
                    <a:pt x="50095" y="32638"/>
                    <a:pt x="50338" y="32532"/>
                    <a:pt x="50508" y="32430"/>
                  </a:cubicBezTo>
                  <a:cubicBezTo>
                    <a:pt x="51052" y="32097"/>
                    <a:pt x="51476" y="31567"/>
                    <a:pt x="51737" y="30988"/>
                  </a:cubicBezTo>
                  <a:cubicBezTo>
                    <a:pt x="51774" y="30906"/>
                    <a:pt x="51878" y="30877"/>
                    <a:pt x="51958" y="30892"/>
                  </a:cubicBezTo>
                  <a:cubicBezTo>
                    <a:pt x="52153" y="30929"/>
                    <a:pt x="52349" y="30897"/>
                    <a:pt x="52522" y="30810"/>
                  </a:cubicBezTo>
                  <a:cubicBezTo>
                    <a:pt x="52548" y="30797"/>
                    <a:pt x="52572" y="30784"/>
                    <a:pt x="52596" y="30769"/>
                  </a:cubicBezTo>
                  <a:cubicBezTo>
                    <a:pt x="52767" y="30665"/>
                    <a:pt x="52966" y="30864"/>
                    <a:pt x="52873" y="31037"/>
                  </a:cubicBezTo>
                  <a:cubicBezTo>
                    <a:pt x="52858" y="31063"/>
                    <a:pt x="52851" y="31089"/>
                    <a:pt x="52847" y="31115"/>
                  </a:cubicBezTo>
                  <a:cubicBezTo>
                    <a:pt x="52836" y="31197"/>
                    <a:pt x="52877" y="31278"/>
                    <a:pt x="52949" y="31329"/>
                  </a:cubicBezTo>
                  <a:cubicBezTo>
                    <a:pt x="53031" y="31386"/>
                    <a:pt x="53111" y="31435"/>
                    <a:pt x="53160" y="31524"/>
                  </a:cubicBezTo>
                  <a:cubicBezTo>
                    <a:pt x="53208" y="31611"/>
                    <a:pt x="53217" y="31717"/>
                    <a:pt x="53195" y="31816"/>
                  </a:cubicBezTo>
                  <a:cubicBezTo>
                    <a:pt x="53148" y="32002"/>
                    <a:pt x="53013" y="32113"/>
                    <a:pt x="52881" y="32238"/>
                  </a:cubicBezTo>
                  <a:cubicBezTo>
                    <a:pt x="52842" y="32273"/>
                    <a:pt x="52791" y="32316"/>
                    <a:pt x="52782" y="32370"/>
                  </a:cubicBezTo>
                  <a:cubicBezTo>
                    <a:pt x="52769" y="32431"/>
                    <a:pt x="52806" y="32506"/>
                    <a:pt x="52828" y="32560"/>
                  </a:cubicBezTo>
                  <a:cubicBezTo>
                    <a:pt x="52866" y="32645"/>
                    <a:pt x="52907" y="32727"/>
                    <a:pt x="52936" y="32815"/>
                  </a:cubicBezTo>
                  <a:cubicBezTo>
                    <a:pt x="52940" y="32757"/>
                    <a:pt x="52968" y="32696"/>
                    <a:pt x="53022" y="32669"/>
                  </a:cubicBezTo>
                  <a:cubicBezTo>
                    <a:pt x="53297" y="32532"/>
                    <a:pt x="53574" y="32396"/>
                    <a:pt x="53851" y="32260"/>
                  </a:cubicBezTo>
                  <a:cubicBezTo>
                    <a:pt x="53985" y="32197"/>
                    <a:pt x="54117" y="32132"/>
                    <a:pt x="54249" y="32069"/>
                  </a:cubicBezTo>
                  <a:cubicBezTo>
                    <a:pt x="54305" y="32043"/>
                    <a:pt x="54365" y="32017"/>
                    <a:pt x="54415" y="31980"/>
                  </a:cubicBezTo>
                  <a:cubicBezTo>
                    <a:pt x="54432" y="31966"/>
                    <a:pt x="54452" y="31950"/>
                    <a:pt x="54465" y="31931"/>
                  </a:cubicBezTo>
                  <a:cubicBezTo>
                    <a:pt x="54463" y="31926"/>
                    <a:pt x="54463" y="31918"/>
                    <a:pt x="54461" y="31907"/>
                  </a:cubicBezTo>
                  <a:cubicBezTo>
                    <a:pt x="54450" y="31782"/>
                    <a:pt x="54593" y="31663"/>
                    <a:pt x="54716" y="31702"/>
                  </a:cubicBezTo>
                  <a:cubicBezTo>
                    <a:pt x="55029" y="31807"/>
                    <a:pt x="55371" y="31929"/>
                    <a:pt x="55553" y="32223"/>
                  </a:cubicBezTo>
                  <a:cubicBezTo>
                    <a:pt x="55646" y="32374"/>
                    <a:pt x="55687" y="32550"/>
                    <a:pt x="55665" y="32720"/>
                  </a:cubicBezTo>
                  <a:cubicBezTo>
                    <a:pt x="55882" y="32744"/>
                    <a:pt x="56098" y="32807"/>
                    <a:pt x="56254" y="32958"/>
                  </a:cubicBezTo>
                  <a:cubicBezTo>
                    <a:pt x="56388" y="33086"/>
                    <a:pt x="56451" y="33268"/>
                    <a:pt x="56444" y="33451"/>
                  </a:cubicBezTo>
                  <a:cubicBezTo>
                    <a:pt x="56436" y="33598"/>
                    <a:pt x="56375" y="33783"/>
                    <a:pt x="56429" y="33917"/>
                  </a:cubicBezTo>
                  <a:cubicBezTo>
                    <a:pt x="56516" y="34137"/>
                    <a:pt x="56764" y="34289"/>
                    <a:pt x="56879" y="34513"/>
                  </a:cubicBezTo>
                  <a:cubicBezTo>
                    <a:pt x="56944" y="34641"/>
                    <a:pt x="56976" y="34786"/>
                    <a:pt x="56935" y="34927"/>
                  </a:cubicBezTo>
                  <a:cubicBezTo>
                    <a:pt x="56909" y="35020"/>
                    <a:pt x="56859" y="35098"/>
                    <a:pt x="56797" y="35171"/>
                  </a:cubicBezTo>
                  <a:cubicBezTo>
                    <a:pt x="56745" y="35234"/>
                    <a:pt x="56673" y="35286"/>
                    <a:pt x="56632" y="35355"/>
                  </a:cubicBezTo>
                  <a:cubicBezTo>
                    <a:pt x="56557" y="35483"/>
                    <a:pt x="56654" y="35645"/>
                    <a:pt x="56762" y="35723"/>
                  </a:cubicBezTo>
                  <a:cubicBezTo>
                    <a:pt x="56935" y="35846"/>
                    <a:pt x="57175" y="35853"/>
                    <a:pt x="57381" y="35863"/>
                  </a:cubicBezTo>
                  <a:cubicBezTo>
                    <a:pt x="57493" y="35868"/>
                    <a:pt x="57595" y="35946"/>
                    <a:pt x="57597" y="36067"/>
                  </a:cubicBezTo>
                  <a:cubicBezTo>
                    <a:pt x="57604" y="36462"/>
                    <a:pt x="57489" y="36848"/>
                    <a:pt x="57257" y="37165"/>
                  </a:cubicBezTo>
                  <a:cubicBezTo>
                    <a:pt x="57318" y="37323"/>
                    <a:pt x="57351" y="37488"/>
                    <a:pt x="57359" y="37652"/>
                  </a:cubicBezTo>
                  <a:cubicBezTo>
                    <a:pt x="57523" y="37628"/>
                    <a:pt x="57681" y="37496"/>
                    <a:pt x="57785" y="37380"/>
                  </a:cubicBezTo>
                  <a:cubicBezTo>
                    <a:pt x="57948" y="37198"/>
                    <a:pt x="58112" y="36997"/>
                    <a:pt x="58354" y="36919"/>
                  </a:cubicBezTo>
                  <a:cubicBezTo>
                    <a:pt x="58488" y="36876"/>
                    <a:pt x="58609" y="36904"/>
                    <a:pt x="58743" y="36908"/>
                  </a:cubicBezTo>
                  <a:cubicBezTo>
                    <a:pt x="58867" y="36910"/>
                    <a:pt x="58891" y="36819"/>
                    <a:pt x="58899" y="36709"/>
                  </a:cubicBezTo>
                  <a:cubicBezTo>
                    <a:pt x="58916" y="36396"/>
                    <a:pt x="58854" y="36064"/>
                    <a:pt x="58750" y="35772"/>
                  </a:cubicBezTo>
                  <a:cubicBezTo>
                    <a:pt x="58705" y="35647"/>
                    <a:pt x="58811" y="35534"/>
                    <a:pt x="58930" y="35524"/>
                  </a:cubicBezTo>
                  <a:cubicBezTo>
                    <a:pt x="59077" y="35511"/>
                    <a:pt x="59291" y="35493"/>
                    <a:pt x="59399" y="35381"/>
                  </a:cubicBezTo>
                  <a:cubicBezTo>
                    <a:pt x="59436" y="35342"/>
                    <a:pt x="59438" y="35290"/>
                    <a:pt x="59425" y="35217"/>
                  </a:cubicBezTo>
                  <a:cubicBezTo>
                    <a:pt x="59406" y="35106"/>
                    <a:pt x="59373" y="35000"/>
                    <a:pt x="59382" y="34886"/>
                  </a:cubicBezTo>
                  <a:cubicBezTo>
                    <a:pt x="59395" y="34749"/>
                    <a:pt x="59459" y="34635"/>
                    <a:pt x="59563" y="34548"/>
                  </a:cubicBezTo>
                  <a:cubicBezTo>
                    <a:pt x="59632" y="34490"/>
                    <a:pt x="59691" y="34446"/>
                    <a:pt x="59719" y="34366"/>
                  </a:cubicBezTo>
                  <a:cubicBezTo>
                    <a:pt x="59791" y="34168"/>
                    <a:pt x="59775" y="33953"/>
                    <a:pt x="59860" y="33757"/>
                  </a:cubicBezTo>
                  <a:cubicBezTo>
                    <a:pt x="59901" y="33663"/>
                    <a:pt x="59964" y="33583"/>
                    <a:pt x="60048" y="33519"/>
                  </a:cubicBezTo>
                  <a:cubicBezTo>
                    <a:pt x="60154" y="33441"/>
                    <a:pt x="60275" y="33434"/>
                    <a:pt x="60394" y="33387"/>
                  </a:cubicBezTo>
                  <a:cubicBezTo>
                    <a:pt x="60481" y="33352"/>
                    <a:pt x="60539" y="33268"/>
                    <a:pt x="60604" y="33201"/>
                  </a:cubicBezTo>
                  <a:cubicBezTo>
                    <a:pt x="60677" y="33127"/>
                    <a:pt x="60760" y="33062"/>
                    <a:pt x="60853" y="33015"/>
                  </a:cubicBezTo>
                  <a:cubicBezTo>
                    <a:pt x="61210" y="32842"/>
                    <a:pt x="61644" y="32917"/>
                    <a:pt x="61949" y="33162"/>
                  </a:cubicBezTo>
                  <a:cubicBezTo>
                    <a:pt x="62336" y="33475"/>
                    <a:pt x="62293" y="33960"/>
                    <a:pt x="62215" y="34401"/>
                  </a:cubicBezTo>
                  <a:cubicBezTo>
                    <a:pt x="62181" y="34598"/>
                    <a:pt x="62150" y="34808"/>
                    <a:pt x="62230" y="35000"/>
                  </a:cubicBezTo>
                  <a:cubicBezTo>
                    <a:pt x="62252" y="35052"/>
                    <a:pt x="62285" y="35106"/>
                    <a:pt x="62330" y="35139"/>
                  </a:cubicBezTo>
                  <a:cubicBezTo>
                    <a:pt x="62423" y="35210"/>
                    <a:pt x="62561" y="35191"/>
                    <a:pt x="62670" y="35216"/>
                  </a:cubicBezTo>
                  <a:cubicBezTo>
                    <a:pt x="62892" y="35264"/>
                    <a:pt x="63040" y="35420"/>
                    <a:pt x="63106" y="35632"/>
                  </a:cubicBezTo>
                  <a:cubicBezTo>
                    <a:pt x="63150" y="35781"/>
                    <a:pt x="63143" y="35952"/>
                    <a:pt x="63208" y="36095"/>
                  </a:cubicBezTo>
                  <a:cubicBezTo>
                    <a:pt x="63210" y="36091"/>
                    <a:pt x="63230" y="36123"/>
                    <a:pt x="63230" y="36125"/>
                  </a:cubicBezTo>
                  <a:cubicBezTo>
                    <a:pt x="63236" y="36131"/>
                    <a:pt x="63251" y="36140"/>
                    <a:pt x="63252" y="36142"/>
                  </a:cubicBezTo>
                  <a:lnTo>
                    <a:pt x="63252" y="36142"/>
                  </a:lnTo>
                  <a:cubicBezTo>
                    <a:pt x="63264" y="36147"/>
                    <a:pt x="63275" y="36151"/>
                    <a:pt x="63288" y="36155"/>
                  </a:cubicBezTo>
                  <a:cubicBezTo>
                    <a:pt x="63429" y="36207"/>
                    <a:pt x="63557" y="36235"/>
                    <a:pt x="63652" y="36363"/>
                  </a:cubicBezTo>
                  <a:cubicBezTo>
                    <a:pt x="63786" y="36540"/>
                    <a:pt x="63745" y="36767"/>
                    <a:pt x="63652" y="36953"/>
                  </a:cubicBezTo>
                  <a:cubicBezTo>
                    <a:pt x="63557" y="37142"/>
                    <a:pt x="63379" y="37267"/>
                    <a:pt x="63284" y="37455"/>
                  </a:cubicBezTo>
                  <a:cubicBezTo>
                    <a:pt x="63269" y="37483"/>
                    <a:pt x="63251" y="37533"/>
                    <a:pt x="63249" y="37544"/>
                  </a:cubicBezTo>
                  <a:cubicBezTo>
                    <a:pt x="63247" y="37555"/>
                    <a:pt x="63247" y="37568"/>
                    <a:pt x="63249" y="37579"/>
                  </a:cubicBezTo>
                  <a:lnTo>
                    <a:pt x="63249" y="37579"/>
                  </a:lnTo>
                  <a:cubicBezTo>
                    <a:pt x="63249" y="37583"/>
                    <a:pt x="63252" y="37590"/>
                    <a:pt x="63256" y="37594"/>
                  </a:cubicBezTo>
                  <a:cubicBezTo>
                    <a:pt x="63355" y="37654"/>
                    <a:pt x="63479" y="37672"/>
                    <a:pt x="63567" y="37771"/>
                  </a:cubicBezTo>
                  <a:cubicBezTo>
                    <a:pt x="63751" y="37974"/>
                    <a:pt x="63725" y="38258"/>
                    <a:pt x="63665" y="38504"/>
                  </a:cubicBezTo>
                  <a:cubicBezTo>
                    <a:pt x="63643" y="38600"/>
                    <a:pt x="63591" y="38738"/>
                    <a:pt x="63632" y="38836"/>
                  </a:cubicBezTo>
                  <a:cubicBezTo>
                    <a:pt x="63637" y="38851"/>
                    <a:pt x="63647" y="38866"/>
                    <a:pt x="63658" y="38879"/>
                  </a:cubicBezTo>
                  <a:cubicBezTo>
                    <a:pt x="63691" y="38857"/>
                    <a:pt x="63740" y="38857"/>
                    <a:pt x="63771" y="38902"/>
                  </a:cubicBezTo>
                  <a:cubicBezTo>
                    <a:pt x="63775" y="38909"/>
                    <a:pt x="63781" y="38915"/>
                    <a:pt x="63786" y="38920"/>
                  </a:cubicBezTo>
                  <a:cubicBezTo>
                    <a:pt x="63866" y="38890"/>
                    <a:pt x="63935" y="38944"/>
                    <a:pt x="63963" y="39013"/>
                  </a:cubicBezTo>
                  <a:cubicBezTo>
                    <a:pt x="64078" y="39034"/>
                    <a:pt x="64210" y="39002"/>
                    <a:pt x="64300" y="38939"/>
                  </a:cubicBezTo>
                  <a:cubicBezTo>
                    <a:pt x="64381" y="38883"/>
                    <a:pt x="64413" y="38816"/>
                    <a:pt x="64424" y="38719"/>
                  </a:cubicBezTo>
                  <a:cubicBezTo>
                    <a:pt x="64445" y="38561"/>
                    <a:pt x="64484" y="38412"/>
                    <a:pt x="64644" y="38344"/>
                  </a:cubicBezTo>
                  <a:cubicBezTo>
                    <a:pt x="64804" y="38277"/>
                    <a:pt x="65001" y="38288"/>
                    <a:pt x="65172" y="38280"/>
                  </a:cubicBezTo>
                  <a:cubicBezTo>
                    <a:pt x="65345" y="38271"/>
                    <a:pt x="65518" y="38258"/>
                    <a:pt x="65691" y="38264"/>
                  </a:cubicBezTo>
                  <a:cubicBezTo>
                    <a:pt x="65947" y="38269"/>
                    <a:pt x="66245" y="38318"/>
                    <a:pt x="66425" y="38518"/>
                  </a:cubicBezTo>
                  <a:cubicBezTo>
                    <a:pt x="66634" y="38749"/>
                    <a:pt x="66578" y="39052"/>
                    <a:pt x="66420" y="39294"/>
                  </a:cubicBezTo>
                  <a:cubicBezTo>
                    <a:pt x="66356" y="39391"/>
                    <a:pt x="66262" y="39497"/>
                    <a:pt x="66232" y="39608"/>
                  </a:cubicBezTo>
                  <a:cubicBezTo>
                    <a:pt x="66206" y="39705"/>
                    <a:pt x="66276" y="39781"/>
                    <a:pt x="66347" y="39848"/>
                  </a:cubicBezTo>
                  <a:cubicBezTo>
                    <a:pt x="66565" y="40060"/>
                    <a:pt x="66805" y="40280"/>
                    <a:pt x="66808" y="40609"/>
                  </a:cubicBezTo>
                  <a:cubicBezTo>
                    <a:pt x="66814" y="40962"/>
                    <a:pt x="66535" y="41234"/>
                    <a:pt x="66234" y="41371"/>
                  </a:cubicBezTo>
                  <a:cubicBezTo>
                    <a:pt x="65945" y="41505"/>
                    <a:pt x="65603" y="41570"/>
                    <a:pt x="65427" y="41860"/>
                  </a:cubicBezTo>
                  <a:cubicBezTo>
                    <a:pt x="65354" y="41978"/>
                    <a:pt x="65308" y="42110"/>
                    <a:pt x="65298" y="42247"/>
                  </a:cubicBezTo>
                  <a:cubicBezTo>
                    <a:pt x="65293" y="42309"/>
                    <a:pt x="65295" y="42376"/>
                    <a:pt x="65304" y="42437"/>
                  </a:cubicBezTo>
                  <a:cubicBezTo>
                    <a:pt x="65308" y="42459"/>
                    <a:pt x="65313" y="42500"/>
                    <a:pt x="65324" y="42537"/>
                  </a:cubicBezTo>
                  <a:cubicBezTo>
                    <a:pt x="65356" y="42521"/>
                    <a:pt x="65391" y="42508"/>
                    <a:pt x="65427" y="42500"/>
                  </a:cubicBezTo>
                  <a:cubicBezTo>
                    <a:pt x="65525" y="42478"/>
                    <a:pt x="65629" y="42497"/>
                    <a:pt x="65717" y="42547"/>
                  </a:cubicBezTo>
                  <a:cubicBezTo>
                    <a:pt x="65873" y="42638"/>
                    <a:pt x="65975" y="42818"/>
                    <a:pt x="65975" y="42999"/>
                  </a:cubicBezTo>
                  <a:cubicBezTo>
                    <a:pt x="65975" y="43205"/>
                    <a:pt x="65834" y="43378"/>
                    <a:pt x="65674" y="43495"/>
                  </a:cubicBezTo>
                  <a:cubicBezTo>
                    <a:pt x="65525" y="43603"/>
                    <a:pt x="65347" y="43653"/>
                    <a:pt x="65187" y="43743"/>
                  </a:cubicBezTo>
                  <a:cubicBezTo>
                    <a:pt x="65064" y="43811"/>
                    <a:pt x="64982" y="43888"/>
                    <a:pt x="65010" y="44014"/>
                  </a:cubicBezTo>
                  <a:cubicBezTo>
                    <a:pt x="65038" y="44133"/>
                    <a:pt x="65110" y="44202"/>
                    <a:pt x="65215" y="44213"/>
                  </a:cubicBezTo>
                  <a:cubicBezTo>
                    <a:pt x="65328" y="44228"/>
                    <a:pt x="65438" y="44226"/>
                    <a:pt x="65540" y="44289"/>
                  </a:cubicBezTo>
                  <a:cubicBezTo>
                    <a:pt x="65646" y="44354"/>
                    <a:pt x="65715" y="44462"/>
                    <a:pt x="65739" y="44583"/>
                  </a:cubicBezTo>
                  <a:cubicBezTo>
                    <a:pt x="65782" y="44775"/>
                    <a:pt x="65798" y="44979"/>
                    <a:pt x="65806" y="45175"/>
                  </a:cubicBezTo>
                  <a:cubicBezTo>
                    <a:pt x="65812" y="45383"/>
                    <a:pt x="65797" y="45604"/>
                    <a:pt x="65732" y="45803"/>
                  </a:cubicBezTo>
                  <a:cubicBezTo>
                    <a:pt x="65696" y="45909"/>
                    <a:pt x="65652" y="46004"/>
                    <a:pt x="65594" y="46090"/>
                  </a:cubicBezTo>
                  <a:cubicBezTo>
                    <a:pt x="65806" y="46272"/>
                    <a:pt x="65906" y="46590"/>
                    <a:pt x="65871" y="46869"/>
                  </a:cubicBezTo>
                  <a:cubicBezTo>
                    <a:pt x="65830" y="47200"/>
                    <a:pt x="65611" y="47457"/>
                    <a:pt x="65361" y="47670"/>
                  </a:cubicBezTo>
                  <a:cubicBezTo>
                    <a:pt x="65518" y="47739"/>
                    <a:pt x="65674" y="47808"/>
                    <a:pt x="65828" y="47879"/>
                  </a:cubicBezTo>
                  <a:cubicBezTo>
                    <a:pt x="65955" y="47933"/>
                    <a:pt x="66079" y="47988"/>
                    <a:pt x="66202" y="48048"/>
                  </a:cubicBezTo>
                  <a:cubicBezTo>
                    <a:pt x="66265" y="48080"/>
                    <a:pt x="66336" y="48107"/>
                    <a:pt x="66395" y="48145"/>
                  </a:cubicBezTo>
                  <a:cubicBezTo>
                    <a:pt x="66414" y="48156"/>
                    <a:pt x="66431" y="48169"/>
                    <a:pt x="66448" y="48184"/>
                  </a:cubicBezTo>
                  <a:cubicBezTo>
                    <a:pt x="66808" y="48234"/>
                    <a:pt x="67004" y="48669"/>
                    <a:pt x="67251" y="48902"/>
                  </a:cubicBezTo>
                  <a:cubicBezTo>
                    <a:pt x="67266" y="48915"/>
                    <a:pt x="67279" y="48928"/>
                    <a:pt x="67294" y="48941"/>
                  </a:cubicBezTo>
                  <a:cubicBezTo>
                    <a:pt x="67290" y="48935"/>
                    <a:pt x="67333" y="48967"/>
                    <a:pt x="67335" y="48970"/>
                  </a:cubicBezTo>
                  <a:cubicBezTo>
                    <a:pt x="67353" y="48982"/>
                    <a:pt x="67370" y="48993"/>
                    <a:pt x="67389" y="49002"/>
                  </a:cubicBezTo>
                  <a:cubicBezTo>
                    <a:pt x="67394" y="49004"/>
                    <a:pt x="67396" y="49006"/>
                    <a:pt x="67398" y="49008"/>
                  </a:cubicBezTo>
                  <a:lnTo>
                    <a:pt x="67398" y="49008"/>
                  </a:lnTo>
                  <a:cubicBezTo>
                    <a:pt x="67398" y="49008"/>
                    <a:pt x="67398" y="49008"/>
                    <a:pt x="67398" y="49008"/>
                  </a:cubicBezTo>
                  <a:cubicBezTo>
                    <a:pt x="67405" y="49009"/>
                    <a:pt x="67415" y="49011"/>
                    <a:pt x="67424" y="49015"/>
                  </a:cubicBezTo>
                  <a:cubicBezTo>
                    <a:pt x="67433" y="49017"/>
                    <a:pt x="67443" y="49019"/>
                    <a:pt x="67454" y="49021"/>
                  </a:cubicBezTo>
                  <a:lnTo>
                    <a:pt x="67461" y="49021"/>
                  </a:lnTo>
                  <a:cubicBezTo>
                    <a:pt x="67480" y="49021"/>
                    <a:pt x="67496" y="49021"/>
                    <a:pt x="67515" y="49015"/>
                  </a:cubicBezTo>
                  <a:cubicBezTo>
                    <a:pt x="67563" y="49004"/>
                    <a:pt x="67601" y="48976"/>
                    <a:pt x="67636" y="48944"/>
                  </a:cubicBezTo>
                  <a:cubicBezTo>
                    <a:pt x="67848" y="48740"/>
                    <a:pt x="67863" y="48398"/>
                    <a:pt x="67971" y="48137"/>
                  </a:cubicBezTo>
                  <a:cubicBezTo>
                    <a:pt x="68010" y="48046"/>
                    <a:pt x="68058" y="47962"/>
                    <a:pt x="68121" y="47884"/>
                  </a:cubicBezTo>
                  <a:cubicBezTo>
                    <a:pt x="68173" y="47817"/>
                    <a:pt x="68242" y="47765"/>
                    <a:pt x="68296" y="47698"/>
                  </a:cubicBezTo>
                  <a:cubicBezTo>
                    <a:pt x="68400" y="47566"/>
                    <a:pt x="68296" y="47364"/>
                    <a:pt x="68242" y="47230"/>
                  </a:cubicBezTo>
                  <a:cubicBezTo>
                    <a:pt x="68175" y="47064"/>
                    <a:pt x="68356" y="46932"/>
                    <a:pt x="68503" y="46956"/>
                  </a:cubicBezTo>
                  <a:cubicBezTo>
                    <a:pt x="68517" y="46960"/>
                    <a:pt x="68577" y="46960"/>
                    <a:pt x="68599" y="46956"/>
                  </a:cubicBezTo>
                  <a:cubicBezTo>
                    <a:pt x="68618" y="46953"/>
                    <a:pt x="68676" y="46932"/>
                    <a:pt x="68687" y="46925"/>
                  </a:cubicBezTo>
                  <a:cubicBezTo>
                    <a:pt x="68785" y="46873"/>
                    <a:pt x="68837" y="46822"/>
                    <a:pt x="68919" y="46752"/>
                  </a:cubicBezTo>
                  <a:cubicBezTo>
                    <a:pt x="69096" y="46599"/>
                    <a:pt x="69265" y="46428"/>
                    <a:pt x="69468" y="46313"/>
                  </a:cubicBezTo>
                  <a:cubicBezTo>
                    <a:pt x="69691" y="46186"/>
                    <a:pt x="69946" y="46158"/>
                    <a:pt x="70193" y="46119"/>
                  </a:cubicBezTo>
                  <a:cubicBezTo>
                    <a:pt x="70286" y="46104"/>
                    <a:pt x="70401" y="46084"/>
                    <a:pt x="70461" y="46006"/>
                  </a:cubicBezTo>
                  <a:cubicBezTo>
                    <a:pt x="70537" y="45905"/>
                    <a:pt x="70545" y="45764"/>
                    <a:pt x="70561" y="45645"/>
                  </a:cubicBezTo>
                  <a:cubicBezTo>
                    <a:pt x="70604" y="45344"/>
                    <a:pt x="70710" y="45095"/>
                    <a:pt x="70984" y="44935"/>
                  </a:cubicBezTo>
                  <a:cubicBezTo>
                    <a:pt x="71080" y="44879"/>
                    <a:pt x="71184" y="44836"/>
                    <a:pt x="71285" y="44786"/>
                  </a:cubicBezTo>
                  <a:cubicBezTo>
                    <a:pt x="71333" y="44762"/>
                    <a:pt x="71380" y="44738"/>
                    <a:pt x="71424" y="44706"/>
                  </a:cubicBezTo>
                  <a:cubicBezTo>
                    <a:pt x="71428" y="44704"/>
                    <a:pt x="71430" y="44702"/>
                    <a:pt x="71432" y="44700"/>
                  </a:cubicBezTo>
                  <a:lnTo>
                    <a:pt x="71432" y="44700"/>
                  </a:lnTo>
                  <a:cubicBezTo>
                    <a:pt x="71437" y="44697"/>
                    <a:pt x="71443" y="44689"/>
                    <a:pt x="71448" y="44685"/>
                  </a:cubicBezTo>
                  <a:cubicBezTo>
                    <a:pt x="71454" y="44680"/>
                    <a:pt x="71458" y="44676"/>
                    <a:pt x="71463" y="44671"/>
                  </a:cubicBezTo>
                  <a:lnTo>
                    <a:pt x="71463" y="44671"/>
                  </a:lnTo>
                  <a:lnTo>
                    <a:pt x="71463" y="44671"/>
                  </a:lnTo>
                  <a:cubicBezTo>
                    <a:pt x="71465" y="44667"/>
                    <a:pt x="71478" y="44650"/>
                    <a:pt x="71480" y="44645"/>
                  </a:cubicBezTo>
                  <a:cubicBezTo>
                    <a:pt x="71484" y="44635"/>
                    <a:pt x="71486" y="44633"/>
                    <a:pt x="71486" y="44633"/>
                  </a:cubicBezTo>
                  <a:cubicBezTo>
                    <a:pt x="71488" y="44628"/>
                    <a:pt x="71489" y="44620"/>
                    <a:pt x="71489" y="44615"/>
                  </a:cubicBezTo>
                  <a:cubicBezTo>
                    <a:pt x="71489" y="44598"/>
                    <a:pt x="71491" y="44583"/>
                    <a:pt x="71488" y="44565"/>
                  </a:cubicBezTo>
                  <a:cubicBezTo>
                    <a:pt x="71478" y="44494"/>
                    <a:pt x="71445" y="44425"/>
                    <a:pt x="71424" y="44356"/>
                  </a:cubicBezTo>
                  <a:cubicBezTo>
                    <a:pt x="71368" y="44180"/>
                    <a:pt x="71357" y="43988"/>
                    <a:pt x="71411" y="43811"/>
                  </a:cubicBezTo>
                  <a:cubicBezTo>
                    <a:pt x="71499" y="43525"/>
                    <a:pt x="71720" y="43319"/>
                    <a:pt x="71995" y="43214"/>
                  </a:cubicBezTo>
                  <a:cubicBezTo>
                    <a:pt x="72583" y="42995"/>
                    <a:pt x="73189" y="43372"/>
                    <a:pt x="73344" y="43960"/>
                  </a:cubicBezTo>
                  <a:cubicBezTo>
                    <a:pt x="73425" y="44273"/>
                    <a:pt x="73379" y="44583"/>
                    <a:pt x="73236" y="44871"/>
                  </a:cubicBezTo>
                  <a:cubicBezTo>
                    <a:pt x="73126" y="45096"/>
                    <a:pt x="72903" y="45359"/>
                    <a:pt x="72970" y="45628"/>
                  </a:cubicBezTo>
                  <a:cubicBezTo>
                    <a:pt x="73003" y="45759"/>
                    <a:pt x="73143" y="45801"/>
                    <a:pt x="73230" y="45892"/>
                  </a:cubicBezTo>
                  <a:cubicBezTo>
                    <a:pt x="73340" y="46004"/>
                    <a:pt x="73397" y="46149"/>
                    <a:pt x="73414" y="46305"/>
                  </a:cubicBezTo>
                  <a:cubicBezTo>
                    <a:pt x="73451" y="46646"/>
                    <a:pt x="73262" y="46913"/>
                    <a:pt x="73141" y="47213"/>
                  </a:cubicBezTo>
                  <a:cubicBezTo>
                    <a:pt x="73059" y="47416"/>
                    <a:pt x="73013" y="47685"/>
                    <a:pt x="73172" y="47864"/>
                  </a:cubicBezTo>
                  <a:cubicBezTo>
                    <a:pt x="73319" y="48028"/>
                    <a:pt x="73489" y="48171"/>
                    <a:pt x="73634" y="48338"/>
                  </a:cubicBezTo>
                  <a:cubicBezTo>
                    <a:pt x="73784" y="48509"/>
                    <a:pt x="73900" y="48701"/>
                    <a:pt x="73924" y="48931"/>
                  </a:cubicBezTo>
                  <a:cubicBezTo>
                    <a:pt x="73955" y="49249"/>
                    <a:pt x="73769" y="49513"/>
                    <a:pt x="73552" y="49724"/>
                  </a:cubicBezTo>
                  <a:cubicBezTo>
                    <a:pt x="73442" y="49831"/>
                    <a:pt x="73303" y="49928"/>
                    <a:pt x="73212" y="50053"/>
                  </a:cubicBezTo>
                  <a:cubicBezTo>
                    <a:pt x="73132" y="50161"/>
                    <a:pt x="73187" y="50274"/>
                    <a:pt x="73238" y="50384"/>
                  </a:cubicBezTo>
                  <a:cubicBezTo>
                    <a:pt x="73291" y="50501"/>
                    <a:pt x="73347" y="50614"/>
                    <a:pt x="73357" y="50743"/>
                  </a:cubicBezTo>
                  <a:cubicBezTo>
                    <a:pt x="73524" y="50730"/>
                    <a:pt x="73686" y="50773"/>
                    <a:pt x="73822" y="50914"/>
                  </a:cubicBezTo>
                  <a:cubicBezTo>
                    <a:pt x="74076" y="51178"/>
                    <a:pt x="73928" y="51494"/>
                    <a:pt x="73758" y="51753"/>
                  </a:cubicBezTo>
                  <a:cubicBezTo>
                    <a:pt x="73723" y="51807"/>
                    <a:pt x="73680" y="51862"/>
                    <a:pt x="73660" y="51924"/>
                  </a:cubicBezTo>
                  <a:cubicBezTo>
                    <a:pt x="73656" y="51937"/>
                    <a:pt x="73654" y="51959"/>
                    <a:pt x="73663" y="51976"/>
                  </a:cubicBezTo>
                  <a:cubicBezTo>
                    <a:pt x="73697" y="52045"/>
                    <a:pt x="73753" y="52099"/>
                    <a:pt x="73782" y="52171"/>
                  </a:cubicBezTo>
                  <a:cubicBezTo>
                    <a:pt x="73827" y="52272"/>
                    <a:pt x="73833" y="52383"/>
                    <a:pt x="73792" y="52485"/>
                  </a:cubicBezTo>
                  <a:cubicBezTo>
                    <a:pt x="73721" y="52662"/>
                    <a:pt x="73543" y="52770"/>
                    <a:pt x="73362" y="52803"/>
                  </a:cubicBezTo>
                  <a:cubicBezTo>
                    <a:pt x="73254" y="52822"/>
                    <a:pt x="73022" y="52789"/>
                    <a:pt x="72951" y="52893"/>
                  </a:cubicBezTo>
                  <a:cubicBezTo>
                    <a:pt x="72901" y="52967"/>
                    <a:pt x="72953" y="53123"/>
                    <a:pt x="73026" y="53194"/>
                  </a:cubicBezTo>
                  <a:cubicBezTo>
                    <a:pt x="73163" y="53333"/>
                    <a:pt x="73364" y="53387"/>
                    <a:pt x="73550" y="53430"/>
                  </a:cubicBezTo>
                  <a:cubicBezTo>
                    <a:pt x="73604" y="53441"/>
                    <a:pt x="73665" y="53492"/>
                    <a:pt x="73676" y="53549"/>
                  </a:cubicBezTo>
                  <a:cubicBezTo>
                    <a:pt x="73734" y="53901"/>
                    <a:pt x="73507" y="54144"/>
                    <a:pt x="73243" y="54340"/>
                  </a:cubicBezTo>
                  <a:cubicBezTo>
                    <a:pt x="73122" y="54429"/>
                    <a:pt x="72992" y="54509"/>
                    <a:pt x="72903" y="54632"/>
                  </a:cubicBezTo>
                  <a:cubicBezTo>
                    <a:pt x="72812" y="54756"/>
                    <a:pt x="72827" y="54838"/>
                    <a:pt x="72905" y="54961"/>
                  </a:cubicBezTo>
                  <a:cubicBezTo>
                    <a:pt x="72990" y="55098"/>
                    <a:pt x="73022" y="55243"/>
                    <a:pt x="72972" y="55402"/>
                  </a:cubicBezTo>
                  <a:cubicBezTo>
                    <a:pt x="72934" y="55521"/>
                    <a:pt x="72840" y="55651"/>
                    <a:pt x="72869" y="55781"/>
                  </a:cubicBezTo>
                  <a:cubicBezTo>
                    <a:pt x="72946" y="56097"/>
                    <a:pt x="73384" y="56101"/>
                    <a:pt x="73636" y="56110"/>
                  </a:cubicBezTo>
                  <a:cubicBezTo>
                    <a:pt x="73771" y="56114"/>
                    <a:pt x="73846" y="56220"/>
                    <a:pt x="73829" y="56350"/>
                  </a:cubicBezTo>
                  <a:cubicBezTo>
                    <a:pt x="73738" y="57044"/>
                    <a:pt x="73026" y="57356"/>
                    <a:pt x="72592" y="57814"/>
                  </a:cubicBezTo>
                  <a:cubicBezTo>
                    <a:pt x="72481" y="57933"/>
                    <a:pt x="72393" y="58068"/>
                    <a:pt x="72336" y="58215"/>
                  </a:cubicBezTo>
                  <a:cubicBezTo>
                    <a:pt x="72406" y="58219"/>
                    <a:pt x="72481" y="58202"/>
                    <a:pt x="72538" y="58182"/>
                  </a:cubicBezTo>
                  <a:cubicBezTo>
                    <a:pt x="72693" y="58124"/>
                    <a:pt x="72834" y="58035"/>
                    <a:pt x="73000" y="58009"/>
                  </a:cubicBezTo>
                  <a:cubicBezTo>
                    <a:pt x="73174" y="57981"/>
                    <a:pt x="73375" y="58057"/>
                    <a:pt x="73481" y="58197"/>
                  </a:cubicBezTo>
                  <a:cubicBezTo>
                    <a:pt x="73708" y="58085"/>
                    <a:pt x="74002" y="58113"/>
                    <a:pt x="74188" y="58310"/>
                  </a:cubicBezTo>
                  <a:cubicBezTo>
                    <a:pt x="74411" y="58546"/>
                    <a:pt x="74391" y="58894"/>
                    <a:pt x="74218" y="59143"/>
                  </a:cubicBezTo>
                  <a:cubicBezTo>
                    <a:pt x="74485" y="59309"/>
                    <a:pt x="74800" y="59393"/>
                    <a:pt x="75114" y="59389"/>
                  </a:cubicBezTo>
                  <a:cubicBezTo>
                    <a:pt x="75187" y="59387"/>
                    <a:pt x="75257" y="59435"/>
                    <a:pt x="75278" y="59508"/>
                  </a:cubicBezTo>
                  <a:cubicBezTo>
                    <a:pt x="75358" y="59796"/>
                    <a:pt x="75334" y="60099"/>
                    <a:pt x="75214" y="60369"/>
                  </a:cubicBezTo>
                  <a:cubicBezTo>
                    <a:pt x="75289" y="60415"/>
                    <a:pt x="75380" y="60428"/>
                    <a:pt x="75464" y="60386"/>
                  </a:cubicBezTo>
                  <a:cubicBezTo>
                    <a:pt x="75570" y="60332"/>
                    <a:pt x="75672" y="60378"/>
                    <a:pt x="75717" y="60484"/>
                  </a:cubicBezTo>
                  <a:cubicBezTo>
                    <a:pt x="75836" y="60767"/>
                    <a:pt x="76089" y="60977"/>
                    <a:pt x="76107" y="61301"/>
                  </a:cubicBezTo>
                  <a:cubicBezTo>
                    <a:pt x="76115" y="61427"/>
                    <a:pt x="76083" y="61569"/>
                    <a:pt x="76014" y="61680"/>
                  </a:cubicBezTo>
                  <a:cubicBezTo>
                    <a:pt x="76120" y="61645"/>
                    <a:pt x="76221" y="61606"/>
                    <a:pt x="76334" y="61615"/>
                  </a:cubicBezTo>
                  <a:cubicBezTo>
                    <a:pt x="76567" y="61632"/>
                    <a:pt x="76741" y="61805"/>
                    <a:pt x="76825" y="62011"/>
                  </a:cubicBezTo>
                  <a:cubicBezTo>
                    <a:pt x="77005" y="62457"/>
                    <a:pt x="76689" y="62835"/>
                    <a:pt x="76351" y="63094"/>
                  </a:cubicBezTo>
                  <a:cubicBezTo>
                    <a:pt x="76442" y="63253"/>
                    <a:pt x="76542" y="63406"/>
                    <a:pt x="76648" y="63555"/>
                  </a:cubicBezTo>
                  <a:cubicBezTo>
                    <a:pt x="76713" y="63646"/>
                    <a:pt x="76782" y="63733"/>
                    <a:pt x="76855" y="63821"/>
                  </a:cubicBezTo>
                  <a:cubicBezTo>
                    <a:pt x="76890" y="63863"/>
                    <a:pt x="76937" y="63936"/>
                    <a:pt x="76991" y="63988"/>
                  </a:cubicBezTo>
                  <a:cubicBezTo>
                    <a:pt x="77050" y="63912"/>
                    <a:pt x="77165" y="63871"/>
                    <a:pt x="77238" y="63962"/>
                  </a:cubicBezTo>
                  <a:cubicBezTo>
                    <a:pt x="77323" y="64068"/>
                    <a:pt x="77320" y="64215"/>
                    <a:pt x="77230" y="64302"/>
                  </a:cubicBezTo>
                  <a:cubicBezTo>
                    <a:pt x="77199" y="64436"/>
                    <a:pt x="77180" y="64570"/>
                    <a:pt x="77177" y="64708"/>
                  </a:cubicBezTo>
                  <a:cubicBezTo>
                    <a:pt x="77216" y="64700"/>
                    <a:pt x="77253" y="64693"/>
                    <a:pt x="77292" y="64685"/>
                  </a:cubicBezTo>
                  <a:cubicBezTo>
                    <a:pt x="77368" y="64671"/>
                    <a:pt x="77446" y="64691"/>
                    <a:pt x="77489" y="64762"/>
                  </a:cubicBezTo>
                  <a:cubicBezTo>
                    <a:pt x="77526" y="64821"/>
                    <a:pt x="77524" y="64925"/>
                    <a:pt x="77465" y="64972"/>
                  </a:cubicBezTo>
                  <a:cubicBezTo>
                    <a:pt x="77444" y="64989"/>
                    <a:pt x="77426" y="65007"/>
                    <a:pt x="77411" y="65028"/>
                  </a:cubicBezTo>
                  <a:cubicBezTo>
                    <a:pt x="77258" y="65229"/>
                    <a:pt x="77405" y="65548"/>
                    <a:pt x="77688" y="65500"/>
                  </a:cubicBezTo>
                  <a:cubicBezTo>
                    <a:pt x="78054" y="65437"/>
                    <a:pt x="78049" y="64970"/>
                    <a:pt x="77757" y="64812"/>
                  </a:cubicBezTo>
                  <a:cubicBezTo>
                    <a:pt x="77634" y="64745"/>
                    <a:pt x="77647" y="64581"/>
                    <a:pt x="77751" y="64507"/>
                  </a:cubicBezTo>
                  <a:cubicBezTo>
                    <a:pt x="77909" y="64395"/>
                    <a:pt x="78069" y="64282"/>
                    <a:pt x="78227" y="64170"/>
                  </a:cubicBezTo>
                  <a:cubicBezTo>
                    <a:pt x="78145" y="64048"/>
                    <a:pt x="78116" y="63899"/>
                    <a:pt x="78138" y="63739"/>
                  </a:cubicBezTo>
                  <a:cubicBezTo>
                    <a:pt x="78153" y="63646"/>
                    <a:pt x="78268" y="63586"/>
                    <a:pt x="78354" y="63609"/>
                  </a:cubicBezTo>
                  <a:cubicBezTo>
                    <a:pt x="78519" y="63653"/>
                    <a:pt x="78676" y="63718"/>
                    <a:pt x="78821" y="63808"/>
                  </a:cubicBezTo>
                  <a:cubicBezTo>
                    <a:pt x="78817" y="63187"/>
                    <a:pt x="78917" y="62569"/>
                    <a:pt x="79118" y="61980"/>
                  </a:cubicBezTo>
                  <a:cubicBezTo>
                    <a:pt x="79139" y="61920"/>
                    <a:pt x="79181" y="61872"/>
                    <a:pt x="79235" y="61849"/>
                  </a:cubicBezTo>
                  <a:cubicBezTo>
                    <a:pt x="79239" y="61842"/>
                    <a:pt x="79243" y="61834"/>
                    <a:pt x="79248" y="61827"/>
                  </a:cubicBezTo>
                  <a:cubicBezTo>
                    <a:pt x="79408" y="61554"/>
                    <a:pt x="79775" y="61494"/>
                    <a:pt x="80065" y="61481"/>
                  </a:cubicBezTo>
                  <a:cubicBezTo>
                    <a:pt x="80394" y="61466"/>
                    <a:pt x="80745" y="61557"/>
                    <a:pt x="80946" y="61838"/>
                  </a:cubicBezTo>
                  <a:cubicBezTo>
                    <a:pt x="81056" y="61994"/>
                    <a:pt x="81103" y="62180"/>
                    <a:pt x="81073" y="62357"/>
                  </a:cubicBezTo>
                  <a:cubicBezTo>
                    <a:pt x="81181" y="62409"/>
                    <a:pt x="81272" y="62502"/>
                    <a:pt x="81328" y="62610"/>
                  </a:cubicBezTo>
                  <a:cubicBezTo>
                    <a:pt x="81460" y="62865"/>
                    <a:pt x="81415" y="63114"/>
                    <a:pt x="81292" y="63361"/>
                  </a:cubicBezTo>
                  <a:cubicBezTo>
                    <a:pt x="81181" y="63581"/>
                    <a:pt x="80995" y="63808"/>
                    <a:pt x="81084" y="64068"/>
                  </a:cubicBezTo>
                  <a:cubicBezTo>
                    <a:pt x="81175" y="64334"/>
                    <a:pt x="81484" y="64349"/>
                    <a:pt x="81616" y="64579"/>
                  </a:cubicBezTo>
                  <a:cubicBezTo>
                    <a:pt x="81763" y="64838"/>
                    <a:pt x="81694" y="65197"/>
                    <a:pt x="81601" y="65459"/>
                  </a:cubicBezTo>
                  <a:cubicBezTo>
                    <a:pt x="81502" y="65736"/>
                    <a:pt x="81348" y="65991"/>
                    <a:pt x="81259" y="66270"/>
                  </a:cubicBezTo>
                  <a:cubicBezTo>
                    <a:pt x="81197" y="66462"/>
                    <a:pt x="81162" y="66677"/>
                    <a:pt x="81214" y="66874"/>
                  </a:cubicBezTo>
                  <a:cubicBezTo>
                    <a:pt x="81268" y="67088"/>
                    <a:pt x="81411" y="67176"/>
                    <a:pt x="81607" y="67252"/>
                  </a:cubicBezTo>
                  <a:cubicBezTo>
                    <a:pt x="81893" y="67362"/>
                    <a:pt x="82157" y="67553"/>
                    <a:pt x="82107" y="67899"/>
                  </a:cubicBezTo>
                  <a:cubicBezTo>
                    <a:pt x="82071" y="68148"/>
                    <a:pt x="81880" y="68346"/>
                    <a:pt x="81681" y="68498"/>
                  </a:cubicBezTo>
                  <a:cubicBezTo>
                    <a:pt x="81575" y="68656"/>
                    <a:pt x="81469" y="68814"/>
                    <a:pt x="81363" y="68974"/>
                  </a:cubicBezTo>
                  <a:cubicBezTo>
                    <a:pt x="81445" y="68956"/>
                    <a:pt x="81547" y="68876"/>
                    <a:pt x="81595" y="68850"/>
                  </a:cubicBezTo>
                  <a:cubicBezTo>
                    <a:pt x="81735" y="68775"/>
                    <a:pt x="81885" y="68712"/>
                    <a:pt x="82047" y="68749"/>
                  </a:cubicBezTo>
                  <a:cubicBezTo>
                    <a:pt x="82226" y="68790"/>
                    <a:pt x="82358" y="68939"/>
                    <a:pt x="82416" y="69108"/>
                  </a:cubicBezTo>
                  <a:cubicBezTo>
                    <a:pt x="82469" y="69261"/>
                    <a:pt x="82455" y="69428"/>
                    <a:pt x="82430" y="69588"/>
                  </a:cubicBezTo>
                  <a:cubicBezTo>
                    <a:pt x="82522" y="69625"/>
                    <a:pt x="82613" y="69668"/>
                    <a:pt x="82702" y="69705"/>
                  </a:cubicBezTo>
                  <a:cubicBezTo>
                    <a:pt x="82758" y="69729"/>
                    <a:pt x="82812" y="69752"/>
                    <a:pt x="82867" y="69774"/>
                  </a:cubicBezTo>
                  <a:cubicBezTo>
                    <a:pt x="82910" y="69541"/>
                    <a:pt x="82953" y="69307"/>
                    <a:pt x="82996" y="69075"/>
                  </a:cubicBezTo>
                  <a:cubicBezTo>
                    <a:pt x="83005" y="69022"/>
                    <a:pt x="83014" y="68972"/>
                    <a:pt x="83024" y="68922"/>
                  </a:cubicBezTo>
                  <a:cubicBezTo>
                    <a:pt x="83061" y="68721"/>
                    <a:pt x="83312" y="68727"/>
                    <a:pt x="83416" y="68863"/>
                  </a:cubicBezTo>
                  <a:cubicBezTo>
                    <a:pt x="83617" y="69128"/>
                    <a:pt x="84091" y="69177"/>
                    <a:pt x="84348" y="68957"/>
                  </a:cubicBezTo>
                  <a:cubicBezTo>
                    <a:pt x="84482" y="68842"/>
                    <a:pt x="84670" y="68913"/>
                    <a:pt x="84690" y="69089"/>
                  </a:cubicBezTo>
                  <a:cubicBezTo>
                    <a:pt x="84694" y="69138"/>
                    <a:pt x="84697" y="69186"/>
                    <a:pt x="84697" y="69233"/>
                  </a:cubicBezTo>
                  <a:cubicBezTo>
                    <a:pt x="84703" y="69510"/>
                    <a:pt x="84634" y="69783"/>
                    <a:pt x="84547" y="70047"/>
                  </a:cubicBezTo>
                  <a:cubicBezTo>
                    <a:pt x="84746" y="70131"/>
                    <a:pt x="84889" y="70358"/>
                    <a:pt x="84902" y="70574"/>
                  </a:cubicBezTo>
                  <a:cubicBezTo>
                    <a:pt x="84911" y="70771"/>
                    <a:pt x="84833" y="70951"/>
                    <a:pt x="84781" y="71137"/>
                  </a:cubicBezTo>
                  <a:cubicBezTo>
                    <a:pt x="84770" y="71178"/>
                    <a:pt x="84753" y="71236"/>
                    <a:pt x="84744" y="71293"/>
                  </a:cubicBezTo>
                  <a:cubicBezTo>
                    <a:pt x="85047" y="71115"/>
                    <a:pt x="85397" y="70977"/>
                    <a:pt x="85737" y="71098"/>
                  </a:cubicBezTo>
                  <a:cubicBezTo>
                    <a:pt x="86131" y="71239"/>
                    <a:pt x="86436" y="71701"/>
                    <a:pt x="86202" y="72102"/>
                  </a:cubicBezTo>
                  <a:cubicBezTo>
                    <a:pt x="86198" y="72110"/>
                    <a:pt x="86195" y="72117"/>
                    <a:pt x="86189" y="72123"/>
                  </a:cubicBezTo>
                  <a:cubicBezTo>
                    <a:pt x="86304" y="72292"/>
                    <a:pt x="86513" y="72404"/>
                    <a:pt x="86713" y="72394"/>
                  </a:cubicBezTo>
                  <a:cubicBezTo>
                    <a:pt x="86896" y="72385"/>
                    <a:pt x="87085" y="72225"/>
                    <a:pt x="87296" y="72232"/>
                  </a:cubicBezTo>
                  <a:cubicBezTo>
                    <a:pt x="87593" y="72244"/>
                    <a:pt x="87768" y="72517"/>
                    <a:pt x="87792" y="72790"/>
                  </a:cubicBezTo>
                  <a:cubicBezTo>
                    <a:pt x="87809" y="73004"/>
                    <a:pt x="87734" y="73224"/>
                    <a:pt x="87623" y="73410"/>
                  </a:cubicBezTo>
                  <a:lnTo>
                    <a:pt x="0" y="51901"/>
                  </a:lnTo>
                  <a:lnTo>
                    <a:pt x="0" y="12954"/>
                  </a:lnTo>
                  <a:lnTo>
                    <a:pt x="0" y="12954"/>
                  </a:lnTo>
                  <a:close/>
                  <a:moveTo>
                    <a:pt x="65523" y="42922"/>
                  </a:moveTo>
                  <a:lnTo>
                    <a:pt x="65523" y="42922"/>
                  </a:lnTo>
                  <a:cubicBezTo>
                    <a:pt x="65534" y="42917"/>
                    <a:pt x="65536" y="42913"/>
                    <a:pt x="65523" y="42922"/>
                  </a:cubicBezTo>
                  <a:close/>
                  <a:moveTo>
                    <a:pt x="72933" y="50899"/>
                  </a:moveTo>
                  <a:lnTo>
                    <a:pt x="72933" y="50899"/>
                  </a:lnTo>
                  <a:cubicBezTo>
                    <a:pt x="72931" y="50899"/>
                    <a:pt x="72929" y="50901"/>
                    <a:pt x="72929" y="50901"/>
                  </a:cubicBezTo>
                  <a:cubicBezTo>
                    <a:pt x="72931" y="50906"/>
                    <a:pt x="72931" y="50903"/>
                    <a:pt x="72933" y="50899"/>
                  </a:cubicBezTo>
                  <a:close/>
                  <a:moveTo>
                    <a:pt x="65289" y="44689"/>
                  </a:moveTo>
                  <a:lnTo>
                    <a:pt x="65289" y="44689"/>
                  </a:lnTo>
                  <a:cubicBezTo>
                    <a:pt x="65302" y="44697"/>
                    <a:pt x="65335" y="44695"/>
                    <a:pt x="65289" y="44689"/>
                  </a:cubicBezTo>
                  <a:close/>
                  <a:moveTo>
                    <a:pt x="65252" y="42586"/>
                  </a:moveTo>
                  <a:lnTo>
                    <a:pt x="65252" y="42586"/>
                  </a:lnTo>
                  <a:cubicBezTo>
                    <a:pt x="65233" y="42586"/>
                    <a:pt x="65231" y="42601"/>
                    <a:pt x="65252" y="42586"/>
                  </a:cubicBezTo>
                  <a:close/>
                  <a:moveTo>
                    <a:pt x="52663" y="33888"/>
                  </a:moveTo>
                  <a:lnTo>
                    <a:pt x="52663" y="33888"/>
                  </a:lnTo>
                  <a:cubicBezTo>
                    <a:pt x="52682" y="33984"/>
                    <a:pt x="52758" y="34064"/>
                    <a:pt x="52832" y="34139"/>
                  </a:cubicBezTo>
                  <a:cubicBezTo>
                    <a:pt x="52853" y="34161"/>
                    <a:pt x="52875" y="34183"/>
                    <a:pt x="52895" y="34204"/>
                  </a:cubicBezTo>
                  <a:cubicBezTo>
                    <a:pt x="52908" y="33899"/>
                    <a:pt x="52918" y="33594"/>
                    <a:pt x="52925" y="33289"/>
                  </a:cubicBezTo>
                  <a:cubicBezTo>
                    <a:pt x="52894" y="33367"/>
                    <a:pt x="52855" y="33443"/>
                    <a:pt x="52812" y="33514"/>
                  </a:cubicBezTo>
                  <a:cubicBezTo>
                    <a:pt x="52747" y="33624"/>
                    <a:pt x="52641" y="33774"/>
                    <a:pt x="52663" y="33888"/>
                  </a:cubicBezTo>
                  <a:lnTo>
                    <a:pt x="52663" y="33888"/>
                  </a:lnTo>
                  <a:close/>
                  <a:moveTo>
                    <a:pt x="49831" y="31563"/>
                  </a:moveTo>
                  <a:lnTo>
                    <a:pt x="49831" y="31563"/>
                  </a:lnTo>
                  <a:cubicBezTo>
                    <a:pt x="49829" y="31557"/>
                    <a:pt x="49825" y="31552"/>
                    <a:pt x="49821" y="31548"/>
                  </a:cubicBezTo>
                  <a:cubicBezTo>
                    <a:pt x="49823" y="31550"/>
                    <a:pt x="49827" y="31561"/>
                    <a:pt x="49831" y="31563"/>
                  </a:cubicBezTo>
                  <a:close/>
                  <a:moveTo>
                    <a:pt x="43227" y="17563"/>
                  </a:moveTo>
                  <a:lnTo>
                    <a:pt x="43227" y="17563"/>
                  </a:lnTo>
                  <a:cubicBezTo>
                    <a:pt x="43219" y="17566"/>
                    <a:pt x="43223" y="17576"/>
                    <a:pt x="43227" y="17563"/>
                  </a:cubicBezTo>
                  <a:close/>
                  <a:moveTo>
                    <a:pt x="41395" y="13981"/>
                  </a:moveTo>
                  <a:lnTo>
                    <a:pt x="41395" y="13981"/>
                  </a:lnTo>
                  <a:cubicBezTo>
                    <a:pt x="41395" y="13955"/>
                    <a:pt x="41363" y="13977"/>
                    <a:pt x="41395" y="13981"/>
                  </a:cubicBezTo>
                  <a:close/>
                  <a:moveTo>
                    <a:pt x="2566" y="14632"/>
                  </a:moveTo>
                  <a:cubicBezTo>
                    <a:pt x="2570" y="14632"/>
                    <a:pt x="2579" y="14622"/>
                    <a:pt x="2581" y="14622"/>
                  </a:cubicBezTo>
                  <a:cubicBezTo>
                    <a:pt x="2576" y="14622"/>
                    <a:pt x="2570" y="14626"/>
                    <a:pt x="2566" y="14632"/>
                  </a:cubicBezTo>
                  <a:close/>
                  <a:moveTo>
                    <a:pt x="14902" y="5279"/>
                  </a:moveTo>
                  <a:cubicBezTo>
                    <a:pt x="14899" y="5292"/>
                    <a:pt x="14908" y="5286"/>
                    <a:pt x="14902" y="5279"/>
                  </a:cubicBezTo>
                  <a:close/>
                  <a:moveTo>
                    <a:pt x="18183" y="2952"/>
                  </a:moveTo>
                  <a:cubicBezTo>
                    <a:pt x="18213" y="2963"/>
                    <a:pt x="18196" y="2930"/>
                    <a:pt x="18183" y="29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765100" y="4650050"/>
              <a:ext cx="5726254" cy="1179386"/>
            </a:xfrm>
            <a:custGeom>
              <a:avLst/>
              <a:gdLst/>
              <a:ahLst/>
              <a:cxnLst/>
              <a:rect l="l" t="t" r="r" b="b"/>
              <a:pathLst>
                <a:path w="105204" h="60265" extrusionOk="0">
                  <a:moveTo>
                    <a:pt x="3460" y="60265"/>
                  </a:moveTo>
                  <a:cubicBezTo>
                    <a:pt x="2450" y="59482"/>
                    <a:pt x="1453" y="58684"/>
                    <a:pt x="465" y="57882"/>
                  </a:cubicBezTo>
                  <a:cubicBezTo>
                    <a:pt x="445" y="57893"/>
                    <a:pt x="423" y="57905"/>
                    <a:pt x="402" y="57916"/>
                  </a:cubicBezTo>
                  <a:cubicBezTo>
                    <a:pt x="186" y="58031"/>
                    <a:pt x="0" y="57713"/>
                    <a:pt x="211" y="57590"/>
                  </a:cubicBezTo>
                  <a:cubicBezTo>
                    <a:pt x="240" y="57574"/>
                    <a:pt x="270" y="57555"/>
                    <a:pt x="298" y="57538"/>
                  </a:cubicBezTo>
                  <a:cubicBezTo>
                    <a:pt x="503" y="57412"/>
                    <a:pt x="698" y="57272"/>
                    <a:pt x="897" y="57138"/>
                  </a:cubicBezTo>
                  <a:cubicBezTo>
                    <a:pt x="1109" y="56997"/>
                    <a:pt x="1315" y="56845"/>
                    <a:pt x="1511" y="56675"/>
                  </a:cubicBezTo>
                  <a:cubicBezTo>
                    <a:pt x="1894" y="56346"/>
                    <a:pt x="2232" y="55965"/>
                    <a:pt x="2463" y="55513"/>
                  </a:cubicBezTo>
                  <a:cubicBezTo>
                    <a:pt x="2697" y="55052"/>
                    <a:pt x="2755" y="54553"/>
                    <a:pt x="2777" y="54042"/>
                  </a:cubicBezTo>
                  <a:cubicBezTo>
                    <a:pt x="2790" y="53746"/>
                    <a:pt x="2794" y="53447"/>
                    <a:pt x="2837" y="53153"/>
                  </a:cubicBezTo>
                  <a:cubicBezTo>
                    <a:pt x="2878" y="52880"/>
                    <a:pt x="3069" y="52682"/>
                    <a:pt x="3357" y="52703"/>
                  </a:cubicBezTo>
                  <a:cubicBezTo>
                    <a:pt x="3636" y="52723"/>
                    <a:pt x="3921" y="52803"/>
                    <a:pt x="4196" y="52855"/>
                  </a:cubicBezTo>
                  <a:cubicBezTo>
                    <a:pt x="4350" y="52885"/>
                    <a:pt x="4507" y="52913"/>
                    <a:pt x="4663" y="52943"/>
                  </a:cubicBezTo>
                  <a:cubicBezTo>
                    <a:pt x="4668" y="52945"/>
                    <a:pt x="4732" y="52952"/>
                    <a:pt x="4776" y="52959"/>
                  </a:cubicBezTo>
                  <a:cubicBezTo>
                    <a:pt x="4799" y="52658"/>
                    <a:pt x="4795" y="52355"/>
                    <a:pt x="4804" y="52054"/>
                  </a:cubicBezTo>
                  <a:cubicBezTo>
                    <a:pt x="4814" y="51801"/>
                    <a:pt x="4877" y="51529"/>
                    <a:pt x="5165" y="51472"/>
                  </a:cubicBezTo>
                  <a:cubicBezTo>
                    <a:pt x="5306" y="51444"/>
                    <a:pt x="5433" y="51496"/>
                    <a:pt x="5572" y="51511"/>
                  </a:cubicBezTo>
                  <a:cubicBezTo>
                    <a:pt x="5641" y="51520"/>
                    <a:pt x="5671" y="51509"/>
                    <a:pt x="5716" y="51466"/>
                  </a:cubicBezTo>
                  <a:cubicBezTo>
                    <a:pt x="5849" y="51345"/>
                    <a:pt x="5844" y="51148"/>
                    <a:pt x="5794" y="50983"/>
                  </a:cubicBezTo>
                  <a:cubicBezTo>
                    <a:pt x="5719" y="50744"/>
                    <a:pt x="5576" y="50536"/>
                    <a:pt x="5487" y="50304"/>
                  </a:cubicBezTo>
                  <a:cubicBezTo>
                    <a:pt x="5403" y="50081"/>
                    <a:pt x="5368" y="49815"/>
                    <a:pt x="5444" y="49584"/>
                  </a:cubicBezTo>
                  <a:cubicBezTo>
                    <a:pt x="5533" y="49324"/>
                    <a:pt x="5768" y="49100"/>
                    <a:pt x="6060" y="49160"/>
                  </a:cubicBezTo>
                  <a:cubicBezTo>
                    <a:pt x="6264" y="49203"/>
                    <a:pt x="6411" y="49404"/>
                    <a:pt x="6586" y="49456"/>
                  </a:cubicBezTo>
                  <a:cubicBezTo>
                    <a:pt x="6777" y="49513"/>
                    <a:pt x="7008" y="49454"/>
                    <a:pt x="7161" y="49318"/>
                  </a:cubicBezTo>
                  <a:cubicBezTo>
                    <a:pt x="7157" y="49311"/>
                    <a:pt x="7153" y="49303"/>
                    <a:pt x="7151" y="49294"/>
                  </a:cubicBezTo>
                  <a:cubicBezTo>
                    <a:pt x="7019" y="48849"/>
                    <a:pt x="7427" y="48474"/>
                    <a:pt x="7843" y="48431"/>
                  </a:cubicBezTo>
                  <a:cubicBezTo>
                    <a:pt x="8202" y="48394"/>
                    <a:pt x="8509" y="48611"/>
                    <a:pt x="8760" y="48855"/>
                  </a:cubicBezTo>
                  <a:cubicBezTo>
                    <a:pt x="8766" y="48797"/>
                    <a:pt x="8764" y="48738"/>
                    <a:pt x="8762" y="48697"/>
                  </a:cubicBezTo>
                  <a:cubicBezTo>
                    <a:pt x="8754" y="48503"/>
                    <a:pt x="8723" y="48308"/>
                    <a:pt x="8780" y="48120"/>
                  </a:cubicBezTo>
                  <a:cubicBezTo>
                    <a:pt x="8844" y="47912"/>
                    <a:pt x="9037" y="47728"/>
                    <a:pt x="9249" y="47693"/>
                  </a:cubicBezTo>
                  <a:cubicBezTo>
                    <a:pt x="9229" y="47415"/>
                    <a:pt x="9227" y="47137"/>
                    <a:pt x="9297" y="46867"/>
                  </a:cubicBezTo>
                  <a:cubicBezTo>
                    <a:pt x="9309" y="46820"/>
                    <a:pt x="9323" y="46776"/>
                    <a:pt x="9340" y="46731"/>
                  </a:cubicBezTo>
                  <a:cubicBezTo>
                    <a:pt x="9400" y="46564"/>
                    <a:pt x="9601" y="46540"/>
                    <a:pt x="9703" y="46683"/>
                  </a:cubicBezTo>
                  <a:cubicBezTo>
                    <a:pt x="9900" y="46958"/>
                    <a:pt x="10371" y="47023"/>
                    <a:pt x="10631" y="46813"/>
                  </a:cubicBezTo>
                  <a:cubicBezTo>
                    <a:pt x="10763" y="46705"/>
                    <a:pt x="11008" y="46761"/>
                    <a:pt x="10997" y="46964"/>
                  </a:cubicBezTo>
                  <a:cubicBezTo>
                    <a:pt x="10994" y="47016"/>
                    <a:pt x="10992" y="47068"/>
                    <a:pt x="10988" y="47118"/>
                  </a:cubicBezTo>
                  <a:cubicBezTo>
                    <a:pt x="10975" y="47356"/>
                    <a:pt x="10960" y="47592"/>
                    <a:pt x="10945" y="47830"/>
                  </a:cubicBezTo>
                  <a:cubicBezTo>
                    <a:pt x="11005" y="47821"/>
                    <a:pt x="11062" y="47812"/>
                    <a:pt x="11122" y="47802"/>
                  </a:cubicBezTo>
                  <a:cubicBezTo>
                    <a:pt x="11219" y="47787"/>
                    <a:pt x="11315" y="47767"/>
                    <a:pt x="11414" y="47752"/>
                  </a:cubicBezTo>
                  <a:cubicBezTo>
                    <a:pt x="11429" y="47590"/>
                    <a:pt x="11455" y="47425"/>
                    <a:pt x="11542" y="47289"/>
                  </a:cubicBezTo>
                  <a:cubicBezTo>
                    <a:pt x="11639" y="47138"/>
                    <a:pt x="11803" y="47027"/>
                    <a:pt x="11987" y="47029"/>
                  </a:cubicBezTo>
                  <a:cubicBezTo>
                    <a:pt x="12152" y="47031"/>
                    <a:pt x="12282" y="47127"/>
                    <a:pt x="12401" y="47235"/>
                  </a:cubicBezTo>
                  <a:cubicBezTo>
                    <a:pt x="12442" y="47270"/>
                    <a:pt x="12522" y="47373"/>
                    <a:pt x="12597" y="47410"/>
                  </a:cubicBezTo>
                  <a:cubicBezTo>
                    <a:pt x="12532" y="47230"/>
                    <a:pt x="12466" y="47051"/>
                    <a:pt x="12401" y="46871"/>
                  </a:cubicBezTo>
                  <a:cubicBezTo>
                    <a:pt x="12245" y="46677"/>
                    <a:pt x="12106" y="46439"/>
                    <a:pt x="12130" y="46188"/>
                  </a:cubicBezTo>
                  <a:cubicBezTo>
                    <a:pt x="12165" y="45842"/>
                    <a:pt x="12466" y="45719"/>
                    <a:pt x="12770" y="45680"/>
                  </a:cubicBezTo>
                  <a:cubicBezTo>
                    <a:pt x="12978" y="45652"/>
                    <a:pt x="13138" y="45600"/>
                    <a:pt x="13242" y="45409"/>
                  </a:cubicBezTo>
                  <a:cubicBezTo>
                    <a:pt x="13339" y="45228"/>
                    <a:pt x="13355" y="45009"/>
                    <a:pt x="13342" y="44808"/>
                  </a:cubicBezTo>
                  <a:cubicBezTo>
                    <a:pt x="13324" y="44516"/>
                    <a:pt x="13233" y="44233"/>
                    <a:pt x="13205" y="43941"/>
                  </a:cubicBezTo>
                  <a:cubicBezTo>
                    <a:pt x="13177" y="43662"/>
                    <a:pt x="13194" y="43298"/>
                    <a:pt x="13398" y="43084"/>
                  </a:cubicBezTo>
                  <a:cubicBezTo>
                    <a:pt x="13582" y="42891"/>
                    <a:pt x="13885" y="42948"/>
                    <a:pt x="14038" y="42712"/>
                  </a:cubicBezTo>
                  <a:cubicBezTo>
                    <a:pt x="14187" y="42482"/>
                    <a:pt x="14060" y="42217"/>
                    <a:pt x="14005" y="41978"/>
                  </a:cubicBezTo>
                  <a:cubicBezTo>
                    <a:pt x="13943" y="41708"/>
                    <a:pt x="13960" y="41453"/>
                    <a:pt x="14150" y="41237"/>
                  </a:cubicBezTo>
                  <a:cubicBezTo>
                    <a:pt x="14230" y="41146"/>
                    <a:pt x="14339" y="41077"/>
                    <a:pt x="14455" y="41055"/>
                  </a:cubicBezTo>
                  <a:cubicBezTo>
                    <a:pt x="14469" y="40875"/>
                    <a:pt x="14559" y="40705"/>
                    <a:pt x="14704" y="40581"/>
                  </a:cubicBezTo>
                  <a:cubicBezTo>
                    <a:pt x="14964" y="40356"/>
                    <a:pt x="15329" y="40352"/>
                    <a:pt x="15645" y="40443"/>
                  </a:cubicBezTo>
                  <a:cubicBezTo>
                    <a:pt x="15922" y="40523"/>
                    <a:pt x="16264" y="40670"/>
                    <a:pt x="16355" y="40975"/>
                  </a:cubicBezTo>
                  <a:cubicBezTo>
                    <a:pt x="16357" y="40983"/>
                    <a:pt x="16359" y="40990"/>
                    <a:pt x="16361" y="40999"/>
                  </a:cubicBezTo>
                  <a:cubicBezTo>
                    <a:pt x="16407" y="41033"/>
                    <a:pt x="16439" y="41089"/>
                    <a:pt x="16445" y="41154"/>
                  </a:cubicBezTo>
                  <a:cubicBezTo>
                    <a:pt x="16500" y="41773"/>
                    <a:pt x="16450" y="42396"/>
                    <a:pt x="16298" y="42999"/>
                  </a:cubicBezTo>
                  <a:cubicBezTo>
                    <a:pt x="16459" y="42948"/>
                    <a:pt x="16627" y="42920"/>
                    <a:pt x="16798" y="42917"/>
                  </a:cubicBezTo>
                  <a:cubicBezTo>
                    <a:pt x="16887" y="42915"/>
                    <a:pt x="16986" y="43000"/>
                    <a:pt x="16976" y="43095"/>
                  </a:cubicBezTo>
                  <a:cubicBezTo>
                    <a:pt x="16962" y="43255"/>
                    <a:pt x="16895" y="43393"/>
                    <a:pt x="16787" y="43493"/>
                  </a:cubicBezTo>
                  <a:cubicBezTo>
                    <a:pt x="16915" y="43638"/>
                    <a:pt x="17042" y="43785"/>
                    <a:pt x="17170" y="43934"/>
                  </a:cubicBezTo>
                  <a:cubicBezTo>
                    <a:pt x="17254" y="44031"/>
                    <a:pt x="17227" y="44193"/>
                    <a:pt x="17092" y="44228"/>
                  </a:cubicBezTo>
                  <a:cubicBezTo>
                    <a:pt x="16770" y="44312"/>
                    <a:pt x="16653" y="44763"/>
                    <a:pt x="16995" y="44912"/>
                  </a:cubicBezTo>
                  <a:cubicBezTo>
                    <a:pt x="17257" y="45026"/>
                    <a:pt x="17477" y="44750"/>
                    <a:pt x="17376" y="44520"/>
                  </a:cubicBezTo>
                  <a:cubicBezTo>
                    <a:pt x="17367" y="44498"/>
                    <a:pt x="17354" y="44475"/>
                    <a:pt x="17335" y="44453"/>
                  </a:cubicBezTo>
                  <a:cubicBezTo>
                    <a:pt x="17291" y="44393"/>
                    <a:pt x="17313" y="44291"/>
                    <a:pt x="17363" y="44243"/>
                  </a:cubicBezTo>
                  <a:cubicBezTo>
                    <a:pt x="17421" y="44185"/>
                    <a:pt x="17503" y="44183"/>
                    <a:pt x="17573" y="44215"/>
                  </a:cubicBezTo>
                  <a:cubicBezTo>
                    <a:pt x="17609" y="44232"/>
                    <a:pt x="17644" y="44248"/>
                    <a:pt x="17679" y="44265"/>
                  </a:cubicBezTo>
                  <a:cubicBezTo>
                    <a:pt x="17709" y="44131"/>
                    <a:pt x="17724" y="43995"/>
                    <a:pt x="17724" y="43858"/>
                  </a:cubicBezTo>
                  <a:cubicBezTo>
                    <a:pt x="17659" y="43752"/>
                    <a:pt x="17691" y="43609"/>
                    <a:pt x="17798" y="43525"/>
                  </a:cubicBezTo>
                  <a:cubicBezTo>
                    <a:pt x="17890" y="43454"/>
                    <a:pt x="17992" y="43523"/>
                    <a:pt x="18033" y="43610"/>
                  </a:cubicBezTo>
                  <a:cubicBezTo>
                    <a:pt x="18096" y="43573"/>
                    <a:pt x="18159" y="43514"/>
                    <a:pt x="18204" y="43480"/>
                  </a:cubicBezTo>
                  <a:cubicBezTo>
                    <a:pt x="18295" y="43413"/>
                    <a:pt x="18382" y="43343"/>
                    <a:pt x="18466" y="43270"/>
                  </a:cubicBezTo>
                  <a:cubicBezTo>
                    <a:pt x="18606" y="43153"/>
                    <a:pt x="18741" y="43026"/>
                    <a:pt x="18866" y="42894"/>
                  </a:cubicBezTo>
                  <a:cubicBezTo>
                    <a:pt x="18600" y="42561"/>
                    <a:pt x="18382" y="42121"/>
                    <a:pt x="18663" y="41730"/>
                  </a:cubicBezTo>
                  <a:cubicBezTo>
                    <a:pt x="18793" y="41548"/>
                    <a:pt x="19005" y="41421"/>
                    <a:pt x="19234" y="41461"/>
                  </a:cubicBezTo>
                  <a:cubicBezTo>
                    <a:pt x="19348" y="41481"/>
                    <a:pt x="19435" y="41540"/>
                    <a:pt x="19530" y="41600"/>
                  </a:cubicBezTo>
                  <a:cubicBezTo>
                    <a:pt x="19491" y="41475"/>
                    <a:pt x="19493" y="41332"/>
                    <a:pt x="19530" y="41211"/>
                  </a:cubicBezTo>
                  <a:cubicBezTo>
                    <a:pt x="19625" y="40901"/>
                    <a:pt x="19920" y="40758"/>
                    <a:pt x="20103" y="40510"/>
                  </a:cubicBezTo>
                  <a:cubicBezTo>
                    <a:pt x="20173" y="40417"/>
                    <a:pt x="20283" y="40399"/>
                    <a:pt x="20374" y="40475"/>
                  </a:cubicBezTo>
                  <a:cubicBezTo>
                    <a:pt x="20445" y="40538"/>
                    <a:pt x="20538" y="40545"/>
                    <a:pt x="20620" y="40519"/>
                  </a:cubicBezTo>
                  <a:cubicBezTo>
                    <a:pt x="20568" y="40227"/>
                    <a:pt x="20616" y="39928"/>
                    <a:pt x="20763" y="39666"/>
                  </a:cubicBezTo>
                  <a:cubicBezTo>
                    <a:pt x="20800" y="39603"/>
                    <a:pt x="20880" y="39573"/>
                    <a:pt x="20951" y="39591"/>
                  </a:cubicBezTo>
                  <a:cubicBezTo>
                    <a:pt x="21256" y="39670"/>
                    <a:pt x="21581" y="39664"/>
                    <a:pt x="21879" y="39565"/>
                  </a:cubicBezTo>
                  <a:cubicBezTo>
                    <a:pt x="21771" y="39283"/>
                    <a:pt x="21834" y="38941"/>
                    <a:pt x="22108" y="38764"/>
                  </a:cubicBezTo>
                  <a:cubicBezTo>
                    <a:pt x="22334" y="38617"/>
                    <a:pt x="22626" y="38660"/>
                    <a:pt x="22822" y="38821"/>
                  </a:cubicBezTo>
                  <a:cubicBezTo>
                    <a:pt x="22956" y="38712"/>
                    <a:pt x="23169" y="38686"/>
                    <a:pt x="23331" y="38755"/>
                  </a:cubicBezTo>
                  <a:cubicBezTo>
                    <a:pt x="23487" y="38820"/>
                    <a:pt x="23603" y="38941"/>
                    <a:pt x="23740" y="39033"/>
                  </a:cubicBezTo>
                  <a:cubicBezTo>
                    <a:pt x="23791" y="39065"/>
                    <a:pt x="23859" y="39100"/>
                    <a:pt x="23928" y="39113"/>
                  </a:cubicBezTo>
                  <a:cubicBezTo>
                    <a:pt x="23908" y="38957"/>
                    <a:pt x="23856" y="38805"/>
                    <a:pt x="23774" y="38662"/>
                  </a:cubicBezTo>
                  <a:cubicBezTo>
                    <a:pt x="23463" y="38113"/>
                    <a:pt x="22846" y="37641"/>
                    <a:pt x="22922" y="36945"/>
                  </a:cubicBezTo>
                  <a:cubicBezTo>
                    <a:pt x="22937" y="36815"/>
                    <a:pt x="23034" y="36731"/>
                    <a:pt x="23168" y="36759"/>
                  </a:cubicBezTo>
                  <a:cubicBezTo>
                    <a:pt x="23415" y="36809"/>
                    <a:pt x="23841" y="36910"/>
                    <a:pt x="23990" y="36621"/>
                  </a:cubicBezTo>
                  <a:cubicBezTo>
                    <a:pt x="24051" y="36502"/>
                    <a:pt x="23988" y="36354"/>
                    <a:pt x="23980" y="36229"/>
                  </a:cubicBezTo>
                  <a:cubicBezTo>
                    <a:pt x="23971" y="36063"/>
                    <a:pt x="24036" y="35930"/>
                    <a:pt x="24151" y="35816"/>
                  </a:cubicBezTo>
                  <a:cubicBezTo>
                    <a:pt x="24257" y="35716"/>
                    <a:pt x="24291" y="35639"/>
                    <a:pt x="24233" y="35498"/>
                  </a:cubicBezTo>
                  <a:cubicBezTo>
                    <a:pt x="24174" y="35357"/>
                    <a:pt x="24068" y="35249"/>
                    <a:pt x="23971" y="35134"/>
                  </a:cubicBezTo>
                  <a:cubicBezTo>
                    <a:pt x="23761" y="34881"/>
                    <a:pt x="23599" y="34589"/>
                    <a:pt x="23739" y="34263"/>
                  </a:cubicBezTo>
                  <a:cubicBezTo>
                    <a:pt x="23763" y="34207"/>
                    <a:pt x="23835" y="34176"/>
                    <a:pt x="23889" y="34176"/>
                  </a:cubicBezTo>
                  <a:cubicBezTo>
                    <a:pt x="24079" y="34179"/>
                    <a:pt x="24287" y="34176"/>
                    <a:pt x="24455" y="34073"/>
                  </a:cubicBezTo>
                  <a:cubicBezTo>
                    <a:pt x="24542" y="34020"/>
                    <a:pt x="24631" y="33882"/>
                    <a:pt x="24600" y="33796"/>
                  </a:cubicBezTo>
                  <a:cubicBezTo>
                    <a:pt x="24555" y="33679"/>
                    <a:pt x="24322" y="33657"/>
                    <a:pt x="24222" y="33612"/>
                  </a:cubicBezTo>
                  <a:cubicBezTo>
                    <a:pt x="24055" y="33538"/>
                    <a:pt x="23906" y="33389"/>
                    <a:pt x="23880" y="33201"/>
                  </a:cubicBezTo>
                  <a:cubicBezTo>
                    <a:pt x="23865" y="33092"/>
                    <a:pt x="23897" y="32986"/>
                    <a:pt x="23964" y="32898"/>
                  </a:cubicBezTo>
                  <a:cubicBezTo>
                    <a:pt x="24010" y="32837"/>
                    <a:pt x="24077" y="32798"/>
                    <a:pt x="24125" y="32738"/>
                  </a:cubicBezTo>
                  <a:cubicBezTo>
                    <a:pt x="24138" y="32721"/>
                    <a:pt x="24144" y="32701"/>
                    <a:pt x="24142" y="32686"/>
                  </a:cubicBezTo>
                  <a:cubicBezTo>
                    <a:pt x="24137" y="32623"/>
                    <a:pt x="24110" y="32558"/>
                    <a:pt x="24088" y="32498"/>
                  </a:cubicBezTo>
                  <a:cubicBezTo>
                    <a:pt x="23986" y="32206"/>
                    <a:pt x="23915" y="31864"/>
                    <a:pt x="24226" y="31667"/>
                  </a:cubicBezTo>
                  <a:cubicBezTo>
                    <a:pt x="24391" y="31563"/>
                    <a:pt x="24559" y="31561"/>
                    <a:pt x="24719" y="31613"/>
                  </a:cubicBezTo>
                  <a:cubicBezTo>
                    <a:pt x="24760" y="31490"/>
                    <a:pt x="24840" y="31394"/>
                    <a:pt x="24919" y="31293"/>
                  </a:cubicBezTo>
                  <a:cubicBezTo>
                    <a:pt x="24994" y="31198"/>
                    <a:pt x="25076" y="31102"/>
                    <a:pt x="25024" y="30977"/>
                  </a:cubicBezTo>
                  <a:cubicBezTo>
                    <a:pt x="24964" y="30834"/>
                    <a:pt x="24853" y="30707"/>
                    <a:pt x="24771" y="30577"/>
                  </a:cubicBezTo>
                  <a:cubicBezTo>
                    <a:pt x="24611" y="30320"/>
                    <a:pt x="24494" y="30019"/>
                    <a:pt x="24600" y="29720"/>
                  </a:cubicBezTo>
                  <a:cubicBezTo>
                    <a:pt x="24678" y="29500"/>
                    <a:pt x="24836" y="29342"/>
                    <a:pt x="25024" y="29210"/>
                  </a:cubicBezTo>
                  <a:cubicBezTo>
                    <a:pt x="25204" y="29084"/>
                    <a:pt x="25401" y="28985"/>
                    <a:pt x="25583" y="28861"/>
                  </a:cubicBezTo>
                  <a:cubicBezTo>
                    <a:pt x="25782" y="28725"/>
                    <a:pt x="25801" y="28451"/>
                    <a:pt x="25769" y="28236"/>
                  </a:cubicBezTo>
                  <a:cubicBezTo>
                    <a:pt x="25725" y="27916"/>
                    <a:pt x="25604" y="27611"/>
                    <a:pt x="25721" y="27289"/>
                  </a:cubicBezTo>
                  <a:cubicBezTo>
                    <a:pt x="25773" y="27142"/>
                    <a:pt x="25864" y="27014"/>
                    <a:pt x="25998" y="26932"/>
                  </a:cubicBezTo>
                  <a:cubicBezTo>
                    <a:pt x="26104" y="26865"/>
                    <a:pt x="26251" y="26856"/>
                    <a:pt x="26312" y="26737"/>
                  </a:cubicBezTo>
                  <a:cubicBezTo>
                    <a:pt x="26443" y="26493"/>
                    <a:pt x="26290" y="26182"/>
                    <a:pt x="26236" y="25939"/>
                  </a:cubicBezTo>
                  <a:cubicBezTo>
                    <a:pt x="26166" y="25625"/>
                    <a:pt x="26195" y="25312"/>
                    <a:pt x="26350" y="25028"/>
                  </a:cubicBezTo>
                  <a:cubicBezTo>
                    <a:pt x="26638" y="24494"/>
                    <a:pt x="27317" y="24272"/>
                    <a:pt x="27836" y="24626"/>
                  </a:cubicBezTo>
                  <a:cubicBezTo>
                    <a:pt x="28077" y="24791"/>
                    <a:pt x="28245" y="25044"/>
                    <a:pt x="28260" y="25344"/>
                  </a:cubicBezTo>
                  <a:cubicBezTo>
                    <a:pt x="28269" y="25530"/>
                    <a:pt x="28213" y="25712"/>
                    <a:pt x="28118" y="25870"/>
                  </a:cubicBezTo>
                  <a:cubicBezTo>
                    <a:pt x="28081" y="25931"/>
                    <a:pt x="28033" y="25991"/>
                    <a:pt x="28007" y="26058"/>
                  </a:cubicBezTo>
                  <a:cubicBezTo>
                    <a:pt x="27999" y="26075"/>
                    <a:pt x="27996" y="26089"/>
                    <a:pt x="27994" y="26106"/>
                  </a:cubicBezTo>
                  <a:cubicBezTo>
                    <a:pt x="27992" y="26112"/>
                    <a:pt x="27992" y="26117"/>
                    <a:pt x="27992" y="26125"/>
                  </a:cubicBezTo>
                  <a:cubicBezTo>
                    <a:pt x="27992" y="26125"/>
                    <a:pt x="27994" y="26129"/>
                    <a:pt x="27994" y="26136"/>
                  </a:cubicBezTo>
                  <a:cubicBezTo>
                    <a:pt x="27996" y="26143"/>
                    <a:pt x="28005" y="26162"/>
                    <a:pt x="28005" y="26166"/>
                  </a:cubicBezTo>
                  <a:lnTo>
                    <a:pt x="28005" y="26166"/>
                  </a:lnTo>
                  <a:lnTo>
                    <a:pt x="28005" y="26168"/>
                  </a:lnTo>
                  <a:cubicBezTo>
                    <a:pt x="28009" y="26173"/>
                    <a:pt x="28012" y="26179"/>
                    <a:pt x="28016" y="26182"/>
                  </a:cubicBezTo>
                  <a:cubicBezTo>
                    <a:pt x="28020" y="26190"/>
                    <a:pt x="28023" y="26197"/>
                    <a:pt x="28029" y="26203"/>
                  </a:cubicBezTo>
                  <a:lnTo>
                    <a:pt x="28029" y="26203"/>
                  </a:lnTo>
                  <a:cubicBezTo>
                    <a:pt x="28029" y="26205"/>
                    <a:pt x="28031" y="26207"/>
                    <a:pt x="28035" y="26210"/>
                  </a:cubicBezTo>
                  <a:cubicBezTo>
                    <a:pt x="28070" y="26251"/>
                    <a:pt x="28109" y="26287"/>
                    <a:pt x="28150" y="26320"/>
                  </a:cubicBezTo>
                  <a:cubicBezTo>
                    <a:pt x="28235" y="26394"/>
                    <a:pt x="28328" y="26460"/>
                    <a:pt x="28408" y="26538"/>
                  </a:cubicBezTo>
                  <a:cubicBezTo>
                    <a:pt x="28633" y="26759"/>
                    <a:pt x="28678" y="27023"/>
                    <a:pt x="28648" y="27328"/>
                  </a:cubicBezTo>
                  <a:cubicBezTo>
                    <a:pt x="28635" y="27447"/>
                    <a:pt x="28609" y="27587"/>
                    <a:pt x="28659" y="27702"/>
                  </a:cubicBezTo>
                  <a:cubicBezTo>
                    <a:pt x="28699" y="27793"/>
                    <a:pt x="28806" y="27840"/>
                    <a:pt x="28894" y="27877"/>
                  </a:cubicBezTo>
                  <a:cubicBezTo>
                    <a:pt x="29124" y="27972"/>
                    <a:pt x="29364" y="28061"/>
                    <a:pt x="29550" y="28238"/>
                  </a:cubicBezTo>
                  <a:cubicBezTo>
                    <a:pt x="29720" y="28397"/>
                    <a:pt x="29844" y="28604"/>
                    <a:pt x="29978" y="28794"/>
                  </a:cubicBezTo>
                  <a:cubicBezTo>
                    <a:pt x="30041" y="28883"/>
                    <a:pt x="30078" y="28942"/>
                    <a:pt x="30164" y="29019"/>
                  </a:cubicBezTo>
                  <a:cubicBezTo>
                    <a:pt x="30173" y="29026"/>
                    <a:pt x="30224" y="29061"/>
                    <a:pt x="30242" y="29069"/>
                  </a:cubicBezTo>
                  <a:cubicBezTo>
                    <a:pt x="30261" y="29078"/>
                    <a:pt x="30320" y="29091"/>
                    <a:pt x="30335" y="29091"/>
                  </a:cubicBezTo>
                  <a:cubicBezTo>
                    <a:pt x="30482" y="29102"/>
                    <a:pt x="30627" y="29275"/>
                    <a:pt x="30521" y="29418"/>
                  </a:cubicBezTo>
                  <a:cubicBezTo>
                    <a:pt x="30437" y="29536"/>
                    <a:pt x="30289" y="29710"/>
                    <a:pt x="30359" y="29863"/>
                  </a:cubicBezTo>
                  <a:cubicBezTo>
                    <a:pt x="30395" y="29939"/>
                    <a:pt x="30450" y="30006"/>
                    <a:pt x="30486" y="30082"/>
                  </a:cubicBezTo>
                  <a:cubicBezTo>
                    <a:pt x="30527" y="30174"/>
                    <a:pt x="30555" y="30268"/>
                    <a:pt x="30569" y="30365"/>
                  </a:cubicBezTo>
                  <a:cubicBezTo>
                    <a:pt x="30612" y="30644"/>
                    <a:pt x="30545" y="30981"/>
                    <a:pt x="30703" y="31228"/>
                  </a:cubicBezTo>
                  <a:cubicBezTo>
                    <a:pt x="30729" y="31269"/>
                    <a:pt x="30759" y="31304"/>
                    <a:pt x="30802" y="31327"/>
                  </a:cubicBezTo>
                  <a:cubicBezTo>
                    <a:pt x="30819" y="31336"/>
                    <a:pt x="30835" y="31340"/>
                    <a:pt x="30854" y="31345"/>
                  </a:cubicBezTo>
                  <a:cubicBezTo>
                    <a:pt x="30858" y="31345"/>
                    <a:pt x="30860" y="31347"/>
                    <a:pt x="30861" y="31347"/>
                  </a:cubicBezTo>
                  <a:lnTo>
                    <a:pt x="30861" y="31347"/>
                  </a:lnTo>
                  <a:cubicBezTo>
                    <a:pt x="30871" y="31347"/>
                    <a:pt x="30882" y="31347"/>
                    <a:pt x="30893" y="31347"/>
                  </a:cubicBezTo>
                  <a:cubicBezTo>
                    <a:pt x="30900" y="31347"/>
                    <a:pt x="30910" y="31347"/>
                    <a:pt x="30919" y="31347"/>
                  </a:cubicBezTo>
                  <a:lnTo>
                    <a:pt x="30919" y="31347"/>
                  </a:lnTo>
                  <a:cubicBezTo>
                    <a:pt x="30921" y="31345"/>
                    <a:pt x="30923" y="31345"/>
                    <a:pt x="30928" y="31343"/>
                  </a:cubicBezTo>
                  <a:cubicBezTo>
                    <a:pt x="30949" y="31338"/>
                    <a:pt x="30967" y="31332"/>
                    <a:pt x="30988" y="31325"/>
                  </a:cubicBezTo>
                  <a:cubicBezTo>
                    <a:pt x="30992" y="31323"/>
                    <a:pt x="31040" y="31302"/>
                    <a:pt x="31034" y="31306"/>
                  </a:cubicBezTo>
                  <a:cubicBezTo>
                    <a:pt x="31053" y="31299"/>
                    <a:pt x="31070" y="31289"/>
                    <a:pt x="31086" y="31280"/>
                  </a:cubicBezTo>
                  <a:cubicBezTo>
                    <a:pt x="31382" y="31113"/>
                    <a:pt x="31676" y="30737"/>
                    <a:pt x="32039" y="30774"/>
                  </a:cubicBezTo>
                  <a:cubicBezTo>
                    <a:pt x="32057" y="30763"/>
                    <a:pt x="32076" y="30756"/>
                    <a:pt x="32096" y="30748"/>
                  </a:cubicBezTo>
                  <a:cubicBezTo>
                    <a:pt x="32163" y="30726"/>
                    <a:pt x="32238" y="30717"/>
                    <a:pt x="32308" y="30702"/>
                  </a:cubicBezTo>
                  <a:cubicBezTo>
                    <a:pt x="32442" y="30672"/>
                    <a:pt x="32576" y="30648"/>
                    <a:pt x="32710" y="30624"/>
                  </a:cubicBezTo>
                  <a:cubicBezTo>
                    <a:pt x="32879" y="30594"/>
                    <a:pt x="33047" y="30564"/>
                    <a:pt x="33214" y="30532"/>
                  </a:cubicBezTo>
                  <a:cubicBezTo>
                    <a:pt x="33024" y="30267"/>
                    <a:pt x="32872" y="29965"/>
                    <a:pt x="32911" y="29636"/>
                  </a:cubicBezTo>
                  <a:cubicBezTo>
                    <a:pt x="32943" y="29353"/>
                    <a:pt x="33115" y="29071"/>
                    <a:pt x="33367" y="28942"/>
                  </a:cubicBezTo>
                  <a:cubicBezTo>
                    <a:pt x="33331" y="28848"/>
                    <a:pt x="33309" y="28745"/>
                    <a:pt x="33300" y="28634"/>
                  </a:cubicBezTo>
                  <a:cubicBezTo>
                    <a:pt x="33285" y="28423"/>
                    <a:pt x="33324" y="28206"/>
                    <a:pt x="33378" y="28005"/>
                  </a:cubicBezTo>
                  <a:cubicBezTo>
                    <a:pt x="33430" y="27815"/>
                    <a:pt x="33497" y="27622"/>
                    <a:pt x="33582" y="27447"/>
                  </a:cubicBezTo>
                  <a:cubicBezTo>
                    <a:pt x="33636" y="27336"/>
                    <a:pt x="33727" y="27244"/>
                    <a:pt x="33846" y="27207"/>
                  </a:cubicBezTo>
                  <a:cubicBezTo>
                    <a:pt x="33960" y="27170"/>
                    <a:pt x="34068" y="27198"/>
                    <a:pt x="34181" y="27213"/>
                  </a:cubicBezTo>
                  <a:cubicBezTo>
                    <a:pt x="34285" y="27226"/>
                    <a:pt x="34373" y="27176"/>
                    <a:pt x="34427" y="27068"/>
                  </a:cubicBezTo>
                  <a:cubicBezTo>
                    <a:pt x="34486" y="26951"/>
                    <a:pt x="34423" y="26856"/>
                    <a:pt x="34321" y="26763"/>
                  </a:cubicBezTo>
                  <a:cubicBezTo>
                    <a:pt x="34187" y="26638"/>
                    <a:pt x="34025" y="26545"/>
                    <a:pt x="33906" y="26406"/>
                  </a:cubicBezTo>
                  <a:cubicBezTo>
                    <a:pt x="33779" y="26255"/>
                    <a:pt x="33683" y="26052"/>
                    <a:pt x="33733" y="25850"/>
                  </a:cubicBezTo>
                  <a:cubicBezTo>
                    <a:pt x="33774" y="25677"/>
                    <a:pt x="33919" y="25524"/>
                    <a:pt x="34092" y="25474"/>
                  </a:cubicBezTo>
                  <a:cubicBezTo>
                    <a:pt x="34189" y="25446"/>
                    <a:pt x="34293" y="25452"/>
                    <a:pt x="34384" y="25496"/>
                  </a:cubicBezTo>
                  <a:cubicBezTo>
                    <a:pt x="34415" y="25513"/>
                    <a:pt x="34447" y="25533"/>
                    <a:pt x="34475" y="25558"/>
                  </a:cubicBezTo>
                  <a:cubicBezTo>
                    <a:pt x="34494" y="25524"/>
                    <a:pt x="34508" y="25487"/>
                    <a:pt x="34518" y="25465"/>
                  </a:cubicBezTo>
                  <a:cubicBezTo>
                    <a:pt x="34542" y="25409"/>
                    <a:pt x="34559" y="25344"/>
                    <a:pt x="34570" y="25282"/>
                  </a:cubicBezTo>
                  <a:cubicBezTo>
                    <a:pt x="34592" y="25147"/>
                    <a:pt x="34579" y="25007"/>
                    <a:pt x="34536" y="24877"/>
                  </a:cubicBezTo>
                  <a:cubicBezTo>
                    <a:pt x="34434" y="24551"/>
                    <a:pt x="34118" y="24406"/>
                    <a:pt x="33869" y="24209"/>
                  </a:cubicBezTo>
                  <a:cubicBezTo>
                    <a:pt x="33608" y="24003"/>
                    <a:pt x="33402" y="23674"/>
                    <a:pt x="33493" y="23331"/>
                  </a:cubicBezTo>
                  <a:cubicBezTo>
                    <a:pt x="33575" y="23013"/>
                    <a:pt x="33861" y="22855"/>
                    <a:pt x="34122" y="22703"/>
                  </a:cubicBezTo>
                  <a:cubicBezTo>
                    <a:pt x="34207" y="22653"/>
                    <a:pt x="34295" y="22597"/>
                    <a:pt x="34293" y="22498"/>
                  </a:cubicBezTo>
                  <a:cubicBezTo>
                    <a:pt x="34291" y="22383"/>
                    <a:pt x="34222" y="22256"/>
                    <a:pt x="34183" y="22147"/>
                  </a:cubicBezTo>
                  <a:cubicBezTo>
                    <a:pt x="34088" y="21875"/>
                    <a:pt x="34107" y="21568"/>
                    <a:pt x="34363" y="21394"/>
                  </a:cubicBezTo>
                  <a:cubicBezTo>
                    <a:pt x="34587" y="21241"/>
                    <a:pt x="34888" y="21265"/>
                    <a:pt x="35137" y="21319"/>
                  </a:cubicBezTo>
                  <a:cubicBezTo>
                    <a:pt x="35306" y="21356"/>
                    <a:pt x="35472" y="21410"/>
                    <a:pt x="35637" y="21460"/>
                  </a:cubicBezTo>
                  <a:cubicBezTo>
                    <a:pt x="35801" y="21509"/>
                    <a:pt x="35996" y="21544"/>
                    <a:pt x="36136" y="21648"/>
                  </a:cubicBezTo>
                  <a:cubicBezTo>
                    <a:pt x="36273" y="21752"/>
                    <a:pt x="36277" y="21907"/>
                    <a:pt x="36258" y="22065"/>
                  </a:cubicBezTo>
                  <a:cubicBezTo>
                    <a:pt x="36247" y="22162"/>
                    <a:pt x="36260" y="22234"/>
                    <a:pt x="36327" y="22309"/>
                  </a:cubicBezTo>
                  <a:cubicBezTo>
                    <a:pt x="36400" y="22390"/>
                    <a:pt x="36521" y="22452"/>
                    <a:pt x="36638" y="22461"/>
                  </a:cubicBezTo>
                  <a:cubicBezTo>
                    <a:pt x="36681" y="22398"/>
                    <a:pt x="36759" y="22364"/>
                    <a:pt x="36831" y="22411"/>
                  </a:cubicBezTo>
                  <a:cubicBezTo>
                    <a:pt x="36837" y="22407"/>
                    <a:pt x="36842" y="22403"/>
                    <a:pt x="36850" y="22398"/>
                  </a:cubicBezTo>
                  <a:cubicBezTo>
                    <a:pt x="36891" y="22362"/>
                    <a:pt x="36937" y="22372"/>
                    <a:pt x="36965" y="22402"/>
                  </a:cubicBezTo>
                  <a:cubicBezTo>
                    <a:pt x="36978" y="22392"/>
                    <a:pt x="36991" y="22379"/>
                    <a:pt x="37001" y="22366"/>
                  </a:cubicBezTo>
                  <a:cubicBezTo>
                    <a:pt x="37064" y="22281"/>
                    <a:pt x="37045" y="22136"/>
                    <a:pt x="37045" y="22037"/>
                  </a:cubicBezTo>
                  <a:cubicBezTo>
                    <a:pt x="37047" y="21782"/>
                    <a:pt x="37092" y="21501"/>
                    <a:pt x="37317" y="21347"/>
                  </a:cubicBezTo>
                  <a:cubicBezTo>
                    <a:pt x="37426" y="21273"/>
                    <a:pt x="37551" y="21284"/>
                    <a:pt x="37661" y="21248"/>
                  </a:cubicBezTo>
                  <a:cubicBezTo>
                    <a:pt x="37666" y="21248"/>
                    <a:pt x="37670" y="21239"/>
                    <a:pt x="37672" y="21237"/>
                  </a:cubicBezTo>
                  <a:cubicBezTo>
                    <a:pt x="37674" y="21237"/>
                    <a:pt x="37674" y="21237"/>
                    <a:pt x="37674" y="21237"/>
                  </a:cubicBezTo>
                  <a:cubicBezTo>
                    <a:pt x="37676" y="21226"/>
                    <a:pt x="37679" y="21213"/>
                    <a:pt x="37681" y="21204"/>
                  </a:cubicBezTo>
                  <a:cubicBezTo>
                    <a:pt x="37681" y="21193"/>
                    <a:pt x="37676" y="21139"/>
                    <a:pt x="37668" y="21107"/>
                  </a:cubicBezTo>
                  <a:cubicBezTo>
                    <a:pt x="37620" y="20904"/>
                    <a:pt x="37477" y="20741"/>
                    <a:pt x="37430" y="20534"/>
                  </a:cubicBezTo>
                  <a:cubicBezTo>
                    <a:pt x="37384" y="20332"/>
                    <a:pt x="37399" y="20101"/>
                    <a:pt x="37570" y="19960"/>
                  </a:cubicBezTo>
                  <a:cubicBezTo>
                    <a:pt x="37692" y="19859"/>
                    <a:pt x="37824" y="19861"/>
                    <a:pt x="37973" y="19846"/>
                  </a:cubicBezTo>
                  <a:cubicBezTo>
                    <a:pt x="37986" y="19844"/>
                    <a:pt x="37997" y="19844"/>
                    <a:pt x="38010" y="19841"/>
                  </a:cubicBezTo>
                  <a:lnTo>
                    <a:pt x="38010" y="19841"/>
                  </a:lnTo>
                  <a:cubicBezTo>
                    <a:pt x="38012" y="19839"/>
                    <a:pt x="38031" y="19833"/>
                    <a:pt x="38038" y="19829"/>
                  </a:cubicBezTo>
                  <a:cubicBezTo>
                    <a:pt x="38038" y="19828"/>
                    <a:pt x="38066" y="19803"/>
                    <a:pt x="38066" y="19805"/>
                  </a:cubicBezTo>
                  <a:cubicBezTo>
                    <a:pt x="38163" y="19683"/>
                    <a:pt x="38196" y="19515"/>
                    <a:pt x="38276" y="19381"/>
                  </a:cubicBezTo>
                  <a:cubicBezTo>
                    <a:pt x="38390" y="19192"/>
                    <a:pt x="38570" y="19074"/>
                    <a:pt x="38797" y="19082"/>
                  </a:cubicBezTo>
                  <a:cubicBezTo>
                    <a:pt x="38909" y="19084"/>
                    <a:pt x="39039" y="19134"/>
                    <a:pt x="39147" y="19087"/>
                  </a:cubicBezTo>
                  <a:cubicBezTo>
                    <a:pt x="39199" y="19065"/>
                    <a:pt x="39243" y="19020"/>
                    <a:pt x="39277" y="18976"/>
                  </a:cubicBezTo>
                  <a:cubicBezTo>
                    <a:pt x="39400" y="18808"/>
                    <a:pt x="39420" y="18596"/>
                    <a:pt x="39433" y="18397"/>
                  </a:cubicBezTo>
                  <a:cubicBezTo>
                    <a:pt x="39465" y="17951"/>
                    <a:pt x="39537" y="17469"/>
                    <a:pt x="39987" y="17257"/>
                  </a:cubicBezTo>
                  <a:cubicBezTo>
                    <a:pt x="40343" y="17092"/>
                    <a:pt x="40781" y="17124"/>
                    <a:pt x="41086" y="17376"/>
                  </a:cubicBezTo>
                  <a:cubicBezTo>
                    <a:pt x="41166" y="17443"/>
                    <a:pt x="41231" y="17527"/>
                    <a:pt x="41284" y="17616"/>
                  </a:cubicBezTo>
                  <a:cubicBezTo>
                    <a:pt x="41330" y="17696"/>
                    <a:pt x="41365" y="17793"/>
                    <a:pt x="41443" y="17847"/>
                  </a:cubicBezTo>
                  <a:cubicBezTo>
                    <a:pt x="41548" y="17921"/>
                    <a:pt x="41663" y="17959"/>
                    <a:pt x="41748" y="18059"/>
                  </a:cubicBezTo>
                  <a:cubicBezTo>
                    <a:pt x="41815" y="18139"/>
                    <a:pt x="41856" y="18232"/>
                    <a:pt x="41873" y="18334"/>
                  </a:cubicBezTo>
                  <a:cubicBezTo>
                    <a:pt x="41910" y="18544"/>
                    <a:pt x="41843" y="18749"/>
                    <a:pt x="41866" y="18957"/>
                  </a:cubicBezTo>
                  <a:cubicBezTo>
                    <a:pt x="41875" y="19043"/>
                    <a:pt x="41921" y="19100"/>
                    <a:pt x="41975" y="19173"/>
                  </a:cubicBezTo>
                  <a:cubicBezTo>
                    <a:pt x="42055" y="19283"/>
                    <a:pt x="42091" y="19409"/>
                    <a:pt x="42068" y="19543"/>
                  </a:cubicBezTo>
                  <a:cubicBezTo>
                    <a:pt x="42050" y="19657"/>
                    <a:pt x="41994" y="19753"/>
                    <a:pt x="41947" y="19856"/>
                  </a:cubicBezTo>
                  <a:cubicBezTo>
                    <a:pt x="41918" y="19924"/>
                    <a:pt x="41907" y="19975"/>
                    <a:pt x="41936" y="20021"/>
                  </a:cubicBezTo>
                  <a:cubicBezTo>
                    <a:pt x="42013" y="20155"/>
                    <a:pt x="42217" y="20224"/>
                    <a:pt x="42357" y="20272"/>
                  </a:cubicBezTo>
                  <a:cubicBezTo>
                    <a:pt x="42468" y="20309"/>
                    <a:pt x="42544" y="20445"/>
                    <a:pt x="42472" y="20555"/>
                  </a:cubicBezTo>
                  <a:cubicBezTo>
                    <a:pt x="42301" y="20813"/>
                    <a:pt x="42161" y="21124"/>
                    <a:pt x="42106" y="21429"/>
                  </a:cubicBezTo>
                  <a:cubicBezTo>
                    <a:pt x="42085" y="21539"/>
                    <a:pt x="42087" y="21632"/>
                    <a:pt x="42210" y="21659"/>
                  </a:cubicBezTo>
                  <a:cubicBezTo>
                    <a:pt x="42340" y="21689"/>
                    <a:pt x="42465" y="21691"/>
                    <a:pt x="42584" y="21764"/>
                  </a:cubicBezTo>
                  <a:cubicBezTo>
                    <a:pt x="42799" y="21898"/>
                    <a:pt x="42911" y="22130"/>
                    <a:pt x="43026" y="22346"/>
                  </a:cubicBezTo>
                  <a:cubicBezTo>
                    <a:pt x="43099" y="22483"/>
                    <a:pt x="43221" y="22651"/>
                    <a:pt x="43374" y="22712"/>
                  </a:cubicBezTo>
                  <a:cubicBezTo>
                    <a:pt x="43422" y="22554"/>
                    <a:pt x="43495" y="22403"/>
                    <a:pt x="43590" y="22264"/>
                  </a:cubicBezTo>
                  <a:cubicBezTo>
                    <a:pt x="43441" y="21901"/>
                    <a:pt x="43420" y="21498"/>
                    <a:pt x="43521" y="21116"/>
                  </a:cubicBezTo>
                  <a:cubicBezTo>
                    <a:pt x="43552" y="21001"/>
                    <a:pt x="43670" y="20947"/>
                    <a:pt x="43781" y="20970"/>
                  </a:cubicBezTo>
                  <a:cubicBezTo>
                    <a:pt x="43982" y="21009"/>
                    <a:pt x="44216" y="21061"/>
                    <a:pt x="44415" y="20981"/>
                  </a:cubicBezTo>
                  <a:cubicBezTo>
                    <a:pt x="44538" y="20932"/>
                    <a:pt x="44670" y="20797"/>
                    <a:pt x="44629" y="20655"/>
                  </a:cubicBezTo>
                  <a:cubicBezTo>
                    <a:pt x="44605" y="20579"/>
                    <a:pt x="44547" y="20510"/>
                    <a:pt x="44512" y="20438"/>
                  </a:cubicBezTo>
                  <a:cubicBezTo>
                    <a:pt x="44469" y="20352"/>
                    <a:pt x="44440" y="20265"/>
                    <a:pt x="44436" y="20168"/>
                  </a:cubicBezTo>
                  <a:cubicBezTo>
                    <a:pt x="44430" y="20021"/>
                    <a:pt x="44495" y="19887"/>
                    <a:pt x="44590" y="19779"/>
                  </a:cubicBezTo>
                  <a:cubicBezTo>
                    <a:pt x="44754" y="19590"/>
                    <a:pt x="45031" y="19500"/>
                    <a:pt x="45169" y="19307"/>
                  </a:cubicBezTo>
                  <a:cubicBezTo>
                    <a:pt x="45252" y="19190"/>
                    <a:pt x="45237" y="18996"/>
                    <a:pt x="45265" y="18851"/>
                  </a:cubicBezTo>
                  <a:cubicBezTo>
                    <a:pt x="45301" y="18673"/>
                    <a:pt x="45407" y="18511"/>
                    <a:pt x="45567" y="18418"/>
                  </a:cubicBezTo>
                  <a:cubicBezTo>
                    <a:pt x="45754" y="18308"/>
                    <a:pt x="45978" y="18297"/>
                    <a:pt x="46195" y="18327"/>
                  </a:cubicBezTo>
                  <a:cubicBezTo>
                    <a:pt x="46214" y="18158"/>
                    <a:pt x="46296" y="17996"/>
                    <a:pt x="46422" y="17871"/>
                  </a:cubicBezTo>
                  <a:cubicBezTo>
                    <a:pt x="46669" y="17629"/>
                    <a:pt x="47032" y="17592"/>
                    <a:pt x="47359" y="17566"/>
                  </a:cubicBezTo>
                  <a:cubicBezTo>
                    <a:pt x="47488" y="17557"/>
                    <a:pt x="47597" y="17706"/>
                    <a:pt x="47557" y="17825"/>
                  </a:cubicBezTo>
                  <a:cubicBezTo>
                    <a:pt x="47555" y="17836"/>
                    <a:pt x="47551" y="17843"/>
                    <a:pt x="47549" y="17847"/>
                  </a:cubicBezTo>
                  <a:cubicBezTo>
                    <a:pt x="47557" y="17867"/>
                    <a:pt x="47573" y="17890"/>
                    <a:pt x="47586" y="17905"/>
                  </a:cubicBezTo>
                  <a:cubicBezTo>
                    <a:pt x="47627" y="17955"/>
                    <a:pt x="47677" y="17994"/>
                    <a:pt x="47726" y="18031"/>
                  </a:cubicBezTo>
                  <a:cubicBezTo>
                    <a:pt x="47839" y="18126"/>
                    <a:pt x="47953" y="18219"/>
                    <a:pt x="48066" y="18314"/>
                  </a:cubicBezTo>
                  <a:cubicBezTo>
                    <a:pt x="48302" y="18511"/>
                    <a:pt x="48538" y="18710"/>
                    <a:pt x="48775" y="18909"/>
                  </a:cubicBezTo>
                  <a:cubicBezTo>
                    <a:pt x="48821" y="18946"/>
                    <a:pt x="48832" y="19013"/>
                    <a:pt x="48823" y="19069"/>
                  </a:cubicBezTo>
                  <a:cubicBezTo>
                    <a:pt x="48873" y="18993"/>
                    <a:pt x="48933" y="18922"/>
                    <a:pt x="48989" y="18848"/>
                  </a:cubicBezTo>
                  <a:cubicBezTo>
                    <a:pt x="49024" y="18799"/>
                    <a:pt x="49076" y="18738"/>
                    <a:pt x="49080" y="18675"/>
                  </a:cubicBezTo>
                  <a:cubicBezTo>
                    <a:pt x="49083" y="18621"/>
                    <a:pt x="49044" y="18567"/>
                    <a:pt x="49015" y="18522"/>
                  </a:cubicBezTo>
                  <a:cubicBezTo>
                    <a:pt x="48914" y="18370"/>
                    <a:pt x="48810" y="18230"/>
                    <a:pt x="48810" y="18037"/>
                  </a:cubicBezTo>
                  <a:cubicBezTo>
                    <a:pt x="48810" y="17938"/>
                    <a:pt x="48845" y="17836"/>
                    <a:pt x="48914" y="17761"/>
                  </a:cubicBezTo>
                  <a:cubicBezTo>
                    <a:pt x="48983" y="17687"/>
                    <a:pt x="49072" y="17659"/>
                    <a:pt x="49163" y="17624"/>
                  </a:cubicBezTo>
                  <a:cubicBezTo>
                    <a:pt x="49247" y="17590"/>
                    <a:pt x="49305" y="17521"/>
                    <a:pt x="49314" y="17438"/>
                  </a:cubicBezTo>
                  <a:cubicBezTo>
                    <a:pt x="49318" y="17412"/>
                    <a:pt x="49316" y="17386"/>
                    <a:pt x="49308" y="17356"/>
                  </a:cubicBezTo>
                  <a:cubicBezTo>
                    <a:pt x="49260" y="17166"/>
                    <a:pt x="49500" y="17021"/>
                    <a:pt x="49641" y="17163"/>
                  </a:cubicBezTo>
                  <a:cubicBezTo>
                    <a:pt x="49662" y="17183"/>
                    <a:pt x="49682" y="17202"/>
                    <a:pt x="49703" y="17220"/>
                  </a:cubicBezTo>
                  <a:cubicBezTo>
                    <a:pt x="49851" y="17347"/>
                    <a:pt x="50034" y="17423"/>
                    <a:pt x="50231" y="17434"/>
                  </a:cubicBezTo>
                  <a:cubicBezTo>
                    <a:pt x="50313" y="17440"/>
                    <a:pt x="50406" y="17492"/>
                    <a:pt x="50422" y="17579"/>
                  </a:cubicBezTo>
                  <a:cubicBezTo>
                    <a:pt x="50538" y="18204"/>
                    <a:pt x="50822" y="18820"/>
                    <a:pt x="51272" y="19273"/>
                  </a:cubicBezTo>
                  <a:cubicBezTo>
                    <a:pt x="51412" y="19415"/>
                    <a:pt x="51626" y="19575"/>
                    <a:pt x="51828" y="19463"/>
                  </a:cubicBezTo>
                  <a:cubicBezTo>
                    <a:pt x="52059" y="19337"/>
                    <a:pt x="51797" y="19033"/>
                    <a:pt x="51748" y="18870"/>
                  </a:cubicBezTo>
                  <a:cubicBezTo>
                    <a:pt x="51685" y="18654"/>
                    <a:pt x="51739" y="18368"/>
                    <a:pt x="51947" y="18249"/>
                  </a:cubicBezTo>
                  <a:cubicBezTo>
                    <a:pt x="52089" y="18169"/>
                    <a:pt x="52239" y="18210"/>
                    <a:pt x="52375" y="18278"/>
                  </a:cubicBezTo>
                  <a:cubicBezTo>
                    <a:pt x="52392" y="18286"/>
                    <a:pt x="52438" y="18314"/>
                    <a:pt x="52442" y="18314"/>
                  </a:cubicBezTo>
                  <a:cubicBezTo>
                    <a:pt x="52490" y="18308"/>
                    <a:pt x="52578" y="18187"/>
                    <a:pt x="52613" y="18156"/>
                  </a:cubicBezTo>
                  <a:cubicBezTo>
                    <a:pt x="52742" y="18035"/>
                    <a:pt x="52870" y="17914"/>
                    <a:pt x="52998" y="17791"/>
                  </a:cubicBezTo>
                  <a:cubicBezTo>
                    <a:pt x="53099" y="17696"/>
                    <a:pt x="53218" y="17603"/>
                    <a:pt x="53301" y="17492"/>
                  </a:cubicBezTo>
                  <a:cubicBezTo>
                    <a:pt x="53448" y="17296"/>
                    <a:pt x="53283" y="17081"/>
                    <a:pt x="53201" y="16893"/>
                  </a:cubicBezTo>
                  <a:cubicBezTo>
                    <a:pt x="53099" y="16653"/>
                    <a:pt x="53065" y="16391"/>
                    <a:pt x="53229" y="16169"/>
                  </a:cubicBezTo>
                  <a:cubicBezTo>
                    <a:pt x="53331" y="16032"/>
                    <a:pt x="53480" y="15937"/>
                    <a:pt x="53644" y="15905"/>
                  </a:cubicBezTo>
                  <a:cubicBezTo>
                    <a:pt x="53627" y="15760"/>
                    <a:pt x="53642" y="15613"/>
                    <a:pt x="53701" y="15481"/>
                  </a:cubicBezTo>
                  <a:cubicBezTo>
                    <a:pt x="53805" y="15253"/>
                    <a:pt x="54036" y="15160"/>
                    <a:pt x="54237" y="15039"/>
                  </a:cubicBezTo>
                  <a:cubicBezTo>
                    <a:pt x="54549" y="14849"/>
                    <a:pt x="54964" y="14596"/>
                    <a:pt x="55059" y="14217"/>
                  </a:cubicBezTo>
                  <a:cubicBezTo>
                    <a:pt x="55152" y="13841"/>
                    <a:pt x="55018" y="13447"/>
                    <a:pt x="55113" y="13067"/>
                  </a:cubicBezTo>
                  <a:cubicBezTo>
                    <a:pt x="55213" y="12664"/>
                    <a:pt x="55544" y="12463"/>
                    <a:pt x="55860" y="12238"/>
                  </a:cubicBezTo>
                  <a:cubicBezTo>
                    <a:pt x="56026" y="12121"/>
                    <a:pt x="56255" y="11868"/>
                    <a:pt x="56236" y="11641"/>
                  </a:cubicBezTo>
                  <a:cubicBezTo>
                    <a:pt x="56204" y="11611"/>
                    <a:pt x="56186" y="11568"/>
                    <a:pt x="56201" y="11520"/>
                  </a:cubicBezTo>
                  <a:cubicBezTo>
                    <a:pt x="56186" y="11494"/>
                    <a:pt x="56169" y="11470"/>
                    <a:pt x="56145" y="11447"/>
                  </a:cubicBezTo>
                  <a:cubicBezTo>
                    <a:pt x="56074" y="11375"/>
                    <a:pt x="56173" y="11235"/>
                    <a:pt x="56258" y="11301"/>
                  </a:cubicBezTo>
                  <a:cubicBezTo>
                    <a:pt x="56264" y="11304"/>
                    <a:pt x="56268" y="11308"/>
                    <a:pt x="56271" y="11312"/>
                  </a:cubicBezTo>
                  <a:cubicBezTo>
                    <a:pt x="56329" y="11142"/>
                    <a:pt x="56389" y="10975"/>
                    <a:pt x="56452" y="10810"/>
                  </a:cubicBezTo>
                  <a:cubicBezTo>
                    <a:pt x="56537" y="10585"/>
                    <a:pt x="56610" y="10354"/>
                    <a:pt x="56662" y="10118"/>
                  </a:cubicBezTo>
                  <a:cubicBezTo>
                    <a:pt x="56757" y="9684"/>
                    <a:pt x="56790" y="9218"/>
                    <a:pt x="57062" y="8849"/>
                  </a:cubicBezTo>
                  <a:cubicBezTo>
                    <a:pt x="57166" y="8708"/>
                    <a:pt x="57294" y="8580"/>
                    <a:pt x="57452" y="8500"/>
                  </a:cubicBezTo>
                  <a:cubicBezTo>
                    <a:pt x="57609" y="8420"/>
                    <a:pt x="57772" y="8399"/>
                    <a:pt x="57947" y="8388"/>
                  </a:cubicBezTo>
                  <a:cubicBezTo>
                    <a:pt x="58049" y="8381"/>
                    <a:pt x="58220" y="8392"/>
                    <a:pt x="58293" y="8301"/>
                  </a:cubicBezTo>
                  <a:cubicBezTo>
                    <a:pt x="58352" y="8223"/>
                    <a:pt x="58304" y="8109"/>
                    <a:pt x="58267" y="8022"/>
                  </a:cubicBezTo>
                  <a:cubicBezTo>
                    <a:pt x="58152" y="7748"/>
                    <a:pt x="57981" y="7471"/>
                    <a:pt x="58127" y="7172"/>
                  </a:cubicBezTo>
                  <a:cubicBezTo>
                    <a:pt x="58207" y="7014"/>
                    <a:pt x="58362" y="6932"/>
                    <a:pt x="58319" y="6737"/>
                  </a:cubicBezTo>
                  <a:cubicBezTo>
                    <a:pt x="58276" y="6553"/>
                    <a:pt x="58233" y="6387"/>
                    <a:pt x="58269" y="6195"/>
                  </a:cubicBezTo>
                  <a:cubicBezTo>
                    <a:pt x="58328" y="5872"/>
                    <a:pt x="58591" y="5576"/>
                    <a:pt x="58933" y="5565"/>
                  </a:cubicBezTo>
                  <a:cubicBezTo>
                    <a:pt x="59262" y="5554"/>
                    <a:pt x="59600" y="5827"/>
                    <a:pt x="59597" y="6168"/>
                  </a:cubicBezTo>
                  <a:cubicBezTo>
                    <a:pt x="59595" y="6333"/>
                    <a:pt x="59513" y="6484"/>
                    <a:pt x="59431" y="6621"/>
                  </a:cubicBezTo>
                  <a:cubicBezTo>
                    <a:pt x="59390" y="6690"/>
                    <a:pt x="59271" y="6837"/>
                    <a:pt x="59316" y="6915"/>
                  </a:cubicBezTo>
                  <a:cubicBezTo>
                    <a:pt x="59364" y="6997"/>
                    <a:pt x="59533" y="6999"/>
                    <a:pt x="59615" y="7019"/>
                  </a:cubicBezTo>
                  <a:cubicBezTo>
                    <a:pt x="59771" y="7055"/>
                    <a:pt x="59902" y="7120"/>
                    <a:pt x="59995" y="7254"/>
                  </a:cubicBezTo>
                  <a:cubicBezTo>
                    <a:pt x="60026" y="7302"/>
                    <a:pt x="60030" y="7391"/>
                    <a:pt x="59995" y="7440"/>
                  </a:cubicBezTo>
                  <a:cubicBezTo>
                    <a:pt x="59690" y="7832"/>
                    <a:pt x="59526" y="8321"/>
                    <a:pt x="59546" y="8812"/>
                  </a:cubicBezTo>
                  <a:cubicBezTo>
                    <a:pt x="59669" y="8743"/>
                    <a:pt x="59807" y="8701"/>
                    <a:pt x="59948" y="8684"/>
                  </a:cubicBezTo>
                  <a:cubicBezTo>
                    <a:pt x="60075" y="8669"/>
                    <a:pt x="60194" y="8686"/>
                    <a:pt x="60318" y="8702"/>
                  </a:cubicBezTo>
                  <a:cubicBezTo>
                    <a:pt x="60391" y="8712"/>
                    <a:pt x="60512" y="8740"/>
                    <a:pt x="60567" y="8676"/>
                  </a:cubicBezTo>
                  <a:cubicBezTo>
                    <a:pt x="60621" y="8613"/>
                    <a:pt x="60603" y="8487"/>
                    <a:pt x="60599" y="8412"/>
                  </a:cubicBezTo>
                  <a:cubicBezTo>
                    <a:pt x="60592" y="8297"/>
                    <a:pt x="60586" y="8189"/>
                    <a:pt x="60612" y="8076"/>
                  </a:cubicBezTo>
                  <a:cubicBezTo>
                    <a:pt x="60659" y="7866"/>
                    <a:pt x="60815" y="7672"/>
                    <a:pt x="61045" y="7681"/>
                  </a:cubicBezTo>
                  <a:cubicBezTo>
                    <a:pt x="61129" y="7685"/>
                    <a:pt x="61198" y="7737"/>
                    <a:pt x="61222" y="7815"/>
                  </a:cubicBezTo>
                  <a:cubicBezTo>
                    <a:pt x="61272" y="7972"/>
                    <a:pt x="61499" y="8018"/>
                    <a:pt x="61635" y="7960"/>
                  </a:cubicBezTo>
                  <a:cubicBezTo>
                    <a:pt x="61698" y="7933"/>
                    <a:pt x="61780" y="7847"/>
                    <a:pt x="61756" y="7782"/>
                  </a:cubicBezTo>
                  <a:cubicBezTo>
                    <a:pt x="61735" y="7730"/>
                    <a:pt x="61616" y="7691"/>
                    <a:pt x="61546" y="7661"/>
                  </a:cubicBezTo>
                  <a:cubicBezTo>
                    <a:pt x="61300" y="7561"/>
                    <a:pt x="61038" y="7384"/>
                    <a:pt x="61111" y="7075"/>
                  </a:cubicBezTo>
                  <a:cubicBezTo>
                    <a:pt x="61159" y="6869"/>
                    <a:pt x="61341" y="6731"/>
                    <a:pt x="61536" y="6646"/>
                  </a:cubicBezTo>
                  <a:cubicBezTo>
                    <a:pt x="61529" y="6601"/>
                    <a:pt x="61527" y="6554"/>
                    <a:pt x="61531" y="6508"/>
                  </a:cubicBezTo>
                  <a:cubicBezTo>
                    <a:pt x="61555" y="6309"/>
                    <a:pt x="61672" y="6186"/>
                    <a:pt x="61823" y="6065"/>
                  </a:cubicBezTo>
                  <a:cubicBezTo>
                    <a:pt x="61929" y="5982"/>
                    <a:pt x="62020" y="5913"/>
                    <a:pt x="61970" y="5770"/>
                  </a:cubicBezTo>
                  <a:cubicBezTo>
                    <a:pt x="61916" y="5619"/>
                    <a:pt x="61817" y="5491"/>
                    <a:pt x="61793" y="5329"/>
                  </a:cubicBezTo>
                  <a:cubicBezTo>
                    <a:pt x="61769" y="5171"/>
                    <a:pt x="61819" y="5016"/>
                    <a:pt x="61934" y="4905"/>
                  </a:cubicBezTo>
                  <a:cubicBezTo>
                    <a:pt x="62037" y="4804"/>
                    <a:pt x="62169" y="4750"/>
                    <a:pt x="62286" y="4674"/>
                  </a:cubicBezTo>
                  <a:cubicBezTo>
                    <a:pt x="62424" y="4587"/>
                    <a:pt x="62405" y="4483"/>
                    <a:pt x="62422" y="4330"/>
                  </a:cubicBezTo>
                  <a:cubicBezTo>
                    <a:pt x="62440" y="4159"/>
                    <a:pt x="62515" y="4020"/>
                    <a:pt x="62656" y="3919"/>
                  </a:cubicBezTo>
                  <a:cubicBezTo>
                    <a:pt x="62803" y="3815"/>
                    <a:pt x="62998" y="3780"/>
                    <a:pt x="63171" y="3822"/>
                  </a:cubicBezTo>
                  <a:cubicBezTo>
                    <a:pt x="63186" y="3700"/>
                    <a:pt x="63201" y="3577"/>
                    <a:pt x="63214" y="3454"/>
                  </a:cubicBezTo>
                  <a:cubicBezTo>
                    <a:pt x="63227" y="3341"/>
                    <a:pt x="63314" y="3257"/>
                    <a:pt x="63435" y="3285"/>
                  </a:cubicBezTo>
                  <a:cubicBezTo>
                    <a:pt x="63644" y="3337"/>
                    <a:pt x="63854" y="3389"/>
                    <a:pt x="64064" y="3441"/>
                  </a:cubicBezTo>
                  <a:cubicBezTo>
                    <a:pt x="64155" y="3463"/>
                    <a:pt x="64248" y="3486"/>
                    <a:pt x="64339" y="3508"/>
                  </a:cubicBezTo>
                  <a:cubicBezTo>
                    <a:pt x="64333" y="3504"/>
                    <a:pt x="64326" y="3501"/>
                    <a:pt x="64320" y="3495"/>
                  </a:cubicBezTo>
                  <a:cubicBezTo>
                    <a:pt x="64207" y="3419"/>
                    <a:pt x="64131" y="3294"/>
                    <a:pt x="64107" y="3158"/>
                  </a:cubicBezTo>
                  <a:cubicBezTo>
                    <a:pt x="64082" y="3015"/>
                    <a:pt x="64097" y="2870"/>
                    <a:pt x="64131" y="2729"/>
                  </a:cubicBezTo>
                  <a:cubicBezTo>
                    <a:pt x="64162" y="2597"/>
                    <a:pt x="64201" y="2428"/>
                    <a:pt x="64322" y="2349"/>
                  </a:cubicBezTo>
                  <a:cubicBezTo>
                    <a:pt x="64495" y="2236"/>
                    <a:pt x="64692" y="2374"/>
                    <a:pt x="64849" y="2450"/>
                  </a:cubicBezTo>
                  <a:cubicBezTo>
                    <a:pt x="64975" y="2511"/>
                    <a:pt x="65103" y="2571"/>
                    <a:pt x="65230" y="2636"/>
                  </a:cubicBezTo>
                  <a:cubicBezTo>
                    <a:pt x="65267" y="2472"/>
                    <a:pt x="65306" y="2312"/>
                    <a:pt x="65353" y="2154"/>
                  </a:cubicBezTo>
                  <a:cubicBezTo>
                    <a:pt x="65284" y="2098"/>
                    <a:pt x="65247" y="1987"/>
                    <a:pt x="65321" y="1898"/>
                  </a:cubicBezTo>
                  <a:cubicBezTo>
                    <a:pt x="65394" y="1808"/>
                    <a:pt x="65462" y="1715"/>
                    <a:pt x="65524" y="1620"/>
                  </a:cubicBezTo>
                  <a:cubicBezTo>
                    <a:pt x="65712" y="1334"/>
                    <a:pt x="65853" y="1018"/>
                    <a:pt x="65946" y="685"/>
                  </a:cubicBezTo>
                  <a:cubicBezTo>
                    <a:pt x="65976" y="581"/>
                    <a:pt x="66097" y="532"/>
                    <a:pt x="66191" y="586"/>
                  </a:cubicBezTo>
                  <a:cubicBezTo>
                    <a:pt x="66251" y="620"/>
                    <a:pt x="66310" y="653"/>
                    <a:pt x="66370" y="687"/>
                  </a:cubicBezTo>
                  <a:cubicBezTo>
                    <a:pt x="66392" y="516"/>
                    <a:pt x="66416" y="343"/>
                    <a:pt x="66439" y="170"/>
                  </a:cubicBezTo>
                  <a:cubicBezTo>
                    <a:pt x="66452" y="81"/>
                    <a:pt x="66508" y="1"/>
                    <a:pt x="66606" y="2"/>
                  </a:cubicBezTo>
                  <a:cubicBezTo>
                    <a:pt x="66872" y="8"/>
                    <a:pt x="67008" y="211"/>
                    <a:pt x="67090" y="439"/>
                  </a:cubicBezTo>
                  <a:cubicBezTo>
                    <a:pt x="67147" y="603"/>
                    <a:pt x="67173" y="819"/>
                    <a:pt x="67298" y="953"/>
                  </a:cubicBezTo>
                  <a:cubicBezTo>
                    <a:pt x="67391" y="1055"/>
                    <a:pt x="67555" y="1031"/>
                    <a:pt x="67677" y="1070"/>
                  </a:cubicBezTo>
                  <a:cubicBezTo>
                    <a:pt x="67808" y="1113"/>
                    <a:pt x="67917" y="1189"/>
                    <a:pt x="68001" y="1297"/>
                  </a:cubicBezTo>
                  <a:cubicBezTo>
                    <a:pt x="68168" y="1511"/>
                    <a:pt x="68217" y="1805"/>
                    <a:pt x="68152" y="2067"/>
                  </a:cubicBezTo>
                  <a:cubicBezTo>
                    <a:pt x="68103" y="2266"/>
                    <a:pt x="68001" y="2441"/>
                    <a:pt x="67880" y="2602"/>
                  </a:cubicBezTo>
                  <a:cubicBezTo>
                    <a:pt x="68085" y="2597"/>
                    <a:pt x="68287" y="2593"/>
                    <a:pt x="68490" y="2588"/>
                  </a:cubicBezTo>
                  <a:cubicBezTo>
                    <a:pt x="68559" y="2586"/>
                    <a:pt x="68639" y="2641"/>
                    <a:pt x="68654" y="2710"/>
                  </a:cubicBezTo>
                  <a:cubicBezTo>
                    <a:pt x="68745" y="3190"/>
                    <a:pt x="68840" y="3670"/>
                    <a:pt x="68935" y="4148"/>
                  </a:cubicBezTo>
                  <a:cubicBezTo>
                    <a:pt x="69217" y="4077"/>
                    <a:pt x="69507" y="4072"/>
                    <a:pt x="69797" y="4122"/>
                  </a:cubicBezTo>
                  <a:cubicBezTo>
                    <a:pt x="69900" y="4140"/>
                    <a:pt x="69956" y="4285"/>
                    <a:pt x="69898" y="4367"/>
                  </a:cubicBezTo>
                  <a:cubicBezTo>
                    <a:pt x="69831" y="4464"/>
                    <a:pt x="69764" y="4559"/>
                    <a:pt x="69697" y="4656"/>
                  </a:cubicBezTo>
                  <a:cubicBezTo>
                    <a:pt x="70060" y="4836"/>
                    <a:pt x="70261" y="5314"/>
                    <a:pt x="70076" y="5701"/>
                  </a:cubicBezTo>
                  <a:cubicBezTo>
                    <a:pt x="70049" y="5762"/>
                    <a:pt x="70009" y="5812"/>
                    <a:pt x="69965" y="5864"/>
                  </a:cubicBezTo>
                  <a:cubicBezTo>
                    <a:pt x="69937" y="5898"/>
                    <a:pt x="69868" y="5954"/>
                    <a:pt x="69872" y="6000"/>
                  </a:cubicBezTo>
                  <a:cubicBezTo>
                    <a:pt x="69874" y="6045"/>
                    <a:pt x="69991" y="6138"/>
                    <a:pt x="70017" y="6171"/>
                  </a:cubicBezTo>
                  <a:cubicBezTo>
                    <a:pt x="70067" y="6231"/>
                    <a:pt x="70114" y="6296"/>
                    <a:pt x="70155" y="6363"/>
                  </a:cubicBezTo>
                  <a:cubicBezTo>
                    <a:pt x="70251" y="6515"/>
                    <a:pt x="70320" y="6685"/>
                    <a:pt x="70363" y="6859"/>
                  </a:cubicBezTo>
                  <a:cubicBezTo>
                    <a:pt x="70590" y="6802"/>
                    <a:pt x="70794" y="6949"/>
                    <a:pt x="70887" y="7161"/>
                  </a:cubicBezTo>
                  <a:cubicBezTo>
                    <a:pt x="70995" y="7408"/>
                    <a:pt x="70997" y="7732"/>
                    <a:pt x="70956" y="7996"/>
                  </a:cubicBezTo>
                  <a:cubicBezTo>
                    <a:pt x="70932" y="8148"/>
                    <a:pt x="70865" y="8273"/>
                    <a:pt x="70791" y="8405"/>
                  </a:cubicBezTo>
                  <a:cubicBezTo>
                    <a:pt x="70774" y="8438"/>
                    <a:pt x="70731" y="8500"/>
                    <a:pt x="70740" y="8541"/>
                  </a:cubicBezTo>
                  <a:cubicBezTo>
                    <a:pt x="70742" y="8546"/>
                    <a:pt x="70746" y="8552"/>
                    <a:pt x="70752" y="8557"/>
                  </a:cubicBezTo>
                  <a:cubicBezTo>
                    <a:pt x="70856" y="8500"/>
                    <a:pt x="71010" y="8602"/>
                    <a:pt x="71001" y="8719"/>
                  </a:cubicBezTo>
                  <a:cubicBezTo>
                    <a:pt x="70997" y="8764"/>
                    <a:pt x="70993" y="8807"/>
                    <a:pt x="70988" y="8849"/>
                  </a:cubicBezTo>
                  <a:cubicBezTo>
                    <a:pt x="70975" y="8974"/>
                    <a:pt x="70952" y="9097"/>
                    <a:pt x="70919" y="9219"/>
                  </a:cubicBezTo>
                  <a:cubicBezTo>
                    <a:pt x="71049" y="9244"/>
                    <a:pt x="71170" y="9309"/>
                    <a:pt x="71270" y="9402"/>
                  </a:cubicBezTo>
                  <a:cubicBezTo>
                    <a:pt x="71445" y="9567"/>
                    <a:pt x="71518" y="9803"/>
                    <a:pt x="71538" y="10036"/>
                  </a:cubicBezTo>
                  <a:cubicBezTo>
                    <a:pt x="71557" y="10246"/>
                    <a:pt x="71546" y="10479"/>
                    <a:pt x="71495" y="10683"/>
                  </a:cubicBezTo>
                  <a:cubicBezTo>
                    <a:pt x="71443" y="10891"/>
                    <a:pt x="71328" y="11018"/>
                    <a:pt x="71155" y="11135"/>
                  </a:cubicBezTo>
                  <a:cubicBezTo>
                    <a:pt x="71112" y="11163"/>
                    <a:pt x="71081" y="11183"/>
                    <a:pt x="71097" y="11230"/>
                  </a:cubicBezTo>
                  <a:cubicBezTo>
                    <a:pt x="71120" y="11293"/>
                    <a:pt x="71203" y="11349"/>
                    <a:pt x="71252" y="11390"/>
                  </a:cubicBezTo>
                  <a:cubicBezTo>
                    <a:pt x="71375" y="11496"/>
                    <a:pt x="71514" y="11596"/>
                    <a:pt x="71592" y="11743"/>
                  </a:cubicBezTo>
                  <a:cubicBezTo>
                    <a:pt x="71739" y="12020"/>
                    <a:pt x="71654" y="12340"/>
                    <a:pt x="71570" y="12623"/>
                  </a:cubicBezTo>
                  <a:cubicBezTo>
                    <a:pt x="71512" y="12814"/>
                    <a:pt x="71389" y="13101"/>
                    <a:pt x="71486" y="13302"/>
                  </a:cubicBezTo>
                  <a:cubicBezTo>
                    <a:pt x="71717" y="13196"/>
                    <a:pt x="71873" y="12943"/>
                    <a:pt x="72120" y="12852"/>
                  </a:cubicBezTo>
                  <a:cubicBezTo>
                    <a:pt x="72423" y="12736"/>
                    <a:pt x="72736" y="12894"/>
                    <a:pt x="72901" y="13157"/>
                  </a:cubicBezTo>
                  <a:cubicBezTo>
                    <a:pt x="73082" y="13439"/>
                    <a:pt x="73046" y="13787"/>
                    <a:pt x="72840" y="14044"/>
                  </a:cubicBezTo>
                  <a:cubicBezTo>
                    <a:pt x="72675" y="14250"/>
                    <a:pt x="72420" y="14380"/>
                    <a:pt x="72159" y="14421"/>
                  </a:cubicBezTo>
                  <a:cubicBezTo>
                    <a:pt x="72187" y="14600"/>
                    <a:pt x="72422" y="14739"/>
                    <a:pt x="72554" y="14834"/>
                  </a:cubicBezTo>
                  <a:cubicBezTo>
                    <a:pt x="72773" y="14992"/>
                    <a:pt x="72965" y="15161"/>
                    <a:pt x="73108" y="15398"/>
                  </a:cubicBezTo>
                  <a:cubicBezTo>
                    <a:pt x="73346" y="15790"/>
                    <a:pt x="73426" y="16281"/>
                    <a:pt x="73314" y="16727"/>
                  </a:cubicBezTo>
                  <a:cubicBezTo>
                    <a:pt x="73588" y="16776"/>
                    <a:pt x="73829" y="16978"/>
                    <a:pt x="73922" y="17248"/>
                  </a:cubicBezTo>
                  <a:cubicBezTo>
                    <a:pt x="74058" y="17641"/>
                    <a:pt x="73770" y="17985"/>
                    <a:pt x="73599" y="18310"/>
                  </a:cubicBezTo>
                  <a:cubicBezTo>
                    <a:pt x="73528" y="18446"/>
                    <a:pt x="73457" y="18611"/>
                    <a:pt x="73487" y="18768"/>
                  </a:cubicBezTo>
                  <a:cubicBezTo>
                    <a:pt x="73515" y="18911"/>
                    <a:pt x="73647" y="18963"/>
                    <a:pt x="73772" y="19002"/>
                  </a:cubicBezTo>
                  <a:cubicBezTo>
                    <a:pt x="74099" y="19099"/>
                    <a:pt x="74441" y="19195"/>
                    <a:pt x="74490" y="19593"/>
                  </a:cubicBezTo>
                  <a:cubicBezTo>
                    <a:pt x="74512" y="19777"/>
                    <a:pt x="74451" y="19954"/>
                    <a:pt x="74454" y="20136"/>
                  </a:cubicBezTo>
                  <a:cubicBezTo>
                    <a:pt x="74456" y="20227"/>
                    <a:pt x="74488" y="20400"/>
                    <a:pt x="74605" y="20399"/>
                  </a:cubicBezTo>
                  <a:cubicBezTo>
                    <a:pt x="74718" y="20397"/>
                    <a:pt x="74826" y="20545"/>
                    <a:pt x="74746" y="20648"/>
                  </a:cubicBezTo>
                  <a:cubicBezTo>
                    <a:pt x="74324" y="21198"/>
                    <a:pt x="74162" y="21864"/>
                    <a:pt x="74108" y="22547"/>
                  </a:cubicBezTo>
                  <a:cubicBezTo>
                    <a:pt x="74108" y="22948"/>
                    <a:pt x="74107" y="23348"/>
                    <a:pt x="74112" y="23750"/>
                  </a:cubicBezTo>
                  <a:cubicBezTo>
                    <a:pt x="74136" y="23759"/>
                    <a:pt x="74162" y="23767"/>
                    <a:pt x="74196" y="23776"/>
                  </a:cubicBezTo>
                  <a:cubicBezTo>
                    <a:pt x="74350" y="23817"/>
                    <a:pt x="74514" y="23804"/>
                    <a:pt x="74670" y="23808"/>
                  </a:cubicBezTo>
                  <a:cubicBezTo>
                    <a:pt x="74956" y="23811"/>
                    <a:pt x="75226" y="23871"/>
                    <a:pt x="75473" y="24014"/>
                  </a:cubicBezTo>
                  <a:cubicBezTo>
                    <a:pt x="75578" y="24073"/>
                    <a:pt x="75672" y="24144"/>
                    <a:pt x="75764" y="24220"/>
                  </a:cubicBezTo>
                  <a:cubicBezTo>
                    <a:pt x="76020" y="23363"/>
                    <a:pt x="76232" y="22493"/>
                    <a:pt x="76627" y="21682"/>
                  </a:cubicBezTo>
                  <a:cubicBezTo>
                    <a:pt x="76764" y="21401"/>
                    <a:pt x="76907" y="21120"/>
                    <a:pt x="77069" y="20854"/>
                  </a:cubicBezTo>
                  <a:cubicBezTo>
                    <a:pt x="77238" y="20575"/>
                    <a:pt x="77430" y="20309"/>
                    <a:pt x="77620" y="20043"/>
                  </a:cubicBezTo>
                  <a:cubicBezTo>
                    <a:pt x="77934" y="19601"/>
                    <a:pt x="78256" y="19115"/>
                    <a:pt x="78736" y="18836"/>
                  </a:cubicBezTo>
                  <a:cubicBezTo>
                    <a:pt x="78983" y="18691"/>
                    <a:pt x="79254" y="18634"/>
                    <a:pt x="79539" y="18630"/>
                  </a:cubicBezTo>
                  <a:cubicBezTo>
                    <a:pt x="79697" y="18626"/>
                    <a:pt x="79859" y="18639"/>
                    <a:pt x="80013" y="18598"/>
                  </a:cubicBezTo>
                  <a:cubicBezTo>
                    <a:pt x="80099" y="18576"/>
                    <a:pt x="80140" y="18559"/>
                    <a:pt x="80218" y="18511"/>
                  </a:cubicBezTo>
                  <a:cubicBezTo>
                    <a:pt x="80484" y="18351"/>
                    <a:pt x="80653" y="18042"/>
                    <a:pt x="80800" y="17748"/>
                  </a:cubicBezTo>
                  <a:cubicBezTo>
                    <a:pt x="81058" y="17237"/>
                    <a:pt x="81376" y="16313"/>
                    <a:pt x="82064" y="16309"/>
                  </a:cubicBezTo>
                  <a:cubicBezTo>
                    <a:pt x="82241" y="16101"/>
                    <a:pt x="82557" y="16130"/>
                    <a:pt x="82766" y="16287"/>
                  </a:cubicBezTo>
                  <a:cubicBezTo>
                    <a:pt x="82864" y="16359"/>
                    <a:pt x="82929" y="16450"/>
                    <a:pt x="82974" y="16554"/>
                  </a:cubicBezTo>
                  <a:cubicBezTo>
                    <a:pt x="83022" y="16514"/>
                    <a:pt x="83091" y="16463"/>
                    <a:pt x="83112" y="16407"/>
                  </a:cubicBezTo>
                  <a:cubicBezTo>
                    <a:pt x="83128" y="16361"/>
                    <a:pt x="83097" y="16341"/>
                    <a:pt x="83054" y="16313"/>
                  </a:cubicBezTo>
                  <a:cubicBezTo>
                    <a:pt x="82881" y="16195"/>
                    <a:pt x="82766" y="16069"/>
                    <a:pt x="82714" y="15861"/>
                  </a:cubicBezTo>
                  <a:cubicBezTo>
                    <a:pt x="82663" y="15656"/>
                    <a:pt x="82652" y="15424"/>
                    <a:pt x="82671" y="15214"/>
                  </a:cubicBezTo>
                  <a:cubicBezTo>
                    <a:pt x="82691" y="14981"/>
                    <a:pt x="82764" y="14745"/>
                    <a:pt x="82939" y="14579"/>
                  </a:cubicBezTo>
                  <a:cubicBezTo>
                    <a:pt x="83039" y="14486"/>
                    <a:pt x="83160" y="14421"/>
                    <a:pt x="83288" y="14397"/>
                  </a:cubicBezTo>
                  <a:cubicBezTo>
                    <a:pt x="83257" y="14276"/>
                    <a:pt x="83234" y="14152"/>
                    <a:pt x="83221" y="14027"/>
                  </a:cubicBezTo>
                  <a:cubicBezTo>
                    <a:pt x="83216" y="13984"/>
                    <a:pt x="83212" y="13941"/>
                    <a:pt x="83208" y="13897"/>
                  </a:cubicBezTo>
                  <a:cubicBezTo>
                    <a:pt x="83199" y="13780"/>
                    <a:pt x="83351" y="13675"/>
                    <a:pt x="83457" y="13735"/>
                  </a:cubicBezTo>
                  <a:cubicBezTo>
                    <a:pt x="83463" y="13729"/>
                    <a:pt x="83467" y="13724"/>
                    <a:pt x="83469" y="13718"/>
                  </a:cubicBezTo>
                  <a:cubicBezTo>
                    <a:pt x="83478" y="13679"/>
                    <a:pt x="83435" y="13616"/>
                    <a:pt x="83417" y="13584"/>
                  </a:cubicBezTo>
                  <a:cubicBezTo>
                    <a:pt x="83344" y="13450"/>
                    <a:pt x="83277" y="13324"/>
                    <a:pt x="83253" y="13171"/>
                  </a:cubicBezTo>
                  <a:cubicBezTo>
                    <a:pt x="83212" y="12909"/>
                    <a:pt x="83216" y="12586"/>
                    <a:pt x="83322" y="12338"/>
                  </a:cubicBezTo>
                  <a:cubicBezTo>
                    <a:pt x="83415" y="12126"/>
                    <a:pt x="83619" y="11979"/>
                    <a:pt x="83846" y="12037"/>
                  </a:cubicBezTo>
                  <a:cubicBezTo>
                    <a:pt x="83889" y="11862"/>
                    <a:pt x="83960" y="11693"/>
                    <a:pt x="84054" y="11540"/>
                  </a:cubicBezTo>
                  <a:cubicBezTo>
                    <a:pt x="84095" y="11474"/>
                    <a:pt x="84142" y="11408"/>
                    <a:pt x="84192" y="11347"/>
                  </a:cubicBezTo>
                  <a:cubicBezTo>
                    <a:pt x="84218" y="11315"/>
                    <a:pt x="84335" y="11222"/>
                    <a:pt x="84337" y="11176"/>
                  </a:cubicBezTo>
                  <a:cubicBezTo>
                    <a:pt x="84341" y="11131"/>
                    <a:pt x="84272" y="11076"/>
                    <a:pt x="84244" y="11042"/>
                  </a:cubicBezTo>
                  <a:cubicBezTo>
                    <a:pt x="84200" y="10990"/>
                    <a:pt x="84160" y="10938"/>
                    <a:pt x="84131" y="10878"/>
                  </a:cubicBezTo>
                  <a:cubicBezTo>
                    <a:pt x="83948" y="10492"/>
                    <a:pt x="84149" y="10014"/>
                    <a:pt x="84512" y="9831"/>
                  </a:cubicBezTo>
                  <a:cubicBezTo>
                    <a:pt x="84445" y="9736"/>
                    <a:pt x="84378" y="9642"/>
                    <a:pt x="84311" y="9545"/>
                  </a:cubicBezTo>
                  <a:cubicBezTo>
                    <a:pt x="84253" y="9463"/>
                    <a:pt x="84309" y="9318"/>
                    <a:pt x="84412" y="9299"/>
                  </a:cubicBezTo>
                  <a:cubicBezTo>
                    <a:pt x="84700" y="9249"/>
                    <a:pt x="84992" y="9255"/>
                    <a:pt x="85274" y="9325"/>
                  </a:cubicBezTo>
                  <a:cubicBezTo>
                    <a:pt x="85369" y="8848"/>
                    <a:pt x="85464" y="8368"/>
                    <a:pt x="85555" y="7888"/>
                  </a:cubicBezTo>
                  <a:cubicBezTo>
                    <a:pt x="85568" y="7819"/>
                    <a:pt x="85648" y="7763"/>
                    <a:pt x="85719" y="7765"/>
                  </a:cubicBezTo>
                  <a:cubicBezTo>
                    <a:pt x="85922" y="7771"/>
                    <a:pt x="86124" y="7774"/>
                    <a:pt x="86329" y="7782"/>
                  </a:cubicBezTo>
                  <a:cubicBezTo>
                    <a:pt x="86206" y="7618"/>
                    <a:pt x="86104" y="7443"/>
                    <a:pt x="86057" y="7246"/>
                  </a:cubicBezTo>
                  <a:cubicBezTo>
                    <a:pt x="85992" y="6982"/>
                    <a:pt x="86039" y="6688"/>
                    <a:pt x="86208" y="6474"/>
                  </a:cubicBezTo>
                  <a:cubicBezTo>
                    <a:pt x="86292" y="6367"/>
                    <a:pt x="86401" y="6290"/>
                    <a:pt x="86532" y="6248"/>
                  </a:cubicBezTo>
                  <a:cubicBezTo>
                    <a:pt x="86654" y="6208"/>
                    <a:pt x="86816" y="6233"/>
                    <a:pt x="86911" y="6130"/>
                  </a:cubicBezTo>
                  <a:cubicBezTo>
                    <a:pt x="87034" y="5996"/>
                    <a:pt x="87060" y="5783"/>
                    <a:pt x="87119" y="5617"/>
                  </a:cubicBezTo>
                  <a:cubicBezTo>
                    <a:pt x="87201" y="5388"/>
                    <a:pt x="87335" y="5186"/>
                    <a:pt x="87603" y="5180"/>
                  </a:cubicBezTo>
                  <a:cubicBezTo>
                    <a:pt x="87701" y="5178"/>
                    <a:pt x="87757" y="5258"/>
                    <a:pt x="87768" y="5347"/>
                  </a:cubicBezTo>
                  <a:cubicBezTo>
                    <a:pt x="87793" y="5519"/>
                    <a:pt x="87815" y="5693"/>
                    <a:pt x="87839" y="5866"/>
                  </a:cubicBezTo>
                  <a:cubicBezTo>
                    <a:pt x="87899" y="5831"/>
                    <a:pt x="87958" y="5797"/>
                    <a:pt x="88018" y="5764"/>
                  </a:cubicBezTo>
                  <a:cubicBezTo>
                    <a:pt x="88111" y="5710"/>
                    <a:pt x="88233" y="5758"/>
                    <a:pt x="88263" y="5864"/>
                  </a:cubicBezTo>
                  <a:cubicBezTo>
                    <a:pt x="88354" y="6195"/>
                    <a:pt x="88496" y="6512"/>
                    <a:pt x="88683" y="6798"/>
                  </a:cubicBezTo>
                  <a:cubicBezTo>
                    <a:pt x="88747" y="6893"/>
                    <a:pt x="88815" y="6986"/>
                    <a:pt x="88888" y="7075"/>
                  </a:cubicBezTo>
                  <a:cubicBezTo>
                    <a:pt x="88960" y="7164"/>
                    <a:pt x="88925" y="7276"/>
                    <a:pt x="88854" y="7332"/>
                  </a:cubicBezTo>
                  <a:cubicBezTo>
                    <a:pt x="88903" y="7490"/>
                    <a:pt x="88942" y="7650"/>
                    <a:pt x="88979" y="7813"/>
                  </a:cubicBezTo>
                  <a:cubicBezTo>
                    <a:pt x="89104" y="7748"/>
                    <a:pt x="89234" y="7689"/>
                    <a:pt x="89360" y="7628"/>
                  </a:cubicBezTo>
                  <a:cubicBezTo>
                    <a:pt x="89517" y="7549"/>
                    <a:pt x="89712" y="7414"/>
                    <a:pt x="89887" y="7527"/>
                  </a:cubicBezTo>
                  <a:cubicBezTo>
                    <a:pt x="90006" y="7605"/>
                    <a:pt x="90047" y="7776"/>
                    <a:pt x="90078" y="7906"/>
                  </a:cubicBezTo>
                  <a:cubicBezTo>
                    <a:pt x="90110" y="8048"/>
                    <a:pt x="90127" y="8193"/>
                    <a:pt x="90102" y="8336"/>
                  </a:cubicBezTo>
                  <a:cubicBezTo>
                    <a:pt x="90078" y="8472"/>
                    <a:pt x="90002" y="8596"/>
                    <a:pt x="89887" y="8675"/>
                  </a:cubicBezTo>
                  <a:cubicBezTo>
                    <a:pt x="89881" y="8678"/>
                    <a:pt x="89876" y="8682"/>
                    <a:pt x="89868" y="8686"/>
                  </a:cubicBezTo>
                  <a:cubicBezTo>
                    <a:pt x="89961" y="8663"/>
                    <a:pt x="90052" y="8641"/>
                    <a:pt x="90145" y="8619"/>
                  </a:cubicBezTo>
                  <a:cubicBezTo>
                    <a:pt x="90353" y="8567"/>
                    <a:pt x="90564" y="8515"/>
                    <a:pt x="90774" y="8463"/>
                  </a:cubicBezTo>
                  <a:cubicBezTo>
                    <a:pt x="90893" y="8435"/>
                    <a:pt x="90982" y="8518"/>
                    <a:pt x="90995" y="8630"/>
                  </a:cubicBezTo>
                  <a:cubicBezTo>
                    <a:pt x="91008" y="8755"/>
                    <a:pt x="91023" y="8877"/>
                    <a:pt x="91036" y="9000"/>
                  </a:cubicBezTo>
                  <a:cubicBezTo>
                    <a:pt x="91211" y="8957"/>
                    <a:pt x="91406" y="8993"/>
                    <a:pt x="91553" y="9097"/>
                  </a:cubicBezTo>
                  <a:cubicBezTo>
                    <a:pt x="91692" y="9197"/>
                    <a:pt x="91769" y="9337"/>
                    <a:pt x="91787" y="9508"/>
                  </a:cubicBezTo>
                  <a:cubicBezTo>
                    <a:pt x="91802" y="9660"/>
                    <a:pt x="91784" y="9764"/>
                    <a:pt x="91921" y="9852"/>
                  </a:cubicBezTo>
                  <a:cubicBezTo>
                    <a:pt x="92040" y="9928"/>
                    <a:pt x="92172" y="9984"/>
                    <a:pt x="92273" y="10082"/>
                  </a:cubicBezTo>
                  <a:cubicBezTo>
                    <a:pt x="92388" y="10194"/>
                    <a:pt x="92438" y="10348"/>
                    <a:pt x="92416" y="10506"/>
                  </a:cubicBezTo>
                  <a:cubicBezTo>
                    <a:pt x="92390" y="10668"/>
                    <a:pt x="92291" y="10797"/>
                    <a:pt x="92237" y="10947"/>
                  </a:cubicBezTo>
                  <a:cubicBezTo>
                    <a:pt x="92187" y="11090"/>
                    <a:pt x="92280" y="11159"/>
                    <a:pt x="92386" y="11243"/>
                  </a:cubicBezTo>
                  <a:cubicBezTo>
                    <a:pt x="92535" y="11364"/>
                    <a:pt x="92654" y="11487"/>
                    <a:pt x="92676" y="11687"/>
                  </a:cubicBezTo>
                  <a:cubicBezTo>
                    <a:pt x="92682" y="11734"/>
                    <a:pt x="92680" y="11779"/>
                    <a:pt x="92671" y="11823"/>
                  </a:cubicBezTo>
                  <a:cubicBezTo>
                    <a:pt x="92868" y="11909"/>
                    <a:pt x="93050" y="12048"/>
                    <a:pt x="93098" y="12253"/>
                  </a:cubicBezTo>
                  <a:cubicBezTo>
                    <a:pt x="93171" y="12561"/>
                    <a:pt x="92907" y="12738"/>
                    <a:pt x="92663" y="12839"/>
                  </a:cubicBezTo>
                  <a:cubicBezTo>
                    <a:pt x="92591" y="12868"/>
                    <a:pt x="92472" y="12907"/>
                    <a:pt x="92451" y="12959"/>
                  </a:cubicBezTo>
                  <a:cubicBezTo>
                    <a:pt x="92427" y="13025"/>
                    <a:pt x="92509" y="13110"/>
                    <a:pt x="92574" y="13138"/>
                  </a:cubicBezTo>
                  <a:cubicBezTo>
                    <a:pt x="92710" y="13196"/>
                    <a:pt x="92937" y="13151"/>
                    <a:pt x="92985" y="12993"/>
                  </a:cubicBezTo>
                  <a:cubicBezTo>
                    <a:pt x="93011" y="12915"/>
                    <a:pt x="93078" y="12863"/>
                    <a:pt x="93162" y="12859"/>
                  </a:cubicBezTo>
                  <a:cubicBezTo>
                    <a:pt x="93394" y="12850"/>
                    <a:pt x="93549" y="13045"/>
                    <a:pt x="93597" y="13253"/>
                  </a:cubicBezTo>
                  <a:cubicBezTo>
                    <a:pt x="93623" y="13367"/>
                    <a:pt x="93615" y="13475"/>
                    <a:pt x="93610" y="13590"/>
                  </a:cubicBezTo>
                  <a:cubicBezTo>
                    <a:pt x="93604" y="13664"/>
                    <a:pt x="93586" y="13791"/>
                    <a:pt x="93642" y="13854"/>
                  </a:cubicBezTo>
                  <a:cubicBezTo>
                    <a:pt x="93697" y="13917"/>
                    <a:pt x="93816" y="13889"/>
                    <a:pt x="93891" y="13880"/>
                  </a:cubicBezTo>
                  <a:cubicBezTo>
                    <a:pt x="94015" y="13863"/>
                    <a:pt x="94133" y="13847"/>
                    <a:pt x="94259" y="13861"/>
                  </a:cubicBezTo>
                  <a:cubicBezTo>
                    <a:pt x="94402" y="13878"/>
                    <a:pt x="94538" y="13923"/>
                    <a:pt x="94663" y="13990"/>
                  </a:cubicBezTo>
                  <a:cubicBezTo>
                    <a:pt x="94681" y="13497"/>
                    <a:pt x="94517" y="13010"/>
                    <a:pt x="94214" y="12615"/>
                  </a:cubicBezTo>
                  <a:cubicBezTo>
                    <a:pt x="94177" y="12569"/>
                    <a:pt x="94181" y="12480"/>
                    <a:pt x="94214" y="12431"/>
                  </a:cubicBezTo>
                  <a:cubicBezTo>
                    <a:pt x="94305" y="12297"/>
                    <a:pt x="94438" y="12232"/>
                    <a:pt x="94592" y="12197"/>
                  </a:cubicBezTo>
                  <a:cubicBezTo>
                    <a:pt x="94674" y="12178"/>
                    <a:pt x="94845" y="12175"/>
                    <a:pt x="94891" y="12093"/>
                  </a:cubicBezTo>
                  <a:cubicBezTo>
                    <a:pt x="94938" y="12015"/>
                    <a:pt x="94819" y="11868"/>
                    <a:pt x="94778" y="11799"/>
                  </a:cubicBezTo>
                  <a:cubicBezTo>
                    <a:pt x="94696" y="11661"/>
                    <a:pt x="94612" y="11511"/>
                    <a:pt x="94610" y="11347"/>
                  </a:cubicBezTo>
                  <a:cubicBezTo>
                    <a:pt x="94609" y="11005"/>
                    <a:pt x="94947" y="10731"/>
                    <a:pt x="95274" y="10743"/>
                  </a:cubicBezTo>
                  <a:cubicBezTo>
                    <a:pt x="95618" y="10754"/>
                    <a:pt x="95881" y="11049"/>
                    <a:pt x="95940" y="11373"/>
                  </a:cubicBezTo>
                  <a:cubicBezTo>
                    <a:pt x="95976" y="11563"/>
                    <a:pt x="95931" y="11730"/>
                    <a:pt x="95890" y="11914"/>
                  </a:cubicBezTo>
                  <a:cubicBezTo>
                    <a:pt x="95845" y="12110"/>
                    <a:pt x="96002" y="12191"/>
                    <a:pt x="96080" y="12349"/>
                  </a:cubicBezTo>
                  <a:cubicBezTo>
                    <a:pt x="96228" y="12647"/>
                    <a:pt x="96057" y="12926"/>
                    <a:pt x="95942" y="13199"/>
                  </a:cubicBezTo>
                  <a:cubicBezTo>
                    <a:pt x="95905" y="13287"/>
                    <a:pt x="95855" y="13400"/>
                    <a:pt x="95916" y="13478"/>
                  </a:cubicBezTo>
                  <a:cubicBezTo>
                    <a:pt x="95987" y="13569"/>
                    <a:pt x="96160" y="13558"/>
                    <a:pt x="96262" y="13566"/>
                  </a:cubicBezTo>
                  <a:cubicBezTo>
                    <a:pt x="96435" y="13575"/>
                    <a:pt x="96600" y="13597"/>
                    <a:pt x="96757" y="13677"/>
                  </a:cubicBezTo>
                  <a:cubicBezTo>
                    <a:pt x="96915" y="13757"/>
                    <a:pt x="97043" y="13886"/>
                    <a:pt x="97145" y="14027"/>
                  </a:cubicBezTo>
                  <a:cubicBezTo>
                    <a:pt x="97419" y="14395"/>
                    <a:pt x="97452" y="14862"/>
                    <a:pt x="97547" y="15295"/>
                  </a:cubicBezTo>
                  <a:cubicBezTo>
                    <a:pt x="97597" y="15532"/>
                    <a:pt x="97672" y="15762"/>
                    <a:pt x="97757" y="15987"/>
                  </a:cubicBezTo>
                  <a:cubicBezTo>
                    <a:pt x="97820" y="16153"/>
                    <a:pt x="97878" y="16322"/>
                    <a:pt x="97936" y="16487"/>
                  </a:cubicBezTo>
                  <a:cubicBezTo>
                    <a:pt x="97941" y="16486"/>
                    <a:pt x="97945" y="16482"/>
                    <a:pt x="97949" y="16478"/>
                  </a:cubicBezTo>
                  <a:cubicBezTo>
                    <a:pt x="98036" y="16413"/>
                    <a:pt x="98135" y="16551"/>
                    <a:pt x="98062" y="16625"/>
                  </a:cubicBezTo>
                  <a:cubicBezTo>
                    <a:pt x="98040" y="16647"/>
                    <a:pt x="98021" y="16672"/>
                    <a:pt x="98008" y="16696"/>
                  </a:cubicBezTo>
                  <a:cubicBezTo>
                    <a:pt x="98021" y="16746"/>
                    <a:pt x="98005" y="16789"/>
                    <a:pt x="97971" y="16819"/>
                  </a:cubicBezTo>
                  <a:cubicBezTo>
                    <a:pt x="97954" y="17045"/>
                    <a:pt x="98183" y="17298"/>
                    <a:pt x="98349" y="17415"/>
                  </a:cubicBezTo>
                  <a:cubicBezTo>
                    <a:pt x="98665" y="17641"/>
                    <a:pt x="98996" y="17841"/>
                    <a:pt x="99096" y="18245"/>
                  </a:cubicBezTo>
                  <a:cubicBezTo>
                    <a:pt x="99191" y="18624"/>
                    <a:pt x="99057" y="19019"/>
                    <a:pt x="99150" y="19394"/>
                  </a:cubicBezTo>
                  <a:cubicBezTo>
                    <a:pt x="99243" y="19774"/>
                    <a:pt x="99658" y="20027"/>
                    <a:pt x="99970" y="20214"/>
                  </a:cubicBezTo>
                  <a:cubicBezTo>
                    <a:pt x="100171" y="20337"/>
                    <a:pt x="100402" y="20430"/>
                    <a:pt x="100506" y="20657"/>
                  </a:cubicBezTo>
                  <a:cubicBezTo>
                    <a:pt x="100567" y="20791"/>
                    <a:pt x="100582" y="20938"/>
                    <a:pt x="100565" y="21081"/>
                  </a:cubicBezTo>
                  <a:cubicBezTo>
                    <a:pt x="100727" y="21115"/>
                    <a:pt x="100878" y="21209"/>
                    <a:pt x="100980" y="21347"/>
                  </a:cubicBezTo>
                  <a:cubicBezTo>
                    <a:pt x="101144" y="21568"/>
                    <a:pt x="101110" y="21831"/>
                    <a:pt x="101006" y="22069"/>
                  </a:cubicBezTo>
                  <a:cubicBezTo>
                    <a:pt x="100924" y="22258"/>
                    <a:pt x="100759" y="22472"/>
                    <a:pt x="100906" y="22669"/>
                  </a:cubicBezTo>
                  <a:cubicBezTo>
                    <a:pt x="100989" y="22781"/>
                    <a:pt x="101108" y="22874"/>
                    <a:pt x="101211" y="22969"/>
                  </a:cubicBezTo>
                  <a:cubicBezTo>
                    <a:pt x="101339" y="23090"/>
                    <a:pt x="101466" y="23211"/>
                    <a:pt x="101594" y="23331"/>
                  </a:cubicBezTo>
                  <a:cubicBezTo>
                    <a:pt x="101629" y="23365"/>
                    <a:pt x="101718" y="23484"/>
                    <a:pt x="101767" y="23490"/>
                  </a:cubicBezTo>
                  <a:cubicBezTo>
                    <a:pt x="101771" y="23490"/>
                    <a:pt x="101817" y="23463"/>
                    <a:pt x="101834" y="23454"/>
                  </a:cubicBezTo>
                  <a:cubicBezTo>
                    <a:pt x="101970" y="23387"/>
                    <a:pt x="102120" y="23346"/>
                    <a:pt x="102262" y="23426"/>
                  </a:cubicBezTo>
                  <a:cubicBezTo>
                    <a:pt x="102468" y="23543"/>
                    <a:pt x="102524" y="23832"/>
                    <a:pt x="102461" y="24047"/>
                  </a:cubicBezTo>
                  <a:cubicBezTo>
                    <a:pt x="102412" y="24211"/>
                    <a:pt x="102148" y="24514"/>
                    <a:pt x="102379" y="24641"/>
                  </a:cubicBezTo>
                  <a:cubicBezTo>
                    <a:pt x="102583" y="24752"/>
                    <a:pt x="102795" y="24592"/>
                    <a:pt x="102935" y="24451"/>
                  </a:cubicBezTo>
                  <a:cubicBezTo>
                    <a:pt x="103385" y="23997"/>
                    <a:pt x="103669" y="23382"/>
                    <a:pt x="103787" y="22757"/>
                  </a:cubicBezTo>
                  <a:cubicBezTo>
                    <a:pt x="103801" y="22669"/>
                    <a:pt x="103894" y="22615"/>
                    <a:pt x="103976" y="22612"/>
                  </a:cubicBezTo>
                  <a:cubicBezTo>
                    <a:pt x="104173" y="22601"/>
                    <a:pt x="104357" y="22524"/>
                    <a:pt x="104504" y="22398"/>
                  </a:cubicBezTo>
                  <a:cubicBezTo>
                    <a:pt x="104527" y="22379"/>
                    <a:pt x="104547" y="22361"/>
                    <a:pt x="104566" y="22340"/>
                  </a:cubicBezTo>
                  <a:cubicBezTo>
                    <a:pt x="104709" y="22197"/>
                    <a:pt x="104947" y="22344"/>
                    <a:pt x="104899" y="22534"/>
                  </a:cubicBezTo>
                  <a:cubicBezTo>
                    <a:pt x="104891" y="22563"/>
                    <a:pt x="104889" y="22589"/>
                    <a:pt x="104893" y="22617"/>
                  </a:cubicBezTo>
                  <a:cubicBezTo>
                    <a:pt x="104902" y="22699"/>
                    <a:pt x="104960" y="22768"/>
                    <a:pt x="105044" y="22801"/>
                  </a:cubicBezTo>
                  <a:cubicBezTo>
                    <a:pt x="105100" y="22822"/>
                    <a:pt x="105155" y="22840"/>
                    <a:pt x="105204" y="22868"/>
                  </a:cubicBezTo>
                  <a:lnTo>
                    <a:pt x="105204" y="23683"/>
                  </a:lnTo>
                  <a:lnTo>
                    <a:pt x="105193" y="23700"/>
                  </a:lnTo>
                  <a:cubicBezTo>
                    <a:pt x="105163" y="23744"/>
                    <a:pt x="105126" y="23796"/>
                    <a:pt x="105127" y="23852"/>
                  </a:cubicBezTo>
                  <a:cubicBezTo>
                    <a:pt x="105131" y="23906"/>
                    <a:pt x="105170" y="23960"/>
                    <a:pt x="105204" y="24005"/>
                  </a:cubicBezTo>
                  <a:lnTo>
                    <a:pt x="105204" y="60265"/>
                  </a:lnTo>
                  <a:lnTo>
                    <a:pt x="3460" y="60265"/>
                  </a:lnTo>
                  <a:close/>
                  <a:moveTo>
                    <a:pt x="102076" y="23772"/>
                  </a:moveTo>
                  <a:lnTo>
                    <a:pt x="102076" y="23772"/>
                  </a:lnTo>
                  <a:cubicBezTo>
                    <a:pt x="102072" y="23765"/>
                    <a:pt x="102066" y="23761"/>
                    <a:pt x="102061" y="23759"/>
                  </a:cubicBezTo>
                  <a:cubicBezTo>
                    <a:pt x="102064" y="23759"/>
                    <a:pt x="102070" y="23770"/>
                    <a:pt x="102076" y="23772"/>
                  </a:cubicBezTo>
                  <a:close/>
                  <a:moveTo>
                    <a:pt x="92323" y="11749"/>
                  </a:moveTo>
                  <a:lnTo>
                    <a:pt x="92323" y="11749"/>
                  </a:lnTo>
                  <a:cubicBezTo>
                    <a:pt x="92317" y="11754"/>
                    <a:pt x="92323" y="11762"/>
                    <a:pt x="92323" y="11749"/>
                  </a:cubicBezTo>
                  <a:close/>
                  <a:moveTo>
                    <a:pt x="89691" y="8708"/>
                  </a:moveTo>
                  <a:lnTo>
                    <a:pt x="89691" y="8708"/>
                  </a:lnTo>
                  <a:cubicBezTo>
                    <a:pt x="89684" y="8682"/>
                    <a:pt x="89660" y="8710"/>
                    <a:pt x="89691" y="8708"/>
                  </a:cubicBezTo>
                  <a:close/>
                  <a:moveTo>
                    <a:pt x="34189" y="25885"/>
                  </a:moveTo>
                  <a:cubicBezTo>
                    <a:pt x="34179" y="25872"/>
                    <a:pt x="34179" y="25877"/>
                    <a:pt x="34189" y="25885"/>
                  </a:cubicBezTo>
                  <a:close/>
                  <a:moveTo>
                    <a:pt x="3290" y="53147"/>
                  </a:moveTo>
                  <a:cubicBezTo>
                    <a:pt x="3316" y="53136"/>
                    <a:pt x="3298" y="53112"/>
                    <a:pt x="3290" y="53147"/>
                  </a:cubicBezTo>
                  <a:close/>
                  <a:moveTo>
                    <a:pt x="25092" y="31866"/>
                  </a:moveTo>
                  <a:cubicBezTo>
                    <a:pt x="25092" y="31870"/>
                    <a:pt x="25092" y="31873"/>
                    <a:pt x="25094" y="31868"/>
                  </a:cubicBezTo>
                  <a:cubicBezTo>
                    <a:pt x="25094" y="31868"/>
                    <a:pt x="25094" y="31866"/>
                    <a:pt x="25092" y="31866"/>
                  </a:cubicBezTo>
                  <a:close/>
                  <a:moveTo>
                    <a:pt x="33995" y="27655"/>
                  </a:moveTo>
                  <a:cubicBezTo>
                    <a:pt x="33949" y="27652"/>
                    <a:pt x="33980" y="27661"/>
                    <a:pt x="33995" y="27655"/>
                  </a:cubicBezTo>
                  <a:close/>
                  <a:moveTo>
                    <a:pt x="34533" y="25623"/>
                  </a:moveTo>
                  <a:cubicBezTo>
                    <a:pt x="34549" y="25641"/>
                    <a:pt x="34551" y="25626"/>
                    <a:pt x="34533" y="25623"/>
                  </a:cubicBezTo>
                  <a:close/>
                  <a:moveTo>
                    <a:pt x="48832" y="20177"/>
                  </a:moveTo>
                  <a:cubicBezTo>
                    <a:pt x="48881" y="20069"/>
                    <a:pt x="48814" y="19900"/>
                    <a:pt x="48777" y="19777"/>
                  </a:cubicBezTo>
                  <a:cubicBezTo>
                    <a:pt x="48752" y="19697"/>
                    <a:pt x="48732" y="19616"/>
                    <a:pt x="48721" y="19532"/>
                  </a:cubicBezTo>
                  <a:cubicBezTo>
                    <a:pt x="48654" y="19829"/>
                    <a:pt x="48591" y="20129"/>
                    <a:pt x="48531" y="20428"/>
                  </a:cubicBezTo>
                  <a:cubicBezTo>
                    <a:pt x="48557" y="20412"/>
                    <a:pt x="48581" y="20397"/>
                    <a:pt x="48609" y="20380"/>
                  </a:cubicBezTo>
                  <a:cubicBezTo>
                    <a:pt x="48698" y="20324"/>
                    <a:pt x="48791" y="20265"/>
                    <a:pt x="48832" y="20175"/>
                  </a:cubicBezTo>
                  <a:lnTo>
                    <a:pt x="48832" y="20175"/>
                  </a:lnTo>
                  <a:close/>
                  <a:moveTo>
                    <a:pt x="52137" y="18593"/>
                  </a:moveTo>
                  <a:cubicBezTo>
                    <a:pt x="52143" y="18593"/>
                    <a:pt x="52148" y="18582"/>
                    <a:pt x="52150" y="18582"/>
                  </a:cubicBezTo>
                  <a:cubicBezTo>
                    <a:pt x="52145" y="18583"/>
                    <a:pt x="52141" y="18587"/>
                    <a:pt x="52137" y="18593"/>
                  </a:cubicBezTo>
                  <a:close/>
                  <a:moveTo>
                    <a:pt x="61888" y="6571"/>
                  </a:moveTo>
                  <a:cubicBezTo>
                    <a:pt x="61888" y="6584"/>
                    <a:pt x="61895" y="6577"/>
                    <a:pt x="61888" y="6571"/>
                  </a:cubicBezTo>
                  <a:close/>
                  <a:moveTo>
                    <a:pt x="64519" y="3529"/>
                  </a:moveTo>
                  <a:cubicBezTo>
                    <a:pt x="64553" y="3532"/>
                    <a:pt x="64527" y="3504"/>
                    <a:pt x="64519" y="3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50" y="4798851"/>
              <a:ext cx="1835816" cy="1030536"/>
            </a:xfrm>
            <a:custGeom>
              <a:avLst/>
              <a:gdLst/>
              <a:ahLst/>
              <a:cxnLst/>
              <a:rect l="l" t="t" r="r" b="b"/>
              <a:pathLst>
                <a:path w="71073" h="59603" extrusionOk="0">
                  <a:moveTo>
                    <a:pt x="68458" y="59602"/>
                  </a:moveTo>
                  <a:cubicBezTo>
                    <a:pt x="69180" y="59035"/>
                    <a:pt x="69896" y="58458"/>
                    <a:pt x="70608" y="57882"/>
                  </a:cubicBezTo>
                  <a:cubicBezTo>
                    <a:pt x="70628" y="57893"/>
                    <a:pt x="70651" y="57904"/>
                    <a:pt x="70671" y="57915"/>
                  </a:cubicBezTo>
                  <a:cubicBezTo>
                    <a:pt x="70887" y="58031"/>
                    <a:pt x="71073" y="57713"/>
                    <a:pt x="70863" y="57590"/>
                  </a:cubicBezTo>
                  <a:cubicBezTo>
                    <a:pt x="70833" y="57573"/>
                    <a:pt x="70803" y="57555"/>
                    <a:pt x="70773" y="57538"/>
                  </a:cubicBezTo>
                  <a:cubicBezTo>
                    <a:pt x="70571" y="57411"/>
                    <a:pt x="70375" y="57272"/>
                    <a:pt x="70176" y="57138"/>
                  </a:cubicBezTo>
                  <a:cubicBezTo>
                    <a:pt x="69963" y="56997"/>
                    <a:pt x="69758" y="56844"/>
                    <a:pt x="69563" y="56677"/>
                  </a:cubicBezTo>
                  <a:cubicBezTo>
                    <a:pt x="69180" y="56346"/>
                    <a:pt x="68841" y="55964"/>
                    <a:pt x="68610" y="55513"/>
                  </a:cubicBezTo>
                  <a:cubicBezTo>
                    <a:pt x="68376" y="55053"/>
                    <a:pt x="68318" y="54553"/>
                    <a:pt x="68296" y="54043"/>
                  </a:cubicBezTo>
                  <a:cubicBezTo>
                    <a:pt x="68283" y="53748"/>
                    <a:pt x="68279" y="53446"/>
                    <a:pt x="68237" y="53154"/>
                  </a:cubicBezTo>
                  <a:cubicBezTo>
                    <a:pt x="68194" y="52881"/>
                    <a:pt x="68004" y="52682"/>
                    <a:pt x="67714" y="52702"/>
                  </a:cubicBezTo>
                  <a:cubicBezTo>
                    <a:pt x="67435" y="52723"/>
                    <a:pt x="67152" y="52803"/>
                    <a:pt x="66877" y="52855"/>
                  </a:cubicBezTo>
                  <a:cubicBezTo>
                    <a:pt x="66721" y="52885"/>
                    <a:pt x="66565" y="52913"/>
                    <a:pt x="66410" y="52942"/>
                  </a:cubicBezTo>
                  <a:cubicBezTo>
                    <a:pt x="66405" y="52944"/>
                    <a:pt x="66342" y="52952"/>
                    <a:pt x="66295" y="52959"/>
                  </a:cubicBezTo>
                  <a:cubicBezTo>
                    <a:pt x="66275" y="52658"/>
                    <a:pt x="66278" y="52355"/>
                    <a:pt x="66267" y="52053"/>
                  </a:cubicBezTo>
                  <a:cubicBezTo>
                    <a:pt x="66260" y="51800"/>
                    <a:pt x="66196" y="51529"/>
                    <a:pt x="65908" y="51471"/>
                  </a:cubicBezTo>
                  <a:cubicBezTo>
                    <a:pt x="65767" y="51443"/>
                    <a:pt x="65639" y="51495"/>
                    <a:pt x="65501" y="51510"/>
                  </a:cubicBezTo>
                  <a:cubicBezTo>
                    <a:pt x="65432" y="51520"/>
                    <a:pt x="65402" y="51508"/>
                    <a:pt x="65356" y="51466"/>
                  </a:cubicBezTo>
                  <a:cubicBezTo>
                    <a:pt x="65224" y="51345"/>
                    <a:pt x="65229" y="51148"/>
                    <a:pt x="65280" y="50982"/>
                  </a:cubicBezTo>
                  <a:cubicBezTo>
                    <a:pt x="65354" y="50744"/>
                    <a:pt x="65497" y="50536"/>
                    <a:pt x="65585" y="50303"/>
                  </a:cubicBezTo>
                  <a:cubicBezTo>
                    <a:pt x="65670" y="50080"/>
                    <a:pt x="65706" y="49814"/>
                    <a:pt x="65629" y="49584"/>
                  </a:cubicBezTo>
                  <a:cubicBezTo>
                    <a:pt x="65540" y="49323"/>
                    <a:pt x="65306" y="49100"/>
                    <a:pt x="65014" y="49160"/>
                  </a:cubicBezTo>
                  <a:cubicBezTo>
                    <a:pt x="64809" y="49202"/>
                    <a:pt x="64662" y="49403"/>
                    <a:pt x="64487" y="49455"/>
                  </a:cubicBezTo>
                  <a:cubicBezTo>
                    <a:pt x="64294" y="49513"/>
                    <a:pt x="64065" y="49453"/>
                    <a:pt x="63913" y="49318"/>
                  </a:cubicBezTo>
                  <a:cubicBezTo>
                    <a:pt x="63916" y="49310"/>
                    <a:pt x="63920" y="49303"/>
                    <a:pt x="63922" y="49293"/>
                  </a:cubicBezTo>
                  <a:cubicBezTo>
                    <a:pt x="64054" y="48849"/>
                    <a:pt x="63645" y="48473"/>
                    <a:pt x="63230" y="48431"/>
                  </a:cubicBezTo>
                  <a:cubicBezTo>
                    <a:pt x="62869" y="48393"/>
                    <a:pt x="62564" y="48611"/>
                    <a:pt x="62313" y="48855"/>
                  </a:cubicBezTo>
                  <a:cubicBezTo>
                    <a:pt x="62306" y="48797"/>
                    <a:pt x="62310" y="48737"/>
                    <a:pt x="62311" y="48695"/>
                  </a:cubicBezTo>
                  <a:cubicBezTo>
                    <a:pt x="62319" y="48503"/>
                    <a:pt x="62350" y="48308"/>
                    <a:pt x="62293" y="48118"/>
                  </a:cubicBezTo>
                  <a:cubicBezTo>
                    <a:pt x="62230" y="47912"/>
                    <a:pt x="62036" y="47728"/>
                    <a:pt x="61824" y="47692"/>
                  </a:cubicBezTo>
                  <a:cubicBezTo>
                    <a:pt x="61845" y="47415"/>
                    <a:pt x="61846" y="47134"/>
                    <a:pt x="61776" y="46866"/>
                  </a:cubicBezTo>
                  <a:cubicBezTo>
                    <a:pt x="61765" y="46820"/>
                    <a:pt x="61750" y="46775"/>
                    <a:pt x="61733" y="46729"/>
                  </a:cubicBezTo>
                  <a:cubicBezTo>
                    <a:pt x="61674" y="46563"/>
                    <a:pt x="61473" y="46539"/>
                    <a:pt x="61370" y="46682"/>
                  </a:cubicBezTo>
                  <a:cubicBezTo>
                    <a:pt x="61173" y="46958"/>
                    <a:pt x="60703" y="47023"/>
                    <a:pt x="60442" y="46811"/>
                  </a:cubicBezTo>
                  <a:cubicBezTo>
                    <a:pt x="60310" y="46705"/>
                    <a:pt x="60065" y="46760"/>
                    <a:pt x="60076" y="46963"/>
                  </a:cubicBezTo>
                  <a:cubicBezTo>
                    <a:pt x="60080" y="47015"/>
                    <a:pt x="60082" y="47065"/>
                    <a:pt x="60085" y="47118"/>
                  </a:cubicBezTo>
                  <a:cubicBezTo>
                    <a:pt x="60098" y="47354"/>
                    <a:pt x="60113" y="47592"/>
                    <a:pt x="60128" y="47828"/>
                  </a:cubicBezTo>
                  <a:cubicBezTo>
                    <a:pt x="60069" y="47821"/>
                    <a:pt x="60009" y="47809"/>
                    <a:pt x="59951" y="47802"/>
                  </a:cubicBezTo>
                  <a:cubicBezTo>
                    <a:pt x="59855" y="47787"/>
                    <a:pt x="59756" y="47767"/>
                    <a:pt x="59659" y="47752"/>
                  </a:cubicBezTo>
                  <a:cubicBezTo>
                    <a:pt x="59645" y="47590"/>
                    <a:pt x="59617" y="47424"/>
                    <a:pt x="59531" y="47289"/>
                  </a:cubicBezTo>
                  <a:cubicBezTo>
                    <a:pt x="59433" y="47138"/>
                    <a:pt x="59271" y="47026"/>
                    <a:pt x="59087" y="47028"/>
                  </a:cubicBezTo>
                  <a:cubicBezTo>
                    <a:pt x="58919" y="47032"/>
                    <a:pt x="58789" y="47127"/>
                    <a:pt x="58672" y="47233"/>
                  </a:cubicBezTo>
                  <a:cubicBezTo>
                    <a:pt x="58631" y="47270"/>
                    <a:pt x="58549" y="47372"/>
                    <a:pt x="58475" y="47410"/>
                  </a:cubicBezTo>
                  <a:cubicBezTo>
                    <a:pt x="58540" y="47229"/>
                    <a:pt x="58607" y="47051"/>
                    <a:pt x="58672" y="46870"/>
                  </a:cubicBezTo>
                  <a:cubicBezTo>
                    <a:pt x="58828" y="46677"/>
                    <a:pt x="58966" y="46439"/>
                    <a:pt x="58942" y="46190"/>
                  </a:cubicBezTo>
                  <a:cubicBezTo>
                    <a:pt x="58908" y="45842"/>
                    <a:pt x="58605" y="45719"/>
                    <a:pt x="58302" y="45680"/>
                  </a:cubicBezTo>
                  <a:cubicBezTo>
                    <a:pt x="58095" y="45652"/>
                    <a:pt x="57934" y="45600"/>
                    <a:pt x="57829" y="45408"/>
                  </a:cubicBezTo>
                  <a:cubicBezTo>
                    <a:pt x="57733" y="45228"/>
                    <a:pt x="57716" y="45009"/>
                    <a:pt x="57729" y="44808"/>
                  </a:cubicBezTo>
                  <a:cubicBezTo>
                    <a:pt x="57749" y="44518"/>
                    <a:pt x="57839" y="44233"/>
                    <a:pt x="57868" y="43941"/>
                  </a:cubicBezTo>
                  <a:cubicBezTo>
                    <a:pt x="57896" y="43664"/>
                    <a:pt x="57878" y="43298"/>
                    <a:pt x="57673" y="43084"/>
                  </a:cubicBezTo>
                  <a:cubicBezTo>
                    <a:pt x="57489" y="42890"/>
                    <a:pt x="57186" y="42950"/>
                    <a:pt x="57035" y="42712"/>
                  </a:cubicBezTo>
                  <a:cubicBezTo>
                    <a:pt x="56887" y="42481"/>
                    <a:pt x="57013" y="42217"/>
                    <a:pt x="57069" y="41975"/>
                  </a:cubicBezTo>
                  <a:cubicBezTo>
                    <a:pt x="57130" y="41706"/>
                    <a:pt x="57112" y="41453"/>
                    <a:pt x="56924" y="41237"/>
                  </a:cubicBezTo>
                  <a:cubicBezTo>
                    <a:pt x="56844" y="41148"/>
                    <a:pt x="56734" y="41079"/>
                    <a:pt x="56617" y="41055"/>
                  </a:cubicBezTo>
                  <a:cubicBezTo>
                    <a:pt x="56602" y="40876"/>
                    <a:pt x="56515" y="40705"/>
                    <a:pt x="56369" y="40580"/>
                  </a:cubicBezTo>
                  <a:cubicBezTo>
                    <a:pt x="56109" y="40355"/>
                    <a:pt x="55745" y="40352"/>
                    <a:pt x="55428" y="40443"/>
                  </a:cubicBezTo>
                  <a:cubicBezTo>
                    <a:pt x="55149" y="40523"/>
                    <a:pt x="54809" y="40670"/>
                    <a:pt x="54718" y="40975"/>
                  </a:cubicBezTo>
                  <a:cubicBezTo>
                    <a:pt x="54714" y="40982"/>
                    <a:pt x="54712" y="40990"/>
                    <a:pt x="54711" y="40999"/>
                  </a:cubicBezTo>
                  <a:cubicBezTo>
                    <a:pt x="54664" y="41032"/>
                    <a:pt x="54632" y="41088"/>
                    <a:pt x="54627" y="41153"/>
                  </a:cubicBezTo>
                  <a:cubicBezTo>
                    <a:pt x="54573" y="41773"/>
                    <a:pt x="54623" y="42396"/>
                    <a:pt x="54774" y="42998"/>
                  </a:cubicBezTo>
                  <a:cubicBezTo>
                    <a:pt x="54614" y="42948"/>
                    <a:pt x="54445" y="42920"/>
                    <a:pt x="54275" y="42916"/>
                  </a:cubicBezTo>
                  <a:cubicBezTo>
                    <a:pt x="54184" y="42916"/>
                    <a:pt x="54088" y="43000"/>
                    <a:pt x="54097" y="43095"/>
                  </a:cubicBezTo>
                  <a:cubicBezTo>
                    <a:pt x="54112" y="43255"/>
                    <a:pt x="54177" y="43392"/>
                    <a:pt x="54285" y="43493"/>
                  </a:cubicBezTo>
                  <a:cubicBezTo>
                    <a:pt x="54158" y="43640"/>
                    <a:pt x="54030" y="43787"/>
                    <a:pt x="53903" y="43932"/>
                  </a:cubicBezTo>
                  <a:cubicBezTo>
                    <a:pt x="53820" y="44030"/>
                    <a:pt x="53846" y="44192"/>
                    <a:pt x="53982" y="44227"/>
                  </a:cubicBezTo>
                  <a:cubicBezTo>
                    <a:pt x="54303" y="44311"/>
                    <a:pt x="54420" y="44763"/>
                    <a:pt x="54078" y="44912"/>
                  </a:cubicBezTo>
                  <a:cubicBezTo>
                    <a:pt x="53814" y="45027"/>
                    <a:pt x="53597" y="44750"/>
                    <a:pt x="53697" y="44519"/>
                  </a:cubicBezTo>
                  <a:cubicBezTo>
                    <a:pt x="53706" y="44497"/>
                    <a:pt x="53719" y="44475"/>
                    <a:pt x="53736" y="44452"/>
                  </a:cubicBezTo>
                  <a:cubicBezTo>
                    <a:pt x="53783" y="44393"/>
                    <a:pt x="53758" y="44291"/>
                    <a:pt x="53710" y="44242"/>
                  </a:cubicBezTo>
                  <a:cubicBezTo>
                    <a:pt x="53652" y="44185"/>
                    <a:pt x="53571" y="44183"/>
                    <a:pt x="53500" y="44214"/>
                  </a:cubicBezTo>
                  <a:cubicBezTo>
                    <a:pt x="53465" y="44231"/>
                    <a:pt x="53429" y="44248"/>
                    <a:pt x="53394" y="44265"/>
                  </a:cubicBezTo>
                  <a:cubicBezTo>
                    <a:pt x="53364" y="44131"/>
                    <a:pt x="53349" y="43995"/>
                    <a:pt x="53349" y="43857"/>
                  </a:cubicBezTo>
                  <a:cubicBezTo>
                    <a:pt x="53414" y="43751"/>
                    <a:pt x="53383" y="43606"/>
                    <a:pt x="53275" y="43524"/>
                  </a:cubicBezTo>
                  <a:cubicBezTo>
                    <a:pt x="53184" y="43454"/>
                    <a:pt x="53080" y="43523"/>
                    <a:pt x="53041" y="43610"/>
                  </a:cubicBezTo>
                  <a:cubicBezTo>
                    <a:pt x="52975" y="43573"/>
                    <a:pt x="52914" y="43513"/>
                    <a:pt x="52868" y="43478"/>
                  </a:cubicBezTo>
                  <a:cubicBezTo>
                    <a:pt x="52778" y="43413"/>
                    <a:pt x="52691" y="43342"/>
                    <a:pt x="52605" y="43270"/>
                  </a:cubicBezTo>
                  <a:cubicBezTo>
                    <a:pt x="52468" y="43152"/>
                    <a:pt x="52332" y="43026"/>
                    <a:pt x="52207" y="42894"/>
                  </a:cubicBezTo>
                  <a:cubicBezTo>
                    <a:pt x="52473" y="42561"/>
                    <a:pt x="52689" y="42120"/>
                    <a:pt x="52410" y="41730"/>
                  </a:cubicBezTo>
                  <a:cubicBezTo>
                    <a:pt x="52278" y="41548"/>
                    <a:pt x="52068" y="41423"/>
                    <a:pt x="51837" y="41462"/>
                  </a:cubicBezTo>
                  <a:cubicBezTo>
                    <a:pt x="51726" y="41481"/>
                    <a:pt x="51636" y="41542"/>
                    <a:pt x="51542" y="41600"/>
                  </a:cubicBezTo>
                  <a:cubicBezTo>
                    <a:pt x="51582" y="41475"/>
                    <a:pt x="51579" y="41332"/>
                    <a:pt x="51542" y="41211"/>
                  </a:cubicBezTo>
                  <a:cubicBezTo>
                    <a:pt x="51447" y="40900"/>
                    <a:pt x="51151" y="40757"/>
                    <a:pt x="50969" y="40510"/>
                  </a:cubicBezTo>
                  <a:cubicBezTo>
                    <a:pt x="50900" y="40417"/>
                    <a:pt x="50788" y="40398"/>
                    <a:pt x="50699" y="40476"/>
                  </a:cubicBezTo>
                  <a:cubicBezTo>
                    <a:pt x="50627" y="40538"/>
                    <a:pt x="50535" y="40545"/>
                    <a:pt x="50452" y="40519"/>
                  </a:cubicBezTo>
                  <a:cubicBezTo>
                    <a:pt x="50504" y="40229"/>
                    <a:pt x="50455" y="39928"/>
                    <a:pt x="50309" y="39667"/>
                  </a:cubicBezTo>
                  <a:cubicBezTo>
                    <a:pt x="50273" y="39602"/>
                    <a:pt x="50191" y="39572"/>
                    <a:pt x="50121" y="39589"/>
                  </a:cubicBezTo>
                  <a:cubicBezTo>
                    <a:pt x="49818" y="39669"/>
                    <a:pt x="49492" y="39662"/>
                    <a:pt x="49193" y="39565"/>
                  </a:cubicBezTo>
                  <a:cubicBezTo>
                    <a:pt x="49301" y="39282"/>
                    <a:pt x="49239" y="38940"/>
                    <a:pt x="48966" y="38763"/>
                  </a:cubicBezTo>
                  <a:cubicBezTo>
                    <a:pt x="48739" y="38617"/>
                    <a:pt x="48445" y="38659"/>
                    <a:pt x="48252" y="38821"/>
                  </a:cubicBezTo>
                  <a:cubicBezTo>
                    <a:pt x="48116" y="38711"/>
                    <a:pt x="47904" y="38685"/>
                    <a:pt x="47740" y="38754"/>
                  </a:cubicBezTo>
                  <a:cubicBezTo>
                    <a:pt x="47584" y="38819"/>
                    <a:pt x="47471" y="38940"/>
                    <a:pt x="47333" y="39031"/>
                  </a:cubicBezTo>
                  <a:cubicBezTo>
                    <a:pt x="47283" y="39065"/>
                    <a:pt x="47214" y="39100"/>
                    <a:pt x="47145" y="39113"/>
                  </a:cubicBezTo>
                  <a:cubicBezTo>
                    <a:pt x="47166" y="38957"/>
                    <a:pt x="47218" y="38804"/>
                    <a:pt x="47298" y="38661"/>
                  </a:cubicBezTo>
                  <a:cubicBezTo>
                    <a:pt x="47610" y="38114"/>
                    <a:pt x="48227" y="37640"/>
                    <a:pt x="48151" y="36945"/>
                  </a:cubicBezTo>
                  <a:cubicBezTo>
                    <a:pt x="48136" y="36816"/>
                    <a:pt x="48038" y="36731"/>
                    <a:pt x="47904" y="36759"/>
                  </a:cubicBezTo>
                  <a:cubicBezTo>
                    <a:pt x="47658" y="36809"/>
                    <a:pt x="47231" y="36909"/>
                    <a:pt x="47082" y="36621"/>
                  </a:cubicBezTo>
                  <a:cubicBezTo>
                    <a:pt x="47020" y="36502"/>
                    <a:pt x="47084" y="36353"/>
                    <a:pt x="47091" y="36229"/>
                  </a:cubicBezTo>
                  <a:cubicBezTo>
                    <a:pt x="47102" y="36063"/>
                    <a:pt x="47037" y="35929"/>
                    <a:pt x="46920" y="35816"/>
                  </a:cubicBezTo>
                  <a:cubicBezTo>
                    <a:pt x="46816" y="35715"/>
                    <a:pt x="46782" y="35639"/>
                    <a:pt x="46840" y="35498"/>
                  </a:cubicBezTo>
                  <a:cubicBezTo>
                    <a:pt x="46898" y="35356"/>
                    <a:pt x="47006" y="35248"/>
                    <a:pt x="47100" y="35133"/>
                  </a:cubicBezTo>
                  <a:cubicBezTo>
                    <a:pt x="47311" y="34880"/>
                    <a:pt x="47474" y="34588"/>
                    <a:pt x="47333" y="34263"/>
                  </a:cubicBezTo>
                  <a:cubicBezTo>
                    <a:pt x="47311" y="34209"/>
                    <a:pt x="47238" y="34175"/>
                    <a:pt x="47182" y="34175"/>
                  </a:cubicBezTo>
                  <a:cubicBezTo>
                    <a:pt x="46993" y="34179"/>
                    <a:pt x="46786" y="34175"/>
                    <a:pt x="46619" y="34073"/>
                  </a:cubicBezTo>
                  <a:cubicBezTo>
                    <a:pt x="46531" y="34019"/>
                    <a:pt x="46442" y="33882"/>
                    <a:pt x="46474" y="33796"/>
                  </a:cubicBezTo>
                  <a:cubicBezTo>
                    <a:pt x="46516" y="33679"/>
                    <a:pt x="46751" y="33656"/>
                    <a:pt x="46851" y="33612"/>
                  </a:cubicBezTo>
                  <a:cubicBezTo>
                    <a:pt x="47017" y="33537"/>
                    <a:pt x="47166" y="33389"/>
                    <a:pt x="47192" y="33201"/>
                  </a:cubicBezTo>
                  <a:cubicBezTo>
                    <a:pt x="47208" y="33091"/>
                    <a:pt x="47177" y="32985"/>
                    <a:pt x="47110" y="32898"/>
                  </a:cubicBezTo>
                  <a:cubicBezTo>
                    <a:pt x="47061" y="32836"/>
                    <a:pt x="46994" y="32797"/>
                    <a:pt x="46946" y="32738"/>
                  </a:cubicBezTo>
                  <a:cubicBezTo>
                    <a:pt x="46933" y="32721"/>
                    <a:pt x="46929" y="32701"/>
                    <a:pt x="46931" y="32686"/>
                  </a:cubicBezTo>
                  <a:cubicBezTo>
                    <a:pt x="46937" y="32622"/>
                    <a:pt x="46963" y="32557"/>
                    <a:pt x="46985" y="32498"/>
                  </a:cubicBezTo>
                  <a:cubicBezTo>
                    <a:pt x="47087" y="32206"/>
                    <a:pt x="47158" y="31864"/>
                    <a:pt x="46847" y="31667"/>
                  </a:cubicBezTo>
                  <a:cubicBezTo>
                    <a:pt x="46682" y="31562"/>
                    <a:pt x="46513" y="31561"/>
                    <a:pt x="46355" y="31613"/>
                  </a:cubicBezTo>
                  <a:cubicBezTo>
                    <a:pt x="46314" y="31490"/>
                    <a:pt x="46234" y="31393"/>
                    <a:pt x="46154" y="31293"/>
                  </a:cubicBezTo>
                  <a:cubicBezTo>
                    <a:pt x="46078" y="31198"/>
                    <a:pt x="45996" y="31101"/>
                    <a:pt x="46048" y="30977"/>
                  </a:cubicBezTo>
                  <a:cubicBezTo>
                    <a:pt x="46107" y="30835"/>
                    <a:pt x="46219" y="30707"/>
                    <a:pt x="46301" y="30577"/>
                  </a:cubicBezTo>
                  <a:cubicBezTo>
                    <a:pt x="46463" y="30320"/>
                    <a:pt x="46578" y="30019"/>
                    <a:pt x="46472" y="29719"/>
                  </a:cubicBezTo>
                  <a:cubicBezTo>
                    <a:pt x="46396" y="29500"/>
                    <a:pt x="46237" y="29342"/>
                    <a:pt x="46050" y="29210"/>
                  </a:cubicBezTo>
                  <a:cubicBezTo>
                    <a:pt x="45869" y="29083"/>
                    <a:pt x="45670" y="28985"/>
                    <a:pt x="45488" y="28860"/>
                  </a:cubicBezTo>
                  <a:cubicBezTo>
                    <a:pt x="45291" y="28724"/>
                    <a:pt x="45272" y="28451"/>
                    <a:pt x="45302" y="28235"/>
                  </a:cubicBezTo>
                  <a:cubicBezTo>
                    <a:pt x="45349" y="27915"/>
                    <a:pt x="45469" y="27610"/>
                    <a:pt x="45352" y="27289"/>
                  </a:cubicBezTo>
                  <a:cubicBezTo>
                    <a:pt x="45298" y="27142"/>
                    <a:pt x="45209" y="27015"/>
                    <a:pt x="45075" y="26930"/>
                  </a:cubicBezTo>
                  <a:cubicBezTo>
                    <a:pt x="44969" y="26865"/>
                    <a:pt x="44822" y="26855"/>
                    <a:pt x="44759" y="26736"/>
                  </a:cubicBezTo>
                  <a:cubicBezTo>
                    <a:pt x="44629" y="26493"/>
                    <a:pt x="44783" y="26184"/>
                    <a:pt x="44837" y="25938"/>
                  </a:cubicBezTo>
                  <a:cubicBezTo>
                    <a:pt x="44906" y="25626"/>
                    <a:pt x="44878" y="25312"/>
                    <a:pt x="44724" y="25027"/>
                  </a:cubicBezTo>
                  <a:cubicBezTo>
                    <a:pt x="44435" y="24493"/>
                    <a:pt x="43755" y="24272"/>
                    <a:pt x="43238" y="24625"/>
                  </a:cubicBezTo>
                  <a:cubicBezTo>
                    <a:pt x="42994" y="24793"/>
                    <a:pt x="42829" y="25046"/>
                    <a:pt x="42812" y="25343"/>
                  </a:cubicBezTo>
                  <a:cubicBezTo>
                    <a:pt x="42803" y="25529"/>
                    <a:pt x="42858" y="25713"/>
                    <a:pt x="42953" y="25870"/>
                  </a:cubicBezTo>
                  <a:cubicBezTo>
                    <a:pt x="42990" y="25931"/>
                    <a:pt x="43041" y="25991"/>
                    <a:pt x="43067" y="26057"/>
                  </a:cubicBezTo>
                  <a:cubicBezTo>
                    <a:pt x="43074" y="26074"/>
                    <a:pt x="43076" y="26089"/>
                    <a:pt x="43080" y="26106"/>
                  </a:cubicBezTo>
                  <a:cubicBezTo>
                    <a:pt x="43080" y="26111"/>
                    <a:pt x="43081" y="26119"/>
                    <a:pt x="43080" y="26124"/>
                  </a:cubicBezTo>
                  <a:cubicBezTo>
                    <a:pt x="43080" y="26124"/>
                    <a:pt x="43080" y="26128"/>
                    <a:pt x="43078" y="26136"/>
                  </a:cubicBezTo>
                  <a:cubicBezTo>
                    <a:pt x="43076" y="26143"/>
                    <a:pt x="43068" y="26163"/>
                    <a:pt x="43067" y="26165"/>
                  </a:cubicBezTo>
                  <a:lnTo>
                    <a:pt x="43067" y="26167"/>
                  </a:lnTo>
                  <a:lnTo>
                    <a:pt x="43067" y="26167"/>
                  </a:lnTo>
                  <a:cubicBezTo>
                    <a:pt x="43063" y="26173"/>
                    <a:pt x="43061" y="26178"/>
                    <a:pt x="43057" y="26184"/>
                  </a:cubicBezTo>
                  <a:cubicBezTo>
                    <a:pt x="43052" y="26189"/>
                    <a:pt x="43048" y="26197"/>
                    <a:pt x="43044" y="26203"/>
                  </a:cubicBezTo>
                  <a:lnTo>
                    <a:pt x="43044" y="26204"/>
                  </a:lnTo>
                  <a:cubicBezTo>
                    <a:pt x="43042" y="26204"/>
                    <a:pt x="43041" y="26208"/>
                    <a:pt x="43037" y="26212"/>
                  </a:cubicBezTo>
                  <a:cubicBezTo>
                    <a:pt x="43001" y="26251"/>
                    <a:pt x="42962" y="26286"/>
                    <a:pt x="42922" y="26322"/>
                  </a:cubicBezTo>
                  <a:cubicBezTo>
                    <a:pt x="42836" y="26394"/>
                    <a:pt x="42743" y="26459"/>
                    <a:pt x="42663" y="26537"/>
                  </a:cubicBezTo>
                  <a:cubicBezTo>
                    <a:pt x="42438" y="26759"/>
                    <a:pt x="42393" y="27025"/>
                    <a:pt x="42423" y="27328"/>
                  </a:cubicBezTo>
                  <a:cubicBezTo>
                    <a:pt x="42436" y="27447"/>
                    <a:pt x="42462" y="27586"/>
                    <a:pt x="42412" y="27701"/>
                  </a:cubicBezTo>
                  <a:cubicBezTo>
                    <a:pt x="42373" y="27793"/>
                    <a:pt x="42265" y="27839"/>
                    <a:pt x="42178" y="27876"/>
                  </a:cubicBezTo>
                  <a:cubicBezTo>
                    <a:pt x="41947" y="27971"/>
                    <a:pt x="41707" y="28062"/>
                    <a:pt x="41521" y="28237"/>
                  </a:cubicBezTo>
                  <a:cubicBezTo>
                    <a:pt x="41350" y="28397"/>
                    <a:pt x="41227" y="28603"/>
                    <a:pt x="41093" y="28793"/>
                  </a:cubicBezTo>
                  <a:cubicBezTo>
                    <a:pt x="41030" y="28882"/>
                    <a:pt x="40993" y="28944"/>
                    <a:pt x="40907" y="29018"/>
                  </a:cubicBezTo>
                  <a:cubicBezTo>
                    <a:pt x="40898" y="29028"/>
                    <a:pt x="40848" y="29061"/>
                    <a:pt x="40829" y="29068"/>
                  </a:cubicBezTo>
                  <a:cubicBezTo>
                    <a:pt x="40809" y="29078"/>
                    <a:pt x="40751" y="29091"/>
                    <a:pt x="40736" y="29093"/>
                  </a:cubicBezTo>
                  <a:cubicBezTo>
                    <a:pt x="40589" y="29102"/>
                    <a:pt x="40444" y="29275"/>
                    <a:pt x="40548" y="29420"/>
                  </a:cubicBezTo>
                  <a:cubicBezTo>
                    <a:pt x="40634" y="29535"/>
                    <a:pt x="40783" y="29710"/>
                    <a:pt x="40712" y="29863"/>
                  </a:cubicBezTo>
                  <a:cubicBezTo>
                    <a:pt x="40677" y="29941"/>
                    <a:pt x="40621" y="30006"/>
                    <a:pt x="40586" y="30084"/>
                  </a:cubicBezTo>
                  <a:cubicBezTo>
                    <a:pt x="40545" y="30175"/>
                    <a:pt x="40517" y="30268"/>
                    <a:pt x="40502" y="30367"/>
                  </a:cubicBezTo>
                  <a:cubicBezTo>
                    <a:pt x="40459" y="30644"/>
                    <a:pt x="40524" y="30980"/>
                    <a:pt x="40368" y="31229"/>
                  </a:cubicBezTo>
                  <a:cubicBezTo>
                    <a:pt x="40342" y="31270"/>
                    <a:pt x="40312" y="31306"/>
                    <a:pt x="40268" y="31328"/>
                  </a:cubicBezTo>
                  <a:cubicBezTo>
                    <a:pt x="40251" y="31335"/>
                    <a:pt x="40236" y="31341"/>
                    <a:pt x="40217" y="31345"/>
                  </a:cubicBezTo>
                  <a:cubicBezTo>
                    <a:pt x="40214" y="31347"/>
                    <a:pt x="40212" y="31347"/>
                    <a:pt x="40210" y="31347"/>
                  </a:cubicBezTo>
                  <a:lnTo>
                    <a:pt x="40210" y="31347"/>
                  </a:lnTo>
                  <a:cubicBezTo>
                    <a:pt x="40199" y="31349"/>
                    <a:pt x="40190" y="31349"/>
                    <a:pt x="40178" y="31349"/>
                  </a:cubicBezTo>
                  <a:cubicBezTo>
                    <a:pt x="40169" y="31349"/>
                    <a:pt x="40162" y="31349"/>
                    <a:pt x="40152" y="31347"/>
                  </a:cubicBezTo>
                  <a:lnTo>
                    <a:pt x="40152" y="31347"/>
                  </a:lnTo>
                  <a:cubicBezTo>
                    <a:pt x="40150" y="31347"/>
                    <a:pt x="40147" y="31345"/>
                    <a:pt x="40143" y="31345"/>
                  </a:cubicBezTo>
                  <a:cubicBezTo>
                    <a:pt x="40123" y="31339"/>
                    <a:pt x="40102" y="31334"/>
                    <a:pt x="40084" y="31326"/>
                  </a:cubicBezTo>
                  <a:cubicBezTo>
                    <a:pt x="40080" y="31324"/>
                    <a:pt x="40030" y="31302"/>
                    <a:pt x="40037" y="31306"/>
                  </a:cubicBezTo>
                  <a:cubicBezTo>
                    <a:pt x="40018" y="31298"/>
                    <a:pt x="40002" y="31289"/>
                    <a:pt x="39985" y="31280"/>
                  </a:cubicBezTo>
                  <a:cubicBezTo>
                    <a:pt x="39689" y="31114"/>
                    <a:pt x="39395" y="30737"/>
                    <a:pt x="39033" y="30774"/>
                  </a:cubicBezTo>
                  <a:cubicBezTo>
                    <a:pt x="39014" y="30765"/>
                    <a:pt x="38994" y="30755"/>
                    <a:pt x="38973" y="30748"/>
                  </a:cubicBezTo>
                  <a:cubicBezTo>
                    <a:pt x="38906" y="30727"/>
                    <a:pt x="38832" y="30716"/>
                    <a:pt x="38763" y="30701"/>
                  </a:cubicBezTo>
                  <a:cubicBezTo>
                    <a:pt x="38629" y="30672"/>
                    <a:pt x="38495" y="30647"/>
                    <a:pt x="38360" y="30623"/>
                  </a:cubicBezTo>
                  <a:cubicBezTo>
                    <a:pt x="38192" y="30593"/>
                    <a:pt x="38025" y="30564"/>
                    <a:pt x="37857" y="30534"/>
                  </a:cubicBezTo>
                  <a:cubicBezTo>
                    <a:pt x="38047" y="30266"/>
                    <a:pt x="38200" y="29967"/>
                    <a:pt x="38161" y="29636"/>
                  </a:cubicBezTo>
                  <a:cubicBezTo>
                    <a:pt x="38127" y="29355"/>
                    <a:pt x="37956" y="29070"/>
                    <a:pt x="37705" y="28944"/>
                  </a:cubicBezTo>
                  <a:cubicBezTo>
                    <a:pt x="37740" y="28847"/>
                    <a:pt x="37761" y="28745"/>
                    <a:pt x="37770" y="28633"/>
                  </a:cubicBezTo>
                  <a:cubicBezTo>
                    <a:pt x="37787" y="28423"/>
                    <a:pt x="37748" y="28205"/>
                    <a:pt x="37692" y="28005"/>
                  </a:cubicBezTo>
                  <a:cubicBezTo>
                    <a:pt x="37640" y="27817"/>
                    <a:pt x="37575" y="27623"/>
                    <a:pt x="37487" y="27447"/>
                  </a:cubicBezTo>
                  <a:cubicBezTo>
                    <a:pt x="37433" y="27335"/>
                    <a:pt x="37342" y="27246"/>
                    <a:pt x="37223" y="27207"/>
                  </a:cubicBezTo>
                  <a:cubicBezTo>
                    <a:pt x="37110" y="27170"/>
                    <a:pt x="37004" y="27199"/>
                    <a:pt x="36890" y="27212"/>
                  </a:cubicBezTo>
                  <a:cubicBezTo>
                    <a:pt x="36784" y="27225"/>
                    <a:pt x="36699" y="27175"/>
                    <a:pt x="36645" y="27067"/>
                  </a:cubicBezTo>
                  <a:cubicBezTo>
                    <a:pt x="36585" y="26950"/>
                    <a:pt x="36647" y="26857"/>
                    <a:pt x="36749" y="26762"/>
                  </a:cubicBezTo>
                  <a:cubicBezTo>
                    <a:pt x="36883" y="26638"/>
                    <a:pt x="37045" y="26547"/>
                    <a:pt x="37166" y="26405"/>
                  </a:cubicBezTo>
                  <a:cubicBezTo>
                    <a:pt x="37292" y="26255"/>
                    <a:pt x="37387" y="26052"/>
                    <a:pt x="37339" y="25851"/>
                  </a:cubicBezTo>
                  <a:cubicBezTo>
                    <a:pt x="37296" y="25676"/>
                    <a:pt x="37153" y="25526"/>
                    <a:pt x="36980" y="25475"/>
                  </a:cubicBezTo>
                  <a:cubicBezTo>
                    <a:pt x="36883" y="25446"/>
                    <a:pt x="36779" y="25453"/>
                    <a:pt x="36688" y="25498"/>
                  </a:cubicBezTo>
                  <a:cubicBezTo>
                    <a:pt x="36654" y="25513"/>
                    <a:pt x="36624" y="25533"/>
                    <a:pt x="36596" y="25557"/>
                  </a:cubicBezTo>
                  <a:cubicBezTo>
                    <a:pt x="36578" y="25526"/>
                    <a:pt x="36563" y="25487"/>
                    <a:pt x="36554" y="25466"/>
                  </a:cubicBezTo>
                  <a:cubicBezTo>
                    <a:pt x="36530" y="25408"/>
                    <a:pt x="36511" y="25345"/>
                    <a:pt x="36502" y="25282"/>
                  </a:cubicBezTo>
                  <a:cubicBezTo>
                    <a:pt x="36477" y="25148"/>
                    <a:pt x="36492" y="25007"/>
                    <a:pt x="36533" y="24876"/>
                  </a:cubicBezTo>
                  <a:cubicBezTo>
                    <a:pt x="36637" y="24553"/>
                    <a:pt x="36954" y="24408"/>
                    <a:pt x="37203" y="24209"/>
                  </a:cubicBezTo>
                  <a:cubicBezTo>
                    <a:pt x="37461" y="24002"/>
                    <a:pt x="37668" y="23673"/>
                    <a:pt x="37578" y="23331"/>
                  </a:cubicBezTo>
                  <a:cubicBezTo>
                    <a:pt x="37495" y="23013"/>
                    <a:pt x="37210" y="22857"/>
                    <a:pt x="36950" y="22704"/>
                  </a:cubicBezTo>
                  <a:cubicBezTo>
                    <a:pt x="36864" y="22654"/>
                    <a:pt x="36777" y="22598"/>
                    <a:pt x="36779" y="22498"/>
                  </a:cubicBezTo>
                  <a:cubicBezTo>
                    <a:pt x="36781" y="22383"/>
                    <a:pt x="36849" y="22258"/>
                    <a:pt x="36887" y="22148"/>
                  </a:cubicBezTo>
                  <a:cubicBezTo>
                    <a:pt x="36983" y="21875"/>
                    <a:pt x="36965" y="21568"/>
                    <a:pt x="36708" y="21393"/>
                  </a:cubicBezTo>
                  <a:cubicBezTo>
                    <a:pt x="36485" y="21242"/>
                    <a:pt x="36184" y="21265"/>
                    <a:pt x="35934" y="21321"/>
                  </a:cubicBezTo>
                  <a:cubicBezTo>
                    <a:pt x="35765" y="21358"/>
                    <a:pt x="35600" y="21412"/>
                    <a:pt x="35432" y="21460"/>
                  </a:cubicBezTo>
                  <a:cubicBezTo>
                    <a:pt x="35270" y="21508"/>
                    <a:pt x="35075" y="21544"/>
                    <a:pt x="34936" y="21648"/>
                  </a:cubicBezTo>
                  <a:cubicBezTo>
                    <a:pt x="34796" y="21752"/>
                    <a:pt x="34794" y="21906"/>
                    <a:pt x="34813" y="22065"/>
                  </a:cubicBezTo>
                  <a:cubicBezTo>
                    <a:pt x="34824" y="22161"/>
                    <a:pt x="34811" y="22234"/>
                    <a:pt x="34744" y="22308"/>
                  </a:cubicBezTo>
                  <a:cubicBezTo>
                    <a:pt x="34672" y="22390"/>
                    <a:pt x="34551" y="22453"/>
                    <a:pt x="34434" y="22461"/>
                  </a:cubicBezTo>
                  <a:cubicBezTo>
                    <a:pt x="34391" y="22399"/>
                    <a:pt x="34313" y="22364"/>
                    <a:pt x="34240" y="22412"/>
                  </a:cubicBezTo>
                  <a:cubicBezTo>
                    <a:pt x="34235" y="22409"/>
                    <a:pt x="34227" y="22403"/>
                    <a:pt x="34222" y="22397"/>
                  </a:cubicBezTo>
                  <a:cubicBezTo>
                    <a:pt x="34181" y="22362"/>
                    <a:pt x="34132" y="22373"/>
                    <a:pt x="34106" y="22403"/>
                  </a:cubicBezTo>
                  <a:cubicBezTo>
                    <a:pt x="34093" y="22392"/>
                    <a:pt x="34080" y="22381"/>
                    <a:pt x="34071" y="22368"/>
                  </a:cubicBezTo>
                  <a:cubicBezTo>
                    <a:pt x="34008" y="22282"/>
                    <a:pt x="34026" y="22135"/>
                    <a:pt x="34024" y="22037"/>
                  </a:cubicBezTo>
                  <a:cubicBezTo>
                    <a:pt x="34024" y="21784"/>
                    <a:pt x="33980" y="21503"/>
                    <a:pt x="33755" y="21347"/>
                  </a:cubicBezTo>
                  <a:cubicBezTo>
                    <a:pt x="33645" y="21274"/>
                    <a:pt x="33520" y="21283"/>
                    <a:pt x="33411" y="21250"/>
                  </a:cubicBezTo>
                  <a:cubicBezTo>
                    <a:pt x="33405" y="21248"/>
                    <a:pt x="33400" y="21241"/>
                    <a:pt x="33398" y="21239"/>
                  </a:cubicBezTo>
                  <a:lnTo>
                    <a:pt x="33398" y="21239"/>
                  </a:lnTo>
                  <a:cubicBezTo>
                    <a:pt x="33396" y="21228"/>
                    <a:pt x="33392" y="21215"/>
                    <a:pt x="33390" y="21205"/>
                  </a:cubicBezTo>
                  <a:cubicBezTo>
                    <a:pt x="33390" y="21194"/>
                    <a:pt x="33396" y="21140"/>
                    <a:pt x="33403" y="21109"/>
                  </a:cubicBezTo>
                  <a:cubicBezTo>
                    <a:pt x="33452" y="20904"/>
                    <a:pt x="33595" y="20740"/>
                    <a:pt x="33641" y="20534"/>
                  </a:cubicBezTo>
                  <a:cubicBezTo>
                    <a:pt x="33688" y="20333"/>
                    <a:pt x="33673" y="20101"/>
                    <a:pt x="33502" y="19959"/>
                  </a:cubicBezTo>
                  <a:cubicBezTo>
                    <a:pt x="33379" y="19859"/>
                    <a:pt x="33247" y="19863"/>
                    <a:pt x="33098" y="19846"/>
                  </a:cubicBezTo>
                  <a:cubicBezTo>
                    <a:pt x="33083" y="19846"/>
                    <a:pt x="33072" y="19844"/>
                    <a:pt x="33061" y="19842"/>
                  </a:cubicBezTo>
                  <a:lnTo>
                    <a:pt x="33061" y="19842"/>
                  </a:lnTo>
                  <a:cubicBezTo>
                    <a:pt x="33059" y="19840"/>
                    <a:pt x="33041" y="19835"/>
                    <a:pt x="33033" y="19829"/>
                  </a:cubicBezTo>
                  <a:cubicBezTo>
                    <a:pt x="33033" y="19829"/>
                    <a:pt x="33005" y="19803"/>
                    <a:pt x="33005" y="19807"/>
                  </a:cubicBezTo>
                  <a:cubicBezTo>
                    <a:pt x="32909" y="19682"/>
                    <a:pt x="32875" y="19517"/>
                    <a:pt x="32795" y="19383"/>
                  </a:cubicBezTo>
                  <a:cubicBezTo>
                    <a:pt x="32682" y="19191"/>
                    <a:pt x="32501" y="19076"/>
                    <a:pt x="32274" y="19081"/>
                  </a:cubicBezTo>
                  <a:cubicBezTo>
                    <a:pt x="32161" y="19085"/>
                    <a:pt x="32033" y="19135"/>
                    <a:pt x="31925" y="19089"/>
                  </a:cubicBezTo>
                  <a:cubicBezTo>
                    <a:pt x="31873" y="19067"/>
                    <a:pt x="31828" y="19022"/>
                    <a:pt x="31795" y="18975"/>
                  </a:cubicBezTo>
                  <a:cubicBezTo>
                    <a:pt x="31672" y="18810"/>
                    <a:pt x="31651" y="18598"/>
                    <a:pt x="31638" y="18399"/>
                  </a:cubicBezTo>
                  <a:cubicBezTo>
                    <a:pt x="31607" y="17951"/>
                    <a:pt x="31534" y="17471"/>
                    <a:pt x="31084" y="17259"/>
                  </a:cubicBezTo>
                  <a:cubicBezTo>
                    <a:pt x="30729" y="17091"/>
                    <a:pt x="30290" y="17125"/>
                    <a:pt x="29985" y="17378"/>
                  </a:cubicBezTo>
                  <a:cubicBezTo>
                    <a:pt x="29905" y="17445"/>
                    <a:pt x="29840" y="17527"/>
                    <a:pt x="29788" y="17618"/>
                  </a:cubicBezTo>
                  <a:cubicBezTo>
                    <a:pt x="29741" y="17698"/>
                    <a:pt x="29706" y="17793"/>
                    <a:pt x="29628" y="17848"/>
                  </a:cubicBezTo>
                  <a:cubicBezTo>
                    <a:pt x="29524" y="17923"/>
                    <a:pt x="29408" y="17958"/>
                    <a:pt x="29323" y="18060"/>
                  </a:cubicBezTo>
                  <a:cubicBezTo>
                    <a:pt x="29256" y="18139"/>
                    <a:pt x="29215" y="18233"/>
                    <a:pt x="29198" y="18336"/>
                  </a:cubicBezTo>
                  <a:cubicBezTo>
                    <a:pt x="29161" y="18544"/>
                    <a:pt x="29228" y="18750"/>
                    <a:pt x="29206" y="18959"/>
                  </a:cubicBezTo>
                  <a:cubicBezTo>
                    <a:pt x="29196" y="19042"/>
                    <a:pt x="29148" y="19102"/>
                    <a:pt x="29096" y="19173"/>
                  </a:cubicBezTo>
                  <a:cubicBezTo>
                    <a:pt x="29016" y="19284"/>
                    <a:pt x="28981" y="19409"/>
                    <a:pt x="29003" y="19545"/>
                  </a:cubicBezTo>
                  <a:cubicBezTo>
                    <a:pt x="29022" y="19656"/>
                    <a:pt x="29077" y="19753"/>
                    <a:pt x="29124" y="19857"/>
                  </a:cubicBezTo>
                  <a:cubicBezTo>
                    <a:pt x="29154" y="19924"/>
                    <a:pt x="29163" y="19974"/>
                    <a:pt x="29135" y="20022"/>
                  </a:cubicBezTo>
                  <a:cubicBezTo>
                    <a:pt x="29059" y="20155"/>
                    <a:pt x="28854" y="20225"/>
                    <a:pt x="28715" y="20272"/>
                  </a:cubicBezTo>
                  <a:cubicBezTo>
                    <a:pt x="28603" y="20311"/>
                    <a:pt x="28527" y="20445"/>
                    <a:pt x="28599" y="20554"/>
                  </a:cubicBezTo>
                  <a:cubicBezTo>
                    <a:pt x="28771" y="20813"/>
                    <a:pt x="28910" y="21123"/>
                    <a:pt x="28966" y="21430"/>
                  </a:cubicBezTo>
                  <a:cubicBezTo>
                    <a:pt x="28986" y="21538"/>
                    <a:pt x="28984" y="21633"/>
                    <a:pt x="28862" y="21659"/>
                  </a:cubicBezTo>
                  <a:cubicBezTo>
                    <a:pt x="28732" y="21689"/>
                    <a:pt x="28607" y="21691"/>
                    <a:pt x="28488" y="21765"/>
                  </a:cubicBezTo>
                  <a:cubicBezTo>
                    <a:pt x="28272" y="21897"/>
                    <a:pt x="28161" y="22131"/>
                    <a:pt x="28045" y="22347"/>
                  </a:cubicBezTo>
                  <a:cubicBezTo>
                    <a:pt x="27973" y="22483"/>
                    <a:pt x="27850" y="22650"/>
                    <a:pt x="27697" y="22714"/>
                  </a:cubicBezTo>
                  <a:cubicBezTo>
                    <a:pt x="27649" y="22555"/>
                    <a:pt x="27577" y="22403"/>
                    <a:pt x="27482" y="22265"/>
                  </a:cubicBezTo>
                  <a:cubicBezTo>
                    <a:pt x="27631" y="21901"/>
                    <a:pt x="27651" y="21499"/>
                    <a:pt x="27551" y="21116"/>
                  </a:cubicBezTo>
                  <a:cubicBezTo>
                    <a:pt x="27519" y="21001"/>
                    <a:pt x="27402" y="20947"/>
                    <a:pt x="27290" y="20969"/>
                  </a:cubicBezTo>
                  <a:cubicBezTo>
                    <a:pt x="27089" y="21010"/>
                    <a:pt x="26855" y="21060"/>
                    <a:pt x="26656" y="20982"/>
                  </a:cubicBezTo>
                  <a:cubicBezTo>
                    <a:pt x="26533" y="20934"/>
                    <a:pt x="26401" y="20798"/>
                    <a:pt x="26442" y="20657"/>
                  </a:cubicBezTo>
                  <a:cubicBezTo>
                    <a:pt x="26466" y="20579"/>
                    <a:pt x="26524" y="20512"/>
                    <a:pt x="26559" y="20437"/>
                  </a:cubicBezTo>
                  <a:cubicBezTo>
                    <a:pt x="26602" y="20352"/>
                    <a:pt x="26632" y="20264"/>
                    <a:pt x="26636" y="20169"/>
                  </a:cubicBezTo>
                  <a:cubicBezTo>
                    <a:pt x="26641" y="20022"/>
                    <a:pt x="26576" y="19889"/>
                    <a:pt x="26481" y="19779"/>
                  </a:cubicBezTo>
                  <a:cubicBezTo>
                    <a:pt x="26316" y="19591"/>
                    <a:pt x="26040" y="19502"/>
                    <a:pt x="25903" y="19308"/>
                  </a:cubicBezTo>
                  <a:cubicBezTo>
                    <a:pt x="25817" y="19191"/>
                    <a:pt x="25834" y="18996"/>
                    <a:pt x="25806" y="18853"/>
                  </a:cubicBezTo>
                  <a:cubicBezTo>
                    <a:pt x="25769" y="18672"/>
                    <a:pt x="25665" y="18512"/>
                    <a:pt x="25505" y="18419"/>
                  </a:cubicBezTo>
                  <a:cubicBezTo>
                    <a:pt x="25317" y="18310"/>
                    <a:pt x="25094" y="18298"/>
                    <a:pt x="24876" y="18328"/>
                  </a:cubicBezTo>
                  <a:cubicBezTo>
                    <a:pt x="24858" y="18159"/>
                    <a:pt x="24776" y="17995"/>
                    <a:pt x="24649" y="17873"/>
                  </a:cubicBezTo>
                  <a:cubicBezTo>
                    <a:pt x="24402" y="17629"/>
                    <a:pt x="24039" y="17592"/>
                    <a:pt x="23712" y="17566"/>
                  </a:cubicBezTo>
                  <a:cubicBezTo>
                    <a:pt x="23584" y="17556"/>
                    <a:pt x="23472" y="17705"/>
                    <a:pt x="23513" y="17826"/>
                  </a:cubicBezTo>
                  <a:cubicBezTo>
                    <a:pt x="23517" y="17835"/>
                    <a:pt x="23520" y="17843"/>
                    <a:pt x="23522" y="17848"/>
                  </a:cubicBezTo>
                  <a:cubicBezTo>
                    <a:pt x="23515" y="17867"/>
                    <a:pt x="23498" y="17889"/>
                    <a:pt x="23483" y="17906"/>
                  </a:cubicBezTo>
                  <a:cubicBezTo>
                    <a:pt x="23444" y="17954"/>
                    <a:pt x="23394" y="17993"/>
                    <a:pt x="23346" y="18033"/>
                  </a:cubicBezTo>
                  <a:cubicBezTo>
                    <a:pt x="23232" y="18126"/>
                    <a:pt x="23119" y="18220"/>
                    <a:pt x="23005" y="18313"/>
                  </a:cubicBezTo>
                  <a:cubicBezTo>
                    <a:pt x="22767" y="18510"/>
                    <a:pt x="22533" y="18709"/>
                    <a:pt x="22297" y="18908"/>
                  </a:cubicBezTo>
                  <a:cubicBezTo>
                    <a:pt x="22250" y="18946"/>
                    <a:pt x="22239" y="19013"/>
                    <a:pt x="22247" y="19068"/>
                  </a:cubicBezTo>
                  <a:cubicBezTo>
                    <a:pt x="22198" y="18992"/>
                    <a:pt x="22139" y="18922"/>
                    <a:pt x="22083" y="18847"/>
                  </a:cubicBezTo>
                  <a:cubicBezTo>
                    <a:pt x="22048" y="18801"/>
                    <a:pt x="21995" y="18737"/>
                    <a:pt x="21992" y="18674"/>
                  </a:cubicBezTo>
                  <a:cubicBezTo>
                    <a:pt x="21988" y="18620"/>
                    <a:pt x="22027" y="18566"/>
                    <a:pt x="22057" y="18524"/>
                  </a:cubicBezTo>
                  <a:cubicBezTo>
                    <a:pt x="22157" y="18371"/>
                    <a:pt x="22261" y="18230"/>
                    <a:pt x="22261" y="18038"/>
                  </a:cubicBezTo>
                  <a:cubicBezTo>
                    <a:pt x="22261" y="17938"/>
                    <a:pt x="22224" y="17837"/>
                    <a:pt x="22157" y="17763"/>
                  </a:cubicBezTo>
                  <a:cubicBezTo>
                    <a:pt x="22088" y="17687"/>
                    <a:pt x="21999" y="17659"/>
                    <a:pt x="21908" y="17623"/>
                  </a:cubicBezTo>
                  <a:cubicBezTo>
                    <a:pt x="21824" y="17592"/>
                    <a:pt x="21767" y="17523"/>
                    <a:pt x="21757" y="17439"/>
                  </a:cubicBezTo>
                  <a:cubicBezTo>
                    <a:pt x="21754" y="17413"/>
                    <a:pt x="21756" y="17385"/>
                    <a:pt x="21763" y="17357"/>
                  </a:cubicBezTo>
                  <a:cubicBezTo>
                    <a:pt x="21811" y="17166"/>
                    <a:pt x="21571" y="17021"/>
                    <a:pt x="21430" y="17164"/>
                  </a:cubicBezTo>
                  <a:cubicBezTo>
                    <a:pt x="21410" y="17184"/>
                    <a:pt x="21389" y="17203"/>
                    <a:pt x="21369" y="17222"/>
                  </a:cubicBezTo>
                  <a:cubicBezTo>
                    <a:pt x="21220" y="17348"/>
                    <a:pt x="21038" y="17423"/>
                    <a:pt x="20841" y="17434"/>
                  </a:cubicBezTo>
                  <a:cubicBezTo>
                    <a:pt x="20759" y="17439"/>
                    <a:pt x="20666" y="17491"/>
                    <a:pt x="20649" y="17581"/>
                  </a:cubicBezTo>
                  <a:cubicBezTo>
                    <a:pt x="20534" y="18204"/>
                    <a:pt x="20249" y="18821"/>
                    <a:pt x="19799" y="19275"/>
                  </a:cubicBezTo>
                  <a:cubicBezTo>
                    <a:pt x="19660" y="19414"/>
                    <a:pt x="19446" y="19576"/>
                    <a:pt x="19243" y="19465"/>
                  </a:cubicBezTo>
                  <a:cubicBezTo>
                    <a:pt x="19012" y="19338"/>
                    <a:pt x="19275" y="19035"/>
                    <a:pt x="19323" y="18869"/>
                  </a:cubicBezTo>
                  <a:cubicBezTo>
                    <a:pt x="19386" y="18656"/>
                    <a:pt x="19332" y="18367"/>
                    <a:pt x="19124" y="18250"/>
                  </a:cubicBezTo>
                  <a:cubicBezTo>
                    <a:pt x="18983" y="18168"/>
                    <a:pt x="18832" y="18211"/>
                    <a:pt x="18696" y="18278"/>
                  </a:cubicBezTo>
                  <a:cubicBezTo>
                    <a:pt x="18679" y="18287"/>
                    <a:pt x="18633" y="18313"/>
                    <a:pt x="18629" y="18313"/>
                  </a:cubicBezTo>
                  <a:cubicBezTo>
                    <a:pt x="18581" y="18308"/>
                    <a:pt x="18494" y="18189"/>
                    <a:pt x="18458" y="18155"/>
                  </a:cubicBezTo>
                  <a:cubicBezTo>
                    <a:pt x="18330" y="18034"/>
                    <a:pt x="18202" y="17914"/>
                    <a:pt x="18073" y="17793"/>
                  </a:cubicBezTo>
                  <a:cubicBezTo>
                    <a:pt x="17973" y="17698"/>
                    <a:pt x="17852" y="17605"/>
                    <a:pt x="17770" y="17493"/>
                  </a:cubicBezTo>
                  <a:cubicBezTo>
                    <a:pt x="17623" y="17296"/>
                    <a:pt x="17789" y="17082"/>
                    <a:pt x="17869" y="16892"/>
                  </a:cubicBezTo>
                  <a:cubicBezTo>
                    <a:pt x="17973" y="16653"/>
                    <a:pt x="18006" y="16392"/>
                    <a:pt x="17843" y="16169"/>
                  </a:cubicBezTo>
                  <a:cubicBezTo>
                    <a:pt x="17740" y="16031"/>
                    <a:pt x="17592" y="15937"/>
                    <a:pt x="17428" y="15905"/>
                  </a:cubicBezTo>
                  <a:cubicBezTo>
                    <a:pt x="17445" y="15762"/>
                    <a:pt x="17430" y="15613"/>
                    <a:pt x="17368" y="15481"/>
                  </a:cubicBezTo>
                  <a:cubicBezTo>
                    <a:pt x="17266" y="15254"/>
                    <a:pt x="17035" y="15161"/>
                    <a:pt x="16835" y="15038"/>
                  </a:cubicBezTo>
                  <a:cubicBezTo>
                    <a:pt x="16522" y="14850"/>
                    <a:pt x="16107" y="14598"/>
                    <a:pt x="16013" y="14216"/>
                  </a:cubicBezTo>
                  <a:cubicBezTo>
                    <a:pt x="15920" y="13842"/>
                    <a:pt x="16053" y="13448"/>
                    <a:pt x="15959" y="13069"/>
                  </a:cubicBezTo>
                  <a:cubicBezTo>
                    <a:pt x="15858" y="12665"/>
                    <a:pt x="15527" y="12464"/>
                    <a:pt x="15211" y="12239"/>
                  </a:cubicBezTo>
                  <a:cubicBezTo>
                    <a:pt x="15046" y="12122"/>
                    <a:pt x="14817" y="11869"/>
                    <a:pt x="14833" y="11640"/>
                  </a:cubicBezTo>
                  <a:cubicBezTo>
                    <a:pt x="14867" y="11613"/>
                    <a:pt x="14884" y="11570"/>
                    <a:pt x="14871" y="11520"/>
                  </a:cubicBezTo>
                  <a:cubicBezTo>
                    <a:pt x="14886" y="11495"/>
                    <a:pt x="14902" y="11471"/>
                    <a:pt x="14925" y="11449"/>
                  </a:cubicBezTo>
                  <a:cubicBezTo>
                    <a:pt x="14997" y="11375"/>
                    <a:pt x="14899" y="11237"/>
                    <a:pt x="14813" y="11302"/>
                  </a:cubicBezTo>
                  <a:cubicBezTo>
                    <a:pt x="14807" y="11304"/>
                    <a:pt x="14804" y="11309"/>
                    <a:pt x="14800" y="11311"/>
                  </a:cubicBezTo>
                  <a:cubicBezTo>
                    <a:pt x="14741" y="11144"/>
                    <a:pt x="14683" y="10977"/>
                    <a:pt x="14620" y="10809"/>
                  </a:cubicBezTo>
                  <a:cubicBezTo>
                    <a:pt x="14534" y="10584"/>
                    <a:pt x="14460" y="10354"/>
                    <a:pt x="14409" y="10119"/>
                  </a:cubicBezTo>
                  <a:cubicBezTo>
                    <a:pt x="14315" y="9684"/>
                    <a:pt x="14281" y="9219"/>
                    <a:pt x="14010" y="8849"/>
                  </a:cubicBezTo>
                  <a:cubicBezTo>
                    <a:pt x="13905" y="8708"/>
                    <a:pt x="13777" y="8581"/>
                    <a:pt x="13619" y="8501"/>
                  </a:cubicBezTo>
                  <a:cubicBezTo>
                    <a:pt x="13463" y="8421"/>
                    <a:pt x="13299" y="8399"/>
                    <a:pt x="13124" y="8388"/>
                  </a:cubicBezTo>
                  <a:cubicBezTo>
                    <a:pt x="13022" y="8382"/>
                    <a:pt x="12851" y="8391"/>
                    <a:pt x="12778" y="8300"/>
                  </a:cubicBezTo>
                  <a:cubicBezTo>
                    <a:pt x="12719" y="8224"/>
                    <a:pt x="12767" y="8111"/>
                    <a:pt x="12804" y="8023"/>
                  </a:cubicBezTo>
                  <a:cubicBezTo>
                    <a:pt x="12920" y="7750"/>
                    <a:pt x="13091" y="7471"/>
                    <a:pt x="12942" y="7173"/>
                  </a:cubicBezTo>
                  <a:cubicBezTo>
                    <a:pt x="12864" y="7015"/>
                    <a:pt x="12710" y="6932"/>
                    <a:pt x="12752" y="6738"/>
                  </a:cubicBezTo>
                  <a:cubicBezTo>
                    <a:pt x="12793" y="6552"/>
                    <a:pt x="12838" y="6387"/>
                    <a:pt x="12803" y="6197"/>
                  </a:cubicBezTo>
                  <a:cubicBezTo>
                    <a:pt x="12743" y="5873"/>
                    <a:pt x="12481" y="5578"/>
                    <a:pt x="12139" y="5566"/>
                  </a:cubicBezTo>
                  <a:cubicBezTo>
                    <a:pt x="11810" y="5555"/>
                    <a:pt x="11471" y="5829"/>
                    <a:pt x="11475" y="6169"/>
                  </a:cubicBezTo>
                  <a:cubicBezTo>
                    <a:pt x="11477" y="6335"/>
                    <a:pt x="11558" y="6485"/>
                    <a:pt x="11640" y="6623"/>
                  </a:cubicBezTo>
                  <a:cubicBezTo>
                    <a:pt x="11681" y="6690"/>
                    <a:pt x="11800" y="6839"/>
                    <a:pt x="11756" y="6917"/>
                  </a:cubicBezTo>
                  <a:cubicBezTo>
                    <a:pt x="11707" y="6997"/>
                    <a:pt x="11538" y="7000"/>
                    <a:pt x="11454" y="7021"/>
                  </a:cubicBezTo>
                  <a:cubicBezTo>
                    <a:pt x="11300" y="7056"/>
                    <a:pt x="11168" y="7121"/>
                    <a:pt x="11077" y="7255"/>
                  </a:cubicBezTo>
                  <a:cubicBezTo>
                    <a:pt x="11045" y="7303"/>
                    <a:pt x="11041" y="7393"/>
                    <a:pt x="11077" y="7439"/>
                  </a:cubicBezTo>
                  <a:cubicBezTo>
                    <a:pt x="11380" y="7834"/>
                    <a:pt x="11544" y="8321"/>
                    <a:pt x="11525" y="8814"/>
                  </a:cubicBezTo>
                  <a:cubicBezTo>
                    <a:pt x="11402" y="8745"/>
                    <a:pt x="11265" y="8702"/>
                    <a:pt x="11121" y="8683"/>
                  </a:cubicBezTo>
                  <a:cubicBezTo>
                    <a:pt x="10997" y="8669"/>
                    <a:pt x="10878" y="8687"/>
                    <a:pt x="10753" y="8704"/>
                  </a:cubicBezTo>
                  <a:cubicBezTo>
                    <a:pt x="10681" y="8713"/>
                    <a:pt x="10560" y="8741"/>
                    <a:pt x="10504" y="8678"/>
                  </a:cubicBezTo>
                  <a:cubicBezTo>
                    <a:pt x="10448" y="8615"/>
                    <a:pt x="10469" y="8488"/>
                    <a:pt x="10472" y="8414"/>
                  </a:cubicBezTo>
                  <a:cubicBezTo>
                    <a:pt x="10478" y="8298"/>
                    <a:pt x="10485" y="8191"/>
                    <a:pt x="10459" y="8077"/>
                  </a:cubicBezTo>
                  <a:cubicBezTo>
                    <a:pt x="10413" y="7867"/>
                    <a:pt x="10257" y="7674"/>
                    <a:pt x="10024" y="7683"/>
                  </a:cubicBezTo>
                  <a:cubicBezTo>
                    <a:pt x="9942" y="7685"/>
                    <a:pt x="9873" y="7737"/>
                    <a:pt x="9849" y="7817"/>
                  </a:cubicBezTo>
                  <a:cubicBezTo>
                    <a:pt x="9799" y="7973"/>
                    <a:pt x="9572" y="8020"/>
                    <a:pt x="9436" y="7960"/>
                  </a:cubicBezTo>
                  <a:cubicBezTo>
                    <a:pt x="9371" y="7932"/>
                    <a:pt x="9291" y="7847"/>
                    <a:pt x="9316" y="7783"/>
                  </a:cubicBezTo>
                  <a:cubicBezTo>
                    <a:pt x="9336" y="7729"/>
                    <a:pt x="9455" y="7690"/>
                    <a:pt x="9526" y="7661"/>
                  </a:cubicBezTo>
                  <a:cubicBezTo>
                    <a:pt x="9769" y="7562"/>
                    <a:pt x="10033" y="7385"/>
                    <a:pt x="9961" y="7077"/>
                  </a:cubicBezTo>
                  <a:cubicBezTo>
                    <a:pt x="9913" y="6870"/>
                    <a:pt x="9730" y="6731"/>
                    <a:pt x="9535" y="6645"/>
                  </a:cubicBezTo>
                  <a:cubicBezTo>
                    <a:pt x="9542" y="6602"/>
                    <a:pt x="9544" y="6556"/>
                    <a:pt x="9539" y="6509"/>
                  </a:cubicBezTo>
                  <a:cubicBezTo>
                    <a:pt x="9516" y="6310"/>
                    <a:pt x="9399" y="6186"/>
                    <a:pt x="9249" y="6067"/>
                  </a:cubicBezTo>
                  <a:cubicBezTo>
                    <a:pt x="9143" y="5983"/>
                    <a:pt x="9050" y="5914"/>
                    <a:pt x="9102" y="5771"/>
                  </a:cubicBezTo>
                  <a:cubicBezTo>
                    <a:pt x="9154" y="5620"/>
                    <a:pt x="9254" y="5492"/>
                    <a:pt x="9278" y="5330"/>
                  </a:cubicBezTo>
                  <a:cubicBezTo>
                    <a:pt x="9303" y="5172"/>
                    <a:pt x="9252" y="5018"/>
                    <a:pt x="9137" y="4904"/>
                  </a:cubicBezTo>
                  <a:cubicBezTo>
                    <a:pt x="9035" y="4806"/>
                    <a:pt x="8903" y="4752"/>
                    <a:pt x="8786" y="4676"/>
                  </a:cubicBezTo>
                  <a:cubicBezTo>
                    <a:pt x="8648" y="4588"/>
                    <a:pt x="8667" y="4482"/>
                    <a:pt x="8650" y="4332"/>
                  </a:cubicBezTo>
                  <a:cubicBezTo>
                    <a:pt x="8631" y="4160"/>
                    <a:pt x="8557" y="4019"/>
                    <a:pt x="8415" y="3921"/>
                  </a:cubicBezTo>
                  <a:cubicBezTo>
                    <a:pt x="8269" y="3816"/>
                    <a:pt x="8073" y="3781"/>
                    <a:pt x="7898" y="3824"/>
                  </a:cubicBezTo>
                  <a:cubicBezTo>
                    <a:pt x="7885" y="3701"/>
                    <a:pt x="7871" y="3578"/>
                    <a:pt x="7858" y="3454"/>
                  </a:cubicBezTo>
                  <a:cubicBezTo>
                    <a:pt x="7844" y="3342"/>
                    <a:pt x="7755" y="3257"/>
                    <a:pt x="7636" y="3286"/>
                  </a:cubicBezTo>
                  <a:cubicBezTo>
                    <a:pt x="7426" y="3338"/>
                    <a:pt x="7218" y="3391"/>
                    <a:pt x="7008" y="3441"/>
                  </a:cubicBezTo>
                  <a:cubicBezTo>
                    <a:pt x="6915" y="3465"/>
                    <a:pt x="6823" y="3487"/>
                    <a:pt x="6732" y="3510"/>
                  </a:cubicBezTo>
                  <a:cubicBezTo>
                    <a:pt x="6738" y="3506"/>
                    <a:pt x="6744" y="3500"/>
                    <a:pt x="6749" y="3497"/>
                  </a:cubicBezTo>
                  <a:cubicBezTo>
                    <a:pt x="6864" y="3418"/>
                    <a:pt x="6941" y="3296"/>
                    <a:pt x="6965" y="3158"/>
                  </a:cubicBezTo>
                  <a:cubicBezTo>
                    <a:pt x="6989" y="3015"/>
                    <a:pt x="6974" y="2870"/>
                    <a:pt x="6941" y="2730"/>
                  </a:cubicBezTo>
                  <a:cubicBezTo>
                    <a:pt x="6909" y="2598"/>
                    <a:pt x="6870" y="2429"/>
                    <a:pt x="6749" y="2351"/>
                  </a:cubicBezTo>
                  <a:cubicBezTo>
                    <a:pt x="6576" y="2237"/>
                    <a:pt x="6379" y="2373"/>
                    <a:pt x="6223" y="2451"/>
                  </a:cubicBezTo>
                  <a:cubicBezTo>
                    <a:pt x="6096" y="2513"/>
                    <a:pt x="5968" y="2572"/>
                    <a:pt x="5842" y="2637"/>
                  </a:cubicBezTo>
                  <a:cubicBezTo>
                    <a:pt x="5804" y="2474"/>
                    <a:pt x="5765" y="2314"/>
                    <a:pt x="5719" y="2156"/>
                  </a:cubicBezTo>
                  <a:cubicBezTo>
                    <a:pt x="5788" y="2100"/>
                    <a:pt x="5825" y="1988"/>
                    <a:pt x="5750" y="1899"/>
                  </a:cubicBezTo>
                  <a:cubicBezTo>
                    <a:pt x="5678" y="1810"/>
                    <a:pt x="5611" y="1717"/>
                    <a:pt x="5548" y="1622"/>
                  </a:cubicBezTo>
                  <a:cubicBezTo>
                    <a:pt x="5360" y="1335"/>
                    <a:pt x="5219" y="1019"/>
                    <a:pt x="5126" y="686"/>
                  </a:cubicBezTo>
                  <a:cubicBezTo>
                    <a:pt x="5096" y="582"/>
                    <a:pt x="4973" y="534"/>
                    <a:pt x="4880" y="588"/>
                  </a:cubicBezTo>
                  <a:cubicBezTo>
                    <a:pt x="4821" y="621"/>
                    <a:pt x="4761" y="655"/>
                    <a:pt x="4701" y="688"/>
                  </a:cubicBezTo>
                  <a:cubicBezTo>
                    <a:pt x="4679" y="515"/>
                    <a:pt x="4655" y="342"/>
                    <a:pt x="4633" y="171"/>
                  </a:cubicBezTo>
                  <a:cubicBezTo>
                    <a:pt x="4620" y="82"/>
                    <a:pt x="4564" y="0"/>
                    <a:pt x="4465" y="4"/>
                  </a:cubicBezTo>
                  <a:cubicBezTo>
                    <a:pt x="4199" y="9"/>
                    <a:pt x="4064" y="210"/>
                    <a:pt x="3982" y="439"/>
                  </a:cubicBezTo>
                  <a:cubicBezTo>
                    <a:pt x="3924" y="605"/>
                    <a:pt x="3898" y="820"/>
                    <a:pt x="3775" y="954"/>
                  </a:cubicBezTo>
                  <a:cubicBezTo>
                    <a:pt x="3680" y="1057"/>
                    <a:pt x="3517" y="1032"/>
                    <a:pt x="3394" y="1071"/>
                  </a:cubicBezTo>
                  <a:cubicBezTo>
                    <a:pt x="3266" y="1112"/>
                    <a:pt x="3154" y="1190"/>
                    <a:pt x="3072" y="1296"/>
                  </a:cubicBezTo>
                  <a:cubicBezTo>
                    <a:pt x="2903" y="1512"/>
                    <a:pt x="2855" y="1806"/>
                    <a:pt x="2920" y="2068"/>
                  </a:cubicBezTo>
                  <a:cubicBezTo>
                    <a:pt x="2968" y="2267"/>
                    <a:pt x="3070" y="2442"/>
                    <a:pt x="3191" y="2604"/>
                  </a:cubicBezTo>
                  <a:cubicBezTo>
                    <a:pt x="2989" y="2598"/>
                    <a:pt x="2784" y="2595"/>
                    <a:pt x="2581" y="2589"/>
                  </a:cubicBezTo>
                  <a:cubicBezTo>
                    <a:pt x="2513" y="2585"/>
                    <a:pt x="2433" y="2641"/>
                    <a:pt x="2420" y="2712"/>
                  </a:cubicBezTo>
                  <a:cubicBezTo>
                    <a:pt x="2328" y="3192"/>
                    <a:pt x="2232" y="3669"/>
                    <a:pt x="2139" y="4149"/>
                  </a:cubicBezTo>
                  <a:cubicBezTo>
                    <a:pt x="1856" y="4079"/>
                    <a:pt x="1564" y="4073"/>
                    <a:pt x="1274" y="4123"/>
                  </a:cubicBezTo>
                  <a:cubicBezTo>
                    <a:pt x="1174" y="4140"/>
                    <a:pt x="1116" y="4285"/>
                    <a:pt x="1174" y="4369"/>
                  </a:cubicBezTo>
                  <a:cubicBezTo>
                    <a:pt x="1240" y="4464"/>
                    <a:pt x="1309" y="4560"/>
                    <a:pt x="1376" y="4655"/>
                  </a:cubicBezTo>
                  <a:cubicBezTo>
                    <a:pt x="1012" y="4837"/>
                    <a:pt x="811" y="5314"/>
                    <a:pt x="995" y="5700"/>
                  </a:cubicBezTo>
                  <a:cubicBezTo>
                    <a:pt x="1023" y="5762"/>
                    <a:pt x="1064" y="5814"/>
                    <a:pt x="1107" y="5866"/>
                  </a:cubicBezTo>
                  <a:cubicBezTo>
                    <a:pt x="1134" y="5899"/>
                    <a:pt x="1205" y="5955"/>
                    <a:pt x="1201" y="6000"/>
                  </a:cubicBezTo>
                  <a:cubicBezTo>
                    <a:pt x="1198" y="6046"/>
                    <a:pt x="1082" y="6139"/>
                    <a:pt x="1054" y="6171"/>
                  </a:cubicBezTo>
                  <a:cubicBezTo>
                    <a:pt x="1006" y="6232"/>
                    <a:pt x="960" y="6295"/>
                    <a:pt x="917" y="6362"/>
                  </a:cubicBezTo>
                  <a:cubicBezTo>
                    <a:pt x="822" y="6517"/>
                    <a:pt x="751" y="6686"/>
                    <a:pt x="709" y="6861"/>
                  </a:cubicBezTo>
                  <a:cubicBezTo>
                    <a:pt x="482" y="6803"/>
                    <a:pt x="277" y="6950"/>
                    <a:pt x="186" y="7162"/>
                  </a:cubicBezTo>
                  <a:cubicBezTo>
                    <a:pt x="78" y="7410"/>
                    <a:pt x="76" y="7733"/>
                    <a:pt x="117" y="7995"/>
                  </a:cubicBezTo>
                  <a:cubicBezTo>
                    <a:pt x="139" y="8148"/>
                    <a:pt x="208" y="8274"/>
                    <a:pt x="281" y="8406"/>
                  </a:cubicBezTo>
                  <a:cubicBezTo>
                    <a:pt x="299" y="8440"/>
                    <a:pt x="342" y="8501"/>
                    <a:pt x="331" y="8542"/>
                  </a:cubicBezTo>
                  <a:cubicBezTo>
                    <a:pt x="329" y="8548"/>
                    <a:pt x="325" y="8553"/>
                    <a:pt x="320" y="8559"/>
                  </a:cubicBezTo>
                  <a:cubicBezTo>
                    <a:pt x="216" y="8499"/>
                    <a:pt x="61" y="8602"/>
                    <a:pt x="71" y="8721"/>
                  </a:cubicBezTo>
                  <a:cubicBezTo>
                    <a:pt x="74" y="8763"/>
                    <a:pt x="78" y="8806"/>
                    <a:pt x="84" y="8851"/>
                  </a:cubicBezTo>
                  <a:cubicBezTo>
                    <a:pt x="97" y="8975"/>
                    <a:pt x="119" y="9098"/>
                    <a:pt x="153" y="9221"/>
                  </a:cubicBezTo>
                  <a:cubicBezTo>
                    <a:pt x="100" y="9230"/>
                    <a:pt x="48" y="9247"/>
                    <a:pt x="0" y="9269"/>
                  </a:cubicBezTo>
                  <a:lnTo>
                    <a:pt x="0" y="59602"/>
                  </a:lnTo>
                  <a:lnTo>
                    <a:pt x="68458" y="59602"/>
                  </a:lnTo>
                  <a:close/>
                  <a:moveTo>
                    <a:pt x="36885" y="25884"/>
                  </a:moveTo>
                  <a:cubicBezTo>
                    <a:pt x="36894" y="25871"/>
                    <a:pt x="36894" y="25875"/>
                    <a:pt x="36885" y="25884"/>
                  </a:cubicBezTo>
                  <a:close/>
                  <a:moveTo>
                    <a:pt x="67783" y="53147"/>
                  </a:moveTo>
                  <a:cubicBezTo>
                    <a:pt x="67757" y="53136"/>
                    <a:pt x="67775" y="53112"/>
                    <a:pt x="67783" y="53147"/>
                  </a:cubicBezTo>
                  <a:close/>
                  <a:moveTo>
                    <a:pt x="45981" y="31866"/>
                  </a:moveTo>
                  <a:cubicBezTo>
                    <a:pt x="45981" y="31869"/>
                    <a:pt x="45981" y="31873"/>
                    <a:pt x="45979" y="31867"/>
                  </a:cubicBezTo>
                  <a:cubicBezTo>
                    <a:pt x="45979" y="31867"/>
                    <a:pt x="45979" y="31866"/>
                    <a:pt x="45981" y="31866"/>
                  </a:cubicBezTo>
                  <a:close/>
                  <a:moveTo>
                    <a:pt x="37078" y="27655"/>
                  </a:moveTo>
                  <a:cubicBezTo>
                    <a:pt x="37125" y="27651"/>
                    <a:pt x="37093" y="27661"/>
                    <a:pt x="37078" y="27655"/>
                  </a:cubicBezTo>
                  <a:close/>
                  <a:moveTo>
                    <a:pt x="36541" y="25622"/>
                  </a:moveTo>
                  <a:cubicBezTo>
                    <a:pt x="36522" y="25641"/>
                    <a:pt x="36522" y="25626"/>
                    <a:pt x="36541" y="25622"/>
                  </a:cubicBezTo>
                  <a:close/>
                  <a:moveTo>
                    <a:pt x="22241" y="20177"/>
                  </a:moveTo>
                  <a:cubicBezTo>
                    <a:pt x="22193" y="20069"/>
                    <a:pt x="22260" y="19900"/>
                    <a:pt x="22297" y="19777"/>
                  </a:cubicBezTo>
                  <a:cubicBezTo>
                    <a:pt x="22321" y="19697"/>
                    <a:pt x="22341" y="19615"/>
                    <a:pt x="22353" y="19532"/>
                  </a:cubicBezTo>
                  <a:cubicBezTo>
                    <a:pt x="22419" y="19829"/>
                    <a:pt x="22483" y="20128"/>
                    <a:pt x="22542" y="20426"/>
                  </a:cubicBezTo>
                  <a:cubicBezTo>
                    <a:pt x="22516" y="20411"/>
                    <a:pt x="22490" y="20396"/>
                    <a:pt x="22464" y="20380"/>
                  </a:cubicBezTo>
                  <a:cubicBezTo>
                    <a:pt x="22375" y="20324"/>
                    <a:pt x="22282" y="20264"/>
                    <a:pt x="22241" y="20175"/>
                  </a:cubicBezTo>
                  <a:lnTo>
                    <a:pt x="22241" y="20175"/>
                  </a:lnTo>
                  <a:close/>
                  <a:moveTo>
                    <a:pt x="18936" y="18592"/>
                  </a:moveTo>
                  <a:cubicBezTo>
                    <a:pt x="18932" y="18592"/>
                    <a:pt x="18925" y="18581"/>
                    <a:pt x="18923" y="18581"/>
                  </a:cubicBezTo>
                  <a:cubicBezTo>
                    <a:pt x="18929" y="18583"/>
                    <a:pt x="18932" y="18587"/>
                    <a:pt x="18936" y="18592"/>
                  </a:cubicBezTo>
                  <a:close/>
                  <a:moveTo>
                    <a:pt x="9185" y="6571"/>
                  </a:moveTo>
                  <a:cubicBezTo>
                    <a:pt x="9185" y="6584"/>
                    <a:pt x="9178" y="6576"/>
                    <a:pt x="9185" y="6571"/>
                  </a:cubicBezTo>
                  <a:close/>
                  <a:moveTo>
                    <a:pt x="6554" y="3528"/>
                  </a:moveTo>
                  <a:cubicBezTo>
                    <a:pt x="6520" y="3532"/>
                    <a:pt x="6546" y="3504"/>
                    <a:pt x="6554" y="35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4784350" y="4476749"/>
              <a:ext cx="4359654" cy="1352648"/>
            </a:xfrm>
            <a:custGeom>
              <a:avLst/>
              <a:gdLst/>
              <a:ahLst/>
              <a:cxnLst/>
              <a:rect l="l" t="t" r="r" b="b"/>
              <a:pathLst>
                <a:path w="105204" h="60265" extrusionOk="0">
                  <a:moveTo>
                    <a:pt x="3460" y="60265"/>
                  </a:moveTo>
                  <a:cubicBezTo>
                    <a:pt x="2450" y="59482"/>
                    <a:pt x="1453" y="58684"/>
                    <a:pt x="465" y="57882"/>
                  </a:cubicBezTo>
                  <a:cubicBezTo>
                    <a:pt x="445" y="57893"/>
                    <a:pt x="423" y="57905"/>
                    <a:pt x="402" y="57916"/>
                  </a:cubicBezTo>
                  <a:cubicBezTo>
                    <a:pt x="186" y="58031"/>
                    <a:pt x="0" y="57713"/>
                    <a:pt x="211" y="57590"/>
                  </a:cubicBezTo>
                  <a:cubicBezTo>
                    <a:pt x="240" y="57574"/>
                    <a:pt x="270" y="57555"/>
                    <a:pt x="298" y="57538"/>
                  </a:cubicBezTo>
                  <a:cubicBezTo>
                    <a:pt x="503" y="57412"/>
                    <a:pt x="698" y="57272"/>
                    <a:pt x="897" y="57138"/>
                  </a:cubicBezTo>
                  <a:cubicBezTo>
                    <a:pt x="1109" y="56997"/>
                    <a:pt x="1315" y="56845"/>
                    <a:pt x="1511" y="56675"/>
                  </a:cubicBezTo>
                  <a:cubicBezTo>
                    <a:pt x="1894" y="56346"/>
                    <a:pt x="2232" y="55965"/>
                    <a:pt x="2463" y="55513"/>
                  </a:cubicBezTo>
                  <a:cubicBezTo>
                    <a:pt x="2697" y="55052"/>
                    <a:pt x="2755" y="54553"/>
                    <a:pt x="2777" y="54042"/>
                  </a:cubicBezTo>
                  <a:cubicBezTo>
                    <a:pt x="2790" y="53746"/>
                    <a:pt x="2794" y="53447"/>
                    <a:pt x="2837" y="53153"/>
                  </a:cubicBezTo>
                  <a:cubicBezTo>
                    <a:pt x="2878" y="52880"/>
                    <a:pt x="3069" y="52682"/>
                    <a:pt x="3357" y="52703"/>
                  </a:cubicBezTo>
                  <a:cubicBezTo>
                    <a:pt x="3636" y="52723"/>
                    <a:pt x="3921" y="52803"/>
                    <a:pt x="4196" y="52855"/>
                  </a:cubicBezTo>
                  <a:cubicBezTo>
                    <a:pt x="4350" y="52885"/>
                    <a:pt x="4507" y="52913"/>
                    <a:pt x="4663" y="52943"/>
                  </a:cubicBezTo>
                  <a:cubicBezTo>
                    <a:pt x="4668" y="52945"/>
                    <a:pt x="4732" y="52952"/>
                    <a:pt x="4776" y="52959"/>
                  </a:cubicBezTo>
                  <a:cubicBezTo>
                    <a:pt x="4799" y="52658"/>
                    <a:pt x="4795" y="52355"/>
                    <a:pt x="4804" y="52054"/>
                  </a:cubicBezTo>
                  <a:cubicBezTo>
                    <a:pt x="4814" y="51801"/>
                    <a:pt x="4877" y="51529"/>
                    <a:pt x="5165" y="51472"/>
                  </a:cubicBezTo>
                  <a:cubicBezTo>
                    <a:pt x="5306" y="51444"/>
                    <a:pt x="5433" y="51496"/>
                    <a:pt x="5572" y="51511"/>
                  </a:cubicBezTo>
                  <a:cubicBezTo>
                    <a:pt x="5641" y="51520"/>
                    <a:pt x="5671" y="51509"/>
                    <a:pt x="5716" y="51466"/>
                  </a:cubicBezTo>
                  <a:cubicBezTo>
                    <a:pt x="5849" y="51345"/>
                    <a:pt x="5844" y="51148"/>
                    <a:pt x="5794" y="50983"/>
                  </a:cubicBezTo>
                  <a:cubicBezTo>
                    <a:pt x="5719" y="50744"/>
                    <a:pt x="5576" y="50536"/>
                    <a:pt x="5487" y="50304"/>
                  </a:cubicBezTo>
                  <a:cubicBezTo>
                    <a:pt x="5403" y="50081"/>
                    <a:pt x="5368" y="49815"/>
                    <a:pt x="5444" y="49584"/>
                  </a:cubicBezTo>
                  <a:cubicBezTo>
                    <a:pt x="5533" y="49324"/>
                    <a:pt x="5768" y="49100"/>
                    <a:pt x="6060" y="49160"/>
                  </a:cubicBezTo>
                  <a:cubicBezTo>
                    <a:pt x="6264" y="49203"/>
                    <a:pt x="6411" y="49404"/>
                    <a:pt x="6586" y="49456"/>
                  </a:cubicBezTo>
                  <a:cubicBezTo>
                    <a:pt x="6777" y="49513"/>
                    <a:pt x="7008" y="49454"/>
                    <a:pt x="7161" y="49318"/>
                  </a:cubicBezTo>
                  <a:cubicBezTo>
                    <a:pt x="7157" y="49311"/>
                    <a:pt x="7153" y="49303"/>
                    <a:pt x="7151" y="49294"/>
                  </a:cubicBezTo>
                  <a:cubicBezTo>
                    <a:pt x="7019" y="48849"/>
                    <a:pt x="7427" y="48474"/>
                    <a:pt x="7843" y="48431"/>
                  </a:cubicBezTo>
                  <a:cubicBezTo>
                    <a:pt x="8202" y="48394"/>
                    <a:pt x="8509" y="48611"/>
                    <a:pt x="8760" y="48855"/>
                  </a:cubicBezTo>
                  <a:cubicBezTo>
                    <a:pt x="8766" y="48797"/>
                    <a:pt x="8764" y="48738"/>
                    <a:pt x="8762" y="48697"/>
                  </a:cubicBezTo>
                  <a:cubicBezTo>
                    <a:pt x="8754" y="48503"/>
                    <a:pt x="8723" y="48308"/>
                    <a:pt x="8780" y="48120"/>
                  </a:cubicBezTo>
                  <a:cubicBezTo>
                    <a:pt x="8844" y="47912"/>
                    <a:pt x="9037" y="47728"/>
                    <a:pt x="9249" y="47693"/>
                  </a:cubicBezTo>
                  <a:cubicBezTo>
                    <a:pt x="9229" y="47415"/>
                    <a:pt x="9227" y="47137"/>
                    <a:pt x="9297" y="46867"/>
                  </a:cubicBezTo>
                  <a:cubicBezTo>
                    <a:pt x="9309" y="46820"/>
                    <a:pt x="9323" y="46776"/>
                    <a:pt x="9340" y="46731"/>
                  </a:cubicBezTo>
                  <a:cubicBezTo>
                    <a:pt x="9400" y="46564"/>
                    <a:pt x="9601" y="46540"/>
                    <a:pt x="9703" y="46683"/>
                  </a:cubicBezTo>
                  <a:cubicBezTo>
                    <a:pt x="9900" y="46958"/>
                    <a:pt x="10371" y="47023"/>
                    <a:pt x="10631" y="46813"/>
                  </a:cubicBezTo>
                  <a:cubicBezTo>
                    <a:pt x="10763" y="46705"/>
                    <a:pt x="11008" y="46761"/>
                    <a:pt x="10997" y="46964"/>
                  </a:cubicBezTo>
                  <a:cubicBezTo>
                    <a:pt x="10994" y="47016"/>
                    <a:pt x="10992" y="47068"/>
                    <a:pt x="10988" y="47118"/>
                  </a:cubicBezTo>
                  <a:cubicBezTo>
                    <a:pt x="10975" y="47356"/>
                    <a:pt x="10960" y="47592"/>
                    <a:pt x="10945" y="47830"/>
                  </a:cubicBezTo>
                  <a:cubicBezTo>
                    <a:pt x="11005" y="47821"/>
                    <a:pt x="11062" y="47812"/>
                    <a:pt x="11122" y="47802"/>
                  </a:cubicBezTo>
                  <a:cubicBezTo>
                    <a:pt x="11219" y="47787"/>
                    <a:pt x="11315" y="47767"/>
                    <a:pt x="11414" y="47752"/>
                  </a:cubicBezTo>
                  <a:cubicBezTo>
                    <a:pt x="11429" y="47590"/>
                    <a:pt x="11455" y="47425"/>
                    <a:pt x="11542" y="47289"/>
                  </a:cubicBezTo>
                  <a:cubicBezTo>
                    <a:pt x="11639" y="47138"/>
                    <a:pt x="11803" y="47027"/>
                    <a:pt x="11987" y="47029"/>
                  </a:cubicBezTo>
                  <a:cubicBezTo>
                    <a:pt x="12152" y="47031"/>
                    <a:pt x="12282" y="47127"/>
                    <a:pt x="12401" y="47235"/>
                  </a:cubicBezTo>
                  <a:cubicBezTo>
                    <a:pt x="12442" y="47270"/>
                    <a:pt x="12522" y="47373"/>
                    <a:pt x="12597" y="47410"/>
                  </a:cubicBezTo>
                  <a:cubicBezTo>
                    <a:pt x="12532" y="47230"/>
                    <a:pt x="12466" y="47051"/>
                    <a:pt x="12401" y="46871"/>
                  </a:cubicBezTo>
                  <a:cubicBezTo>
                    <a:pt x="12245" y="46677"/>
                    <a:pt x="12106" y="46439"/>
                    <a:pt x="12130" y="46188"/>
                  </a:cubicBezTo>
                  <a:cubicBezTo>
                    <a:pt x="12165" y="45842"/>
                    <a:pt x="12466" y="45719"/>
                    <a:pt x="12770" y="45680"/>
                  </a:cubicBezTo>
                  <a:cubicBezTo>
                    <a:pt x="12978" y="45652"/>
                    <a:pt x="13138" y="45600"/>
                    <a:pt x="13242" y="45409"/>
                  </a:cubicBezTo>
                  <a:cubicBezTo>
                    <a:pt x="13339" y="45228"/>
                    <a:pt x="13355" y="45009"/>
                    <a:pt x="13342" y="44808"/>
                  </a:cubicBezTo>
                  <a:cubicBezTo>
                    <a:pt x="13324" y="44516"/>
                    <a:pt x="13233" y="44233"/>
                    <a:pt x="13205" y="43941"/>
                  </a:cubicBezTo>
                  <a:cubicBezTo>
                    <a:pt x="13177" y="43662"/>
                    <a:pt x="13194" y="43298"/>
                    <a:pt x="13398" y="43084"/>
                  </a:cubicBezTo>
                  <a:cubicBezTo>
                    <a:pt x="13582" y="42891"/>
                    <a:pt x="13885" y="42948"/>
                    <a:pt x="14038" y="42712"/>
                  </a:cubicBezTo>
                  <a:cubicBezTo>
                    <a:pt x="14187" y="42482"/>
                    <a:pt x="14060" y="42217"/>
                    <a:pt x="14005" y="41978"/>
                  </a:cubicBezTo>
                  <a:cubicBezTo>
                    <a:pt x="13943" y="41708"/>
                    <a:pt x="13960" y="41453"/>
                    <a:pt x="14150" y="41237"/>
                  </a:cubicBezTo>
                  <a:cubicBezTo>
                    <a:pt x="14230" y="41146"/>
                    <a:pt x="14339" y="41077"/>
                    <a:pt x="14455" y="41055"/>
                  </a:cubicBezTo>
                  <a:cubicBezTo>
                    <a:pt x="14469" y="40875"/>
                    <a:pt x="14559" y="40705"/>
                    <a:pt x="14704" y="40581"/>
                  </a:cubicBezTo>
                  <a:cubicBezTo>
                    <a:pt x="14964" y="40356"/>
                    <a:pt x="15329" y="40352"/>
                    <a:pt x="15645" y="40443"/>
                  </a:cubicBezTo>
                  <a:cubicBezTo>
                    <a:pt x="15922" y="40523"/>
                    <a:pt x="16264" y="40670"/>
                    <a:pt x="16355" y="40975"/>
                  </a:cubicBezTo>
                  <a:cubicBezTo>
                    <a:pt x="16357" y="40983"/>
                    <a:pt x="16359" y="40990"/>
                    <a:pt x="16361" y="40999"/>
                  </a:cubicBezTo>
                  <a:cubicBezTo>
                    <a:pt x="16407" y="41033"/>
                    <a:pt x="16439" y="41089"/>
                    <a:pt x="16445" y="41154"/>
                  </a:cubicBezTo>
                  <a:cubicBezTo>
                    <a:pt x="16500" y="41773"/>
                    <a:pt x="16450" y="42396"/>
                    <a:pt x="16298" y="42999"/>
                  </a:cubicBezTo>
                  <a:cubicBezTo>
                    <a:pt x="16459" y="42948"/>
                    <a:pt x="16627" y="42920"/>
                    <a:pt x="16798" y="42917"/>
                  </a:cubicBezTo>
                  <a:cubicBezTo>
                    <a:pt x="16887" y="42915"/>
                    <a:pt x="16986" y="43000"/>
                    <a:pt x="16976" y="43095"/>
                  </a:cubicBezTo>
                  <a:cubicBezTo>
                    <a:pt x="16962" y="43255"/>
                    <a:pt x="16895" y="43393"/>
                    <a:pt x="16787" y="43493"/>
                  </a:cubicBezTo>
                  <a:cubicBezTo>
                    <a:pt x="16915" y="43638"/>
                    <a:pt x="17042" y="43785"/>
                    <a:pt x="17170" y="43934"/>
                  </a:cubicBezTo>
                  <a:cubicBezTo>
                    <a:pt x="17254" y="44031"/>
                    <a:pt x="17227" y="44193"/>
                    <a:pt x="17092" y="44228"/>
                  </a:cubicBezTo>
                  <a:cubicBezTo>
                    <a:pt x="16770" y="44312"/>
                    <a:pt x="16653" y="44763"/>
                    <a:pt x="16995" y="44912"/>
                  </a:cubicBezTo>
                  <a:cubicBezTo>
                    <a:pt x="17257" y="45026"/>
                    <a:pt x="17477" y="44750"/>
                    <a:pt x="17376" y="44520"/>
                  </a:cubicBezTo>
                  <a:cubicBezTo>
                    <a:pt x="17367" y="44498"/>
                    <a:pt x="17354" y="44475"/>
                    <a:pt x="17335" y="44453"/>
                  </a:cubicBezTo>
                  <a:cubicBezTo>
                    <a:pt x="17291" y="44393"/>
                    <a:pt x="17313" y="44291"/>
                    <a:pt x="17363" y="44243"/>
                  </a:cubicBezTo>
                  <a:cubicBezTo>
                    <a:pt x="17421" y="44185"/>
                    <a:pt x="17503" y="44183"/>
                    <a:pt x="17573" y="44215"/>
                  </a:cubicBezTo>
                  <a:cubicBezTo>
                    <a:pt x="17609" y="44232"/>
                    <a:pt x="17644" y="44248"/>
                    <a:pt x="17679" y="44265"/>
                  </a:cubicBezTo>
                  <a:cubicBezTo>
                    <a:pt x="17709" y="44131"/>
                    <a:pt x="17724" y="43995"/>
                    <a:pt x="17724" y="43858"/>
                  </a:cubicBezTo>
                  <a:cubicBezTo>
                    <a:pt x="17659" y="43752"/>
                    <a:pt x="17691" y="43609"/>
                    <a:pt x="17798" y="43525"/>
                  </a:cubicBezTo>
                  <a:cubicBezTo>
                    <a:pt x="17890" y="43454"/>
                    <a:pt x="17992" y="43523"/>
                    <a:pt x="18033" y="43610"/>
                  </a:cubicBezTo>
                  <a:cubicBezTo>
                    <a:pt x="18096" y="43573"/>
                    <a:pt x="18159" y="43514"/>
                    <a:pt x="18204" y="43480"/>
                  </a:cubicBezTo>
                  <a:cubicBezTo>
                    <a:pt x="18295" y="43413"/>
                    <a:pt x="18382" y="43343"/>
                    <a:pt x="18466" y="43270"/>
                  </a:cubicBezTo>
                  <a:cubicBezTo>
                    <a:pt x="18606" y="43153"/>
                    <a:pt x="18741" y="43026"/>
                    <a:pt x="18866" y="42894"/>
                  </a:cubicBezTo>
                  <a:cubicBezTo>
                    <a:pt x="18600" y="42561"/>
                    <a:pt x="18382" y="42121"/>
                    <a:pt x="18663" y="41730"/>
                  </a:cubicBezTo>
                  <a:cubicBezTo>
                    <a:pt x="18793" y="41548"/>
                    <a:pt x="19005" y="41421"/>
                    <a:pt x="19234" y="41461"/>
                  </a:cubicBezTo>
                  <a:cubicBezTo>
                    <a:pt x="19348" y="41481"/>
                    <a:pt x="19435" y="41540"/>
                    <a:pt x="19530" y="41600"/>
                  </a:cubicBezTo>
                  <a:cubicBezTo>
                    <a:pt x="19491" y="41475"/>
                    <a:pt x="19493" y="41332"/>
                    <a:pt x="19530" y="41211"/>
                  </a:cubicBezTo>
                  <a:cubicBezTo>
                    <a:pt x="19625" y="40901"/>
                    <a:pt x="19920" y="40758"/>
                    <a:pt x="20103" y="40510"/>
                  </a:cubicBezTo>
                  <a:cubicBezTo>
                    <a:pt x="20173" y="40417"/>
                    <a:pt x="20283" y="40399"/>
                    <a:pt x="20374" y="40475"/>
                  </a:cubicBezTo>
                  <a:cubicBezTo>
                    <a:pt x="20445" y="40538"/>
                    <a:pt x="20538" y="40545"/>
                    <a:pt x="20620" y="40519"/>
                  </a:cubicBezTo>
                  <a:cubicBezTo>
                    <a:pt x="20568" y="40227"/>
                    <a:pt x="20616" y="39928"/>
                    <a:pt x="20763" y="39666"/>
                  </a:cubicBezTo>
                  <a:cubicBezTo>
                    <a:pt x="20800" y="39603"/>
                    <a:pt x="20880" y="39573"/>
                    <a:pt x="20951" y="39591"/>
                  </a:cubicBezTo>
                  <a:cubicBezTo>
                    <a:pt x="21256" y="39670"/>
                    <a:pt x="21581" y="39664"/>
                    <a:pt x="21879" y="39565"/>
                  </a:cubicBezTo>
                  <a:cubicBezTo>
                    <a:pt x="21771" y="39283"/>
                    <a:pt x="21834" y="38941"/>
                    <a:pt x="22108" y="38764"/>
                  </a:cubicBezTo>
                  <a:cubicBezTo>
                    <a:pt x="22334" y="38617"/>
                    <a:pt x="22626" y="38660"/>
                    <a:pt x="22822" y="38821"/>
                  </a:cubicBezTo>
                  <a:cubicBezTo>
                    <a:pt x="22956" y="38712"/>
                    <a:pt x="23169" y="38686"/>
                    <a:pt x="23331" y="38755"/>
                  </a:cubicBezTo>
                  <a:cubicBezTo>
                    <a:pt x="23487" y="38820"/>
                    <a:pt x="23603" y="38941"/>
                    <a:pt x="23740" y="39033"/>
                  </a:cubicBezTo>
                  <a:cubicBezTo>
                    <a:pt x="23791" y="39065"/>
                    <a:pt x="23859" y="39100"/>
                    <a:pt x="23928" y="39113"/>
                  </a:cubicBezTo>
                  <a:cubicBezTo>
                    <a:pt x="23908" y="38957"/>
                    <a:pt x="23856" y="38805"/>
                    <a:pt x="23774" y="38662"/>
                  </a:cubicBezTo>
                  <a:cubicBezTo>
                    <a:pt x="23463" y="38113"/>
                    <a:pt x="22846" y="37641"/>
                    <a:pt x="22922" y="36945"/>
                  </a:cubicBezTo>
                  <a:cubicBezTo>
                    <a:pt x="22937" y="36815"/>
                    <a:pt x="23034" y="36731"/>
                    <a:pt x="23168" y="36759"/>
                  </a:cubicBezTo>
                  <a:cubicBezTo>
                    <a:pt x="23415" y="36809"/>
                    <a:pt x="23841" y="36910"/>
                    <a:pt x="23990" y="36621"/>
                  </a:cubicBezTo>
                  <a:cubicBezTo>
                    <a:pt x="24051" y="36502"/>
                    <a:pt x="23988" y="36354"/>
                    <a:pt x="23980" y="36229"/>
                  </a:cubicBezTo>
                  <a:cubicBezTo>
                    <a:pt x="23971" y="36063"/>
                    <a:pt x="24036" y="35930"/>
                    <a:pt x="24151" y="35816"/>
                  </a:cubicBezTo>
                  <a:cubicBezTo>
                    <a:pt x="24257" y="35716"/>
                    <a:pt x="24291" y="35639"/>
                    <a:pt x="24233" y="35498"/>
                  </a:cubicBezTo>
                  <a:cubicBezTo>
                    <a:pt x="24174" y="35357"/>
                    <a:pt x="24068" y="35249"/>
                    <a:pt x="23971" y="35134"/>
                  </a:cubicBezTo>
                  <a:cubicBezTo>
                    <a:pt x="23761" y="34881"/>
                    <a:pt x="23599" y="34589"/>
                    <a:pt x="23739" y="34263"/>
                  </a:cubicBezTo>
                  <a:cubicBezTo>
                    <a:pt x="23763" y="34207"/>
                    <a:pt x="23835" y="34176"/>
                    <a:pt x="23889" y="34176"/>
                  </a:cubicBezTo>
                  <a:cubicBezTo>
                    <a:pt x="24079" y="34179"/>
                    <a:pt x="24287" y="34176"/>
                    <a:pt x="24455" y="34073"/>
                  </a:cubicBezTo>
                  <a:cubicBezTo>
                    <a:pt x="24542" y="34020"/>
                    <a:pt x="24631" y="33882"/>
                    <a:pt x="24600" y="33796"/>
                  </a:cubicBezTo>
                  <a:cubicBezTo>
                    <a:pt x="24555" y="33679"/>
                    <a:pt x="24322" y="33657"/>
                    <a:pt x="24222" y="33612"/>
                  </a:cubicBezTo>
                  <a:cubicBezTo>
                    <a:pt x="24055" y="33538"/>
                    <a:pt x="23906" y="33389"/>
                    <a:pt x="23880" y="33201"/>
                  </a:cubicBezTo>
                  <a:cubicBezTo>
                    <a:pt x="23865" y="33092"/>
                    <a:pt x="23897" y="32986"/>
                    <a:pt x="23964" y="32898"/>
                  </a:cubicBezTo>
                  <a:cubicBezTo>
                    <a:pt x="24010" y="32837"/>
                    <a:pt x="24077" y="32798"/>
                    <a:pt x="24125" y="32738"/>
                  </a:cubicBezTo>
                  <a:cubicBezTo>
                    <a:pt x="24138" y="32721"/>
                    <a:pt x="24144" y="32701"/>
                    <a:pt x="24142" y="32686"/>
                  </a:cubicBezTo>
                  <a:cubicBezTo>
                    <a:pt x="24137" y="32623"/>
                    <a:pt x="24110" y="32558"/>
                    <a:pt x="24088" y="32498"/>
                  </a:cubicBezTo>
                  <a:cubicBezTo>
                    <a:pt x="23986" y="32206"/>
                    <a:pt x="23915" y="31864"/>
                    <a:pt x="24226" y="31667"/>
                  </a:cubicBezTo>
                  <a:cubicBezTo>
                    <a:pt x="24391" y="31563"/>
                    <a:pt x="24559" y="31561"/>
                    <a:pt x="24719" y="31613"/>
                  </a:cubicBezTo>
                  <a:cubicBezTo>
                    <a:pt x="24760" y="31490"/>
                    <a:pt x="24840" y="31394"/>
                    <a:pt x="24919" y="31293"/>
                  </a:cubicBezTo>
                  <a:cubicBezTo>
                    <a:pt x="24994" y="31198"/>
                    <a:pt x="25076" y="31102"/>
                    <a:pt x="25024" y="30977"/>
                  </a:cubicBezTo>
                  <a:cubicBezTo>
                    <a:pt x="24964" y="30834"/>
                    <a:pt x="24853" y="30707"/>
                    <a:pt x="24771" y="30577"/>
                  </a:cubicBezTo>
                  <a:cubicBezTo>
                    <a:pt x="24611" y="30320"/>
                    <a:pt x="24494" y="30019"/>
                    <a:pt x="24600" y="29720"/>
                  </a:cubicBezTo>
                  <a:cubicBezTo>
                    <a:pt x="24678" y="29500"/>
                    <a:pt x="24836" y="29342"/>
                    <a:pt x="25024" y="29210"/>
                  </a:cubicBezTo>
                  <a:cubicBezTo>
                    <a:pt x="25204" y="29084"/>
                    <a:pt x="25401" y="28985"/>
                    <a:pt x="25583" y="28861"/>
                  </a:cubicBezTo>
                  <a:cubicBezTo>
                    <a:pt x="25782" y="28725"/>
                    <a:pt x="25801" y="28451"/>
                    <a:pt x="25769" y="28236"/>
                  </a:cubicBezTo>
                  <a:cubicBezTo>
                    <a:pt x="25725" y="27916"/>
                    <a:pt x="25604" y="27611"/>
                    <a:pt x="25721" y="27289"/>
                  </a:cubicBezTo>
                  <a:cubicBezTo>
                    <a:pt x="25773" y="27142"/>
                    <a:pt x="25864" y="27014"/>
                    <a:pt x="25998" y="26932"/>
                  </a:cubicBezTo>
                  <a:cubicBezTo>
                    <a:pt x="26104" y="26865"/>
                    <a:pt x="26251" y="26856"/>
                    <a:pt x="26312" y="26737"/>
                  </a:cubicBezTo>
                  <a:cubicBezTo>
                    <a:pt x="26443" y="26493"/>
                    <a:pt x="26290" y="26182"/>
                    <a:pt x="26236" y="25939"/>
                  </a:cubicBezTo>
                  <a:cubicBezTo>
                    <a:pt x="26166" y="25625"/>
                    <a:pt x="26195" y="25312"/>
                    <a:pt x="26350" y="25028"/>
                  </a:cubicBezTo>
                  <a:cubicBezTo>
                    <a:pt x="26638" y="24494"/>
                    <a:pt x="27317" y="24272"/>
                    <a:pt x="27836" y="24626"/>
                  </a:cubicBezTo>
                  <a:cubicBezTo>
                    <a:pt x="28077" y="24791"/>
                    <a:pt x="28245" y="25044"/>
                    <a:pt x="28260" y="25344"/>
                  </a:cubicBezTo>
                  <a:cubicBezTo>
                    <a:pt x="28269" y="25530"/>
                    <a:pt x="28213" y="25712"/>
                    <a:pt x="28118" y="25870"/>
                  </a:cubicBezTo>
                  <a:cubicBezTo>
                    <a:pt x="28081" y="25931"/>
                    <a:pt x="28033" y="25991"/>
                    <a:pt x="28007" y="26058"/>
                  </a:cubicBezTo>
                  <a:cubicBezTo>
                    <a:pt x="27999" y="26075"/>
                    <a:pt x="27996" y="26089"/>
                    <a:pt x="27994" y="26106"/>
                  </a:cubicBezTo>
                  <a:cubicBezTo>
                    <a:pt x="27992" y="26112"/>
                    <a:pt x="27992" y="26117"/>
                    <a:pt x="27992" y="26125"/>
                  </a:cubicBezTo>
                  <a:cubicBezTo>
                    <a:pt x="27992" y="26125"/>
                    <a:pt x="27994" y="26129"/>
                    <a:pt x="27994" y="26136"/>
                  </a:cubicBezTo>
                  <a:cubicBezTo>
                    <a:pt x="27996" y="26143"/>
                    <a:pt x="28005" y="26162"/>
                    <a:pt x="28005" y="26166"/>
                  </a:cubicBezTo>
                  <a:lnTo>
                    <a:pt x="28005" y="26166"/>
                  </a:lnTo>
                  <a:lnTo>
                    <a:pt x="28005" y="26168"/>
                  </a:lnTo>
                  <a:cubicBezTo>
                    <a:pt x="28009" y="26173"/>
                    <a:pt x="28012" y="26179"/>
                    <a:pt x="28016" y="26182"/>
                  </a:cubicBezTo>
                  <a:cubicBezTo>
                    <a:pt x="28020" y="26190"/>
                    <a:pt x="28023" y="26197"/>
                    <a:pt x="28029" y="26203"/>
                  </a:cubicBezTo>
                  <a:lnTo>
                    <a:pt x="28029" y="26203"/>
                  </a:lnTo>
                  <a:cubicBezTo>
                    <a:pt x="28029" y="26205"/>
                    <a:pt x="28031" y="26207"/>
                    <a:pt x="28035" y="26210"/>
                  </a:cubicBezTo>
                  <a:cubicBezTo>
                    <a:pt x="28070" y="26251"/>
                    <a:pt x="28109" y="26287"/>
                    <a:pt x="28150" y="26320"/>
                  </a:cubicBezTo>
                  <a:cubicBezTo>
                    <a:pt x="28235" y="26394"/>
                    <a:pt x="28328" y="26460"/>
                    <a:pt x="28408" y="26538"/>
                  </a:cubicBezTo>
                  <a:cubicBezTo>
                    <a:pt x="28633" y="26759"/>
                    <a:pt x="28678" y="27023"/>
                    <a:pt x="28648" y="27328"/>
                  </a:cubicBezTo>
                  <a:cubicBezTo>
                    <a:pt x="28635" y="27447"/>
                    <a:pt x="28609" y="27587"/>
                    <a:pt x="28659" y="27702"/>
                  </a:cubicBezTo>
                  <a:cubicBezTo>
                    <a:pt x="28699" y="27793"/>
                    <a:pt x="28806" y="27840"/>
                    <a:pt x="28894" y="27877"/>
                  </a:cubicBezTo>
                  <a:cubicBezTo>
                    <a:pt x="29124" y="27972"/>
                    <a:pt x="29364" y="28061"/>
                    <a:pt x="29550" y="28238"/>
                  </a:cubicBezTo>
                  <a:cubicBezTo>
                    <a:pt x="29720" y="28397"/>
                    <a:pt x="29844" y="28604"/>
                    <a:pt x="29978" y="28794"/>
                  </a:cubicBezTo>
                  <a:cubicBezTo>
                    <a:pt x="30041" y="28883"/>
                    <a:pt x="30078" y="28942"/>
                    <a:pt x="30164" y="29019"/>
                  </a:cubicBezTo>
                  <a:cubicBezTo>
                    <a:pt x="30173" y="29026"/>
                    <a:pt x="30224" y="29061"/>
                    <a:pt x="30242" y="29069"/>
                  </a:cubicBezTo>
                  <a:cubicBezTo>
                    <a:pt x="30261" y="29078"/>
                    <a:pt x="30320" y="29091"/>
                    <a:pt x="30335" y="29091"/>
                  </a:cubicBezTo>
                  <a:cubicBezTo>
                    <a:pt x="30482" y="29102"/>
                    <a:pt x="30627" y="29275"/>
                    <a:pt x="30521" y="29418"/>
                  </a:cubicBezTo>
                  <a:cubicBezTo>
                    <a:pt x="30437" y="29536"/>
                    <a:pt x="30289" y="29710"/>
                    <a:pt x="30359" y="29863"/>
                  </a:cubicBezTo>
                  <a:cubicBezTo>
                    <a:pt x="30395" y="29939"/>
                    <a:pt x="30450" y="30006"/>
                    <a:pt x="30486" y="30082"/>
                  </a:cubicBezTo>
                  <a:cubicBezTo>
                    <a:pt x="30527" y="30174"/>
                    <a:pt x="30555" y="30268"/>
                    <a:pt x="30569" y="30365"/>
                  </a:cubicBezTo>
                  <a:cubicBezTo>
                    <a:pt x="30612" y="30644"/>
                    <a:pt x="30545" y="30981"/>
                    <a:pt x="30703" y="31228"/>
                  </a:cubicBezTo>
                  <a:cubicBezTo>
                    <a:pt x="30729" y="31269"/>
                    <a:pt x="30759" y="31304"/>
                    <a:pt x="30802" y="31327"/>
                  </a:cubicBezTo>
                  <a:cubicBezTo>
                    <a:pt x="30819" y="31336"/>
                    <a:pt x="30835" y="31340"/>
                    <a:pt x="30854" y="31345"/>
                  </a:cubicBezTo>
                  <a:cubicBezTo>
                    <a:pt x="30858" y="31345"/>
                    <a:pt x="30860" y="31347"/>
                    <a:pt x="30861" y="31347"/>
                  </a:cubicBezTo>
                  <a:lnTo>
                    <a:pt x="30861" y="31347"/>
                  </a:lnTo>
                  <a:cubicBezTo>
                    <a:pt x="30871" y="31347"/>
                    <a:pt x="30882" y="31347"/>
                    <a:pt x="30893" y="31347"/>
                  </a:cubicBezTo>
                  <a:cubicBezTo>
                    <a:pt x="30900" y="31347"/>
                    <a:pt x="30910" y="31347"/>
                    <a:pt x="30919" y="31347"/>
                  </a:cubicBezTo>
                  <a:lnTo>
                    <a:pt x="30919" y="31347"/>
                  </a:lnTo>
                  <a:cubicBezTo>
                    <a:pt x="30921" y="31345"/>
                    <a:pt x="30923" y="31345"/>
                    <a:pt x="30928" y="31343"/>
                  </a:cubicBezTo>
                  <a:cubicBezTo>
                    <a:pt x="30949" y="31338"/>
                    <a:pt x="30967" y="31332"/>
                    <a:pt x="30988" y="31325"/>
                  </a:cubicBezTo>
                  <a:cubicBezTo>
                    <a:pt x="30992" y="31323"/>
                    <a:pt x="31040" y="31302"/>
                    <a:pt x="31034" y="31306"/>
                  </a:cubicBezTo>
                  <a:cubicBezTo>
                    <a:pt x="31053" y="31299"/>
                    <a:pt x="31070" y="31289"/>
                    <a:pt x="31086" y="31280"/>
                  </a:cubicBezTo>
                  <a:cubicBezTo>
                    <a:pt x="31382" y="31113"/>
                    <a:pt x="31676" y="30737"/>
                    <a:pt x="32039" y="30774"/>
                  </a:cubicBezTo>
                  <a:cubicBezTo>
                    <a:pt x="32057" y="30763"/>
                    <a:pt x="32076" y="30756"/>
                    <a:pt x="32096" y="30748"/>
                  </a:cubicBezTo>
                  <a:cubicBezTo>
                    <a:pt x="32163" y="30726"/>
                    <a:pt x="32238" y="30717"/>
                    <a:pt x="32308" y="30702"/>
                  </a:cubicBezTo>
                  <a:cubicBezTo>
                    <a:pt x="32442" y="30672"/>
                    <a:pt x="32576" y="30648"/>
                    <a:pt x="32710" y="30624"/>
                  </a:cubicBezTo>
                  <a:cubicBezTo>
                    <a:pt x="32879" y="30594"/>
                    <a:pt x="33047" y="30564"/>
                    <a:pt x="33214" y="30532"/>
                  </a:cubicBezTo>
                  <a:cubicBezTo>
                    <a:pt x="33024" y="30267"/>
                    <a:pt x="32872" y="29965"/>
                    <a:pt x="32911" y="29636"/>
                  </a:cubicBezTo>
                  <a:cubicBezTo>
                    <a:pt x="32943" y="29353"/>
                    <a:pt x="33115" y="29071"/>
                    <a:pt x="33367" y="28942"/>
                  </a:cubicBezTo>
                  <a:cubicBezTo>
                    <a:pt x="33331" y="28848"/>
                    <a:pt x="33309" y="28745"/>
                    <a:pt x="33300" y="28634"/>
                  </a:cubicBezTo>
                  <a:cubicBezTo>
                    <a:pt x="33285" y="28423"/>
                    <a:pt x="33324" y="28206"/>
                    <a:pt x="33378" y="28005"/>
                  </a:cubicBezTo>
                  <a:cubicBezTo>
                    <a:pt x="33430" y="27815"/>
                    <a:pt x="33497" y="27622"/>
                    <a:pt x="33582" y="27447"/>
                  </a:cubicBezTo>
                  <a:cubicBezTo>
                    <a:pt x="33636" y="27336"/>
                    <a:pt x="33727" y="27244"/>
                    <a:pt x="33846" y="27207"/>
                  </a:cubicBezTo>
                  <a:cubicBezTo>
                    <a:pt x="33960" y="27170"/>
                    <a:pt x="34068" y="27198"/>
                    <a:pt x="34181" y="27213"/>
                  </a:cubicBezTo>
                  <a:cubicBezTo>
                    <a:pt x="34285" y="27226"/>
                    <a:pt x="34373" y="27176"/>
                    <a:pt x="34427" y="27068"/>
                  </a:cubicBezTo>
                  <a:cubicBezTo>
                    <a:pt x="34486" y="26951"/>
                    <a:pt x="34423" y="26856"/>
                    <a:pt x="34321" y="26763"/>
                  </a:cubicBezTo>
                  <a:cubicBezTo>
                    <a:pt x="34187" y="26638"/>
                    <a:pt x="34025" y="26545"/>
                    <a:pt x="33906" y="26406"/>
                  </a:cubicBezTo>
                  <a:cubicBezTo>
                    <a:pt x="33779" y="26255"/>
                    <a:pt x="33683" y="26052"/>
                    <a:pt x="33733" y="25850"/>
                  </a:cubicBezTo>
                  <a:cubicBezTo>
                    <a:pt x="33774" y="25677"/>
                    <a:pt x="33919" y="25524"/>
                    <a:pt x="34092" y="25474"/>
                  </a:cubicBezTo>
                  <a:cubicBezTo>
                    <a:pt x="34189" y="25446"/>
                    <a:pt x="34293" y="25452"/>
                    <a:pt x="34384" y="25496"/>
                  </a:cubicBezTo>
                  <a:cubicBezTo>
                    <a:pt x="34415" y="25513"/>
                    <a:pt x="34447" y="25533"/>
                    <a:pt x="34475" y="25558"/>
                  </a:cubicBezTo>
                  <a:cubicBezTo>
                    <a:pt x="34494" y="25524"/>
                    <a:pt x="34508" y="25487"/>
                    <a:pt x="34518" y="25465"/>
                  </a:cubicBezTo>
                  <a:cubicBezTo>
                    <a:pt x="34542" y="25409"/>
                    <a:pt x="34559" y="25344"/>
                    <a:pt x="34570" y="25282"/>
                  </a:cubicBezTo>
                  <a:cubicBezTo>
                    <a:pt x="34592" y="25147"/>
                    <a:pt x="34579" y="25007"/>
                    <a:pt x="34536" y="24877"/>
                  </a:cubicBezTo>
                  <a:cubicBezTo>
                    <a:pt x="34434" y="24551"/>
                    <a:pt x="34118" y="24406"/>
                    <a:pt x="33869" y="24209"/>
                  </a:cubicBezTo>
                  <a:cubicBezTo>
                    <a:pt x="33608" y="24003"/>
                    <a:pt x="33402" y="23674"/>
                    <a:pt x="33493" y="23331"/>
                  </a:cubicBezTo>
                  <a:cubicBezTo>
                    <a:pt x="33575" y="23013"/>
                    <a:pt x="33861" y="22855"/>
                    <a:pt x="34122" y="22703"/>
                  </a:cubicBezTo>
                  <a:cubicBezTo>
                    <a:pt x="34207" y="22653"/>
                    <a:pt x="34295" y="22597"/>
                    <a:pt x="34293" y="22498"/>
                  </a:cubicBezTo>
                  <a:cubicBezTo>
                    <a:pt x="34291" y="22383"/>
                    <a:pt x="34222" y="22256"/>
                    <a:pt x="34183" y="22147"/>
                  </a:cubicBezTo>
                  <a:cubicBezTo>
                    <a:pt x="34088" y="21875"/>
                    <a:pt x="34107" y="21568"/>
                    <a:pt x="34363" y="21394"/>
                  </a:cubicBezTo>
                  <a:cubicBezTo>
                    <a:pt x="34587" y="21241"/>
                    <a:pt x="34888" y="21265"/>
                    <a:pt x="35137" y="21319"/>
                  </a:cubicBezTo>
                  <a:cubicBezTo>
                    <a:pt x="35306" y="21356"/>
                    <a:pt x="35472" y="21410"/>
                    <a:pt x="35637" y="21460"/>
                  </a:cubicBezTo>
                  <a:cubicBezTo>
                    <a:pt x="35801" y="21509"/>
                    <a:pt x="35996" y="21544"/>
                    <a:pt x="36136" y="21648"/>
                  </a:cubicBezTo>
                  <a:cubicBezTo>
                    <a:pt x="36273" y="21752"/>
                    <a:pt x="36277" y="21907"/>
                    <a:pt x="36258" y="22065"/>
                  </a:cubicBezTo>
                  <a:cubicBezTo>
                    <a:pt x="36247" y="22162"/>
                    <a:pt x="36260" y="22234"/>
                    <a:pt x="36327" y="22309"/>
                  </a:cubicBezTo>
                  <a:cubicBezTo>
                    <a:pt x="36400" y="22390"/>
                    <a:pt x="36521" y="22452"/>
                    <a:pt x="36638" y="22461"/>
                  </a:cubicBezTo>
                  <a:cubicBezTo>
                    <a:pt x="36681" y="22398"/>
                    <a:pt x="36759" y="22364"/>
                    <a:pt x="36831" y="22411"/>
                  </a:cubicBezTo>
                  <a:cubicBezTo>
                    <a:pt x="36837" y="22407"/>
                    <a:pt x="36842" y="22403"/>
                    <a:pt x="36850" y="22398"/>
                  </a:cubicBezTo>
                  <a:cubicBezTo>
                    <a:pt x="36891" y="22362"/>
                    <a:pt x="36937" y="22372"/>
                    <a:pt x="36965" y="22402"/>
                  </a:cubicBezTo>
                  <a:cubicBezTo>
                    <a:pt x="36978" y="22392"/>
                    <a:pt x="36991" y="22379"/>
                    <a:pt x="37001" y="22366"/>
                  </a:cubicBezTo>
                  <a:cubicBezTo>
                    <a:pt x="37064" y="22281"/>
                    <a:pt x="37045" y="22136"/>
                    <a:pt x="37045" y="22037"/>
                  </a:cubicBezTo>
                  <a:cubicBezTo>
                    <a:pt x="37047" y="21782"/>
                    <a:pt x="37092" y="21501"/>
                    <a:pt x="37317" y="21347"/>
                  </a:cubicBezTo>
                  <a:cubicBezTo>
                    <a:pt x="37426" y="21273"/>
                    <a:pt x="37551" y="21284"/>
                    <a:pt x="37661" y="21248"/>
                  </a:cubicBezTo>
                  <a:cubicBezTo>
                    <a:pt x="37666" y="21248"/>
                    <a:pt x="37670" y="21239"/>
                    <a:pt x="37672" y="21237"/>
                  </a:cubicBezTo>
                  <a:cubicBezTo>
                    <a:pt x="37674" y="21237"/>
                    <a:pt x="37674" y="21237"/>
                    <a:pt x="37674" y="21237"/>
                  </a:cubicBezTo>
                  <a:cubicBezTo>
                    <a:pt x="37676" y="21226"/>
                    <a:pt x="37679" y="21213"/>
                    <a:pt x="37681" y="21204"/>
                  </a:cubicBezTo>
                  <a:cubicBezTo>
                    <a:pt x="37681" y="21193"/>
                    <a:pt x="37676" y="21139"/>
                    <a:pt x="37668" y="21107"/>
                  </a:cubicBezTo>
                  <a:cubicBezTo>
                    <a:pt x="37620" y="20904"/>
                    <a:pt x="37477" y="20741"/>
                    <a:pt x="37430" y="20534"/>
                  </a:cubicBezTo>
                  <a:cubicBezTo>
                    <a:pt x="37384" y="20332"/>
                    <a:pt x="37399" y="20101"/>
                    <a:pt x="37570" y="19960"/>
                  </a:cubicBezTo>
                  <a:cubicBezTo>
                    <a:pt x="37692" y="19859"/>
                    <a:pt x="37824" y="19861"/>
                    <a:pt x="37973" y="19846"/>
                  </a:cubicBezTo>
                  <a:cubicBezTo>
                    <a:pt x="37986" y="19844"/>
                    <a:pt x="37997" y="19844"/>
                    <a:pt x="38010" y="19841"/>
                  </a:cubicBezTo>
                  <a:lnTo>
                    <a:pt x="38010" y="19841"/>
                  </a:lnTo>
                  <a:cubicBezTo>
                    <a:pt x="38012" y="19839"/>
                    <a:pt x="38031" y="19833"/>
                    <a:pt x="38038" y="19829"/>
                  </a:cubicBezTo>
                  <a:cubicBezTo>
                    <a:pt x="38038" y="19828"/>
                    <a:pt x="38066" y="19803"/>
                    <a:pt x="38066" y="19805"/>
                  </a:cubicBezTo>
                  <a:cubicBezTo>
                    <a:pt x="38163" y="19683"/>
                    <a:pt x="38196" y="19515"/>
                    <a:pt x="38276" y="19381"/>
                  </a:cubicBezTo>
                  <a:cubicBezTo>
                    <a:pt x="38390" y="19192"/>
                    <a:pt x="38570" y="19074"/>
                    <a:pt x="38797" y="19082"/>
                  </a:cubicBezTo>
                  <a:cubicBezTo>
                    <a:pt x="38909" y="19084"/>
                    <a:pt x="39039" y="19134"/>
                    <a:pt x="39147" y="19087"/>
                  </a:cubicBezTo>
                  <a:cubicBezTo>
                    <a:pt x="39199" y="19065"/>
                    <a:pt x="39243" y="19020"/>
                    <a:pt x="39277" y="18976"/>
                  </a:cubicBezTo>
                  <a:cubicBezTo>
                    <a:pt x="39400" y="18808"/>
                    <a:pt x="39420" y="18596"/>
                    <a:pt x="39433" y="18397"/>
                  </a:cubicBezTo>
                  <a:cubicBezTo>
                    <a:pt x="39465" y="17951"/>
                    <a:pt x="39537" y="17469"/>
                    <a:pt x="39987" y="17257"/>
                  </a:cubicBezTo>
                  <a:cubicBezTo>
                    <a:pt x="40343" y="17092"/>
                    <a:pt x="40781" y="17124"/>
                    <a:pt x="41086" y="17376"/>
                  </a:cubicBezTo>
                  <a:cubicBezTo>
                    <a:pt x="41166" y="17443"/>
                    <a:pt x="41231" y="17527"/>
                    <a:pt x="41284" y="17616"/>
                  </a:cubicBezTo>
                  <a:cubicBezTo>
                    <a:pt x="41330" y="17696"/>
                    <a:pt x="41365" y="17793"/>
                    <a:pt x="41443" y="17847"/>
                  </a:cubicBezTo>
                  <a:cubicBezTo>
                    <a:pt x="41548" y="17921"/>
                    <a:pt x="41663" y="17959"/>
                    <a:pt x="41748" y="18059"/>
                  </a:cubicBezTo>
                  <a:cubicBezTo>
                    <a:pt x="41815" y="18139"/>
                    <a:pt x="41856" y="18232"/>
                    <a:pt x="41873" y="18334"/>
                  </a:cubicBezTo>
                  <a:cubicBezTo>
                    <a:pt x="41910" y="18544"/>
                    <a:pt x="41843" y="18749"/>
                    <a:pt x="41866" y="18957"/>
                  </a:cubicBezTo>
                  <a:cubicBezTo>
                    <a:pt x="41875" y="19043"/>
                    <a:pt x="41921" y="19100"/>
                    <a:pt x="41975" y="19173"/>
                  </a:cubicBezTo>
                  <a:cubicBezTo>
                    <a:pt x="42055" y="19283"/>
                    <a:pt x="42091" y="19409"/>
                    <a:pt x="42068" y="19543"/>
                  </a:cubicBezTo>
                  <a:cubicBezTo>
                    <a:pt x="42050" y="19657"/>
                    <a:pt x="41994" y="19753"/>
                    <a:pt x="41947" y="19856"/>
                  </a:cubicBezTo>
                  <a:cubicBezTo>
                    <a:pt x="41918" y="19924"/>
                    <a:pt x="41907" y="19975"/>
                    <a:pt x="41936" y="20021"/>
                  </a:cubicBezTo>
                  <a:cubicBezTo>
                    <a:pt x="42013" y="20155"/>
                    <a:pt x="42217" y="20224"/>
                    <a:pt x="42357" y="20272"/>
                  </a:cubicBezTo>
                  <a:cubicBezTo>
                    <a:pt x="42468" y="20309"/>
                    <a:pt x="42544" y="20445"/>
                    <a:pt x="42472" y="20555"/>
                  </a:cubicBezTo>
                  <a:cubicBezTo>
                    <a:pt x="42301" y="20813"/>
                    <a:pt x="42161" y="21124"/>
                    <a:pt x="42106" y="21429"/>
                  </a:cubicBezTo>
                  <a:cubicBezTo>
                    <a:pt x="42085" y="21539"/>
                    <a:pt x="42087" y="21632"/>
                    <a:pt x="42210" y="21659"/>
                  </a:cubicBezTo>
                  <a:cubicBezTo>
                    <a:pt x="42340" y="21689"/>
                    <a:pt x="42465" y="21691"/>
                    <a:pt x="42584" y="21764"/>
                  </a:cubicBezTo>
                  <a:cubicBezTo>
                    <a:pt x="42799" y="21898"/>
                    <a:pt x="42911" y="22130"/>
                    <a:pt x="43026" y="22346"/>
                  </a:cubicBezTo>
                  <a:cubicBezTo>
                    <a:pt x="43099" y="22483"/>
                    <a:pt x="43221" y="22651"/>
                    <a:pt x="43374" y="22712"/>
                  </a:cubicBezTo>
                  <a:cubicBezTo>
                    <a:pt x="43422" y="22554"/>
                    <a:pt x="43495" y="22403"/>
                    <a:pt x="43590" y="22264"/>
                  </a:cubicBezTo>
                  <a:cubicBezTo>
                    <a:pt x="43441" y="21901"/>
                    <a:pt x="43420" y="21498"/>
                    <a:pt x="43521" y="21116"/>
                  </a:cubicBezTo>
                  <a:cubicBezTo>
                    <a:pt x="43552" y="21001"/>
                    <a:pt x="43670" y="20947"/>
                    <a:pt x="43781" y="20970"/>
                  </a:cubicBezTo>
                  <a:cubicBezTo>
                    <a:pt x="43982" y="21009"/>
                    <a:pt x="44216" y="21061"/>
                    <a:pt x="44415" y="20981"/>
                  </a:cubicBezTo>
                  <a:cubicBezTo>
                    <a:pt x="44538" y="20932"/>
                    <a:pt x="44670" y="20797"/>
                    <a:pt x="44629" y="20655"/>
                  </a:cubicBezTo>
                  <a:cubicBezTo>
                    <a:pt x="44605" y="20579"/>
                    <a:pt x="44547" y="20510"/>
                    <a:pt x="44512" y="20438"/>
                  </a:cubicBezTo>
                  <a:cubicBezTo>
                    <a:pt x="44469" y="20352"/>
                    <a:pt x="44440" y="20265"/>
                    <a:pt x="44436" y="20168"/>
                  </a:cubicBezTo>
                  <a:cubicBezTo>
                    <a:pt x="44430" y="20021"/>
                    <a:pt x="44495" y="19887"/>
                    <a:pt x="44590" y="19779"/>
                  </a:cubicBezTo>
                  <a:cubicBezTo>
                    <a:pt x="44754" y="19590"/>
                    <a:pt x="45031" y="19500"/>
                    <a:pt x="45169" y="19307"/>
                  </a:cubicBezTo>
                  <a:cubicBezTo>
                    <a:pt x="45252" y="19190"/>
                    <a:pt x="45237" y="18996"/>
                    <a:pt x="45265" y="18851"/>
                  </a:cubicBezTo>
                  <a:cubicBezTo>
                    <a:pt x="45301" y="18673"/>
                    <a:pt x="45407" y="18511"/>
                    <a:pt x="45567" y="18418"/>
                  </a:cubicBezTo>
                  <a:cubicBezTo>
                    <a:pt x="45754" y="18308"/>
                    <a:pt x="45978" y="18297"/>
                    <a:pt x="46195" y="18327"/>
                  </a:cubicBezTo>
                  <a:cubicBezTo>
                    <a:pt x="46214" y="18158"/>
                    <a:pt x="46296" y="17996"/>
                    <a:pt x="46422" y="17871"/>
                  </a:cubicBezTo>
                  <a:cubicBezTo>
                    <a:pt x="46669" y="17629"/>
                    <a:pt x="47032" y="17592"/>
                    <a:pt x="47359" y="17566"/>
                  </a:cubicBezTo>
                  <a:cubicBezTo>
                    <a:pt x="47488" y="17557"/>
                    <a:pt x="47597" y="17706"/>
                    <a:pt x="47557" y="17825"/>
                  </a:cubicBezTo>
                  <a:cubicBezTo>
                    <a:pt x="47555" y="17836"/>
                    <a:pt x="47551" y="17843"/>
                    <a:pt x="47549" y="17847"/>
                  </a:cubicBezTo>
                  <a:cubicBezTo>
                    <a:pt x="47557" y="17867"/>
                    <a:pt x="47573" y="17890"/>
                    <a:pt x="47586" y="17905"/>
                  </a:cubicBezTo>
                  <a:cubicBezTo>
                    <a:pt x="47627" y="17955"/>
                    <a:pt x="47677" y="17994"/>
                    <a:pt x="47726" y="18031"/>
                  </a:cubicBezTo>
                  <a:cubicBezTo>
                    <a:pt x="47839" y="18126"/>
                    <a:pt x="47953" y="18219"/>
                    <a:pt x="48066" y="18314"/>
                  </a:cubicBezTo>
                  <a:cubicBezTo>
                    <a:pt x="48302" y="18511"/>
                    <a:pt x="48538" y="18710"/>
                    <a:pt x="48775" y="18909"/>
                  </a:cubicBezTo>
                  <a:cubicBezTo>
                    <a:pt x="48821" y="18946"/>
                    <a:pt x="48832" y="19013"/>
                    <a:pt x="48823" y="19069"/>
                  </a:cubicBezTo>
                  <a:cubicBezTo>
                    <a:pt x="48873" y="18993"/>
                    <a:pt x="48933" y="18922"/>
                    <a:pt x="48989" y="18848"/>
                  </a:cubicBezTo>
                  <a:cubicBezTo>
                    <a:pt x="49024" y="18799"/>
                    <a:pt x="49076" y="18738"/>
                    <a:pt x="49080" y="18675"/>
                  </a:cubicBezTo>
                  <a:cubicBezTo>
                    <a:pt x="49083" y="18621"/>
                    <a:pt x="49044" y="18567"/>
                    <a:pt x="49015" y="18522"/>
                  </a:cubicBezTo>
                  <a:cubicBezTo>
                    <a:pt x="48914" y="18370"/>
                    <a:pt x="48810" y="18230"/>
                    <a:pt x="48810" y="18037"/>
                  </a:cubicBezTo>
                  <a:cubicBezTo>
                    <a:pt x="48810" y="17938"/>
                    <a:pt x="48845" y="17836"/>
                    <a:pt x="48914" y="17761"/>
                  </a:cubicBezTo>
                  <a:cubicBezTo>
                    <a:pt x="48983" y="17687"/>
                    <a:pt x="49072" y="17659"/>
                    <a:pt x="49163" y="17624"/>
                  </a:cubicBezTo>
                  <a:cubicBezTo>
                    <a:pt x="49247" y="17590"/>
                    <a:pt x="49305" y="17521"/>
                    <a:pt x="49314" y="17438"/>
                  </a:cubicBezTo>
                  <a:cubicBezTo>
                    <a:pt x="49318" y="17412"/>
                    <a:pt x="49316" y="17386"/>
                    <a:pt x="49308" y="17356"/>
                  </a:cubicBezTo>
                  <a:cubicBezTo>
                    <a:pt x="49260" y="17166"/>
                    <a:pt x="49500" y="17021"/>
                    <a:pt x="49641" y="17163"/>
                  </a:cubicBezTo>
                  <a:cubicBezTo>
                    <a:pt x="49662" y="17183"/>
                    <a:pt x="49682" y="17202"/>
                    <a:pt x="49703" y="17220"/>
                  </a:cubicBezTo>
                  <a:cubicBezTo>
                    <a:pt x="49851" y="17347"/>
                    <a:pt x="50034" y="17423"/>
                    <a:pt x="50231" y="17434"/>
                  </a:cubicBezTo>
                  <a:cubicBezTo>
                    <a:pt x="50313" y="17440"/>
                    <a:pt x="50406" y="17492"/>
                    <a:pt x="50422" y="17579"/>
                  </a:cubicBezTo>
                  <a:cubicBezTo>
                    <a:pt x="50538" y="18204"/>
                    <a:pt x="50822" y="18820"/>
                    <a:pt x="51272" y="19273"/>
                  </a:cubicBezTo>
                  <a:cubicBezTo>
                    <a:pt x="51412" y="19415"/>
                    <a:pt x="51626" y="19575"/>
                    <a:pt x="51828" y="19463"/>
                  </a:cubicBezTo>
                  <a:cubicBezTo>
                    <a:pt x="52059" y="19337"/>
                    <a:pt x="51797" y="19033"/>
                    <a:pt x="51748" y="18870"/>
                  </a:cubicBezTo>
                  <a:cubicBezTo>
                    <a:pt x="51685" y="18654"/>
                    <a:pt x="51739" y="18368"/>
                    <a:pt x="51947" y="18249"/>
                  </a:cubicBezTo>
                  <a:cubicBezTo>
                    <a:pt x="52089" y="18169"/>
                    <a:pt x="52239" y="18210"/>
                    <a:pt x="52375" y="18278"/>
                  </a:cubicBezTo>
                  <a:cubicBezTo>
                    <a:pt x="52392" y="18286"/>
                    <a:pt x="52438" y="18314"/>
                    <a:pt x="52442" y="18314"/>
                  </a:cubicBezTo>
                  <a:cubicBezTo>
                    <a:pt x="52490" y="18308"/>
                    <a:pt x="52578" y="18187"/>
                    <a:pt x="52613" y="18156"/>
                  </a:cubicBezTo>
                  <a:cubicBezTo>
                    <a:pt x="52742" y="18035"/>
                    <a:pt x="52870" y="17914"/>
                    <a:pt x="52998" y="17791"/>
                  </a:cubicBezTo>
                  <a:cubicBezTo>
                    <a:pt x="53099" y="17696"/>
                    <a:pt x="53218" y="17603"/>
                    <a:pt x="53301" y="17492"/>
                  </a:cubicBezTo>
                  <a:cubicBezTo>
                    <a:pt x="53448" y="17296"/>
                    <a:pt x="53283" y="17081"/>
                    <a:pt x="53201" y="16893"/>
                  </a:cubicBezTo>
                  <a:cubicBezTo>
                    <a:pt x="53099" y="16653"/>
                    <a:pt x="53065" y="16391"/>
                    <a:pt x="53229" y="16169"/>
                  </a:cubicBezTo>
                  <a:cubicBezTo>
                    <a:pt x="53331" y="16032"/>
                    <a:pt x="53480" y="15937"/>
                    <a:pt x="53644" y="15905"/>
                  </a:cubicBezTo>
                  <a:cubicBezTo>
                    <a:pt x="53627" y="15760"/>
                    <a:pt x="53642" y="15613"/>
                    <a:pt x="53701" y="15481"/>
                  </a:cubicBezTo>
                  <a:cubicBezTo>
                    <a:pt x="53805" y="15253"/>
                    <a:pt x="54036" y="15160"/>
                    <a:pt x="54237" y="15039"/>
                  </a:cubicBezTo>
                  <a:cubicBezTo>
                    <a:pt x="54549" y="14849"/>
                    <a:pt x="54964" y="14596"/>
                    <a:pt x="55059" y="14217"/>
                  </a:cubicBezTo>
                  <a:cubicBezTo>
                    <a:pt x="55152" y="13841"/>
                    <a:pt x="55018" y="13447"/>
                    <a:pt x="55113" y="13067"/>
                  </a:cubicBezTo>
                  <a:cubicBezTo>
                    <a:pt x="55213" y="12664"/>
                    <a:pt x="55544" y="12463"/>
                    <a:pt x="55860" y="12238"/>
                  </a:cubicBezTo>
                  <a:cubicBezTo>
                    <a:pt x="56026" y="12121"/>
                    <a:pt x="56255" y="11868"/>
                    <a:pt x="56236" y="11641"/>
                  </a:cubicBezTo>
                  <a:cubicBezTo>
                    <a:pt x="56204" y="11611"/>
                    <a:pt x="56186" y="11568"/>
                    <a:pt x="56201" y="11520"/>
                  </a:cubicBezTo>
                  <a:cubicBezTo>
                    <a:pt x="56186" y="11494"/>
                    <a:pt x="56169" y="11470"/>
                    <a:pt x="56145" y="11447"/>
                  </a:cubicBezTo>
                  <a:cubicBezTo>
                    <a:pt x="56074" y="11375"/>
                    <a:pt x="56173" y="11235"/>
                    <a:pt x="56258" y="11301"/>
                  </a:cubicBezTo>
                  <a:cubicBezTo>
                    <a:pt x="56264" y="11304"/>
                    <a:pt x="56268" y="11308"/>
                    <a:pt x="56271" y="11312"/>
                  </a:cubicBezTo>
                  <a:cubicBezTo>
                    <a:pt x="56329" y="11142"/>
                    <a:pt x="56389" y="10975"/>
                    <a:pt x="56452" y="10810"/>
                  </a:cubicBezTo>
                  <a:cubicBezTo>
                    <a:pt x="56537" y="10585"/>
                    <a:pt x="56610" y="10354"/>
                    <a:pt x="56662" y="10118"/>
                  </a:cubicBezTo>
                  <a:cubicBezTo>
                    <a:pt x="56757" y="9684"/>
                    <a:pt x="56790" y="9218"/>
                    <a:pt x="57062" y="8849"/>
                  </a:cubicBezTo>
                  <a:cubicBezTo>
                    <a:pt x="57166" y="8708"/>
                    <a:pt x="57294" y="8580"/>
                    <a:pt x="57452" y="8500"/>
                  </a:cubicBezTo>
                  <a:cubicBezTo>
                    <a:pt x="57609" y="8420"/>
                    <a:pt x="57772" y="8399"/>
                    <a:pt x="57947" y="8388"/>
                  </a:cubicBezTo>
                  <a:cubicBezTo>
                    <a:pt x="58049" y="8381"/>
                    <a:pt x="58220" y="8392"/>
                    <a:pt x="58293" y="8301"/>
                  </a:cubicBezTo>
                  <a:cubicBezTo>
                    <a:pt x="58352" y="8223"/>
                    <a:pt x="58304" y="8109"/>
                    <a:pt x="58267" y="8022"/>
                  </a:cubicBezTo>
                  <a:cubicBezTo>
                    <a:pt x="58152" y="7748"/>
                    <a:pt x="57981" y="7471"/>
                    <a:pt x="58127" y="7172"/>
                  </a:cubicBezTo>
                  <a:cubicBezTo>
                    <a:pt x="58207" y="7014"/>
                    <a:pt x="58362" y="6932"/>
                    <a:pt x="58319" y="6737"/>
                  </a:cubicBezTo>
                  <a:cubicBezTo>
                    <a:pt x="58276" y="6553"/>
                    <a:pt x="58233" y="6387"/>
                    <a:pt x="58269" y="6195"/>
                  </a:cubicBezTo>
                  <a:cubicBezTo>
                    <a:pt x="58328" y="5872"/>
                    <a:pt x="58591" y="5576"/>
                    <a:pt x="58933" y="5565"/>
                  </a:cubicBezTo>
                  <a:cubicBezTo>
                    <a:pt x="59262" y="5554"/>
                    <a:pt x="59600" y="5827"/>
                    <a:pt x="59597" y="6168"/>
                  </a:cubicBezTo>
                  <a:cubicBezTo>
                    <a:pt x="59595" y="6333"/>
                    <a:pt x="59513" y="6484"/>
                    <a:pt x="59431" y="6621"/>
                  </a:cubicBezTo>
                  <a:cubicBezTo>
                    <a:pt x="59390" y="6690"/>
                    <a:pt x="59271" y="6837"/>
                    <a:pt x="59316" y="6915"/>
                  </a:cubicBezTo>
                  <a:cubicBezTo>
                    <a:pt x="59364" y="6997"/>
                    <a:pt x="59533" y="6999"/>
                    <a:pt x="59615" y="7019"/>
                  </a:cubicBezTo>
                  <a:cubicBezTo>
                    <a:pt x="59771" y="7055"/>
                    <a:pt x="59902" y="7120"/>
                    <a:pt x="59995" y="7254"/>
                  </a:cubicBezTo>
                  <a:cubicBezTo>
                    <a:pt x="60026" y="7302"/>
                    <a:pt x="60030" y="7391"/>
                    <a:pt x="59995" y="7440"/>
                  </a:cubicBezTo>
                  <a:cubicBezTo>
                    <a:pt x="59690" y="7832"/>
                    <a:pt x="59526" y="8321"/>
                    <a:pt x="59546" y="8812"/>
                  </a:cubicBezTo>
                  <a:cubicBezTo>
                    <a:pt x="59669" y="8743"/>
                    <a:pt x="59807" y="8701"/>
                    <a:pt x="59948" y="8684"/>
                  </a:cubicBezTo>
                  <a:cubicBezTo>
                    <a:pt x="60075" y="8669"/>
                    <a:pt x="60194" y="8686"/>
                    <a:pt x="60318" y="8702"/>
                  </a:cubicBezTo>
                  <a:cubicBezTo>
                    <a:pt x="60391" y="8712"/>
                    <a:pt x="60512" y="8740"/>
                    <a:pt x="60567" y="8676"/>
                  </a:cubicBezTo>
                  <a:cubicBezTo>
                    <a:pt x="60621" y="8613"/>
                    <a:pt x="60603" y="8487"/>
                    <a:pt x="60599" y="8412"/>
                  </a:cubicBezTo>
                  <a:cubicBezTo>
                    <a:pt x="60592" y="8297"/>
                    <a:pt x="60586" y="8189"/>
                    <a:pt x="60612" y="8076"/>
                  </a:cubicBezTo>
                  <a:cubicBezTo>
                    <a:pt x="60659" y="7866"/>
                    <a:pt x="60815" y="7672"/>
                    <a:pt x="61045" y="7681"/>
                  </a:cubicBezTo>
                  <a:cubicBezTo>
                    <a:pt x="61129" y="7685"/>
                    <a:pt x="61198" y="7737"/>
                    <a:pt x="61222" y="7815"/>
                  </a:cubicBezTo>
                  <a:cubicBezTo>
                    <a:pt x="61272" y="7972"/>
                    <a:pt x="61499" y="8018"/>
                    <a:pt x="61635" y="7960"/>
                  </a:cubicBezTo>
                  <a:cubicBezTo>
                    <a:pt x="61698" y="7933"/>
                    <a:pt x="61780" y="7847"/>
                    <a:pt x="61756" y="7782"/>
                  </a:cubicBezTo>
                  <a:cubicBezTo>
                    <a:pt x="61735" y="7730"/>
                    <a:pt x="61616" y="7691"/>
                    <a:pt x="61546" y="7661"/>
                  </a:cubicBezTo>
                  <a:cubicBezTo>
                    <a:pt x="61300" y="7561"/>
                    <a:pt x="61038" y="7384"/>
                    <a:pt x="61111" y="7075"/>
                  </a:cubicBezTo>
                  <a:cubicBezTo>
                    <a:pt x="61159" y="6869"/>
                    <a:pt x="61341" y="6731"/>
                    <a:pt x="61536" y="6646"/>
                  </a:cubicBezTo>
                  <a:cubicBezTo>
                    <a:pt x="61529" y="6601"/>
                    <a:pt x="61527" y="6554"/>
                    <a:pt x="61531" y="6508"/>
                  </a:cubicBezTo>
                  <a:cubicBezTo>
                    <a:pt x="61555" y="6309"/>
                    <a:pt x="61672" y="6186"/>
                    <a:pt x="61823" y="6065"/>
                  </a:cubicBezTo>
                  <a:cubicBezTo>
                    <a:pt x="61929" y="5982"/>
                    <a:pt x="62020" y="5913"/>
                    <a:pt x="61970" y="5770"/>
                  </a:cubicBezTo>
                  <a:cubicBezTo>
                    <a:pt x="61916" y="5619"/>
                    <a:pt x="61817" y="5491"/>
                    <a:pt x="61793" y="5329"/>
                  </a:cubicBezTo>
                  <a:cubicBezTo>
                    <a:pt x="61769" y="5171"/>
                    <a:pt x="61819" y="5016"/>
                    <a:pt x="61934" y="4905"/>
                  </a:cubicBezTo>
                  <a:cubicBezTo>
                    <a:pt x="62037" y="4804"/>
                    <a:pt x="62169" y="4750"/>
                    <a:pt x="62286" y="4674"/>
                  </a:cubicBezTo>
                  <a:cubicBezTo>
                    <a:pt x="62424" y="4587"/>
                    <a:pt x="62405" y="4483"/>
                    <a:pt x="62422" y="4330"/>
                  </a:cubicBezTo>
                  <a:cubicBezTo>
                    <a:pt x="62440" y="4159"/>
                    <a:pt x="62515" y="4020"/>
                    <a:pt x="62656" y="3919"/>
                  </a:cubicBezTo>
                  <a:cubicBezTo>
                    <a:pt x="62803" y="3815"/>
                    <a:pt x="62998" y="3780"/>
                    <a:pt x="63171" y="3822"/>
                  </a:cubicBezTo>
                  <a:cubicBezTo>
                    <a:pt x="63186" y="3700"/>
                    <a:pt x="63201" y="3577"/>
                    <a:pt x="63214" y="3454"/>
                  </a:cubicBezTo>
                  <a:cubicBezTo>
                    <a:pt x="63227" y="3341"/>
                    <a:pt x="63314" y="3257"/>
                    <a:pt x="63435" y="3285"/>
                  </a:cubicBezTo>
                  <a:cubicBezTo>
                    <a:pt x="63644" y="3337"/>
                    <a:pt x="63854" y="3389"/>
                    <a:pt x="64064" y="3441"/>
                  </a:cubicBezTo>
                  <a:cubicBezTo>
                    <a:pt x="64155" y="3463"/>
                    <a:pt x="64248" y="3486"/>
                    <a:pt x="64339" y="3508"/>
                  </a:cubicBezTo>
                  <a:cubicBezTo>
                    <a:pt x="64333" y="3504"/>
                    <a:pt x="64326" y="3501"/>
                    <a:pt x="64320" y="3495"/>
                  </a:cubicBezTo>
                  <a:cubicBezTo>
                    <a:pt x="64207" y="3419"/>
                    <a:pt x="64131" y="3294"/>
                    <a:pt x="64107" y="3158"/>
                  </a:cubicBezTo>
                  <a:cubicBezTo>
                    <a:pt x="64082" y="3015"/>
                    <a:pt x="64097" y="2870"/>
                    <a:pt x="64131" y="2729"/>
                  </a:cubicBezTo>
                  <a:cubicBezTo>
                    <a:pt x="64162" y="2597"/>
                    <a:pt x="64201" y="2428"/>
                    <a:pt x="64322" y="2349"/>
                  </a:cubicBezTo>
                  <a:cubicBezTo>
                    <a:pt x="64495" y="2236"/>
                    <a:pt x="64692" y="2374"/>
                    <a:pt x="64849" y="2450"/>
                  </a:cubicBezTo>
                  <a:cubicBezTo>
                    <a:pt x="64975" y="2511"/>
                    <a:pt x="65103" y="2571"/>
                    <a:pt x="65230" y="2636"/>
                  </a:cubicBezTo>
                  <a:cubicBezTo>
                    <a:pt x="65267" y="2472"/>
                    <a:pt x="65306" y="2312"/>
                    <a:pt x="65353" y="2154"/>
                  </a:cubicBezTo>
                  <a:cubicBezTo>
                    <a:pt x="65284" y="2098"/>
                    <a:pt x="65247" y="1987"/>
                    <a:pt x="65321" y="1898"/>
                  </a:cubicBezTo>
                  <a:cubicBezTo>
                    <a:pt x="65394" y="1808"/>
                    <a:pt x="65462" y="1715"/>
                    <a:pt x="65524" y="1620"/>
                  </a:cubicBezTo>
                  <a:cubicBezTo>
                    <a:pt x="65712" y="1334"/>
                    <a:pt x="65853" y="1018"/>
                    <a:pt x="65946" y="685"/>
                  </a:cubicBezTo>
                  <a:cubicBezTo>
                    <a:pt x="65976" y="581"/>
                    <a:pt x="66097" y="532"/>
                    <a:pt x="66191" y="586"/>
                  </a:cubicBezTo>
                  <a:cubicBezTo>
                    <a:pt x="66251" y="620"/>
                    <a:pt x="66310" y="653"/>
                    <a:pt x="66370" y="687"/>
                  </a:cubicBezTo>
                  <a:cubicBezTo>
                    <a:pt x="66392" y="516"/>
                    <a:pt x="66416" y="343"/>
                    <a:pt x="66439" y="170"/>
                  </a:cubicBezTo>
                  <a:cubicBezTo>
                    <a:pt x="66452" y="81"/>
                    <a:pt x="66508" y="1"/>
                    <a:pt x="66606" y="2"/>
                  </a:cubicBezTo>
                  <a:cubicBezTo>
                    <a:pt x="66872" y="8"/>
                    <a:pt x="67008" y="211"/>
                    <a:pt x="67090" y="439"/>
                  </a:cubicBezTo>
                  <a:cubicBezTo>
                    <a:pt x="67147" y="603"/>
                    <a:pt x="67173" y="819"/>
                    <a:pt x="67298" y="953"/>
                  </a:cubicBezTo>
                  <a:cubicBezTo>
                    <a:pt x="67391" y="1055"/>
                    <a:pt x="67555" y="1031"/>
                    <a:pt x="67677" y="1070"/>
                  </a:cubicBezTo>
                  <a:cubicBezTo>
                    <a:pt x="67808" y="1113"/>
                    <a:pt x="67917" y="1189"/>
                    <a:pt x="68001" y="1297"/>
                  </a:cubicBezTo>
                  <a:cubicBezTo>
                    <a:pt x="68168" y="1511"/>
                    <a:pt x="68217" y="1805"/>
                    <a:pt x="68152" y="2067"/>
                  </a:cubicBezTo>
                  <a:cubicBezTo>
                    <a:pt x="68103" y="2266"/>
                    <a:pt x="68001" y="2441"/>
                    <a:pt x="67880" y="2602"/>
                  </a:cubicBezTo>
                  <a:cubicBezTo>
                    <a:pt x="68085" y="2597"/>
                    <a:pt x="68287" y="2593"/>
                    <a:pt x="68490" y="2588"/>
                  </a:cubicBezTo>
                  <a:cubicBezTo>
                    <a:pt x="68559" y="2586"/>
                    <a:pt x="68639" y="2641"/>
                    <a:pt x="68654" y="2710"/>
                  </a:cubicBezTo>
                  <a:cubicBezTo>
                    <a:pt x="68745" y="3190"/>
                    <a:pt x="68840" y="3670"/>
                    <a:pt x="68935" y="4148"/>
                  </a:cubicBezTo>
                  <a:cubicBezTo>
                    <a:pt x="69217" y="4077"/>
                    <a:pt x="69507" y="4072"/>
                    <a:pt x="69797" y="4122"/>
                  </a:cubicBezTo>
                  <a:cubicBezTo>
                    <a:pt x="69900" y="4140"/>
                    <a:pt x="69956" y="4285"/>
                    <a:pt x="69898" y="4367"/>
                  </a:cubicBezTo>
                  <a:cubicBezTo>
                    <a:pt x="69831" y="4464"/>
                    <a:pt x="69764" y="4559"/>
                    <a:pt x="69697" y="4656"/>
                  </a:cubicBezTo>
                  <a:cubicBezTo>
                    <a:pt x="70060" y="4836"/>
                    <a:pt x="70261" y="5314"/>
                    <a:pt x="70076" y="5701"/>
                  </a:cubicBezTo>
                  <a:cubicBezTo>
                    <a:pt x="70049" y="5762"/>
                    <a:pt x="70009" y="5812"/>
                    <a:pt x="69965" y="5864"/>
                  </a:cubicBezTo>
                  <a:cubicBezTo>
                    <a:pt x="69937" y="5898"/>
                    <a:pt x="69868" y="5954"/>
                    <a:pt x="69872" y="6000"/>
                  </a:cubicBezTo>
                  <a:cubicBezTo>
                    <a:pt x="69874" y="6045"/>
                    <a:pt x="69991" y="6138"/>
                    <a:pt x="70017" y="6171"/>
                  </a:cubicBezTo>
                  <a:cubicBezTo>
                    <a:pt x="70067" y="6231"/>
                    <a:pt x="70114" y="6296"/>
                    <a:pt x="70155" y="6363"/>
                  </a:cubicBezTo>
                  <a:cubicBezTo>
                    <a:pt x="70251" y="6515"/>
                    <a:pt x="70320" y="6685"/>
                    <a:pt x="70363" y="6859"/>
                  </a:cubicBezTo>
                  <a:cubicBezTo>
                    <a:pt x="70590" y="6802"/>
                    <a:pt x="70794" y="6949"/>
                    <a:pt x="70887" y="7161"/>
                  </a:cubicBezTo>
                  <a:cubicBezTo>
                    <a:pt x="70995" y="7408"/>
                    <a:pt x="70997" y="7732"/>
                    <a:pt x="70956" y="7996"/>
                  </a:cubicBezTo>
                  <a:cubicBezTo>
                    <a:pt x="70932" y="8148"/>
                    <a:pt x="70865" y="8273"/>
                    <a:pt x="70791" y="8405"/>
                  </a:cubicBezTo>
                  <a:cubicBezTo>
                    <a:pt x="70774" y="8438"/>
                    <a:pt x="70731" y="8500"/>
                    <a:pt x="70740" y="8541"/>
                  </a:cubicBezTo>
                  <a:cubicBezTo>
                    <a:pt x="70742" y="8546"/>
                    <a:pt x="70746" y="8552"/>
                    <a:pt x="70752" y="8557"/>
                  </a:cubicBezTo>
                  <a:cubicBezTo>
                    <a:pt x="70856" y="8500"/>
                    <a:pt x="71010" y="8602"/>
                    <a:pt x="71001" y="8719"/>
                  </a:cubicBezTo>
                  <a:cubicBezTo>
                    <a:pt x="70997" y="8764"/>
                    <a:pt x="70993" y="8807"/>
                    <a:pt x="70988" y="8849"/>
                  </a:cubicBezTo>
                  <a:cubicBezTo>
                    <a:pt x="70975" y="8974"/>
                    <a:pt x="70952" y="9097"/>
                    <a:pt x="70919" y="9219"/>
                  </a:cubicBezTo>
                  <a:cubicBezTo>
                    <a:pt x="71049" y="9244"/>
                    <a:pt x="71170" y="9309"/>
                    <a:pt x="71270" y="9402"/>
                  </a:cubicBezTo>
                  <a:cubicBezTo>
                    <a:pt x="71445" y="9567"/>
                    <a:pt x="71518" y="9803"/>
                    <a:pt x="71538" y="10036"/>
                  </a:cubicBezTo>
                  <a:cubicBezTo>
                    <a:pt x="71557" y="10246"/>
                    <a:pt x="71546" y="10479"/>
                    <a:pt x="71495" y="10683"/>
                  </a:cubicBezTo>
                  <a:cubicBezTo>
                    <a:pt x="71443" y="10891"/>
                    <a:pt x="71328" y="11018"/>
                    <a:pt x="71155" y="11135"/>
                  </a:cubicBezTo>
                  <a:cubicBezTo>
                    <a:pt x="71112" y="11163"/>
                    <a:pt x="71081" y="11183"/>
                    <a:pt x="71097" y="11230"/>
                  </a:cubicBezTo>
                  <a:cubicBezTo>
                    <a:pt x="71120" y="11293"/>
                    <a:pt x="71203" y="11349"/>
                    <a:pt x="71252" y="11390"/>
                  </a:cubicBezTo>
                  <a:cubicBezTo>
                    <a:pt x="71375" y="11496"/>
                    <a:pt x="71514" y="11596"/>
                    <a:pt x="71592" y="11743"/>
                  </a:cubicBezTo>
                  <a:cubicBezTo>
                    <a:pt x="71739" y="12020"/>
                    <a:pt x="71654" y="12340"/>
                    <a:pt x="71570" y="12623"/>
                  </a:cubicBezTo>
                  <a:cubicBezTo>
                    <a:pt x="71512" y="12814"/>
                    <a:pt x="71389" y="13101"/>
                    <a:pt x="71486" y="13302"/>
                  </a:cubicBezTo>
                  <a:cubicBezTo>
                    <a:pt x="71717" y="13196"/>
                    <a:pt x="71873" y="12943"/>
                    <a:pt x="72120" y="12852"/>
                  </a:cubicBezTo>
                  <a:cubicBezTo>
                    <a:pt x="72423" y="12736"/>
                    <a:pt x="72736" y="12894"/>
                    <a:pt x="72901" y="13157"/>
                  </a:cubicBezTo>
                  <a:cubicBezTo>
                    <a:pt x="73082" y="13439"/>
                    <a:pt x="73046" y="13787"/>
                    <a:pt x="72840" y="14044"/>
                  </a:cubicBezTo>
                  <a:cubicBezTo>
                    <a:pt x="72675" y="14250"/>
                    <a:pt x="72420" y="14380"/>
                    <a:pt x="72159" y="14421"/>
                  </a:cubicBezTo>
                  <a:cubicBezTo>
                    <a:pt x="72187" y="14600"/>
                    <a:pt x="72422" y="14739"/>
                    <a:pt x="72554" y="14834"/>
                  </a:cubicBezTo>
                  <a:cubicBezTo>
                    <a:pt x="72773" y="14992"/>
                    <a:pt x="72965" y="15161"/>
                    <a:pt x="73108" y="15398"/>
                  </a:cubicBezTo>
                  <a:cubicBezTo>
                    <a:pt x="73346" y="15790"/>
                    <a:pt x="73426" y="16281"/>
                    <a:pt x="73314" y="16727"/>
                  </a:cubicBezTo>
                  <a:cubicBezTo>
                    <a:pt x="73588" y="16776"/>
                    <a:pt x="73829" y="16978"/>
                    <a:pt x="73922" y="17248"/>
                  </a:cubicBezTo>
                  <a:cubicBezTo>
                    <a:pt x="74058" y="17641"/>
                    <a:pt x="73770" y="17985"/>
                    <a:pt x="73599" y="18310"/>
                  </a:cubicBezTo>
                  <a:cubicBezTo>
                    <a:pt x="73528" y="18446"/>
                    <a:pt x="73457" y="18611"/>
                    <a:pt x="73487" y="18768"/>
                  </a:cubicBezTo>
                  <a:cubicBezTo>
                    <a:pt x="73515" y="18911"/>
                    <a:pt x="73647" y="18963"/>
                    <a:pt x="73772" y="19002"/>
                  </a:cubicBezTo>
                  <a:cubicBezTo>
                    <a:pt x="74099" y="19099"/>
                    <a:pt x="74441" y="19195"/>
                    <a:pt x="74490" y="19593"/>
                  </a:cubicBezTo>
                  <a:cubicBezTo>
                    <a:pt x="74512" y="19777"/>
                    <a:pt x="74451" y="19954"/>
                    <a:pt x="74454" y="20136"/>
                  </a:cubicBezTo>
                  <a:cubicBezTo>
                    <a:pt x="74456" y="20227"/>
                    <a:pt x="74488" y="20400"/>
                    <a:pt x="74605" y="20399"/>
                  </a:cubicBezTo>
                  <a:cubicBezTo>
                    <a:pt x="74718" y="20397"/>
                    <a:pt x="74826" y="20545"/>
                    <a:pt x="74746" y="20648"/>
                  </a:cubicBezTo>
                  <a:cubicBezTo>
                    <a:pt x="74324" y="21198"/>
                    <a:pt x="74162" y="21864"/>
                    <a:pt x="74108" y="22547"/>
                  </a:cubicBezTo>
                  <a:cubicBezTo>
                    <a:pt x="74108" y="22948"/>
                    <a:pt x="74107" y="23348"/>
                    <a:pt x="74112" y="23750"/>
                  </a:cubicBezTo>
                  <a:cubicBezTo>
                    <a:pt x="74136" y="23759"/>
                    <a:pt x="74162" y="23767"/>
                    <a:pt x="74196" y="23776"/>
                  </a:cubicBezTo>
                  <a:cubicBezTo>
                    <a:pt x="74350" y="23817"/>
                    <a:pt x="74514" y="23804"/>
                    <a:pt x="74670" y="23808"/>
                  </a:cubicBezTo>
                  <a:cubicBezTo>
                    <a:pt x="74956" y="23811"/>
                    <a:pt x="75226" y="23871"/>
                    <a:pt x="75473" y="24014"/>
                  </a:cubicBezTo>
                  <a:cubicBezTo>
                    <a:pt x="75578" y="24073"/>
                    <a:pt x="75672" y="24144"/>
                    <a:pt x="75764" y="24220"/>
                  </a:cubicBezTo>
                  <a:cubicBezTo>
                    <a:pt x="76020" y="23363"/>
                    <a:pt x="76232" y="22493"/>
                    <a:pt x="76627" y="21682"/>
                  </a:cubicBezTo>
                  <a:cubicBezTo>
                    <a:pt x="76764" y="21401"/>
                    <a:pt x="76907" y="21120"/>
                    <a:pt x="77069" y="20854"/>
                  </a:cubicBezTo>
                  <a:cubicBezTo>
                    <a:pt x="77238" y="20575"/>
                    <a:pt x="77430" y="20309"/>
                    <a:pt x="77620" y="20043"/>
                  </a:cubicBezTo>
                  <a:cubicBezTo>
                    <a:pt x="77934" y="19601"/>
                    <a:pt x="78256" y="19115"/>
                    <a:pt x="78736" y="18836"/>
                  </a:cubicBezTo>
                  <a:cubicBezTo>
                    <a:pt x="78983" y="18691"/>
                    <a:pt x="79254" y="18634"/>
                    <a:pt x="79539" y="18630"/>
                  </a:cubicBezTo>
                  <a:cubicBezTo>
                    <a:pt x="79697" y="18626"/>
                    <a:pt x="79859" y="18639"/>
                    <a:pt x="80013" y="18598"/>
                  </a:cubicBezTo>
                  <a:cubicBezTo>
                    <a:pt x="80099" y="18576"/>
                    <a:pt x="80140" y="18559"/>
                    <a:pt x="80218" y="18511"/>
                  </a:cubicBezTo>
                  <a:cubicBezTo>
                    <a:pt x="80484" y="18351"/>
                    <a:pt x="80653" y="18042"/>
                    <a:pt x="80800" y="17748"/>
                  </a:cubicBezTo>
                  <a:cubicBezTo>
                    <a:pt x="81058" y="17237"/>
                    <a:pt x="81376" y="16313"/>
                    <a:pt x="82064" y="16309"/>
                  </a:cubicBezTo>
                  <a:cubicBezTo>
                    <a:pt x="82241" y="16101"/>
                    <a:pt x="82557" y="16130"/>
                    <a:pt x="82766" y="16287"/>
                  </a:cubicBezTo>
                  <a:cubicBezTo>
                    <a:pt x="82864" y="16359"/>
                    <a:pt x="82929" y="16450"/>
                    <a:pt x="82974" y="16554"/>
                  </a:cubicBezTo>
                  <a:cubicBezTo>
                    <a:pt x="83022" y="16514"/>
                    <a:pt x="83091" y="16463"/>
                    <a:pt x="83112" y="16407"/>
                  </a:cubicBezTo>
                  <a:cubicBezTo>
                    <a:pt x="83128" y="16361"/>
                    <a:pt x="83097" y="16341"/>
                    <a:pt x="83054" y="16313"/>
                  </a:cubicBezTo>
                  <a:cubicBezTo>
                    <a:pt x="82881" y="16195"/>
                    <a:pt x="82766" y="16069"/>
                    <a:pt x="82714" y="15861"/>
                  </a:cubicBezTo>
                  <a:cubicBezTo>
                    <a:pt x="82663" y="15656"/>
                    <a:pt x="82652" y="15424"/>
                    <a:pt x="82671" y="15214"/>
                  </a:cubicBezTo>
                  <a:cubicBezTo>
                    <a:pt x="82691" y="14981"/>
                    <a:pt x="82764" y="14745"/>
                    <a:pt x="82939" y="14579"/>
                  </a:cubicBezTo>
                  <a:cubicBezTo>
                    <a:pt x="83039" y="14486"/>
                    <a:pt x="83160" y="14421"/>
                    <a:pt x="83288" y="14397"/>
                  </a:cubicBezTo>
                  <a:cubicBezTo>
                    <a:pt x="83257" y="14276"/>
                    <a:pt x="83234" y="14152"/>
                    <a:pt x="83221" y="14027"/>
                  </a:cubicBezTo>
                  <a:cubicBezTo>
                    <a:pt x="83216" y="13984"/>
                    <a:pt x="83212" y="13941"/>
                    <a:pt x="83208" y="13897"/>
                  </a:cubicBezTo>
                  <a:cubicBezTo>
                    <a:pt x="83199" y="13780"/>
                    <a:pt x="83351" y="13675"/>
                    <a:pt x="83457" y="13735"/>
                  </a:cubicBezTo>
                  <a:cubicBezTo>
                    <a:pt x="83463" y="13729"/>
                    <a:pt x="83467" y="13724"/>
                    <a:pt x="83469" y="13718"/>
                  </a:cubicBezTo>
                  <a:cubicBezTo>
                    <a:pt x="83478" y="13679"/>
                    <a:pt x="83435" y="13616"/>
                    <a:pt x="83417" y="13584"/>
                  </a:cubicBezTo>
                  <a:cubicBezTo>
                    <a:pt x="83344" y="13450"/>
                    <a:pt x="83277" y="13324"/>
                    <a:pt x="83253" y="13171"/>
                  </a:cubicBezTo>
                  <a:cubicBezTo>
                    <a:pt x="83212" y="12909"/>
                    <a:pt x="83216" y="12586"/>
                    <a:pt x="83322" y="12338"/>
                  </a:cubicBezTo>
                  <a:cubicBezTo>
                    <a:pt x="83415" y="12126"/>
                    <a:pt x="83619" y="11979"/>
                    <a:pt x="83846" y="12037"/>
                  </a:cubicBezTo>
                  <a:cubicBezTo>
                    <a:pt x="83889" y="11862"/>
                    <a:pt x="83960" y="11693"/>
                    <a:pt x="84054" y="11540"/>
                  </a:cubicBezTo>
                  <a:cubicBezTo>
                    <a:pt x="84095" y="11474"/>
                    <a:pt x="84142" y="11408"/>
                    <a:pt x="84192" y="11347"/>
                  </a:cubicBezTo>
                  <a:cubicBezTo>
                    <a:pt x="84218" y="11315"/>
                    <a:pt x="84335" y="11222"/>
                    <a:pt x="84337" y="11176"/>
                  </a:cubicBezTo>
                  <a:cubicBezTo>
                    <a:pt x="84341" y="11131"/>
                    <a:pt x="84272" y="11076"/>
                    <a:pt x="84244" y="11042"/>
                  </a:cubicBezTo>
                  <a:cubicBezTo>
                    <a:pt x="84200" y="10990"/>
                    <a:pt x="84160" y="10938"/>
                    <a:pt x="84131" y="10878"/>
                  </a:cubicBezTo>
                  <a:cubicBezTo>
                    <a:pt x="83948" y="10492"/>
                    <a:pt x="84149" y="10014"/>
                    <a:pt x="84512" y="9831"/>
                  </a:cubicBezTo>
                  <a:cubicBezTo>
                    <a:pt x="84445" y="9736"/>
                    <a:pt x="84378" y="9642"/>
                    <a:pt x="84311" y="9545"/>
                  </a:cubicBezTo>
                  <a:cubicBezTo>
                    <a:pt x="84253" y="9463"/>
                    <a:pt x="84309" y="9318"/>
                    <a:pt x="84412" y="9299"/>
                  </a:cubicBezTo>
                  <a:cubicBezTo>
                    <a:pt x="84700" y="9249"/>
                    <a:pt x="84992" y="9255"/>
                    <a:pt x="85274" y="9325"/>
                  </a:cubicBezTo>
                  <a:cubicBezTo>
                    <a:pt x="85369" y="8848"/>
                    <a:pt x="85464" y="8368"/>
                    <a:pt x="85555" y="7888"/>
                  </a:cubicBezTo>
                  <a:cubicBezTo>
                    <a:pt x="85568" y="7819"/>
                    <a:pt x="85648" y="7763"/>
                    <a:pt x="85719" y="7765"/>
                  </a:cubicBezTo>
                  <a:cubicBezTo>
                    <a:pt x="85922" y="7771"/>
                    <a:pt x="86124" y="7774"/>
                    <a:pt x="86329" y="7782"/>
                  </a:cubicBezTo>
                  <a:cubicBezTo>
                    <a:pt x="86206" y="7618"/>
                    <a:pt x="86104" y="7443"/>
                    <a:pt x="86057" y="7246"/>
                  </a:cubicBezTo>
                  <a:cubicBezTo>
                    <a:pt x="85992" y="6982"/>
                    <a:pt x="86039" y="6688"/>
                    <a:pt x="86208" y="6474"/>
                  </a:cubicBezTo>
                  <a:cubicBezTo>
                    <a:pt x="86292" y="6367"/>
                    <a:pt x="86401" y="6290"/>
                    <a:pt x="86532" y="6248"/>
                  </a:cubicBezTo>
                  <a:cubicBezTo>
                    <a:pt x="86654" y="6208"/>
                    <a:pt x="86816" y="6233"/>
                    <a:pt x="86911" y="6130"/>
                  </a:cubicBezTo>
                  <a:cubicBezTo>
                    <a:pt x="87034" y="5996"/>
                    <a:pt x="87060" y="5783"/>
                    <a:pt x="87119" y="5617"/>
                  </a:cubicBezTo>
                  <a:cubicBezTo>
                    <a:pt x="87201" y="5388"/>
                    <a:pt x="87335" y="5186"/>
                    <a:pt x="87603" y="5180"/>
                  </a:cubicBezTo>
                  <a:cubicBezTo>
                    <a:pt x="87701" y="5178"/>
                    <a:pt x="87757" y="5258"/>
                    <a:pt x="87768" y="5347"/>
                  </a:cubicBezTo>
                  <a:cubicBezTo>
                    <a:pt x="87793" y="5519"/>
                    <a:pt x="87815" y="5693"/>
                    <a:pt x="87839" y="5866"/>
                  </a:cubicBezTo>
                  <a:cubicBezTo>
                    <a:pt x="87899" y="5831"/>
                    <a:pt x="87958" y="5797"/>
                    <a:pt x="88018" y="5764"/>
                  </a:cubicBezTo>
                  <a:cubicBezTo>
                    <a:pt x="88111" y="5710"/>
                    <a:pt x="88233" y="5758"/>
                    <a:pt x="88263" y="5864"/>
                  </a:cubicBezTo>
                  <a:cubicBezTo>
                    <a:pt x="88354" y="6195"/>
                    <a:pt x="88496" y="6512"/>
                    <a:pt x="88683" y="6798"/>
                  </a:cubicBezTo>
                  <a:cubicBezTo>
                    <a:pt x="88747" y="6893"/>
                    <a:pt x="88815" y="6986"/>
                    <a:pt x="88888" y="7075"/>
                  </a:cubicBezTo>
                  <a:cubicBezTo>
                    <a:pt x="88960" y="7164"/>
                    <a:pt x="88925" y="7276"/>
                    <a:pt x="88854" y="7332"/>
                  </a:cubicBezTo>
                  <a:cubicBezTo>
                    <a:pt x="88903" y="7490"/>
                    <a:pt x="88942" y="7650"/>
                    <a:pt x="88979" y="7813"/>
                  </a:cubicBezTo>
                  <a:cubicBezTo>
                    <a:pt x="89104" y="7748"/>
                    <a:pt x="89234" y="7689"/>
                    <a:pt x="89360" y="7628"/>
                  </a:cubicBezTo>
                  <a:cubicBezTo>
                    <a:pt x="89517" y="7549"/>
                    <a:pt x="89712" y="7414"/>
                    <a:pt x="89887" y="7527"/>
                  </a:cubicBezTo>
                  <a:cubicBezTo>
                    <a:pt x="90006" y="7605"/>
                    <a:pt x="90047" y="7776"/>
                    <a:pt x="90078" y="7906"/>
                  </a:cubicBezTo>
                  <a:cubicBezTo>
                    <a:pt x="90110" y="8048"/>
                    <a:pt x="90127" y="8193"/>
                    <a:pt x="90102" y="8336"/>
                  </a:cubicBezTo>
                  <a:cubicBezTo>
                    <a:pt x="90078" y="8472"/>
                    <a:pt x="90002" y="8596"/>
                    <a:pt x="89887" y="8675"/>
                  </a:cubicBezTo>
                  <a:cubicBezTo>
                    <a:pt x="89881" y="8678"/>
                    <a:pt x="89876" y="8682"/>
                    <a:pt x="89868" y="8686"/>
                  </a:cubicBezTo>
                  <a:cubicBezTo>
                    <a:pt x="89961" y="8663"/>
                    <a:pt x="90052" y="8641"/>
                    <a:pt x="90145" y="8619"/>
                  </a:cubicBezTo>
                  <a:cubicBezTo>
                    <a:pt x="90353" y="8567"/>
                    <a:pt x="90564" y="8515"/>
                    <a:pt x="90774" y="8463"/>
                  </a:cubicBezTo>
                  <a:cubicBezTo>
                    <a:pt x="90893" y="8435"/>
                    <a:pt x="90982" y="8518"/>
                    <a:pt x="90995" y="8630"/>
                  </a:cubicBezTo>
                  <a:cubicBezTo>
                    <a:pt x="91008" y="8755"/>
                    <a:pt x="91023" y="8877"/>
                    <a:pt x="91036" y="9000"/>
                  </a:cubicBezTo>
                  <a:cubicBezTo>
                    <a:pt x="91211" y="8957"/>
                    <a:pt x="91406" y="8993"/>
                    <a:pt x="91553" y="9097"/>
                  </a:cubicBezTo>
                  <a:cubicBezTo>
                    <a:pt x="91692" y="9197"/>
                    <a:pt x="91769" y="9337"/>
                    <a:pt x="91787" y="9508"/>
                  </a:cubicBezTo>
                  <a:cubicBezTo>
                    <a:pt x="91802" y="9660"/>
                    <a:pt x="91784" y="9764"/>
                    <a:pt x="91921" y="9852"/>
                  </a:cubicBezTo>
                  <a:cubicBezTo>
                    <a:pt x="92040" y="9928"/>
                    <a:pt x="92172" y="9984"/>
                    <a:pt x="92273" y="10082"/>
                  </a:cubicBezTo>
                  <a:cubicBezTo>
                    <a:pt x="92388" y="10194"/>
                    <a:pt x="92438" y="10348"/>
                    <a:pt x="92416" y="10506"/>
                  </a:cubicBezTo>
                  <a:cubicBezTo>
                    <a:pt x="92390" y="10668"/>
                    <a:pt x="92291" y="10797"/>
                    <a:pt x="92237" y="10947"/>
                  </a:cubicBezTo>
                  <a:cubicBezTo>
                    <a:pt x="92187" y="11090"/>
                    <a:pt x="92280" y="11159"/>
                    <a:pt x="92386" y="11243"/>
                  </a:cubicBezTo>
                  <a:cubicBezTo>
                    <a:pt x="92535" y="11364"/>
                    <a:pt x="92654" y="11487"/>
                    <a:pt x="92676" y="11687"/>
                  </a:cubicBezTo>
                  <a:cubicBezTo>
                    <a:pt x="92682" y="11734"/>
                    <a:pt x="92680" y="11779"/>
                    <a:pt x="92671" y="11823"/>
                  </a:cubicBezTo>
                  <a:cubicBezTo>
                    <a:pt x="92868" y="11909"/>
                    <a:pt x="93050" y="12048"/>
                    <a:pt x="93098" y="12253"/>
                  </a:cubicBezTo>
                  <a:cubicBezTo>
                    <a:pt x="93171" y="12561"/>
                    <a:pt x="92907" y="12738"/>
                    <a:pt x="92663" y="12839"/>
                  </a:cubicBezTo>
                  <a:cubicBezTo>
                    <a:pt x="92591" y="12868"/>
                    <a:pt x="92472" y="12907"/>
                    <a:pt x="92451" y="12959"/>
                  </a:cubicBezTo>
                  <a:cubicBezTo>
                    <a:pt x="92427" y="13025"/>
                    <a:pt x="92509" y="13110"/>
                    <a:pt x="92574" y="13138"/>
                  </a:cubicBezTo>
                  <a:cubicBezTo>
                    <a:pt x="92710" y="13196"/>
                    <a:pt x="92937" y="13151"/>
                    <a:pt x="92985" y="12993"/>
                  </a:cubicBezTo>
                  <a:cubicBezTo>
                    <a:pt x="93011" y="12915"/>
                    <a:pt x="93078" y="12863"/>
                    <a:pt x="93162" y="12859"/>
                  </a:cubicBezTo>
                  <a:cubicBezTo>
                    <a:pt x="93394" y="12850"/>
                    <a:pt x="93549" y="13045"/>
                    <a:pt x="93597" y="13253"/>
                  </a:cubicBezTo>
                  <a:cubicBezTo>
                    <a:pt x="93623" y="13367"/>
                    <a:pt x="93615" y="13475"/>
                    <a:pt x="93610" y="13590"/>
                  </a:cubicBezTo>
                  <a:cubicBezTo>
                    <a:pt x="93604" y="13664"/>
                    <a:pt x="93586" y="13791"/>
                    <a:pt x="93642" y="13854"/>
                  </a:cubicBezTo>
                  <a:cubicBezTo>
                    <a:pt x="93697" y="13917"/>
                    <a:pt x="93816" y="13889"/>
                    <a:pt x="93891" y="13880"/>
                  </a:cubicBezTo>
                  <a:cubicBezTo>
                    <a:pt x="94015" y="13863"/>
                    <a:pt x="94133" y="13847"/>
                    <a:pt x="94259" y="13861"/>
                  </a:cubicBezTo>
                  <a:cubicBezTo>
                    <a:pt x="94402" y="13878"/>
                    <a:pt x="94538" y="13923"/>
                    <a:pt x="94663" y="13990"/>
                  </a:cubicBezTo>
                  <a:cubicBezTo>
                    <a:pt x="94681" y="13497"/>
                    <a:pt x="94517" y="13010"/>
                    <a:pt x="94214" y="12615"/>
                  </a:cubicBezTo>
                  <a:cubicBezTo>
                    <a:pt x="94177" y="12569"/>
                    <a:pt x="94181" y="12480"/>
                    <a:pt x="94214" y="12431"/>
                  </a:cubicBezTo>
                  <a:cubicBezTo>
                    <a:pt x="94305" y="12297"/>
                    <a:pt x="94438" y="12232"/>
                    <a:pt x="94592" y="12197"/>
                  </a:cubicBezTo>
                  <a:cubicBezTo>
                    <a:pt x="94674" y="12178"/>
                    <a:pt x="94845" y="12175"/>
                    <a:pt x="94891" y="12093"/>
                  </a:cubicBezTo>
                  <a:cubicBezTo>
                    <a:pt x="94938" y="12015"/>
                    <a:pt x="94819" y="11868"/>
                    <a:pt x="94778" y="11799"/>
                  </a:cubicBezTo>
                  <a:cubicBezTo>
                    <a:pt x="94696" y="11661"/>
                    <a:pt x="94612" y="11511"/>
                    <a:pt x="94610" y="11347"/>
                  </a:cubicBezTo>
                  <a:cubicBezTo>
                    <a:pt x="94609" y="11005"/>
                    <a:pt x="94947" y="10731"/>
                    <a:pt x="95274" y="10743"/>
                  </a:cubicBezTo>
                  <a:cubicBezTo>
                    <a:pt x="95618" y="10754"/>
                    <a:pt x="95881" y="11049"/>
                    <a:pt x="95940" y="11373"/>
                  </a:cubicBezTo>
                  <a:cubicBezTo>
                    <a:pt x="95976" y="11563"/>
                    <a:pt x="95931" y="11730"/>
                    <a:pt x="95890" y="11914"/>
                  </a:cubicBezTo>
                  <a:cubicBezTo>
                    <a:pt x="95845" y="12110"/>
                    <a:pt x="96002" y="12191"/>
                    <a:pt x="96080" y="12349"/>
                  </a:cubicBezTo>
                  <a:cubicBezTo>
                    <a:pt x="96228" y="12647"/>
                    <a:pt x="96057" y="12926"/>
                    <a:pt x="95942" y="13199"/>
                  </a:cubicBezTo>
                  <a:cubicBezTo>
                    <a:pt x="95905" y="13287"/>
                    <a:pt x="95855" y="13400"/>
                    <a:pt x="95916" y="13478"/>
                  </a:cubicBezTo>
                  <a:cubicBezTo>
                    <a:pt x="95987" y="13569"/>
                    <a:pt x="96160" y="13558"/>
                    <a:pt x="96262" y="13566"/>
                  </a:cubicBezTo>
                  <a:cubicBezTo>
                    <a:pt x="96435" y="13575"/>
                    <a:pt x="96600" y="13597"/>
                    <a:pt x="96757" y="13677"/>
                  </a:cubicBezTo>
                  <a:cubicBezTo>
                    <a:pt x="96915" y="13757"/>
                    <a:pt x="97043" y="13886"/>
                    <a:pt x="97145" y="14027"/>
                  </a:cubicBezTo>
                  <a:cubicBezTo>
                    <a:pt x="97419" y="14395"/>
                    <a:pt x="97452" y="14862"/>
                    <a:pt x="97547" y="15295"/>
                  </a:cubicBezTo>
                  <a:cubicBezTo>
                    <a:pt x="97597" y="15532"/>
                    <a:pt x="97672" y="15762"/>
                    <a:pt x="97757" y="15987"/>
                  </a:cubicBezTo>
                  <a:cubicBezTo>
                    <a:pt x="97820" y="16153"/>
                    <a:pt x="97878" y="16322"/>
                    <a:pt x="97936" y="16487"/>
                  </a:cubicBezTo>
                  <a:cubicBezTo>
                    <a:pt x="97941" y="16486"/>
                    <a:pt x="97945" y="16482"/>
                    <a:pt x="97949" y="16478"/>
                  </a:cubicBezTo>
                  <a:cubicBezTo>
                    <a:pt x="98036" y="16413"/>
                    <a:pt x="98135" y="16551"/>
                    <a:pt x="98062" y="16625"/>
                  </a:cubicBezTo>
                  <a:cubicBezTo>
                    <a:pt x="98040" y="16647"/>
                    <a:pt x="98021" y="16672"/>
                    <a:pt x="98008" y="16696"/>
                  </a:cubicBezTo>
                  <a:cubicBezTo>
                    <a:pt x="98021" y="16746"/>
                    <a:pt x="98005" y="16789"/>
                    <a:pt x="97971" y="16819"/>
                  </a:cubicBezTo>
                  <a:cubicBezTo>
                    <a:pt x="97954" y="17045"/>
                    <a:pt x="98183" y="17298"/>
                    <a:pt x="98349" y="17415"/>
                  </a:cubicBezTo>
                  <a:cubicBezTo>
                    <a:pt x="98665" y="17641"/>
                    <a:pt x="98996" y="17841"/>
                    <a:pt x="99096" y="18245"/>
                  </a:cubicBezTo>
                  <a:cubicBezTo>
                    <a:pt x="99191" y="18624"/>
                    <a:pt x="99057" y="19019"/>
                    <a:pt x="99150" y="19394"/>
                  </a:cubicBezTo>
                  <a:cubicBezTo>
                    <a:pt x="99243" y="19774"/>
                    <a:pt x="99658" y="20027"/>
                    <a:pt x="99970" y="20214"/>
                  </a:cubicBezTo>
                  <a:cubicBezTo>
                    <a:pt x="100171" y="20337"/>
                    <a:pt x="100402" y="20430"/>
                    <a:pt x="100506" y="20657"/>
                  </a:cubicBezTo>
                  <a:cubicBezTo>
                    <a:pt x="100567" y="20791"/>
                    <a:pt x="100582" y="20938"/>
                    <a:pt x="100565" y="21081"/>
                  </a:cubicBezTo>
                  <a:cubicBezTo>
                    <a:pt x="100727" y="21115"/>
                    <a:pt x="100878" y="21209"/>
                    <a:pt x="100980" y="21347"/>
                  </a:cubicBezTo>
                  <a:cubicBezTo>
                    <a:pt x="101144" y="21568"/>
                    <a:pt x="101110" y="21831"/>
                    <a:pt x="101006" y="22069"/>
                  </a:cubicBezTo>
                  <a:cubicBezTo>
                    <a:pt x="100924" y="22258"/>
                    <a:pt x="100759" y="22472"/>
                    <a:pt x="100906" y="22669"/>
                  </a:cubicBezTo>
                  <a:cubicBezTo>
                    <a:pt x="100989" y="22781"/>
                    <a:pt x="101108" y="22874"/>
                    <a:pt x="101211" y="22969"/>
                  </a:cubicBezTo>
                  <a:cubicBezTo>
                    <a:pt x="101339" y="23090"/>
                    <a:pt x="101466" y="23211"/>
                    <a:pt x="101594" y="23331"/>
                  </a:cubicBezTo>
                  <a:cubicBezTo>
                    <a:pt x="101629" y="23365"/>
                    <a:pt x="101718" y="23484"/>
                    <a:pt x="101767" y="23490"/>
                  </a:cubicBezTo>
                  <a:cubicBezTo>
                    <a:pt x="101771" y="23490"/>
                    <a:pt x="101817" y="23463"/>
                    <a:pt x="101834" y="23454"/>
                  </a:cubicBezTo>
                  <a:cubicBezTo>
                    <a:pt x="101970" y="23387"/>
                    <a:pt x="102120" y="23346"/>
                    <a:pt x="102262" y="23426"/>
                  </a:cubicBezTo>
                  <a:cubicBezTo>
                    <a:pt x="102468" y="23543"/>
                    <a:pt x="102524" y="23832"/>
                    <a:pt x="102461" y="24047"/>
                  </a:cubicBezTo>
                  <a:cubicBezTo>
                    <a:pt x="102412" y="24211"/>
                    <a:pt x="102148" y="24514"/>
                    <a:pt x="102379" y="24641"/>
                  </a:cubicBezTo>
                  <a:cubicBezTo>
                    <a:pt x="102583" y="24752"/>
                    <a:pt x="102795" y="24592"/>
                    <a:pt x="102935" y="24451"/>
                  </a:cubicBezTo>
                  <a:cubicBezTo>
                    <a:pt x="103385" y="23997"/>
                    <a:pt x="103669" y="23382"/>
                    <a:pt x="103787" y="22757"/>
                  </a:cubicBezTo>
                  <a:cubicBezTo>
                    <a:pt x="103801" y="22669"/>
                    <a:pt x="103894" y="22615"/>
                    <a:pt x="103976" y="22612"/>
                  </a:cubicBezTo>
                  <a:cubicBezTo>
                    <a:pt x="104173" y="22601"/>
                    <a:pt x="104357" y="22524"/>
                    <a:pt x="104504" y="22398"/>
                  </a:cubicBezTo>
                  <a:cubicBezTo>
                    <a:pt x="104527" y="22379"/>
                    <a:pt x="104547" y="22361"/>
                    <a:pt x="104566" y="22340"/>
                  </a:cubicBezTo>
                  <a:cubicBezTo>
                    <a:pt x="104709" y="22197"/>
                    <a:pt x="104947" y="22344"/>
                    <a:pt x="104899" y="22534"/>
                  </a:cubicBezTo>
                  <a:cubicBezTo>
                    <a:pt x="104891" y="22563"/>
                    <a:pt x="104889" y="22589"/>
                    <a:pt x="104893" y="22617"/>
                  </a:cubicBezTo>
                  <a:cubicBezTo>
                    <a:pt x="104902" y="22699"/>
                    <a:pt x="104960" y="22768"/>
                    <a:pt x="105044" y="22801"/>
                  </a:cubicBezTo>
                  <a:cubicBezTo>
                    <a:pt x="105100" y="22822"/>
                    <a:pt x="105155" y="22840"/>
                    <a:pt x="105204" y="22868"/>
                  </a:cubicBezTo>
                  <a:lnTo>
                    <a:pt x="105204" y="23683"/>
                  </a:lnTo>
                  <a:lnTo>
                    <a:pt x="105193" y="23700"/>
                  </a:lnTo>
                  <a:cubicBezTo>
                    <a:pt x="105163" y="23744"/>
                    <a:pt x="105126" y="23796"/>
                    <a:pt x="105127" y="23852"/>
                  </a:cubicBezTo>
                  <a:cubicBezTo>
                    <a:pt x="105131" y="23906"/>
                    <a:pt x="105170" y="23960"/>
                    <a:pt x="105204" y="24005"/>
                  </a:cubicBezTo>
                  <a:lnTo>
                    <a:pt x="105204" y="60265"/>
                  </a:lnTo>
                  <a:lnTo>
                    <a:pt x="3460" y="60265"/>
                  </a:lnTo>
                  <a:close/>
                  <a:moveTo>
                    <a:pt x="102076" y="23772"/>
                  </a:moveTo>
                  <a:lnTo>
                    <a:pt x="102076" y="23772"/>
                  </a:lnTo>
                  <a:cubicBezTo>
                    <a:pt x="102072" y="23765"/>
                    <a:pt x="102066" y="23761"/>
                    <a:pt x="102061" y="23759"/>
                  </a:cubicBezTo>
                  <a:cubicBezTo>
                    <a:pt x="102064" y="23759"/>
                    <a:pt x="102070" y="23770"/>
                    <a:pt x="102076" y="23772"/>
                  </a:cubicBezTo>
                  <a:close/>
                  <a:moveTo>
                    <a:pt x="92323" y="11749"/>
                  </a:moveTo>
                  <a:lnTo>
                    <a:pt x="92323" y="11749"/>
                  </a:lnTo>
                  <a:cubicBezTo>
                    <a:pt x="92317" y="11754"/>
                    <a:pt x="92323" y="11762"/>
                    <a:pt x="92323" y="11749"/>
                  </a:cubicBezTo>
                  <a:close/>
                  <a:moveTo>
                    <a:pt x="89691" y="8708"/>
                  </a:moveTo>
                  <a:lnTo>
                    <a:pt x="89691" y="8708"/>
                  </a:lnTo>
                  <a:cubicBezTo>
                    <a:pt x="89684" y="8682"/>
                    <a:pt x="89660" y="8710"/>
                    <a:pt x="89691" y="8708"/>
                  </a:cubicBezTo>
                  <a:close/>
                  <a:moveTo>
                    <a:pt x="34189" y="25885"/>
                  </a:moveTo>
                  <a:cubicBezTo>
                    <a:pt x="34179" y="25872"/>
                    <a:pt x="34179" y="25877"/>
                    <a:pt x="34189" y="25885"/>
                  </a:cubicBezTo>
                  <a:close/>
                  <a:moveTo>
                    <a:pt x="3290" y="53147"/>
                  </a:moveTo>
                  <a:cubicBezTo>
                    <a:pt x="3316" y="53136"/>
                    <a:pt x="3298" y="53112"/>
                    <a:pt x="3290" y="53147"/>
                  </a:cubicBezTo>
                  <a:close/>
                  <a:moveTo>
                    <a:pt x="25092" y="31866"/>
                  </a:moveTo>
                  <a:cubicBezTo>
                    <a:pt x="25092" y="31870"/>
                    <a:pt x="25092" y="31873"/>
                    <a:pt x="25094" y="31868"/>
                  </a:cubicBezTo>
                  <a:cubicBezTo>
                    <a:pt x="25094" y="31868"/>
                    <a:pt x="25094" y="31866"/>
                    <a:pt x="25092" y="31866"/>
                  </a:cubicBezTo>
                  <a:close/>
                  <a:moveTo>
                    <a:pt x="33995" y="27655"/>
                  </a:moveTo>
                  <a:cubicBezTo>
                    <a:pt x="33949" y="27652"/>
                    <a:pt x="33980" y="27661"/>
                    <a:pt x="33995" y="27655"/>
                  </a:cubicBezTo>
                  <a:close/>
                  <a:moveTo>
                    <a:pt x="34533" y="25623"/>
                  </a:moveTo>
                  <a:cubicBezTo>
                    <a:pt x="34549" y="25641"/>
                    <a:pt x="34551" y="25626"/>
                    <a:pt x="34533" y="25623"/>
                  </a:cubicBezTo>
                  <a:close/>
                  <a:moveTo>
                    <a:pt x="48832" y="20177"/>
                  </a:moveTo>
                  <a:cubicBezTo>
                    <a:pt x="48881" y="20069"/>
                    <a:pt x="48814" y="19900"/>
                    <a:pt x="48777" y="19777"/>
                  </a:cubicBezTo>
                  <a:cubicBezTo>
                    <a:pt x="48752" y="19697"/>
                    <a:pt x="48732" y="19616"/>
                    <a:pt x="48721" y="19532"/>
                  </a:cubicBezTo>
                  <a:cubicBezTo>
                    <a:pt x="48654" y="19829"/>
                    <a:pt x="48591" y="20129"/>
                    <a:pt x="48531" y="20428"/>
                  </a:cubicBezTo>
                  <a:cubicBezTo>
                    <a:pt x="48557" y="20412"/>
                    <a:pt x="48581" y="20397"/>
                    <a:pt x="48609" y="20380"/>
                  </a:cubicBezTo>
                  <a:cubicBezTo>
                    <a:pt x="48698" y="20324"/>
                    <a:pt x="48791" y="20265"/>
                    <a:pt x="48832" y="20175"/>
                  </a:cubicBezTo>
                  <a:lnTo>
                    <a:pt x="48832" y="20175"/>
                  </a:lnTo>
                  <a:close/>
                  <a:moveTo>
                    <a:pt x="52137" y="18593"/>
                  </a:moveTo>
                  <a:cubicBezTo>
                    <a:pt x="52143" y="18593"/>
                    <a:pt x="52148" y="18582"/>
                    <a:pt x="52150" y="18582"/>
                  </a:cubicBezTo>
                  <a:cubicBezTo>
                    <a:pt x="52145" y="18583"/>
                    <a:pt x="52141" y="18587"/>
                    <a:pt x="52137" y="18593"/>
                  </a:cubicBezTo>
                  <a:close/>
                  <a:moveTo>
                    <a:pt x="61888" y="6571"/>
                  </a:moveTo>
                  <a:cubicBezTo>
                    <a:pt x="61888" y="6584"/>
                    <a:pt x="61895" y="6577"/>
                    <a:pt x="61888" y="6571"/>
                  </a:cubicBezTo>
                  <a:close/>
                  <a:moveTo>
                    <a:pt x="64519" y="3529"/>
                  </a:moveTo>
                  <a:cubicBezTo>
                    <a:pt x="64553" y="3532"/>
                    <a:pt x="64527" y="3504"/>
                    <a:pt x="64519" y="3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21"/>
          <p:cNvSpPr/>
          <p:nvPr/>
        </p:nvSpPr>
        <p:spPr>
          <a:xfrm>
            <a:off x="6916163" y="727906"/>
            <a:ext cx="712288" cy="712288"/>
          </a:xfrm>
          <a:custGeom>
            <a:avLst/>
            <a:gdLst/>
            <a:ahLst/>
            <a:cxnLst/>
            <a:rect l="l" t="t" r="r" b="b"/>
            <a:pathLst>
              <a:path w="27576" h="27576" extrusionOk="0">
                <a:moveTo>
                  <a:pt x="13787" y="0"/>
                </a:moveTo>
                <a:cubicBezTo>
                  <a:pt x="10130" y="0"/>
                  <a:pt x="6623" y="1453"/>
                  <a:pt x="4038" y="4038"/>
                </a:cubicBezTo>
                <a:cubicBezTo>
                  <a:pt x="1453" y="6623"/>
                  <a:pt x="0" y="10131"/>
                  <a:pt x="0" y="13787"/>
                </a:cubicBezTo>
                <a:cubicBezTo>
                  <a:pt x="0" y="17445"/>
                  <a:pt x="1453" y="20951"/>
                  <a:pt x="4038" y="23538"/>
                </a:cubicBezTo>
                <a:cubicBezTo>
                  <a:pt x="6623" y="26123"/>
                  <a:pt x="10130" y="27575"/>
                  <a:pt x="13787" y="27575"/>
                </a:cubicBezTo>
                <a:cubicBezTo>
                  <a:pt x="17443" y="27575"/>
                  <a:pt x="20951" y="26123"/>
                  <a:pt x="23536" y="23538"/>
                </a:cubicBezTo>
                <a:cubicBezTo>
                  <a:pt x="26123" y="20951"/>
                  <a:pt x="27575" y="17445"/>
                  <a:pt x="27575" y="13787"/>
                </a:cubicBezTo>
                <a:cubicBezTo>
                  <a:pt x="27575" y="10131"/>
                  <a:pt x="26123" y="6623"/>
                  <a:pt x="23536" y="4038"/>
                </a:cubicBezTo>
                <a:cubicBezTo>
                  <a:pt x="20951" y="1453"/>
                  <a:pt x="17443" y="0"/>
                  <a:pt x="137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678515" y="2640089"/>
            <a:ext cx="206976" cy="76638"/>
          </a:xfrm>
          <a:custGeom>
            <a:avLst/>
            <a:gdLst/>
            <a:ahLst/>
            <a:cxnLst/>
            <a:rect l="l" t="t" r="r" b="b"/>
            <a:pathLst>
              <a:path w="8013" h="2967" extrusionOk="0">
                <a:moveTo>
                  <a:pt x="2876" y="958"/>
                </a:moveTo>
                <a:cubicBezTo>
                  <a:pt x="2829" y="1027"/>
                  <a:pt x="1747" y="1611"/>
                  <a:pt x="1559" y="1737"/>
                </a:cubicBezTo>
                <a:cubicBezTo>
                  <a:pt x="958" y="2141"/>
                  <a:pt x="862" y="2282"/>
                  <a:pt x="1" y="2457"/>
                </a:cubicBezTo>
                <a:cubicBezTo>
                  <a:pt x="559" y="2825"/>
                  <a:pt x="1546" y="2606"/>
                  <a:pt x="2335" y="2513"/>
                </a:cubicBezTo>
                <a:cubicBezTo>
                  <a:pt x="3112" y="2420"/>
                  <a:pt x="2829" y="2418"/>
                  <a:pt x="3209" y="2238"/>
                </a:cubicBezTo>
                <a:cubicBezTo>
                  <a:pt x="3222" y="2230"/>
                  <a:pt x="3250" y="2215"/>
                  <a:pt x="3265" y="2210"/>
                </a:cubicBezTo>
                <a:lnTo>
                  <a:pt x="3460" y="2169"/>
                </a:lnTo>
                <a:cubicBezTo>
                  <a:pt x="3809" y="2094"/>
                  <a:pt x="4241" y="1914"/>
                  <a:pt x="4659" y="1998"/>
                </a:cubicBezTo>
                <a:cubicBezTo>
                  <a:pt x="4875" y="2414"/>
                  <a:pt x="4782" y="2277"/>
                  <a:pt x="4756" y="2816"/>
                </a:cubicBezTo>
                <a:cubicBezTo>
                  <a:pt x="5349" y="2688"/>
                  <a:pt x="5816" y="2967"/>
                  <a:pt x="6746" y="2714"/>
                </a:cubicBezTo>
                <a:cubicBezTo>
                  <a:pt x="6657" y="2400"/>
                  <a:pt x="6140" y="2007"/>
                  <a:pt x="5853" y="1806"/>
                </a:cubicBezTo>
                <a:cubicBezTo>
                  <a:pt x="6502" y="1949"/>
                  <a:pt x="7209" y="2282"/>
                  <a:pt x="8013" y="2312"/>
                </a:cubicBezTo>
                <a:cubicBezTo>
                  <a:pt x="7970" y="2080"/>
                  <a:pt x="7994" y="2169"/>
                  <a:pt x="7907" y="2007"/>
                </a:cubicBezTo>
                <a:cubicBezTo>
                  <a:pt x="6434" y="1600"/>
                  <a:pt x="6073" y="1118"/>
                  <a:pt x="4559" y="555"/>
                </a:cubicBezTo>
                <a:cubicBezTo>
                  <a:pt x="3843" y="289"/>
                  <a:pt x="4180" y="71"/>
                  <a:pt x="3577" y="0"/>
                </a:cubicBezTo>
                <a:cubicBezTo>
                  <a:pt x="3106" y="519"/>
                  <a:pt x="3508" y="264"/>
                  <a:pt x="3540" y="78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1158997" y="653989"/>
            <a:ext cx="199046" cy="73900"/>
          </a:xfrm>
          <a:custGeom>
            <a:avLst/>
            <a:gdLst/>
            <a:ahLst/>
            <a:cxnLst/>
            <a:rect l="l" t="t" r="r" b="b"/>
            <a:pathLst>
              <a:path w="7706" h="2861" extrusionOk="0">
                <a:moveTo>
                  <a:pt x="2811" y="590"/>
                </a:moveTo>
                <a:cubicBezTo>
                  <a:pt x="1699" y="761"/>
                  <a:pt x="947" y="1694"/>
                  <a:pt x="1" y="1207"/>
                </a:cubicBezTo>
                <a:cubicBezTo>
                  <a:pt x="134" y="1698"/>
                  <a:pt x="393" y="1737"/>
                  <a:pt x="964" y="1841"/>
                </a:cubicBezTo>
                <a:cubicBezTo>
                  <a:pt x="1712" y="1979"/>
                  <a:pt x="1578" y="1890"/>
                  <a:pt x="2256" y="1759"/>
                </a:cubicBezTo>
                <a:cubicBezTo>
                  <a:pt x="2454" y="1722"/>
                  <a:pt x="3489" y="1724"/>
                  <a:pt x="3750" y="1735"/>
                </a:cubicBezTo>
                <a:cubicBezTo>
                  <a:pt x="4356" y="1763"/>
                  <a:pt x="4369" y="2079"/>
                  <a:pt x="4550" y="2546"/>
                </a:cubicBezTo>
                <a:cubicBezTo>
                  <a:pt x="4566" y="2550"/>
                  <a:pt x="4592" y="2514"/>
                  <a:pt x="4596" y="2529"/>
                </a:cubicBezTo>
                <a:cubicBezTo>
                  <a:pt x="4691" y="2860"/>
                  <a:pt x="4656" y="2507"/>
                  <a:pt x="4696" y="2507"/>
                </a:cubicBezTo>
                <a:lnTo>
                  <a:pt x="5013" y="2607"/>
                </a:lnTo>
                <a:cubicBezTo>
                  <a:pt x="5375" y="2814"/>
                  <a:pt x="4873" y="2821"/>
                  <a:pt x="5106" y="2663"/>
                </a:cubicBezTo>
                <a:lnTo>
                  <a:pt x="5399" y="2602"/>
                </a:lnTo>
                <a:cubicBezTo>
                  <a:pt x="5528" y="2587"/>
                  <a:pt x="5591" y="2594"/>
                  <a:pt x="5734" y="2576"/>
                </a:cubicBezTo>
                <a:cubicBezTo>
                  <a:pt x="6002" y="2542"/>
                  <a:pt x="6130" y="2507"/>
                  <a:pt x="6292" y="2414"/>
                </a:cubicBezTo>
                <a:cubicBezTo>
                  <a:pt x="6199" y="1895"/>
                  <a:pt x="5712" y="1899"/>
                  <a:pt x="5275" y="1529"/>
                </a:cubicBezTo>
                <a:cubicBezTo>
                  <a:pt x="7034" y="1466"/>
                  <a:pt x="7382" y="1653"/>
                  <a:pt x="7706" y="686"/>
                </a:cubicBezTo>
                <a:cubicBezTo>
                  <a:pt x="6824" y="699"/>
                  <a:pt x="6361" y="1146"/>
                  <a:pt x="5293" y="651"/>
                </a:cubicBezTo>
                <a:cubicBezTo>
                  <a:pt x="4907" y="472"/>
                  <a:pt x="3430" y="30"/>
                  <a:pt x="3067" y="0"/>
                </a:cubicBezTo>
                <a:cubicBezTo>
                  <a:pt x="2985" y="145"/>
                  <a:pt x="3038" y="80"/>
                  <a:pt x="2967" y="244"/>
                </a:cubicBezTo>
                <a:lnTo>
                  <a:pt x="2811" y="58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3711886" y="1968663"/>
            <a:ext cx="200182" cy="89139"/>
          </a:xfrm>
          <a:custGeom>
            <a:avLst/>
            <a:gdLst/>
            <a:ahLst/>
            <a:cxnLst/>
            <a:rect l="l" t="t" r="r" b="b"/>
            <a:pathLst>
              <a:path w="7750" h="3451" extrusionOk="0">
                <a:moveTo>
                  <a:pt x="2" y="1440"/>
                </a:moveTo>
                <a:cubicBezTo>
                  <a:pt x="1019" y="1680"/>
                  <a:pt x="3406" y="1894"/>
                  <a:pt x="3484" y="1920"/>
                </a:cubicBezTo>
                <a:cubicBezTo>
                  <a:pt x="4339" y="2205"/>
                  <a:pt x="4302" y="3451"/>
                  <a:pt x="6089" y="2779"/>
                </a:cubicBezTo>
                <a:cubicBezTo>
                  <a:pt x="5903" y="2418"/>
                  <a:pt x="5812" y="2660"/>
                  <a:pt x="5090" y="1866"/>
                </a:cubicBezTo>
                <a:cubicBezTo>
                  <a:pt x="5196" y="1792"/>
                  <a:pt x="7575" y="1135"/>
                  <a:pt x="7750" y="1"/>
                </a:cubicBezTo>
                <a:cubicBezTo>
                  <a:pt x="7095" y="144"/>
                  <a:pt x="6651" y="521"/>
                  <a:pt x="5877" y="572"/>
                </a:cubicBezTo>
                <a:cubicBezTo>
                  <a:pt x="5379" y="603"/>
                  <a:pt x="5206" y="477"/>
                  <a:pt x="4724" y="568"/>
                </a:cubicBezTo>
                <a:cubicBezTo>
                  <a:pt x="4337" y="642"/>
                  <a:pt x="4183" y="836"/>
                  <a:pt x="3673" y="782"/>
                </a:cubicBezTo>
                <a:cubicBezTo>
                  <a:pt x="3335" y="748"/>
                  <a:pt x="3060" y="516"/>
                  <a:pt x="2835" y="527"/>
                </a:cubicBezTo>
                <a:cubicBezTo>
                  <a:pt x="2132" y="564"/>
                  <a:pt x="3045" y="693"/>
                  <a:pt x="2029" y="945"/>
                </a:cubicBezTo>
                <a:cubicBezTo>
                  <a:pt x="1165" y="1159"/>
                  <a:pt x="1393" y="1228"/>
                  <a:pt x="610" y="1288"/>
                </a:cubicBezTo>
                <a:cubicBezTo>
                  <a:pt x="0" y="1336"/>
                  <a:pt x="251" y="1213"/>
                  <a:pt x="2" y="144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4092129" y="2716729"/>
            <a:ext cx="193338" cy="88054"/>
          </a:xfrm>
          <a:custGeom>
            <a:avLst/>
            <a:gdLst/>
            <a:ahLst/>
            <a:cxnLst/>
            <a:rect l="l" t="t" r="r" b="b"/>
            <a:pathLst>
              <a:path w="7485" h="3409" extrusionOk="0">
                <a:moveTo>
                  <a:pt x="2612" y="833"/>
                </a:moveTo>
                <a:cubicBezTo>
                  <a:pt x="925" y="822"/>
                  <a:pt x="2076" y="1030"/>
                  <a:pt x="387" y="1486"/>
                </a:cubicBezTo>
                <a:lnTo>
                  <a:pt x="1" y="1616"/>
                </a:lnTo>
                <a:cubicBezTo>
                  <a:pt x="1440" y="1968"/>
                  <a:pt x="1513" y="1932"/>
                  <a:pt x="3097" y="1824"/>
                </a:cubicBezTo>
                <a:cubicBezTo>
                  <a:pt x="4245" y="1746"/>
                  <a:pt x="4228" y="3409"/>
                  <a:pt x="5567" y="2626"/>
                </a:cubicBezTo>
                <a:lnTo>
                  <a:pt x="4962" y="2135"/>
                </a:lnTo>
                <a:cubicBezTo>
                  <a:pt x="4585" y="1824"/>
                  <a:pt x="4821" y="1895"/>
                  <a:pt x="4522" y="1609"/>
                </a:cubicBezTo>
                <a:cubicBezTo>
                  <a:pt x="5602" y="1343"/>
                  <a:pt x="7124" y="1432"/>
                  <a:pt x="7484" y="439"/>
                </a:cubicBezTo>
                <a:cubicBezTo>
                  <a:pt x="6104" y="941"/>
                  <a:pt x="5407" y="389"/>
                  <a:pt x="4265" y="524"/>
                </a:cubicBezTo>
                <a:cubicBezTo>
                  <a:pt x="3250" y="645"/>
                  <a:pt x="3761" y="666"/>
                  <a:pt x="2930" y="294"/>
                </a:cubicBezTo>
                <a:cubicBezTo>
                  <a:pt x="2268" y="0"/>
                  <a:pt x="2383" y="528"/>
                  <a:pt x="2461" y="673"/>
                </a:cubicBezTo>
                <a:cubicBezTo>
                  <a:pt x="2800" y="1294"/>
                  <a:pt x="2411" y="407"/>
                  <a:pt x="2612" y="8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1115936" y="3016852"/>
            <a:ext cx="200182" cy="89139"/>
          </a:xfrm>
          <a:custGeom>
            <a:avLst/>
            <a:gdLst/>
            <a:ahLst/>
            <a:cxnLst/>
            <a:rect l="l" t="t" r="r" b="b"/>
            <a:pathLst>
              <a:path w="7750" h="3451" extrusionOk="0">
                <a:moveTo>
                  <a:pt x="4" y="1440"/>
                </a:moveTo>
                <a:cubicBezTo>
                  <a:pt x="1019" y="1680"/>
                  <a:pt x="3405" y="1894"/>
                  <a:pt x="3485" y="1920"/>
                </a:cubicBezTo>
                <a:cubicBezTo>
                  <a:pt x="4341" y="2204"/>
                  <a:pt x="4302" y="3450"/>
                  <a:pt x="6089" y="2779"/>
                </a:cubicBezTo>
                <a:cubicBezTo>
                  <a:pt x="5903" y="2418"/>
                  <a:pt x="5814" y="2660"/>
                  <a:pt x="5090" y="1864"/>
                </a:cubicBezTo>
                <a:cubicBezTo>
                  <a:pt x="5198" y="1791"/>
                  <a:pt x="7577" y="1135"/>
                  <a:pt x="7750" y="1"/>
                </a:cubicBezTo>
                <a:cubicBezTo>
                  <a:pt x="7095" y="144"/>
                  <a:pt x="6652" y="521"/>
                  <a:pt x="5877" y="571"/>
                </a:cubicBezTo>
                <a:cubicBezTo>
                  <a:pt x="5378" y="603"/>
                  <a:pt x="5205" y="475"/>
                  <a:pt x="4724" y="568"/>
                </a:cubicBezTo>
                <a:cubicBezTo>
                  <a:pt x="4337" y="642"/>
                  <a:pt x="4183" y="834"/>
                  <a:pt x="3673" y="782"/>
                </a:cubicBezTo>
                <a:cubicBezTo>
                  <a:pt x="3335" y="746"/>
                  <a:pt x="3059" y="516"/>
                  <a:pt x="2834" y="527"/>
                </a:cubicBezTo>
                <a:cubicBezTo>
                  <a:pt x="2133" y="562"/>
                  <a:pt x="3044" y="692"/>
                  <a:pt x="2029" y="945"/>
                </a:cubicBezTo>
                <a:cubicBezTo>
                  <a:pt x="1164" y="1159"/>
                  <a:pt x="1393" y="1226"/>
                  <a:pt x="610" y="1287"/>
                </a:cubicBezTo>
                <a:cubicBezTo>
                  <a:pt x="0" y="1334"/>
                  <a:pt x="251" y="1213"/>
                  <a:pt x="4" y="144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375515" y="1894719"/>
            <a:ext cx="198994" cy="73951"/>
          </a:xfrm>
          <a:custGeom>
            <a:avLst/>
            <a:gdLst/>
            <a:ahLst/>
            <a:cxnLst/>
            <a:rect l="l" t="t" r="r" b="b"/>
            <a:pathLst>
              <a:path w="7704" h="2863" extrusionOk="0">
                <a:moveTo>
                  <a:pt x="2809" y="590"/>
                </a:moveTo>
                <a:cubicBezTo>
                  <a:pt x="1697" y="761"/>
                  <a:pt x="946" y="1695"/>
                  <a:pt x="1" y="1207"/>
                </a:cubicBezTo>
                <a:cubicBezTo>
                  <a:pt x="135" y="1698"/>
                  <a:pt x="393" y="1738"/>
                  <a:pt x="962" y="1842"/>
                </a:cubicBezTo>
                <a:cubicBezTo>
                  <a:pt x="1712" y="1979"/>
                  <a:pt x="1576" y="1890"/>
                  <a:pt x="2257" y="1760"/>
                </a:cubicBezTo>
                <a:cubicBezTo>
                  <a:pt x="2452" y="1723"/>
                  <a:pt x="3490" y="1725"/>
                  <a:pt x="3748" y="1736"/>
                </a:cubicBezTo>
                <a:cubicBezTo>
                  <a:pt x="4354" y="1764"/>
                  <a:pt x="4367" y="2080"/>
                  <a:pt x="4550" y="2547"/>
                </a:cubicBezTo>
                <a:cubicBezTo>
                  <a:pt x="4565" y="2550"/>
                  <a:pt x="4591" y="2515"/>
                  <a:pt x="4596" y="2532"/>
                </a:cubicBezTo>
                <a:cubicBezTo>
                  <a:pt x="4689" y="2863"/>
                  <a:pt x="4656" y="2507"/>
                  <a:pt x="4695" y="2507"/>
                </a:cubicBezTo>
                <a:lnTo>
                  <a:pt x="5011" y="2608"/>
                </a:lnTo>
                <a:cubicBezTo>
                  <a:pt x="5374" y="2814"/>
                  <a:pt x="4871" y="2822"/>
                  <a:pt x="5104" y="2664"/>
                </a:cubicBezTo>
                <a:lnTo>
                  <a:pt x="5400" y="2602"/>
                </a:lnTo>
                <a:cubicBezTo>
                  <a:pt x="5528" y="2587"/>
                  <a:pt x="5589" y="2595"/>
                  <a:pt x="5734" y="2576"/>
                </a:cubicBezTo>
                <a:cubicBezTo>
                  <a:pt x="6002" y="2543"/>
                  <a:pt x="6129" y="2507"/>
                  <a:pt x="6292" y="2414"/>
                </a:cubicBezTo>
                <a:cubicBezTo>
                  <a:pt x="6198" y="1896"/>
                  <a:pt x="5710" y="1899"/>
                  <a:pt x="5275" y="1529"/>
                </a:cubicBezTo>
                <a:cubicBezTo>
                  <a:pt x="7033" y="1466"/>
                  <a:pt x="7382" y="1654"/>
                  <a:pt x="7704" y="687"/>
                </a:cubicBezTo>
                <a:cubicBezTo>
                  <a:pt x="6824" y="700"/>
                  <a:pt x="6359" y="1146"/>
                  <a:pt x="5292" y="651"/>
                </a:cubicBezTo>
                <a:cubicBezTo>
                  <a:pt x="4905" y="473"/>
                  <a:pt x="3428" y="30"/>
                  <a:pt x="3066" y="0"/>
                </a:cubicBezTo>
                <a:cubicBezTo>
                  <a:pt x="2984" y="146"/>
                  <a:pt x="3036" y="82"/>
                  <a:pt x="2967" y="244"/>
                </a:cubicBezTo>
                <a:lnTo>
                  <a:pt x="2811" y="58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2"/>
          <p:cNvGrpSpPr/>
          <p:nvPr/>
        </p:nvGrpSpPr>
        <p:grpSpPr>
          <a:xfrm>
            <a:off x="1075" y="3591350"/>
            <a:ext cx="9144286" cy="2025310"/>
            <a:chOff x="1075" y="3547850"/>
            <a:chExt cx="9144286" cy="2025310"/>
          </a:xfrm>
        </p:grpSpPr>
        <p:sp>
          <p:nvSpPr>
            <p:cNvPr id="262" name="Google Shape;262;p22"/>
            <p:cNvSpPr/>
            <p:nvPr/>
          </p:nvSpPr>
          <p:spPr>
            <a:xfrm>
              <a:off x="1125" y="3547850"/>
              <a:ext cx="9144171" cy="1935818"/>
            </a:xfrm>
            <a:custGeom>
              <a:avLst/>
              <a:gdLst/>
              <a:ahLst/>
              <a:cxnLst/>
              <a:rect l="l" t="t" r="r" b="b"/>
              <a:pathLst>
                <a:path w="215728" h="88444" extrusionOk="0">
                  <a:moveTo>
                    <a:pt x="215725" y="1734"/>
                  </a:moveTo>
                  <a:lnTo>
                    <a:pt x="215725" y="83372"/>
                  </a:lnTo>
                  <a:lnTo>
                    <a:pt x="215489" y="83413"/>
                  </a:lnTo>
                  <a:cubicBezTo>
                    <a:pt x="212294" y="83956"/>
                    <a:pt x="209093" y="84393"/>
                    <a:pt x="205891" y="84884"/>
                  </a:cubicBezTo>
                  <a:cubicBezTo>
                    <a:pt x="202528" y="85400"/>
                    <a:pt x="199146" y="85744"/>
                    <a:pt x="195794" y="86322"/>
                  </a:cubicBezTo>
                  <a:cubicBezTo>
                    <a:pt x="192612" y="86869"/>
                    <a:pt x="189452" y="87544"/>
                    <a:pt x="186289" y="88185"/>
                  </a:cubicBezTo>
                  <a:cubicBezTo>
                    <a:pt x="185859" y="88273"/>
                    <a:pt x="185432" y="88358"/>
                    <a:pt x="185002" y="88444"/>
                  </a:cubicBezTo>
                  <a:lnTo>
                    <a:pt x="0" y="73134"/>
                  </a:lnTo>
                  <a:lnTo>
                    <a:pt x="0" y="11284"/>
                  </a:lnTo>
                  <a:cubicBezTo>
                    <a:pt x="134" y="11310"/>
                    <a:pt x="266" y="11341"/>
                    <a:pt x="398" y="11382"/>
                  </a:cubicBezTo>
                  <a:cubicBezTo>
                    <a:pt x="677" y="11468"/>
                    <a:pt x="960" y="11581"/>
                    <a:pt x="1200" y="11749"/>
                  </a:cubicBezTo>
                  <a:cubicBezTo>
                    <a:pt x="1304" y="11821"/>
                    <a:pt x="1402" y="11907"/>
                    <a:pt x="1477" y="12011"/>
                  </a:cubicBezTo>
                  <a:cubicBezTo>
                    <a:pt x="1503" y="12046"/>
                    <a:pt x="1529" y="12128"/>
                    <a:pt x="1562" y="12152"/>
                  </a:cubicBezTo>
                  <a:cubicBezTo>
                    <a:pt x="1631" y="12203"/>
                    <a:pt x="1722" y="12141"/>
                    <a:pt x="1798" y="12102"/>
                  </a:cubicBezTo>
                  <a:cubicBezTo>
                    <a:pt x="2120" y="11942"/>
                    <a:pt x="2431" y="11745"/>
                    <a:pt x="2771" y="11628"/>
                  </a:cubicBezTo>
                  <a:cubicBezTo>
                    <a:pt x="2924" y="11574"/>
                    <a:pt x="3076" y="11546"/>
                    <a:pt x="3238" y="11540"/>
                  </a:cubicBezTo>
                  <a:cubicBezTo>
                    <a:pt x="3405" y="11533"/>
                    <a:pt x="3595" y="11540"/>
                    <a:pt x="3751" y="11468"/>
                  </a:cubicBezTo>
                  <a:cubicBezTo>
                    <a:pt x="3891" y="11403"/>
                    <a:pt x="4008" y="11310"/>
                    <a:pt x="4157" y="11256"/>
                  </a:cubicBezTo>
                  <a:cubicBezTo>
                    <a:pt x="4309" y="11200"/>
                    <a:pt x="4469" y="11165"/>
                    <a:pt x="4625" y="11122"/>
                  </a:cubicBezTo>
                  <a:cubicBezTo>
                    <a:pt x="4768" y="11083"/>
                    <a:pt x="4900" y="11018"/>
                    <a:pt x="5042" y="10977"/>
                  </a:cubicBezTo>
                  <a:cubicBezTo>
                    <a:pt x="5187" y="10938"/>
                    <a:pt x="5347" y="10953"/>
                    <a:pt x="5496" y="10973"/>
                  </a:cubicBezTo>
                  <a:cubicBezTo>
                    <a:pt x="5825" y="11016"/>
                    <a:pt x="6156" y="11185"/>
                    <a:pt x="6442" y="11349"/>
                  </a:cubicBezTo>
                  <a:cubicBezTo>
                    <a:pt x="6578" y="11427"/>
                    <a:pt x="6738" y="11451"/>
                    <a:pt x="6877" y="11526"/>
                  </a:cubicBezTo>
                  <a:cubicBezTo>
                    <a:pt x="7049" y="11617"/>
                    <a:pt x="7212" y="11721"/>
                    <a:pt x="7372" y="11829"/>
                  </a:cubicBezTo>
                  <a:cubicBezTo>
                    <a:pt x="7699" y="12050"/>
                    <a:pt x="8081" y="12314"/>
                    <a:pt x="8497" y="12221"/>
                  </a:cubicBezTo>
                  <a:cubicBezTo>
                    <a:pt x="8819" y="12150"/>
                    <a:pt x="9081" y="11922"/>
                    <a:pt x="9427" y="11972"/>
                  </a:cubicBezTo>
                  <a:cubicBezTo>
                    <a:pt x="9790" y="12022"/>
                    <a:pt x="10119" y="12243"/>
                    <a:pt x="10430" y="12420"/>
                  </a:cubicBezTo>
                  <a:cubicBezTo>
                    <a:pt x="10742" y="12599"/>
                    <a:pt x="11075" y="12710"/>
                    <a:pt x="11376" y="12911"/>
                  </a:cubicBezTo>
                  <a:cubicBezTo>
                    <a:pt x="11529" y="13013"/>
                    <a:pt x="11692" y="13073"/>
                    <a:pt x="11852" y="13158"/>
                  </a:cubicBezTo>
                  <a:cubicBezTo>
                    <a:pt x="12029" y="13253"/>
                    <a:pt x="12194" y="13367"/>
                    <a:pt x="12373" y="13460"/>
                  </a:cubicBezTo>
                  <a:cubicBezTo>
                    <a:pt x="12671" y="13618"/>
                    <a:pt x="12884" y="13914"/>
                    <a:pt x="13199" y="14040"/>
                  </a:cubicBezTo>
                  <a:cubicBezTo>
                    <a:pt x="13537" y="14178"/>
                    <a:pt x="13863" y="14325"/>
                    <a:pt x="14194" y="14484"/>
                  </a:cubicBezTo>
                  <a:cubicBezTo>
                    <a:pt x="14523" y="14644"/>
                    <a:pt x="14848" y="14756"/>
                    <a:pt x="15217" y="14789"/>
                  </a:cubicBezTo>
                  <a:cubicBezTo>
                    <a:pt x="15590" y="14825"/>
                    <a:pt x="15927" y="14732"/>
                    <a:pt x="16293" y="14682"/>
                  </a:cubicBezTo>
                  <a:cubicBezTo>
                    <a:pt x="16637" y="14633"/>
                    <a:pt x="16905" y="14410"/>
                    <a:pt x="17199" y="14237"/>
                  </a:cubicBezTo>
                  <a:cubicBezTo>
                    <a:pt x="17515" y="14051"/>
                    <a:pt x="17872" y="13893"/>
                    <a:pt x="18211" y="13757"/>
                  </a:cubicBezTo>
                  <a:cubicBezTo>
                    <a:pt x="18529" y="13631"/>
                    <a:pt x="18772" y="13400"/>
                    <a:pt x="19096" y="13278"/>
                  </a:cubicBezTo>
                  <a:cubicBezTo>
                    <a:pt x="19410" y="13158"/>
                    <a:pt x="19723" y="13106"/>
                    <a:pt x="20059" y="13132"/>
                  </a:cubicBezTo>
                  <a:cubicBezTo>
                    <a:pt x="20255" y="13147"/>
                    <a:pt x="20459" y="13205"/>
                    <a:pt x="20653" y="13132"/>
                  </a:cubicBezTo>
                  <a:cubicBezTo>
                    <a:pt x="20826" y="13065"/>
                    <a:pt x="20995" y="12982"/>
                    <a:pt x="21170" y="12913"/>
                  </a:cubicBezTo>
                  <a:cubicBezTo>
                    <a:pt x="21519" y="12777"/>
                    <a:pt x="21869" y="12638"/>
                    <a:pt x="22233" y="12554"/>
                  </a:cubicBezTo>
                  <a:cubicBezTo>
                    <a:pt x="22628" y="12465"/>
                    <a:pt x="23003" y="12320"/>
                    <a:pt x="23394" y="12225"/>
                  </a:cubicBezTo>
                  <a:cubicBezTo>
                    <a:pt x="23552" y="12184"/>
                    <a:pt x="23714" y="12162"/>
                    <a:pt x="23872" y="12124"/>
                  </a:cubicBezTo>
                  <a:cubicBezTo>
                    <a:pt x="24056" y="12084"/>
                    <a:pt x="24227" y="12013"/>
                    <a:pt x="24406" y="11957"/>
                  </a:cubicBezTo>
                  <a:cubicBezTo>
                    <a:pt x="24592" y="11899"/>
                    <a:pt x="24776" y="11844"/>
                    <a:pt x="24960" y="11777"/>
                  </a:cubicBezTo>
                  <a:cubicBezTo>
                    <a:pt x="25146" y="11710"/>
                    <a:pt x="25300" y="11715"/>
                    <a:pt x="25492" y="11695"/>
                  </a:cubicBezTo>
                  <a:cubicBezTo>
                    <a:pt x="25518" y="11691"/>
                    <a:pt x="25546" y="11689"/>
                    <a:pt x="25572" y="11686"/>
                  </a:cubicBezTo>
                  <a:cubicBezTo>
                    <a:pt x="25577" y="11659"/>
                    <a:pt x="25598" y="11633"/>
                    <a:pt x="25635" y="11635"/>
                  </a:cubicBezTo>
                  <a:cubicBezTo>
                    <a:pt x="25804" y="11639"/>
                    <a:pt x="25973" y="11637"/>
                    <a:pt x="26141" y="11646"/>
                  </a:cubicBezTo>
                  <a:cubicBezTo>
                    <a:pt x="26288" y="11654"/>
                    <a:pt x="26414" y="11697"/>
                    <a:pt x="26554" y="11739"/>
                  </a:cubicBezTo>
                  <a:cubicBezTo>
                    <a:pt x="26699" y="11782"/>
                    <a:pt x="26859" y="11779"/>
                    <a:pt x="27009" y="11782"/>
                  </a:cubicBezTo>
                  <a:cubicBezTo>
                    <a:pt x="27175" y="11788"/>
                    <a:pt x="27340" y="11799"/>
                    <a:pt x="27506" y="11808"/>
                  </a:cubicBezTo>
                  <a:cubicBezTo>
                    <a:pt x="27582" y="11812"/>
                    <a:pt x="27655" y="11818"/>
                    <a:pt x="27727" y="11834"/>
                  </a:cubicBezTo>
                  <a:cubicBezTo>
                    <a:pt x="27803" y="11851"/>
                    <a:pt x="27869" y="11885"/>
                    <a:pt x="27939" y="11912"/>
                  </a:cubicBezTo>
                  <a:cubicBezTo>
                    <a:pt x="28081" y="11966"/>
                    <a:pt x="28228" y="11940"/>
                    <a:pt x="28374" y="11933"/>
                  </a:cubicBezTo>
                  <a:cubicBezTo>
                    <a:pt x="28527" y="11925"/>
                    <a:pt x="28678" y="11927"/>
                    <a:pt x="28828" y="11916"/>
                  </a:cubicBezTo>
                  <a:cubicBezTo>
                    <a:pt x="28994" y="11903"/>
                    <a:pt x="29139" y="11940"/>
                    <a:pt x="29284" y="12018"/>
                  </a:cubicBezTo>
                  <a:cubicBezTo>
                    <a:pt x="29418" y="12089"/>
                    <a:pt x="29559" y="12145"/>
                    <a:pt x="29699" y="12206"/>
                  </a:cubicBezTo>
                  <a:cubicBezTo>
                    <a:pt x="29838" y="12266"/>
                    <a:pt x="29968" y="12340"/>
                    <a:pt x="30111" y="12394"/>
                  </a:cubicBezTo>
                  <a:cubicBezTo>
                    <a:pt x="30255" y="12448"/>
                    <a:pt x="30387" y="12509"/>
                    <a:pt x="30513" y="12593"/>
                  </a:cubicBezTo>
                  <a:cubicBezTo>
                    <a:pt x="30565" y="12627"/>
                    <a:pt x="30615" y="12662"/>
                    <a:pt x="30673" y="12684"/>
                  </a:cubicBezTo>
                  <a:cubicBezTo>
                    <a:pt x="30742" y="12712"/>
                    <a:pt x="30816" y="12718"/>
                    <a:pt x="30891" y="12723"/>
                  </a:cubicBezTo>
                  <a:cubicBezTo>
                    <a:pt x="31047" y="12736"/>
                    <a:pt x="31203" y="12747"/>
                    <a:pt x="31358" y="12759"/>
                  </a:cubicBezTo>
                  <a:cubicBezTo>
                    <a:pt x="31506" y="12768"/>
                    <a:pt x="31644" y="12766"/>
                    <a:pt x="31782" y="12703"/>
                  </a:cubicBezTo>
                  <a:cubicBezTo>
                    <a:pt x="32042" y="12580"/>
                    <a:pt x="32328" y="12463"/>
                    <a:pt x="32620" y="12452"/>
                  </a:cubicBezTo>
                  <a:cubicBezTo>
                    <a:pt x="32762" y="12446"/>
                    <a:pt x="32899" y="12491"/>
                    <a:pt x="33035" y="12528"/>
                  </a:cubicBezTo>
                  <a:cubicBezTo>
                    <a:pt x="33182" y="12569"/>
                    <a:pt x="33314" y="12575"/>
                    <a:pt x="33457" y="12519"/>
                  </a:cubicBezTo>
                  <a:cubicBezTo>
                    <a:pt x="33708" y="12422"/>
                    <a:pt x="33913" y="12234"/>
                    <a:pt x="34171" y="12160"/>
                  </a:cubicBezTo>
                  <a:cubicBezTo>
                    <a:pt x="34236" y="12141"/>
                    <a:pt x="34302" y="12126"/>
                    <a:pt x="34361" y="12095"/>
                  </a:cubicBezTo>
                  <a:cubicBezTo>
                    <a:pt x="34409" y="12067"/>
                    <a:pt x="34452" y="12030"/>
                    <a:pt x="34497" y="11996"/>
                  </a:cubicBezTo>
                  <a:cubicBezTo>
                    <a:pt x="34597" y="11924"/>
                    <a:pt x="34713" y="11888"/>
                    <a:pt x="34833" y="11866"/>
                  </a:cubicBezTo>
                  <a:cubicBezTo>
                    <a:pt x="35131" y="11810"/>
                    <a:pt x="35393" y="11864"/>
                    <a:pt x="35657" y="12007"/>
                  </a:cubicBezTo>
                  <a:cubicBezTo>
                    <a:pt x="35923" y="12152"/>
                    <a:pt x="36146" y="12357"/>
                    <a:pt x="36392" y="12528"/>
                  </a:cubicBezTo>
                  <a:cubicBezTo>
                    <a:pt x="36503" y="12606"/>
                    <a:pt x="36613" y="12682"/>
                    <a:pt x="36706" y="12783"/>
                  </a:cubicBezTo>
                  <a:cubicBezTo>
                    <a:pt x="36795" y="12880"/>
                    <a:pt x="36874" y="12959"/>
                    <a:pt x="36991" y="13023"/>
                  </a:cubicBezTo>
                  <a:cubicBezTo>
                    <a:pt x="37126" y="13095"/>
                    <a:pt x="37259" y="13171"/>
                    <a:pt x="37392" y="13246"/>
                  </a:cubicBezTo>
                  <a:cubicBezTo>
                    <a:pt x="37528" y="13318"/>
                    <a:pt x="37673" y="13408"/>
                    <a:pt x="37824" y="13443"/>
                  </a:cubicBezTo>
                  <a:cubicBezTo>
                    <a:pt x="37973" y="13475"/>
                    <a:pt x="38127" y="13465"/>
                    <a:pt x="38276" y="13499"/>
                  </a:cubicBezTo>
                  <a:cubicBezTo>
                    <a:pt x="38415" y="13530"/>
                    <a:pt x="38545" y="13601"/>
                    <a:pt x="38665" y="13685"/>
                  </a:cubicBezTo>
                  <a:cubicBezTo>
                    <a:pt x="38886" y="13843"/>
                    <a:pt x="39066" y="14049"/>
                    <a:pt x="39291" y="14200"/>
                  </a:cubicBezTo>
                  <a:cubicBezTo>
                    <a:pt x="39544" y="14367"/>
                    <a:pt x="39821" y="14484"/>
                    <a:pt x="40059" y="14674"/>
                  </a:cubicBezTo>
                  <a:cubicBezTo>
                    <a:pt x="40284" y="14855"/>
                    <a:pt x="40482" y="15065"/>
                    <a:pt x="40708" y="15245"/>
                  </a:cubicBezTo>
                  <a:cubicBezTo>
                    <a:pt x="40813" y="15327"/>
                    <a:pt x="40922" y="15403"/>
                    <a:pt x="41041" y="15461"/>
                  </a:cubicBezTo>
                  <a:cubicBezTo>
                    <a:pt x="41177" y="15526"/>
                    <a:pt x="41326" y="15571"/>
                    <a:pt x="41467" y="15623"/>
                  </a:cubicBezTo>
                  <a:cubicBezTo>
                    <a:pt x="41605" y="15671"/>
                    <a:pt x="41726" y="15645"/>
                    <a:pt x="41867" y="15651"/>
                  </a:cubicBezTo>
                  <a:cubicBezTo>
                    <a:pt x="41904" y="15651"/>
                    <a:pt x="41925" y="15678"/>
                    <a:pt x="41928" y="15708"/>
                  </a:cubicBezTo>
                  <a:cubicBezTo>
                    <a:pt x="42023" y="15690"/>
                    <a:pt x="42120" y="15667"/>
                    <a:pt x="42215" y="15651"/>
                  </a:cubicBezTo>
                  <a:cubicBezTo>
                    <a:pt x="42391" y="15619"/>
                    <a:pt x="42563" y="15623"/>
                    <a:pt x="42741" y="15626"/>
                  </a:cubicBezTo>
                  <a:cubicBezTo>
                    <a:pt x="42916" y="15632"/>
                    <a:pt x="43091" y="15623"/>
                    <a:pt x="43264" y="15600"/>
                  </a:cubicBezTo>
                  <a:cubicBezTo>
                    <a:pt x="43429" y="15582"/>
                    <a:pt x="43595" y="15559"/>
                    <a:pt x="43762" y="15572"/>
                  </a:cubicBezTo>
                  <a:cubicBezTo>
                    <a:pt x="43835" y="15578"/>
                    <a:pt x="43909" y="15593"/>
                    <a:pt x="43983" y="15593"/>
                  </a:cubicBezTo>
                  <a:cubicBezTo>
                    <a:pt x="44067" y="15595"/>
                    <a:pt x="44153" y="15571"/>
                    <a:pt x="44236" y="15569"/>
                  </a:cubicBezTo>
                  <a:cubicBezTo>
                    <a:pt x="44322" y="15565"/>
                    <a:pt x="44406" y="15576"/>
                    <a:pt x="44489" y="15574"/>
                  </a:cubicBezTo>
                  <a:cubicBezTo>
                    <a:pt x="44579" y="15574"/>
                    <a:pt x="44670" y="15567"/>
                    <a:pt x="44759" y="15565"/>
                  </a:cubicBezTo>
                  <a:cubicBezTo>
                    <a:pt x="44938" y="15565"/>
                    <a:pt x="45112" y="15587"/>
                    <a:pt x="45291" y="15572"/>
                  </a:cubicBezTo>
                  <a:cubicBezTo>
                    <a:pt x="45466" y="15558"/>
                    <a:pt x="45631" y="15526"/>
                    <a:pt x="45808" y="15546"/>
                  </a:cubicBezTo>
                  <a:cubicBezTo>
                    <a:pt x="45890" y="15556"/>
                    <a:pt x="45972" y="15572"/>
                    <a:pt x="46055" y="15576"/>
                  </a:cubicBezTo>
                  <a:cubicBezTo>
                    <a:pt x="46133" y="15580"/>
                    <a:pt x="46184" y="15550"/>
                    <a:pt x="46251" y="15513"/>
                  </a:cubicBezTo>
                  <a:cubicBezTo>
                    <a:pt x="46317" y="15476"/>
                    <a:pt x="46388" y="15452"/>
                    <a:pt x="46459" y="15422"/>
                  </a:cubicBezTo>
                  <a:cubicBezTo>
                    <a:pt x="46541" y="15388"/>
                    <a:pt x="46617" y="15340"/>
                    <a:pt x="46697" y="15303"/>
                  </a:cubicBezTo>
                  <a:cubicBezTo>
                    <a:pt x="46857" y="15227"/>
                    <a:pt x="47013" y="15152"/>
                    <a:pt x="47164" y="15065"/>
                  </a:cubicBezTo>
                  <a:cubicBezTo>
                    <a:pt x="47318" y="14974"/>
                    <a:pt x="47476" y="14918"/>
                    <a:pt x="47645" y="14862"/>
                  </a:cubicBezTo>
                  <a:cubicBezTo>
                    <a:pt x="47978" y="14752"/>
                    <a:pt x="48315" y="14637"/>
                    <a:pt x="48655" y="14551"/>
                  </a:cubicBezTo>
                  <a:cubicBezTo>
                    <a:pt x="48815" y="14512"/>
                    <a:pt x="48968" y="14524"/>
                    <a:pt x="49131" y="14531"/>
                  </a:cubicBezTo>
                  <a:cubicBezTo>
                    <a:pt x="49301" y="14538"/>
                    <a:pt x="49460" y="14555"/>
                    <a:pt x="49620" y="14618"/>
                  </a:cubicBezTo>
                  <a:cubicBezTo>
                    <a:pt x="49767" y="14676"/>
                    <a:pt x="49916" y="14737"/>
                    <a:pt x="50067" y="14788"/>
                  </a:cubicBezTo>
                  <a:cubicBezTo>
                    <a:pt x="50225" y="14842"/>
                    <a:pt x="50400" y="14808"/>
                    <a:pt x="50560" y="14864"/>
                  </a:cubicBezTo>
                  <a:cubicBezTo>
                    <a:pt x="50599" y="14879"/>
                    <a:pt x="50636" y="14897"/>
                    <a:pt x="50679" y="14903"/>
                  </a:cubicBezTo>
                  <a:cubicBezTo>
                    <a:pt x="50718" y="14909"/>
                    <a:pt x="50757" y="14903"/>
                    <a:pt x="50798" y="14909"/>
                  </a:cubicBezTo>
                  <a:cubicBezTo>
                    <a:pt x="50876" y="14920"/>
                    <a:pt x="50943" y="14961"/>
                    <a:pt x="51004" y="15007"/>
                  </a:cubicBezTo>
                  <a:cubicBezTo>
                    <a:pt x="51142" y="15113"/>
                    <a:pt x="51298" y="15186"/>
                    <a:pt x="51445" y="15277"/>
                  </a:cubicBezTo>
                  <a:cubicBezTo>
                    <a:pt x="51594" y="15370"/>
                    <a:pt x="51744" y="15431"/>
                    <a:pt x="51904" y="15500"/>
                  </a:cubicBezTo>
                  <a:cubicBezTo>
                    <a:pt x="52049" y="15561"/>
                    <a:pt x="52183" y="15649"/>
                    <a:pt x="52345" y="15664"/>
                  </a:cubicBezTo>
                  <a:cubicBezTo>
                    <a:pt x="52503" y="15677"/>
                    <a:pt x="52665" y="15630"/>
                    <a:pt x="52819" y="15598"/>
                  </a:cubicBezTo>
                  <a:cubicBezTo>
                    <a:pt x="52979" y="15567"/>
                    <a:pt x="53122" y="15487"/>
                    <a:pt x="53284" y="15465"/>
                  </a:cubicBezTo>
                  <a:cubicBezTo>
                    <a:pt x="53366" y="15453"/>
                    <a:pt x="53429" y="15439"/>
                    <a:pt x="53505" y="15403"/>
                  </a:cubicBezTo>
                  <a:cubicBezTo>
                    <a:pt x="53565" y="15375"/>
                    <a:pt x="53628" y="15351"/>
                    <a:pt x="53693" y="15333"/>
                  </a:cubicBezTo>
                  <a:cubicBezTo>
                    <a:pt x="53859" y="15282"/>
                    <a:pt x="54028" y="15243"/>
                    <a:pt x="54194" y="15193"/>
                  </a:cubicBezTo>
                  <a:cubicBezTo>
                    <a:pt x="54526" y="15087"/>
                    <a:pt x="54867" y="14974"/>
                    <a:pt x="55168" y="14795"/>
                  </a:cubicBezTo>
                  <a:cubicBezTo>
                    <a:pt x="55317" y="14708"/>
                    <a:pt x="55419" y="14594"/>
                    <a:pt x="55527" y="14462"/>
                  </a:cubicBezTo>
                  <a:cubicBezTo>
                    <a:pt x="55618" y="14351"/>
                    <a:pt x="55720" y="14243"/>
                    <a:pt x="55858" y="14191"/>
                  </a:cubicBezTo>
                  <a:cubicBezTo>
                    <a:pt x="56126" y="14090"/>
                    <a:pt x="56407" y="14185"/>
                    <a:pt x="56673" y="14243"/>
                  </a:cubicBezTo>
                  <a:cubicBezTo>
                    <a:pt x="56833" y="14278"/>
                    <a:pt x="56987" y="14319"/>
                    <a:pt x="57138" y="14384"/>
                  </a:cubicBezTo>
                  <a:cubicBezTo>
                    <a:pt x="57294" y="14451"/>
                    <a:pt x="57444" y="14537"/>
                    <a:pt x="57603" y="14600"/>
                  </a:cubicBezTo>
                  <a:cubicBezTo>
                    <a:pt x="57682" y="14631"/>
                    <a:pt x="57768" y="14652"/>
                    <a:pt x="57844" y="14689"/>
                  </a:cubicBezTo>
                  <a:cubicBezTo>
                    <a:pt x="57915" y="14724"/>
                    <a:pt x="57969" y="14771"/>
                    <a:pt x="58025" y="14823"/>
                  </a:cubicBezTo>
                  <a:cubicBezTo>
                    <a:pt x="58160" y="14949"/>
                    <a:pt x="58309" y="15059"/>
                    <a:pt x="58449" y="15182"/>
                  </a:cubicBezTo>
                  <a:cubicBezTo>
                    <a:pt x="58562" y="15282"/>
                    <a:pt x="58651" y="15411"/>
                    <a:pt x="58770" y="15502"/>
                  </a:cubicBezTo>
                  <a:cubicBezTo>
                    <a:pt x="58906" y="15606"/>
                    <a:pt x="59079" y="15565"/>
                    <a:pt x="59232" y="15625"/>
                  </a:cubicBezTo>
                  <a:cubicBezTo>
                    <a:pt x="59276" y="15641"/>
                    <a:pt x="59315" y="15675"/>
                    <a:pt x="59364" y="15688"/>
                  </a:cubicBezTo>
                  <a:cubicBezTo>
                    <a:pt x="59444" y="15706"/>
                    <a:pt x="59529" y="15699"/>
                    <a:pt x="59609" y="15721"/>
                  </a:cubicBezTo>
                  <a:cubicBezTo>
                    <a:pt x="59672" y="15738"/>
                    <a:pt x="59730" y="15771"/>
                    <a:pt x="59795" y="15783"/>
                  </a:cubicBezTo>
                  <a:cubicBezTo>
                    <a:pt x="59879" y="15797"/>
                    <a:pt x="59951" y="15814"/>
                    <a:pt x="60030" y="15846"/>
                  </a:cubicBezTo>
                  <a:cubicBezTo>
                    <a:pt x="60176" y="15781"/>
                    <a:pt x="60325" y="15716"/>
                    <a:pt x="60474" y="15647"/>
                  </a:cubicBezTo>
                  <a:cubicBezTo>
                    <a:pt x="60764" y="15515"/>
                    <a:pt x="61052" y="15433"/>
                    <a:pt x="61357" y="15344"/>
                  </a:cubicBezTo>
                  <a:cubicBezTo>
                    <a:pt x="61484" y="15307"/>
                    <a:pt x="61588" y="15223"/>
                    <a:pt x="61722" y="15201"/>
                  </a:cubicBezTo>
                  <a:cubicBezTo>
                    <a:pt x="61891" y="15173"/>
                    <a:pt x="61979" y="15109"/>
                    <a:pt x="62111" y="15002"/>
                  </a:cubicBezTo>
                  <a:cubicBezTo>
                    <a:pt x="62345" y="14812"/>
                    <a:pt x="62613" y="14650"/>
                    <a:pt x="62871" y="14492"/>
                  </a:cubicBezTo>
                  <a:cubicBezTo>
                    <a:pt x="63440" y="14144"/>
                    <a:pt x="64024" y="13822"/>
                    <a:pt x="64619" y="13523"/>
                  </a:cubicBezTo>
                  <a:cubicBezTo>
                    <a:pt x="64761" y="13452"/>
                    <a:pt x="64898" y="13372"/>
                    <a:pt x="65043" y="13311"/>
                  </a:cubicBezTo>
                  <a:cubicBezTo>
                    <a:pt x="65179" y="13255"/>
                    <a:pt x="65317" y="13227"/>
                    <a:pt x="65460" y="13192"/>
                  </a:cubicBezTo>
                  <a:cubicBezTo>
                    <a:pt x="65601" y="13157"/>
                    <a:pt x="65694" y="13054"/>
                    <a:pt x="65821" y="12987"/>
                  </a:cubicBezTo>
                  <a:cubicBezTo>
                    <a:pt x="65960" y="12913"/>
                    <a:pt x="66113" y="12861"/>
                    <a:pt x="66254" y="12792"/>
                  </a:cubicBezTo>
                  <a:cubicBezTo>
                    <a:pt x="66542" y="12651"/>
                    <a:pt x="66814" y="12487"/>
                    <a:pt x="67110" y="12361"/>
                  </a:cubicBezTo>
                  <a:cubicBezTo>
                    <a:pt x="67405" y="12234"/>
                    <a:pt x="67695" y="12119"/>
                    <a:pt x="67997" y="12007"/>
                  </a:cubicBezTo>
                  <a:cubicBezTo>
                    <a:pt x="68138" y="11957"/>
                    <a:pt x="68268" y="11883"/>
                    <a:pt x="68406" y="11819"/>
                  </a:cubicBezTo>
                  <a:cubicBezTo>
                    <a:pt x="68551" y="11752"/>
                    <a:pt x="68703" y="11702"/>
                    <a:pt x="68850" y="11633"/>
                  </a:cubicBezTo>
                  <a:cubicBezTo>
                    <a:pt x="69146" y="11494"/>
                    <a:pt x="69459" y="11395"/>
                    <a:pt x="69758" y="11265"/>
                  </a:cubicBezTo>
                  <a:cubicBezTo>
                    <a:pt x="70054" y="11135"/>
                    <a:pt x="70334" y="10990"/>
                    <a:pt x="70643" y="10890"/>
                  </a:cubicBezTo>
                  <a:cubicBezTo>
                    <a:pt x="70935" y="10795"/>
                    <a:pt x="71223" y="10704"/>
                    <a:pt x="71497" y="10566"/>
                  </a:cubicBezTo>
                  <a:cubicBezTo>
                    <a:pt x="71768" y="10426"/>
                    <a:pt x="72001" y="10252"/>
                    <a:pt x="72217" y="10038"/>
                  </a:cubicBezTo>
                  <a:cubicBezTo>
                    <a:pt x="72311" y="9945"/>
                    <a:pt x="72391" y="9844"/>
                    <a:pt x="72477" y="9744"/>
                  </a:cubicBezTo>
                  <a:cubicBezTo>
                    <a:pt x="72572" y="9632"/>
                    <a:pt x="72689" y="9545"/>
                    <a:pt x="72799" y="9448"/>
                  </a:cubicBezTo>
                  <a:cubicBezTo>
                    <a:pt x="72903" y="9353"/>
                    <a:pt x="72996" y="9232"/>
                    <a:pt x="73113" y="9153"/>
                  </a:cubicBezTo>
                  <a:cubicBezTo>
                    <a:pt x="73228" y="9071"/>
                    <a:pt x="73355" y="9033"/>
                    <a:pt x="73464" y="8937"/>
                  </a:cubicBezTo>
                  <a:cubicBezTo>
                    <a:pt x="73717" y="8712"/>
                    <a:pt x="73978" y="8503"/>
                    <a:pt x="74216" y="8262"/>
                  </a:cubicBezTo>
                  <a:cubicBezTo>
                    <a:pt x="74435" y="8039"/>
                    <a:pt x="74681" y="7847"/>
                    <a:pt x="74830" y="7568"/>
                  </a:cubicBezTo>
                  <a:cubicBezTo>
                    <a:pt x="74958" y="7328"/>
                    <a:pt x="75174" y="7157"/>
                    <a:pt x="75393" y="7001"/>
                  </a:cubicBezTo>
                  <a:cubicBezTo>
                    <a:pt x="75497" y="6926"/>
                    <a:pt x="75609" y="6852"/>
                    <a:pt x="75730" y="6807"/>
                  </a:cubicBezTo>
                  <a:cubicBezTo>
                    <a:pt x="75858" y="6759"/>
                    <a:pt x="75996" y="6763"/>
                    <a:pt x="76129" y="6755"/>
                  </a:cubicBezTo>
                  <a:cubicBezTo>
                    <a:pt x="76425" y="6733"/>
                    <a:pt x="76762" y="6781"/>
                    <a:pt x="77039" y="6893"/>
                  </a:cubicBezTo>
                  <a:cubicBezTo>
                    <a:pt x="77186" y="6951"/>
                    <a:pt x="77325" y="6973"/>
                    <a:pt x="77476" y="7016"/>
                  </a:cubicBezTo>
                  <a:cubicBezTo>
                    <a:pt x="77636" y="7058"/>
                    <a:pt x="77788" y="7124"/>
                    <a:pt x="77952" y="7159"/>
                  </a:cubicBezTo>
                  <a:cubicBezTo>
                    <a:pt x="78240" y="7222"/>
                    <a:pt x="78530" y="7298"/>
                    <a:pt x="78821" y="7354"/>
                  </a:cubicBezTo>
                  <a:cubicBezTo>
                    <a:pt x="79114" y="7412"/>
                    <a:pt x="79379" y="7579"/>
                    <a:pt x="79633" y="7732"/>
                  </a:cubicBezTo>
                  <a:cubicBezTo>
                    <a:pt x="79896" y="7888"/>
                    <a:pt x="80121" y="8057"/>
                    <a:pt x="80336" y="8273"/>
                  </a:cubicBezTo>
                  <a:cubicBezTo>
                    <a:pt x="80381" y="8319"/>
                    <a:pt x="80416" y="8373"/>
                    <a:pt x="80459" y="8420"/>
                  </a:cubicBezTo>
                  <a:cubicBezTo>
                    <a:pt x="80509" y="8476"/>
                    <a:pt x="80563" y="8502"/>
                    <a:pt x="80626" y="8541"/>
                  </a:cubicBezTo>
                  <a:cubicBezTo>
                    <a:pt x="80770" y="8626"/>
                    <a:pt x="80902" y="8745"/>
                    <a:pt x="81034" y="8851"/>
                  </a:cubicBezTo>
                  <a:cubicBezTo>
                    <a:pt x="81290" y="9054"/>
                    <a:pt x="81538" y="9257"/>
                    <a:pt x="81820" y="9424"/>
                  </a:cubicBezTo>
                  <a:cubicBezTo>
                    <a:pt x="82081" y="9578"/>
                    <a:pt x="82278" y="9803"/>
                    <a:pt x="82527" y="9975"/>
                  </a:cubicBezTo>
                  <a:cubicBezTo>
                    <a:pt x="82648" y="10058"/>
                    <a:pt x="82784" y="10121"/>
                    <a:pt x="82903" y="10209"/>
                  </a:cubicBezTo>
                  <a:cubicBezTo>
                    <a:pt x="83040" y="10306"/>
                    <a:pt x="83159" y="10393"/>
                    <a:pt x="83321" y="10447"/>
                  </a:cubicBezTo>
                  <a:cubicBezTo>
                    <a:pt x="83453" y="10493"/>
                    <a:pt x="83543" y="10585"/>
                    <a:pt x="83665" y="10638"/>
                  </a:cubicBezTo>
                  <a:cubicBezTo>
                    <a:pt x="83810" y="10702"/>
                    <a:pt x="83954" y="10730"/>
                    <a:pt x="84102" y="10771"/>
                  </a:cubicBezTo>
                  <a:cubicBezTo>
                    <a:pt x="84391" y="10852"/>
                    <a:pt x="84621" y="11042"/>
                    <a:pt x="84921" y="11074"/>
                  </a:cubicBezTo>
                  <a:cubicBezTo>
                    <a:pt x="85242" y="11105"/>
                    <a:pt x="85553" y="11124"/>
                    <a:pt x="85871" y="11189"/>
                  </a:cubicBezTo>
                  <a:cubicBezTo>
                    <a:pt x="86187" y="11254"/>
                    <a:pt x="86498" y="11250"/>
                    <a:pt x="86819" y="11239"/>
                  </a:cubicBezTo>
                  <a:cubicBezTo>
                    <a:pt x="87156" y="11228"/>
                    <a:pt x="87506" y="11215"/>
                    <a:pt x="87840" y="11170"/>
                  </a:cubicBezTo>
                  <a:cubicBezTo>
                    <a:pt x="88151" y="11129"/>
                    <a:pt x="88454" y="11038"/>
                    <a:pt x="88768" y="11031"/>
                  </a:cubicBezTo>
                  <a:cubicBezTo>
                    <a:pt x="89114" y="11023"/>
                    <a:pt x="89457" y="11066"/>
                    <a:pt x="89804" y="11044"/>
                  </a:cubicBezTo>
                  <a:cubicBezTo>
                    <a:pt x="90135" y="11022"/>
                    <a:pt x="90459" y="10964"/>
                    <a:pt x="90786" y="10927"/>
                  </a:cubicBezTo>
                  <a:cubicBezTo>
                    <a:pt x="91073" y="10895"/>
                    <a:pt x="91359" y="10943"/>
                    <a:pt x="91597" y="10748"/>
                  </a:cubicBezTo>
                  <a:cubicBezTo>
                    <a:pt x="91612" y="10735"/>
                    <a:pt x="91629" y="10733"/>
                    <a:pt x="91642" y="10737"/>
                  </a:cubicBezTo>
                  <a:cubicBezTo>
                    <a:pt x="91932" y="10545"/>
                    <a:pt x="92222" y="10361"/>
                    <a:pt x="92553" y="10242"/>
                  </a:cubicBezTo>
                  <a:cubicBezTo>
                    <a:pt x="92763" y="10166"/>
                    <a:pt x="92977" y="10092"/>
                    <a:pt x="93197" y="10043"/>
                  </a:cubicBezTo>
                  <a:cubicBezTo>
                    <a:pt x="93401" y="9997"/>
                    <a:pt x="93613" y="9986"/>
                    <a:pt x="93821" y="9976"/>
                  </a:cubicBezTo>
                  <a:cubicBezTo>
                    <a:pt x="94039" y="9969"/>
                    <a:pt x="94206" y="10019"/>
                    <a:pt x="94389" y="10133"/>
                  </a:cubicBezTo>
                  <a:cubicBezTo>
                    <a:pt x="94584" y="10255"/>
                    <a:pt x="94792" y="10343"/>
                    <a:pt x="95012" y="10413"/>
                  </a:cubicBezTo>
                  <a:cubicBezTo>
                    <a:pt x="95164" y="10464"/>
                    <a:pt x="95408" y="10586"/>
                    <a:pt x="95562" y="10499"/>
                  </a:cubicBezTo>
                  <a:cubicBezTo>
                    <a:pt x="95692" y="10426"/>
                    <a:pt x="95761" y="10265"/>
                    <a:pt x="95839" y="10148"/>
                  </a:cubicBezTo>
                  <a:cubicBezTo>
                    <a:pt x="95897" y="10062"/>
                    <a:pt x="95960" y="9984"/>
                    <a:pt x="96018" y="9900"/>
                  </a:cubicBezTo>
                  <a:cubicBezTo>
                    <a:pt x="96081" y="9811"/>
                    <a:pt x="96128" y="9716"/>
                    <a:pt x="96180" y="9621"/>
                  </a:cubicBezTo>
                  <a:cubicBezTo>
                    <a:pt x="96293" y="9420"/>
                    <a:pt x="96392" y="9221"/>
                    <a:pt x="96483" y="9009"/>
                  </a:cubicBezTo>
                  <a:cubicBezTo>
                    <a:pt x="96658" y="8606"/>
                    <a:pt x="96864" y="8208"/>
                    <a:pt x="97165" y="7882"/>
                  </a:cubicBezTo>
                  <a:cubicBezTo>
                    <a:pt x="97305" y="7732"/>
                    <a:pt x="97446" y="7637"/>
                    <a:pt x="97621" y="7535"/>
                  </a:cubicBezTo>
                  <a:cubicBezTo>
                    <a:pt x="97705" y="7486"/>
                    <a:pt x="97779" y="7425"/>
                    <a:pt x="97863" y="7376"/>
                  </a:cubicBezTo>
                  <a:cubicBezTo>
                    <a:pt x="97954" y="7323"/>
                    <a:pt x="98056" y="7293"/>
                    <a:pt x="98158" y="7270"/>
                  </a:cubicBezTo>
                  <a:cubicBezTo>
                    <a:pt x="98367" y="7226"/>
                    <a:pt x="98575" y="7174"/>
                    <a:pt x="98783" y="7131"/>
                  </a:cubicBezTo>
                  <a:cubicBezTo>
                    <a:pt x="99005" y="7086"/>
                    <a:pt x="99217" y="7044"/>
                    <a:pt x="99429" y="6969"/>
                  </a:cubicBezTo>
                  <a:cubicBezTo>
                    <a:pt x="99523" y="6936"/>
                    <a:pt x="99620" y="6908"/>
                    <a:pt x="99700" y="6846"/>
                  </a:cubicBezTo>
                  <a:cubicBezTo>
                    <a:pt x="99778" y="6791"/>
                    <a:pt x="99847" y="6720"/>
                    <a:pt x="99920" y="6657"/>
                  </a:cubicBezTo>
                  <a:cubicBezTo>
                    <a:pt x="100083" y="6515"/>
                    <a:pt x="100210" y="6335"/>
                    <a:pt x="100368" y="6184"/>
                  </a:cubicBezTo>
                  <a:cubicBezTo>
                    <a:pt x="100528" y="6028"/>
                    <a:pt x="100671" y="5853"/>
                    <a:pt x="100835" y="5701"/>
                  </a:cubicBezTo>
                  <a:cubicBezTo>
                    <a:pt x="100987" y="5559"/>
                    <a:pt x="101162" y="5440"/>
                    <a:pt x="101342" y="5336"/>
                  </a:cubicBezTo>
                  <a:cubicBezTo>
                    <a:pt x="101517" y="5234"/>
                    <a:pt x="101705" y="5126"/>
                    <a:pt x="101897" y="5059"/>
                  </a:cubicBezTo>
                  <a:cubicBezTo>
                    <a:pt x="102077" y="4998"/>
                    <a:pt x="102270" y="4985"/>
                    <a:pt x="102460" y="5003"/>
                  </a:cubicBezTo>
                  <a:cubicBezTo>
                    <a:pt x="102652" y="5024"/>
                    <a:pt x="102841" y="5070"/>
                    <a:pt x="103025" y="5124"/>
                  </a:cubicBezTo>
                  <a:cubicBezTo>
                    <a:pt x="103228" y="5180"/>
                    <a:pt x="103412" y="5277"/>
                    <a:pt x="103611" y="5340"/>
                  </a:cubicBezTo>
                  <a:cubicBezTo>
                    <a:pt x="103712" y="5373"/>
                    <a:pt x="103814" y="5390"/>
                    <a:pt x="103913" y="5431"/>
                  </a:cubicBezTo>
                  <a:cubicBezTo>
                    <a:pt x="104017" y="5472"/>
                    <a:pt x="104117" y="5524"/>
                    <a:pt x="104227" y="5552"/>
                  </a:cubicBezTo>
                  <a:cubicBezTo>
                    <a:pt x="104424" y="5606"/>
                    <a:pt x="104632" y="5677"/>
                    <a:pt x="104835" y="5705"/>
                  </a:cubicBezTo>
                  <a:cubicBezTo>
                    <a:pt x="105054" y="5732"/>
                    <a:pt x="105265" y="5749"/>
                    <a:pt x="105465" y="5853"/>
                  </a:cubicBezTo>
                  <a:cubicBezTo>
                    <a:pt x="105625" y="5937"/>
                    <a:pt x="105770" y="6050"/>
                    <a:pt x="105886" y="6192"/>
                  </a:cubicBezTo>
                  <a:cubicBezTo>
                    <a:pt x="106148" y="6515"/>
                    <a:pt x="106152" y="6952"/>
                    <a:pt x="106243" y="7345"/>
                  </a:cubicBezTo>
                  <a:cubicBezTo>
                    <a:pt x="106295" y="7564"/>
                    <a:pt x="106373" y="7773"/>
                    <a:pt x="106433" y="7990"/>
                  </a:cubicBezTo>
                  <a:cubicBezTo>
                    <a:pt x="106449" y="8053"/>
                    <a:pt x="106462" y="8128"/>
                    <a:pt x="106501" y="8184"/>
                  </a:cubicBezTo>
                  <a:cubicBezTo>
                    <a:pt x="106524" y="8213"/>
                    <a:pt x="106522" y="8215"/>
                    <a:pt x="106548" y="8210"/>
                  </a:cubicBezTo>
                  <a:cubicBezTo>
                    <a:pt x="106578" y="8204"/>
                    <a:pt x="106628" y="8130"/>
                    <a:pt x="106654" y="8109"/>
                  </a:cubicBezTo>
                  <a:cubicBezTo>
                    <a:pt x="106723" y="8059"/>
                    <a:pt x="106803" y="8035"/>
                    <a:pt x="106875" y="7998"/>
                  </a:cubicBezTo>
                  <a:cubicBezTo>
                    <a:pt x="106964" y="7951"/>
                    <a:pt x="107041" y="7879"/>
                    <a:pt x="107106" y="7804"/>
                  </a:cubicBezTo>
                  <a:cubicBezTo>
                    <a:pt x="107238" y="7648"/>
                    <a:pt x="107364" y="7475"/>
                    <a:pt x="107465" y="7296"/>
                  </a:cubicBezTo>
                  <a:cubicBezTo>
                    <a:pt x="107645" y="6977"/>
                    <a:pt x="107995" y="6623"/>
                    <a:pt x="108404" y="6705"/>
                  </a:cubicBezTo>
                  <a:cubicBezTo>
                    <a:pt x="108586" y="6742"/>
                    <a:pt x="108674" y="6898"/>
                    <a:pt x="108813" y="7004"/>
                  </a:cubicBezTo>
                  <a:cubicBezTo>
                    <a:pt x="108977" y="7131"/>
                    <a:pt x="109170" y="7211"/>
                    <a:pt x="109336" y="7339"/>
                  </a:cubicBezTo>
                  <a:cubicBezTo>
                    <a:pt x="109674" y="7605"/>
                    <a:pt x="109960" y="7938"/>
                    <a:pt x="110210" y="8288"/>
                  </a:cubicBezTo>
                  <a:cubicBezTo>
                    <a:pt x="110308" y="8425"/>
                    <a:pt x="110398" y="8570"/>
                    <a:pt x="110487" y="8714"/>
                  </a:cubicBezTo>
                  <a:cubicBezTo>
                    <a:pt x="110557" y="8693"/>
                    <a:pt x="110630" y="8675"/>
                    <a:pt x="110703" y="8665"/>
                  </a:cubicBezTo>
                  <a:cubicBezTo>
                    <a:pt x="110814" y="8650"/>
                    <a:pt x="110933" y="8676"/>
                    <a:pt x="111043" y="8650"/>
                  </a:cubicBezTo>
                  <a:cubicBezTo>
                    <a:pt x="111143" y="8626"/>
                    <a:pt x="111233" y="8557"/>
                    <a:pt x="111320" y="8503"/>
                  </a:cubicBezTo>
                  <a:cubicBezTo>
                    <a:pt x="111420" y="8440"/>
                    <a:pt x="111526" y="8390"/>
                    <a:pt x="111634" y="8342"/>
                  </a:cubicBezTo>
                  <a:cubicBezTo>
                    <a:pt x="111852" y="8247"/>
                    <a:pt x="112066" y="8146"/>
                    <a:pt x="112285" y="8057"/>
                  </a:cubicBezTo>
                  <a:cubicBezTo>
                    <a:pt x="112510" y="7966"/>
                    <a:pt x="112722" y="7851"/>
                    <a:pt x="112949" y="7765"/>
                  </a:cubicBezTo>
                  <a:cubicBezTo>
                    <a:pt x="113159" y="7687"/>
                    <a:pt x="113379" y="7601"/>
                    <a:pt x="113557" y="7464"/>
                  </a:cubicBezTo>
                  <a:cubicBezTo>
                    <a:pt x="113643" y="7397"/>
                    <a:pt x="113741" y="7354"/>
                    <a:pt x="113836" y="7302"/>
                  </a:cubicBezTo>
                  <a:cubicBezTo>
                    <a:pt x="113940" y="7244"/>
                    <a:pt x="114041" y="7185"/>
                    <a:pt x="114147" y="7133"/>
                  </a:cubicBezTo>
                  <a:cubicBezTo>
                    <a:pt x="114337" y="7044"/>
                    <a:pt x="114508" y="6921"/>
                    <a:pt x="114692" y="6817"/>
                  </a:cubicBezTo>
                  <a:cubicBezTo>
                    <a:pt x="114891" y="6701"/>
                    <a:pt x="115118" y="6651"/>
                    <a:pt x="115320" y="6541"/>
                  </a:cubicBezTo>
                  <a:cubicBezTo>
                    <a:pt x="115503" y="6441"/>
                    <a:pt x="115661" y="6335"/>
                    <a:pt x="115806" y="6192"/>
                  </a:cubicBezTo>
                  <a:cubicBezTo>
                    <a:pt x="115863" y="6136"/>
                    <a:pt x="115934" y="6063"/>
                    <a:pt x="116014" y="6024"/>
                  </a:cubicBezTo>
                  <a:cubicBezTo>
                    <a:pt x="116018" y="6019"/>
                    <a:pt x="116020" y="6015"/>
                    <a:pt x="116025" y="6008"/>
                  </a:cubicBezTo>
                  <a:cubicBezTo>
                    <a:pt x="116135" y="5853"/>
                    <a:pt x="116276" y="5770"/>
                    <a:pt x="116468" y="5764"/>
                  </a:cubicBezTo>
                  <a:cubicBezTo>
                    <a:pt x="116697" y="5758"/>
                    <a:pt x="116914" y="5777"/>
                    <a:pt x="117143" y="5740"/>
                  </a:cubicBezTo>
                  <a:cubicBezTo>
                    <a:pt x="117364" y="5703"/>
                    <a:pt x="117580" y="5639"/>
                    <a:pt x="117805" y="5636"/>
                  </a:cubicBezTo>
                  <a:cubicBezTo>
                    <a:pt x="117904" y="5634"/>
                    <a:pt x="117987" y="5632"/>
                    <a:pt x="118082" y="5591"/>
                  </a:cubicBezTo>
                  <a:cubicBezTo>
                    <a:pt x="118177" y="5552"/>
                    <a:pt x="118268" y="5502"/>
                    <a:pt x="118367" y="5465"/>
                  </a:cubicBezTo>
                  <a:cubicBezTo>
                    <a:pt x="118571" y="5385"/>
                    <a:pt x="118748" y="5266"/>
                    <a:pt x="118917" y="5124"/>
                  </a:cubicBezTo>
                  <a:cubicBezTo>
                    <a:pt x="119081" y="4988"/>
                    <a:pt x="119276" y="4894"/>
                    <a:pt x="119458" y="4786"/>
                  </a:cubicBezTo>
                  <a:cubicBezTo>
                    <a:pt x="119642" y="4676"/>
                    <a:pt x="119849" y="4581"/>
                    <a:pt x="120063" y="4553"/>
                  </a:cubicBezTo>
                  <a:cubicBezTo>
                    <a:pt x="120260" y="4527"/>
                    <a:pt x="120451" y="4568"/>
                    <a:pt x="120649" y="4561"/>
                  </a:cubicBezTo>
                  <a:cubicBezTo>
                    <a:pt x="120745" y="4557"/>
                    <a:pt x="120844" y="4540"/>
                    <a:pt x="120933" y="4507"/>
                  </a:cubicBezTo>
                  <a:cubicBezTo>
                    <a:pt x="121024" y="4471"/>
                    <a:pt x="121084" y="4408"/>
                    <a:pt x="121164" y="4360"/>
                  </a:cubicBezTo>
                  <a:cubicBezTo>
                    <a:pt x="121342" y="4250"/>
                    <a:pt x="121578" y="4265"/>
                    <a:pt x="121779" y="4278"/>
                  </a:cubicBezTo>
                  <a:cubicBezTo>
                    <a:pt x="122006" y="4293"/>
                    <a:pt x="122229" y="4302"/>
                    <a:pt x="122451" y="4362"/>
                  </a:cubicBezTo>
                  <a:cubicBezTo>
                    <a:pt x="122659" y="4418"/>
                    <a:pt x="122858" y="4509"/>
                    <a:pt x="123066" y="4568"/>
                  </a:cubicBezTo>
                  <a:cubicBezTo>
                    <a:pt x="123301" y="4633"/>
                    <a:pt x="123514" y="4607"/>
                    <a:pt x="123749" y="4555"/>
                  </a:cubicBezTo>
                  <a:cubicBezTo>
                    <a:pt x="123972" y="4507"/>
                    <a:pt x="124182" y="4486"/>
                    <a:pt x="124411" y="4481"/>
                  </a:cubicBezTo>
                  <a:cubicBezTo>
                    <a:pt x="124632" y="4473"/>
                    <a:pt x="124837" y="4388"/>
                    <a:pt x="125060" y="4377"/>
                  </a:cubicBezTo>
                  <a:cubicBezTo>
                    <a:pt x="125274" y="4365"/>
                    <a:pt x="125516" y="4373"/>
                    <a:pt x="125729" y="4408"/>
                  </a:cubicBezTo>
                  <a:cubicBezTo>
                    <a:pt x="125834" y="4427"/>
                    <a:pt x="125932" y="4468"/>
                    <a:pt x="126038" y="4486"/>
                  </a:cubicBezTo>
                  <a:cubicBezTo>
                    <a:pt x="126142" y="4503"/>
                    <a:pt x="126246" y="4511"/>
                    <a:pt x="126349" y="4550"/>
                  </a:cubicBezTo>
                  <a:cubicBezTo>
                    <a:pt x="126516" y="4613"/>
                    <a:pt x="126650" y="4730"/>
                    <a:pt x="126775" y="4856"/>
                  </a:cubicBezTo>
                  <a:cubicBezTo>
                    <a:pt x="126925" y="5011"/>
                    <a:pt x="127108" y="5122"/>
                    <a:pt x="127267" y="5266"/>
                  </a:cubicBezTo>
                  <a:cubicBezTo>
                    <a:pt x="127347" y="5336"/>
                    <a:pt x="127424" y="5385"/>
                    <a:pt x="127520" y="5435"/>
                  </a:cubicBezTo>
                  <a:cubicBezTo>
                    <a:pt x="127612" y="5483"/>
                    <a:pt x="127684" y="5552"/>
                    <a:pt x="127766" y="5613"/>
                  </a:cubicBezTo>
                  <a:cubicBezTo>
                    <a:pt x="127848" y="5677"/>
                    <a:pt x="127946" y="5703"/>
                    <a:pt x="128036" y="5753"/>
                  </a:cubicBezTo>
                  <a:cubicBezTo>
                    <a:pt x="128125" y="5803"/>
                    <a:pt x="128199" y="5874"/>
                    <a:pt x="128281" y="5933"/>
                  </a:cubicBezTo>
                  <a:cubicBezTo>
                    <a:pt x="128460" y="6060"/>
                    <a:pt x="128655" y="6156"/>
                    <a:pt x="128828" y="6292"/>
                  </a:cubicBezTo>
                  <a:cubicBezTo>
                    <a:pt x="129004" y="6428"/>
                    <a:pt x="129176" y="6564"/>
                    <a:pt x="129371" y="6672"/>
                  </a:cubicBezTo>
                  <a:cubicBezTo>
                    <a:pt x="129572" y="6781"/>
                    <a:pt x="129782" y="6872"/>
                    <a:pt x="129979" y="6988"/>
                  </a:cubicBezTo>
                  <a:cubicBezTo>
                    <a:pt x="130163" y="7094"/>
                    <a:pt x="130314" y="7244"/>
                    <a:pt x="130489" y="7365"/>
                  </a:cubicBezTo>
                  <a:cubicBezTo>
                    <a:pt x="130665" y="7486"/>
                    <a:pt x="130848" y="7607"/>
                    <a:pt x="131028" y="7720"/>
                  </a:cubicBezTo>
                  <a:cubicBezTo>
                    <a:pt x="131402" y="7955"/>
                    <a:pt x="131829" y="8091"/>
                    <a:pt x="132216" y="8297"/>
                  </a:cubicBezTo>
                  <a:cubicBezTo>
                    <a:pt x="132410" y="8399"/>
                    <a:pt x="132594" y="8516"/>
                    <a:pt x="132759" y="8660"/>
                  </a:cubicBezTo>
                  <a:cubicBezTo>
                    <a:pt x="132932" y="8808"/>
                    <a:pt x="133089" y="8976"/>
                    <a:pt x="133265" y="9121"/>
                  </a:cubicBezTo>
                  <a:cubicBezTo>
                    <a:pt x="133622" y="9418"/>
                    <a:pt x="134031" y="9636"/>
                    <a:pt x="134407" y="9908"/>
                  </a:cubicBezTo>
                  <a:cubicBezTo>
                    <a:pt x="134604" y="10047"/>
                    <a:pt x="134796" y="10198"/>
                    <a:pt x="134985" y="10348"/>
                  </a:cubicBezTo>
                  <a:cubicBezTo>
                    <a:pt x="135136" y="10469"/>
                    <a:pt x="135281" y="10625"/>
                    <a:pt x="135480" y="10648"/>
                  </a:cubicBezTo>
                  <a:cubicBezTo>
                    <a:pt x="135698" y="10674"/>
                    <a:pt x="135917" y="10618"/>
                    <a:pt x="136129" y="10573"/>
                  </a:cubicBezTo>
                  <a:cubicBezTo>
                    <a:pt x="136362" y="10521"/>
                    <a:pt x="136596" y="10488"/>
                    <a:pt x="136830" y="10449"/>
                  </a:cubicBezTo>
                  <a:cubicBezTo>
                    <a:pt x="137067" y="10410"/>
                    <a:pt x="137279" y="10404"/>
                    <a:pt x="137515" y="10430"/>
                  </a:cubicBezTo>
                  <a:cubicBezTo>
                    <a:pt x="137745" y="10456"/>
                    <a:pt x="137980" y="10458"/>
                    <a:pt x="138210" y="10492"/>
                  </a:cubicBezTo>
                  <a:cubicBezTo>
                    <a:pt x="138433" y="10523"/>
                    <a:pt x="138653" y="10594"/>
                    <a:pt x="138865" y="10666"/>
                  </a:cubicBezTo>
                  <a:cubicBezTo>
                    <a:pt x="138956" y="10694"/>
                    <a:pt x="139040" y="10730"/>
                    <a:pt x="139110" y="10795"/>
                  </a:cubicBezTo>
                  <a:cubicBezTo>
                    <a:pt x="139177" y="10852"/>
                    <a:pt x="139283" y="10862"/>
                    <a:pt x="139367" y="10897"/>
                  </a:cubicBezTo>
                  <a:cubicBezTo>
                    <a:pt x="139536" y="10964"/>
                    <a:pt x="139726" y="11046"/>
                    <a:pt x="139912" y="11038"/>
                  </a:cubicBezTo>
                  <a:cubicBezTo>
                    <a:pt x="139912" y="11036"/>
                    <a:pt x="139914" y="11036"/>
                    <a:pt x="139914" y="11036"/>
                  </a:cubicBezTo>
                  <a:cubicBezTo>
                    <a:pt x="139932" y="10988"/>
                    <a:pt x="140011" y="10994"/>
                    <a:pt x="140020" y="11040"/>
                  </a:cubicBezTo>
                  <a:cubicBezTo>
                    <a:pt x="140057" y="11029"/>
                    <a:pt x="140094" y="11018"/>
                    <a:pt x="140131" y="11005"/>
                  </a:cubicBezTo>
                  <a:cubicBezTo>
                    <a:pt x="140250" y="10964"/>
                    <a:pt x="140364" y="10910"/>
                    <a:pt x="140476" y="10856"/>
                  </a:cubicBezTo>
                  <a:cubicBezTo>
                    <a:pt x="140715" y="10739"/>
                    <a:pt x="140953" y="10635"/>
                    <a:pt x="141206" y="10551"/>
                  </a:cubicBezTo>
                  <a:cubicBezTo>
                    <a:pt x="141333" y="10508"/>
                    <a:pt x="141467" y="10477"/>
                    <a:pt x="141590" y="10426"/>
                  </a:cubicBezTo>
                  <a:cubicBezTo>
                    <a:pt x="141699" y="10382"/>
                    <a:pt x="141800" y="10317"/>
                    <a:pt x="141908" y="10267"/>
                  </a:cubicBezTo>
                  <a:cubicBezTo>
                    <a:pt x="142012" y="10218"/>
                    <a:pt x="142123" y="10187"/>
                    <a:pt x="142218" y="10121"/>
                  </a:cubicBezTo>
                  <a:cubicBezTo>
                    <a:pt x="142324" y="10051"/>
                    <a:pt x="142419" y="9963"/>
                    <a:pt x="142518" y="9883"/>
                  </a:cubicBezTo>
                  <a:cubicBezTo>
                    <a:pt x="142620" y="9800"/>
                    <a:pt x="142724" y="9716"/>
                    <a:pt x="142834" y="9642"/>
                  </a:cubicBezTo>
                  <a:cubicBezTo>
                    <a:pt x="142936" y="9569"/>
                    <a:pt x="143029" y="9485"/>
                    <a:pt x="143133" y="9415"/>
                  </a:cubicBezTo>
                  <a:cubicBezTo>
                    <a:pt x="143237" y="9344"/>
                    <a:pt x="143321" y="9253"/>
                    <a:pt x="143416" y="9169"/>
                  </a:cubicBezTo>
                  <a:cubicBezTo>
                    <a:pt x="143514" y="9084"/>
                    <a:pt x="143628" y="9011"/>
                    <a:pt x="143738" y="8939"/>
                  </a:cubicBezTo>
                  <a:cubicBezTo>
                    <a:pt x="143964" y="8784"/>
                    <a:pt x="144195" y="8636"/>
                    <a:pt x="144435" y="8503"/>
                  </a:cubicBezTo>
                  <a:cubicBezTo>
                    <a:pt x="144671" y="8371"/>
                    <a:pt x="144909" y="8232"/>
                    <a:pt x="145149" y="8107"/>
                  </a:cubicBezTo>
                  <a:cubicBezTo>
                    <a:pt x="145380" y="7988"/>
                    <a:pt x="145629" y="7899"/>
                    <a:pt x="145871" y="7806"/>
                  </a:cubicBezTo>
                  <a:cubicBezTo>
                    <a:pt x="146088" y="7724"/>
                    <a:pt x="146310" y="7644"/>
                    <a:pt x="146496" y="7501"/>
                  </a:cubicBezTo>
                  <a:cubicBezTo>
                    <a:pt x="146594" y="7425"/>
                    <a:pt x="146689" y="7347"/>
                    <a:pt x="146791" y="7278"/>
                  </a:cubicBezTo>
                  <a:cubicBezTo>
                    <a:pt x="146894" y="7209"/>
                    <a:pt x="147000" y="7159"/>
                    <a:pt x="147107" y="7103"/>
                  </a:cubicBezTo>
                  <a:cubicBezTo>
                    <a:pt x="147325" y="6995"/>
                    <a:pt x="147524" y="6856"/>
                    <a:pt x="147732" y="6733"/>
                  </a:cubicBezTo>
                  <a:cubicBezTo>
                    <a:pt x="147838" y="6672"/>
                    <a:pt x="147946" y="6614"/>
                    <a:pt x="148060" y="6567"/>
                  </a:cubicBezTo>
                  <a:cubicBezTo>
                    <a:pt x="148177" y="6519"/>
                    <a:pt x="148285" y="6502"/>
                    <a:pt x="148409" y="6489"/>
                  </a:cubicBezTo>
                  <a:cubicBezTo>
                    <a:pt x="148532" y="6476"/>
                    <a:pt x="148647" y="6434"/>
                    <a:pt x="148770" y="6426"/>
                  </a:cubicBezTo>
                  <a:cubicBezTo>
                    <a:pt x="148887" y="6419"/>
                    <a:pt x="149006" y="6411"/>
                    <a:pt x="149125" y="6409"/>
                  </a:cubicBezTo>
                  <a:cubicBezTo>
                    <a:pt x="149261" y="6406"/>
                    <a:pt x="149384" y="6447"/>
                    <a:pt x="149514" y="6480"/>
                  </a:cubicBezTo>
                  <a:cubicBezTo>
                    <a:pt x="149648" y="6515"/>
                    <a:pt x="149782" y="6538"/>
                    <a:pt x="149918" y="6562"/>
                  </a:cubicBezTo>
                  <a:cubicBezTo>
                    <a:pt x="150040" y="6584"/>
                    <a:pt x="150161" y="6601"/>
                    <a:pt x="150284" y="6616"/>
                  </a:cubicBezTo>
                  <a:cubicBezTo>
                    <a:pt x="150366" y="6538"/>
                    <a:pt x="150448" y="6458"/>
                    <a:pt x="150531" y="6383"/>
                  </a:cubicBezTo>
                  <a:cubicBezTo>
                    <a:pt x="150652" y="6275"/>
                    <a:pt x="150792" y="6195"/>
                    <a:pt x="150922" y="6099"/>
                  </a:cubicBezTo>
                  <a:cubicBezTo>
                    <a:pt x="151050" y="6004"/>
                    <a:pt x="151151" y="5889"/>
                    <a:pt x="151249" y="5764"/>
                  </a:cubicBezTo>
                  <a:cubicBezTo>
                    <a:pt x="151457" y="5498"/>
                    <a:pt x="151697" y="5258"/>
                    <a:pt x="151915" y="5002"/>
                  </a:cubicBezTo>
                  <a:cubicBezTo>
                    <a:pt x="152008" y="4888"/>
                    <a:pt x="152110" y="4756"/>
                    <a:pt x="152252" y="4704"/>
                  </a:cubicBezTo>
                  <a:cubicBezTo>
                    <a:pt x="152315" y="4680"/>
                    <a:pt x="152371" y="4659"/>
                    <a:pt x="152428" y="4624"/>
                  </a:cubicBezTo>
                  <a:cubicBezTo>
                    <a:pt x="152490" y="4585"/>
                    <a:pt x="152553" y="4551"/>
                    <a:pt x="152625" y="4542"/>
                  </a:cubicBezTo>
                  <a:cubicBezTo>
                    <a:pt x="152705" y="4535"/>
                    <a:pt x="152772" y="4559"/>
                    <a:pt x="152841" y="4590"/>
                  </a:cubicBezTo>
                  <a:cubicBezTo>
                    <a:pt x="152917" y="4626"/>
                    <a:pt x="152994" y="4628"/>
                    <a:pt x="153077" y="4631"/>
                  </a:cubicBezTo>
                  <a:cubicBezTo>
                    <a:pt x="153248" y="4635"/>
                    <a:pt x="153393" y="4657"/>
                    <a:pt x="153542" y="4741"/>
                  </a:cubicBezTo>
                  <a:cubicBezTo>
                    <a:pt x="153672" y="4814"/>
                    <a:pt x="153784" y="4914"/>
                    <a:pt x="153910" y="4992"/>
                  </a:cubicBezTo>
                  <a:cubicBezTo>
                    <a:pt x="154046" y="5078"/>
                    <a:pt x="154193" y="5147"/>
                    <a:pt x="154333" y="5230"/>
                  </a:cubicBezTo>
                  <a:cubicBezTo>
                    <a:pt x="154476" y="5314"/>
                    <a:pt x="154612" y="5407"/>
                    <a:pt x="154734" y="5517"/>
                  </a:cubicBezTo>
                  <a:cubicBezTo>
                    <a:pt x="154852" y="5621"/>
                    <a:pt x="154959" y="5732"/>
                    <a:pt x="155093" y="5812"/>
                  </a:cubicBezTo>
                  <a:cubicBezTo>
                    <a:pt x="155385" y="5985"/>
                    <a:pt x="155627" y="6236"/>
                    <a:pt x="155845" y="6495"/>
                  </a:cubicBezTo>
                  <a:cubicBezTo>
                    <a:pt x="155954" y="6627"/>
                    <a:pt x="156058" y="6763"/>
                    <a:pt x="156157" y="6902"/>
                  </a:cubicBezTo>
                  <a:cubicBezTo>
                    <a:pt x="156246" y="7029"/>
                    <a:pt x="156328" y="7146"/>
                    <a:pt x="156455" y="7237"/>
                  </a:cubicBezTo>
                  <a:cubicBezTo>
                    <a:pt x="156512" y="7280"/>
                    <a:pt x="156574" y="7311"/>
                    <a:pt x="156635" y="7347"/>
                  </a:cubicBezTo>
                  <a:cubicBezTo>
                    <a:pt x="156708" y="7391"/>
                    <a:pt x="156769" y="7451"/>
                    <a:pt x="156832" y="7505"/>
                  </a:cubicBezTo>
                  <a:cubicBezTo>
                    <a:pt x="156959" y="7613"/>
                    <a:pt x="157104" y="7691"/>
                    <a:pt x="157249" y="7767"/>
                  </a:cubicBezTo>
                  <a:cubicBezTo>
                    <a:pt x="157310" y="7800"/>
                    <a:pt x="157368" y="7836"/>
                    <a:pt x="157437" y="7849"/>
                  </a:cubicBezTo>
                  <a:cubicBezTo>
                    <a:pt x="157522" y="7867"/>
                    <a:pt x="157598" y="7888"/>
                    <a:pt x="157680" y="7923"/>
                  </a:cubicBezTo>
                  <a:cubicBezTo>
                    <a:pt x="157835" y="7992"/>
                    <a:pt x="157983" y="8074"/>
                    <a:pt x="158132" y="8152"/>
                  </a:cubicBezTo>
                  <a:cubicBezTo>
                    <a:pt x="158279" y="8230"/>
                    <a:pt x="158435" y="8290"/>
                    <a:pt x="158580" y="8370"/>
                  </a:cubicBezTo>
                  <a:cubicBezTo>
                    <a:pt x="158731" y="8453"/>
                    <a:pt x="158850" y="8583"/>
                    <a:pt x="158980" y="8691"/>
                  </a:cubicBezTo>
                  <a:cubicBezTo>
                    <a:pt x="159103" y="8792"/>
                    <a:pt x="159228" y="8890"/>
                    <a:pt x="159365" y="8970"/>
                  </a:cubicBezTo>
                  <a:cubicBezTo>
                    <a:pt x="159510" y="9052"/>
                    <a:pt x="159629" y="9154"/>
                    <a:pt x="159748" y="9268"/>
                  </a:cubicBezTo>
                  <a:cubicBezTo>
                    <a:pt x="159867" y="9381"/>
                    <a:pt x="159983" y="9491"/>
                    <a:pt x="160130" y="9564"/>
                  </a:cubicBezTo>
                  <a:cubicBezTo>
                    <a:pt x="160282" y="9642"/>
                    <a:pt x="160436" y="9714"/>
                    <a:pt x="160585" y="9800"/>
                  </a:cubicBezTo>
                  <a:cubicBezTo>
                    <a:pt x="160730" y="9882"/>
                    <a:pt x="160873" y="9969"/>
                    <a:pt x="161028" y="10034"/>
                  </a:cubicBezTo>
                  <a:cubicBezTo>
                    <a:pt x="161191" y="10103"/>
                    <a:pt x="161363" y="10134"/>
                    <a:pt x="161535" y="10168"/>
                  </a:cubicBezTo>
                  <a:cubicBezTo>
                    <a:pt x="161710" y="10201"/>
                    <a:pt x="161887" y="10235"/>
                    <a:pt x="162058" y="10285"/>
                  </a:cubicBezTo>
                  <a:cubicBezTo>
                    <a:pt x="162136" y="10309"/>
                    <a:pt x="162211" y="10341"/>
                    <a:pt x="162285" y="10369"/>
                  </a:cubicBezTo>
                  <a:cubicBezTo>
                    <a:pt x="162367" y="10400"/>
                    <a:pt x="162451" y="10412"/>
                    <a:pt x="162534" y="10434"/>
                  </a:cubicBezTo>
                  <a:cubicBezTo>
                    <a:pt x="162690" y="10473"/>
                    <a:pt x="162824" y="10547"/>
                    <a:pt x="162984" y="10568"/>
                  </a:cubicBezTo>
                  <a:cubicBezTo>
                    <a:pt x="163068" y="10579"/>
                    <a:pt x="163150" y="10585"/>
                    <a:pt x="163233" y="10594"/>
                  </a:cubicBezTo>
                  <a:cubicBezTo>
                    <a:pt x="163321" y="10603"/>
                    <a:pt x="163393" y="10618"/>
                    <a:pt x="163481" y="10599"/>
                  </a:cubicBezTo>
                  <a:cubicBezTo>
                    <a:pt x="163583" y="10577"/>
                    <a:pt x="163711" y="10553"/>
                    <a:pt x="163812" y="10583"/>
                  </a:cubicBezTo>
                  <a:cubicBezTo>
                    <a:pt x="163821" y="10585"/>
                    <a:pt x="163827" y="10588"/>
                    <a:pt x="163832" y="10594"/>
                  </a:cubicBezTo>
                  <a:cubicBezTo>
                    <a:pt x="163873" y="10585"/>
                    <a:pt x="163916" y="10577"/>
                    <a:pt x="163959" y="10570"/>
                  </a:cubicBezTo>
                  <a:cubicBezTo>
                    <a:pt x="164241" y="10514"/>
                    <a:pt x="164519" y="10467"/>
                    <a:pt x="164788" y="10360"/>
                  </a:cubicBezTo>
                  <a:cubicBezTo>
                    <a:pt x="165039" y="10259"/>
                    <a:pt x="165281" y="10161"/>
                    <a:pt x="165549" y="10120"/>
                  </a:cubicBezTo>
                  <a:cubicBezTo>
                    <a:pt x="165837" y="10077"/>
                    <a:pt x="166103" y="9980"/>
                    <a:pt x="166382" y="9906"/>
                  </a:cubicBezTo>
                  <a:cubicBezTo>
                    <a:pt x="166646" y="9839"/>
                    <a:pt x="166888" y="9703"/>
                    <a:pt x="167152" y="9629"/>
                  </a:cubicBezTo>
                  <a:cubicBezTo>
                    <a:pt x="167424" y="9552"/>
                    <a:pt x="167688" y="9452"/>
                    <a:pt x="167944" y="9335"/>
                  </a:cubicBezTo>
                  <a:cubicBezTo>
                    <a:pt x="168205" y="9218"/>
                    <a:pt x="168459" y="9087"/>
                    <a:pt x="168729" y="8991"/>
                  </a:cubicBezTo>
                  <a:cubicBezTo>
                    <a:pt x="169001" y="8890"/>
                    <a:pt x="169294" y="8831"/>
                    <a:pt x="169557" y="8712"/>
                  </a:cubicBezTo>
                  <a:cubicBezTo>
                    <a:pt x="169657" y="8667"/>
                    <a:pt x="169745" y="8600"/>
                    <a:pt x="169839" y="8546"/>
                  </a:cubicBezTo>
                  <a:cubicBezTo>
                    <a:pt x="169953" y="8481"/>
                    <a:pt x="170077" y="8446"/>
                    <a:pt x="170193" y="8384"/>
                  </a:cubicBezTo>
                  <a:cubicBezTo>
                    <a:pt x="170425" y="8265"/>
                    <a:pt x="170635" y="8113"/>
                    <a:pt x="170879" y="8012"/>
                  </a:cubicBezTo>
                  <a:cubicBezTo>
                    <a:pt x="171128" y="7912"/>
                    <a:pt x="171364" y="7774"/>
                    <a:pt x="171641" y="7780"/>
                  </a:cubicBezTo>
                  <a:cubicBezTo>
                    <a:pt x="171920" y="7787"/>
                    <a:pt x="172203" y="7825"/>
                    <a:pt x="172480" y="7849"/>
                  </a:cubicBezTo>
                  <a:cubicBezTo>
                    <a:pt x="172754" y="7871"/>
                    <a:pt x="172953" y="7827"/>
                    <a:pt x="173185" y="7678"/>
                  </a:cubicBezTo>
                  <a:cubicBezTo>
                    <a:pt x="173280" y="7616"/>
                    <a:pt x="173377" y="7562"/>
                    <a:pt x="173490" y="7551"/>
                  </a:cubicBezTo>
                  <a:cubicBezTo>
                    <a:pt x="173617" y="7538"/>
                    <a:pt x="173739" y="7572"/>
                    <a:pt x="173864" y="7579"/>
                  </a:cubicBezTo>
                  <a:cubicBezTo>
                    <a:pt x="173996" y="7587"/>
                    <a:pt x="174126" y="7583"/>
                    <a:pt x="174254" y="7614"/>
                  </a:cubicBezTo>
                  <a:cubicBezTo>
                    <a:pt x="174385" y="7646"/>
                    <a:pt x="174511" y="7704"/>
                    <a:pt x="174636" y="7754"/>
                  </a:cubicBezTo>
                  <a:cubicBezTo>
                    <a:pt x="174744" y="7800"/>
                    <a:pt x="174846" y="7854"/>
                    <a:pt x="174928" y="7942"/>
                  </a:cubicBezTo>
                  <a:cubicBezTo>
                    <a:pt x="175026" y="8050"/>
                    <a:pt x="175093" y="8185"/>
                    <a:pt x="175188" y="8295"/>
                  </a:cubicBezTo>
                  <a:cubicBezTo>
                    <a:pt x="175264" y="8384"/>
                    <a:pt x="175363" y="8427"/>
                    <a:pt x="175454" y="8494"/>
                  </a:cubicBezTo>
                  <a:cubicBezTo>
                    <a:pt x="175502" y="8529"/>
                    <a:pt x="175540" y="8580"/>
                    <a:pt x="175592" y="8609"/>
                  </a:cubicBezTo>
                  <a:cubicBezTo>
                    <a:pt x="175655" y="8641"/>
                    <a:pt x="175724" y="8656"/>
                    <a:pt x="175783" y="8697"/>
                  </a:cubicBezTo>
                  <a:cubicBezTo>
                    <a:pt x="175889" y="8768"/>
                    <a:pt x="175980" y="8861"/>
                    <a:pt x="176083" y="8933"/>
                  </a:cubicBezTo>
                  <a:cubicBezTo>
                    <a:pt x="176192" y="9011"/>
                    <a:pt x="176324" y="9047"/>
                    <a:pt x="176432" y="9125"/>
                  </a:cubicBezTo>
                  <a:cubicBezTo>
                    <a:pt x="176542" y="9203"/>
                    <a:pt x="176635" y="9299"/>
                    <a:pt x="176747" y="9374"/>
                  </a:cubicBezTo>
                  <a:cubicBezTo>
                    <a:pt x="176853" y="9446"/>
                    <a:pt x="176962" y="9504"/>
                    <a:pt x="177057" y="9590"/>
                  </a:cubicBezTo>
                  <a:cubicBezTo>
                    <a:pt x="177137" y="9660"/>
                    <a:pt x="177243" y="9785"/>
                    <a:pt x="177358" y="9789"/>
                  </a:cubicBezTo>
                  <a:cubicBezTo>
                    <a:pt x="177414" y="9790"/>
                    <a:pt x="177479" y="9770"/>
                    <a:pt x="177533" y="9763"/>
                  </a:cubicBezTo>
                  <a:cubicBezTo>
                    <a:pt x="177619" y="9751"/>
                    <a:pt x="177706" y="9740"/>
                    <a:pt x="177790" y="9727"/>
                  </a:cubicBezTo>
                  <a:cubicBezTo>
                    <a:pt x="177935" y="9707"/>
                    <a:pt x="178082" y="9690"/>
                    <a:pt x="178223" y="9658"/>
                  </a:cubicBezTo>
                  <a:cubicBezTo>
                    <a:pt x="178357" y="9629"/>
                    <a:pt x="178469" y="9549"/>
                    <a:pt x="178597" y="9502"/>
                  </a:cubicBezTo>
                  <a:cubicBezTo>
                    <a:pt x="178720" y="9456"/>
                    <a:pt x="178820" y="9405"/>
                    <a:pt x="178928" y="9331"/>
                  </a:cubicBezTo>
                  <a:cubicBezTo>
                    <a:pt x="179034" y="9259"/>
                    <a:pt x="179140" y="9180"/>
                    <a:pt x="179257" y="9126"/>
                  </a:cubicBezTo>
                  <a:cubicBezTo>
                    <a:pt x="179361" y="9076"/>
                    <a:pt x="179473" y="9054"/>
                    <a:pt x="179579" y="9009"/>
                  </a:cubicBezTo>
                  <a:cubicBezTo>
                    <a:pt x="179698" y="8959"/>
                    <a:pt x="179802" y="8894"/>
                    <a:pt x="179927" y="8859"/>
                  </a:cubicBezTo>
                  <a:cubicBezTo>
                    <a:pt x="180163" y="8792"/>
                    <a:pt x="180407" y="8734"/>
                    <a:pt x="180646" y="8686"/>
                  </a:cubicBezTo>
                  <a:cubicBezTo>
                    <a:pt x="180918" y="8630"/>
                    <a:pt x="181188" y="8658"/>
                    <a:pt x="181446" y="8546"/>
                  </a:cubicBezTo>
                  <a:cubicBezTo>
                    <a:pt x="181695" y="8440"/>
                    <a:pt x="181922" y="8303"/>
                    <a:pt x="182069" y="8074"/>
                  </a:cubicBezTo>
                  <a:cubicBezTo>
                    <a:pt x="182138" y="7968"/>
                    <a:pt x="182220" y="7879"/>
                    <a:pt x="182298" y="7782"/>
                  </a:cubicBezTo>
                  <a:cubicBezTo>
                    <a:pt x="182387" y="7674"/>
                    <a:pt x="182456" y="7553"/>
                    <a:pt x="182545" y="7445"/>
                  </a:cubicBezTo>
                  <a:cubicBezTo>
                    <a:pt x="182679" y="7285"/>
                    <a:pt x="182791" y="7042"/>
                    <a:pt x="182986" y="6947"/>
                  </a:cubicBezTo>
                  <a:cubicBezTo>
                    <a:pt x="183150" y="6869"/>
                    <a:pt x="183304" y="6956"/>
                    <a:pt x="183419" y="7071"/>
                  </a:cubicBezTo>
                  <a:cubicBezTo>
                    <a:pt x="183527" y="7179"/>
                    <a:pt x="183613" y="7369"/>
                    <a:pt x="183793" y="7300"/>
                  </a:cubicBezTo>
                  <a:cubicBezTo>
                    <a:pt x="183884" y="7265"/>
                    <a:pt x="183962" y="7192"/>
                    <a:pt x="184042" y="7138"/>
                  </a:cubicBezTo>
                  <a:cubicBezTo>
                    <a:pt x="184156" y="7064"/>
                    <a:pt x="184267" y="6991"/>
                    <a:pt x="184375" y="6910"/>
                  </a:cubicBezTo>
                  <a:cubicBezTo>
                    <a:pt x="184578" y="6753"/>
                    <a:pt x="184786" y="6606"/>
                    <a:pt x="184991" y="6456"/>
                  </a:cubicBezTo>
                  <a:cubicBezTo>
                    <a:pt x="185181" y="6315"/>
                    <a:pt x="185294" y="6108"/>
                    <a:pt x="185489" y="5974"/>
                  </a:cubicBezTo>
                  <a:cubicBezTo>
                    <a:pt x="185580" y="5913"/>
                    <a:pt x="185677" y="5861"/>
                    <a:pt x="185765" y="5790"/>
                  </a:cubicBezTo>
                  <a:cubicBezTo>
                    <a:pt x="185863" y="5708"/>
                    <a:pt x="185919" y="5593"/>
                    <a:pt x="186003" y="5498"/>
                  </a:cubicBezTo>
                  <a:cubicBezTo>
                    <a:pt x="186073" y="5418"/>
                    <a:pt x="186146" y="5355"/>
                    <a:pt x="186198" y="5258"/>
                  </a:cubicBezTo>
                  <a:cubicBezTo>
                    <a:pt x="186261" y="5137"/>
                    <a:pt x="186334" y="5020"/>
                    <a:pt x="186401" y="4901"/>
                  </a:cubicBezTo>
                  <a:cubicBezTo>
                    <a:pt x="186460" y="4795"/>
                    <a:pt x="186508" y="4682"/>
                    <a:pt x="186579" y="4583"/>
                  </a:cubicBezTo>
                  <a:cubicBezTo>
                    <a:pt x="186650" y="4486"/>
                    <a:pt x="186743" y="4406"/>
                    <a:pt x="186838" y="4334"/>
                  </a:cubicBezTo>
                  <a:cubicBezTo>
                    <a:pt x="187014" y="4198"/>
                    <a:pt x="187185" y="4036"/>
                    <a:pt x="187410" y="3984"/>
                  </a:cubicBezTo>
                  <a:cubicBezTo>
                    <a:pt x="187507" y="3960"/>
                    <a:pt x="187608" y="3958"/>
                    <a:pt x="187706" y="3949"/>
                  </a:cubicBezTo>
                  <a:cubicBezTo>
                    <a:pt x="187851" y="3934"/>
                    <a:pt x="187993" y="3889"/>
                    <a:pt x="188139" y="3880"/>
                  </a:cubicBezTo>
                  <a:cubicBezTo>
                    <a:pt x="188262" y="3871"/>
                    <a:pt x="188385" y="3893"/>
                    <a:pt x="188508" y="3906"/>
                  </a:cubicBezTo>
                  <a:cubicBezTo>
                    <a:pt x="188662" y="3921"/>
                    <a:pt x="188815" y="3936"/>
                    <a:pt x="188967" y="3949"/>
                  </a:cubicBezTo>
                  <a:cubicBezTo>
                    <a:pt x="189259" y="3975"/>
                    <a:pt x="189519" y="4081"/>
                    <a:pt x="189806" y="4126"/>
                  </a:cubicBezTo>
                  <a:cubicBezTo>
                    <a:pt x="190087" y="4170"/>
                    <a:pt x="190373" y="4185"/>
                    <a:pt x="190658" y="4219"/>
                  </a:cubicBezTo>
                  <a:cubicBezTo>
                    <a:pt x="190669" y="4220"/>
                    <a:pt x="190680" y="4224"/>
                    <a:pt x="190689" y="4232"/>
                  </a:cubicBezTo>
                  <a:cubicBezTo>
                    <a:pt x="190782" y="4142"/>
                    <a:pt x="190875" y="4051"/>
                    <a:pt x="190970" y="3964"/>
                  </a:cubicBezTo>
                  <a:cubicBezTo>
                    <a:pt x="191102" y="3841"/>
                    <a:pt x="191245" y="3739"/>
                    <a:pt x="191405" y="3651"/>
                  </a:cubicBezTo>
                  <a:cubicBezTo>
                    <a:pt x="191569" y="3562"/>
                    <a:pt x="191734" y="3478"/>
                    <a:pt x="191881" y="3363"/>
                  </a:cubicBezTo>
                  <a:cubicBezTo>
                    <a:pt x="192032" y="3248"/>
                    <a:pt x="192201" y="3158"/>
                    <a:pt x="192354" y="3045"/>
                  </a:cubicBezTo>
                  <a:cubicBezTo>
                    <a:pt x="192495" y="2941"/>
                    <a:pt x="192612" y="2807"/>
                    <a:pt x="192765" y="2718"/>
                  </a:cubicBezTo>
                  <a:cubicBezTo>
                    <a:pt x="192899" y="2638"/>
                    <a:pt x="193038" y="2602"/>
                    <a:pt x="193153" y="2493"/>
                  </a:cubicBezTo>
                  <a:cubicBezTo>
                    <a:pt x="193282" y="2374"/>
                    <a:pt x="193364" y="2210"/>
                    <a:pt x="193483" y="2082"/>
                  </a:cubicBezTo>
                  <a:cubicBezTo>
                    <a:pt x="193607" y="1948"/>
                    <a:pt x="193763" y="1847"/>
                    <a:pt x="193892" y="1717"/>
                  </a:cubicBezTo>
                  <a:cubicBezTo>
                    <a:pt x="194018" y="1587"/>
                    <a:pt x="194132" y="1442"/>
                    <a:pt x="194238" y="1291"/>
                  </a:cubicBezTo>
                  <a:cubicBezTo>
                    <a:pt x="194345" y="1139"/>
                    <a:pt x="194453" y="997"/>
                    <a:pt x="194598" y="877"/>
                  </a:cubicBezTo>
                  <a:cubicBezTo>
                    <a:pt x="194736" y="763"/>
                    <a:pt x="194883" y="644"/>
                    <a:pt x="195047" y="572"/>
                  </a:cubicBezTo>
                  <a:cubicBezTo>
                    <a:pt x="195233" y="492"/>
                    <a:pt x="195409" y="510"/>
                    <a:pt x="195605" y="532"/>
                  </a:cubicBezTo>
                  <a:cubicBezTo>
                    <a:pt x="195792" y="553"/>
                    <a:pt x="195991" y="534"/>
                    <a:pt x="196172" y="603"/>
                  </a:cubicBezTo>
                  <a:cubicBezTo>
                    <a:pt x="196263" y="638"/>
                    <a:pt x="196347" y="694"/>
                    <a:pt x="196425" y="750"/>
                  </a:cubicBezTo>
                  <a:cubicBezTo>
                    <a:pt x="196505" y="806"/>
                    <a:pt x="196583" y="843"/>
                    <a:pt x="196670" y="888"/>
                  </a:cubicBezTo>
                  <a:cubicBezTo>
                    <a:pt x="196745" y="925"/>
                    <a:pt x="196819" y="966"/>
                    <a:pt x="196884" y="1018"/>
                  </a:cubicBezTo>
                  <a:cubicBezTo>
                    <a:pt x="196971" y="1087"/>
                    <a:pt x="197051" y="1161"/>
                    <a:pt x="197144" y="1226"/>
                  </a:cubicBezTo>
                  <a:cubicBezTo>
                    <a:pt x="197288" y="1328"/>
                    <a:pt x="197468" y="1384"/>
                    <a:pt x="197600" y="1503"/>
                  </a:cubicBezTo>
                  <a:cubicBezTo>
                    <a:pt x="197608" y="1511"/>
                    <a:pt x="197647" y="1550"/>
                    <a:pt x="197665" y="1580"/>
                  </a:cubicBezTo>
                  <a:cubicBezTo>
                    <a:pt x="197687" y="1583"/>
                    <a:pt x="197717" y="1596"/>
                    <a:pt x="197734" y="1606"/>
                  </a:cubicBezTo>
                  <a:cubicBezTo>
                    <a:pt x="197810" y="1648"/>
                    <a:pt x="197873" y="1728"/>
                    <a:pt x="197959" y="1749"/>
                  </a:cubicBezTo>
                  <a:cubicBezTo>
                    <a:pt x="197968" y="1747"/>
                    <a:pt x="197976" y="1743"/>
                    <a:pt x="197985" y="1741"/>
                  </a:cubicBezTo>
                  <a:cubicBezTo>
                    <a:pt x="198005" y="1719"/>
                    <a:pt x="198039" y="1713"/>
                    <a:pt x="198065" y="1721"/>
                  </a:cubicBezTo>
                  <a:cubicBezTo>
                    <a:pt x="198234" y="1680"/>
                    <a:pt x="198407" y="1648"/>
                    <a:pt x="198573" y="1587"/>
                  </a:cubicBezTo>
                  <a:cubicBezTo>
                    <a:pt x="198794" y="1505"/>
                    <a:pt x="198971" y="1373"/>
                    <a:pt x="199153" y="1226"/>
                  </a:cubicBezTo>
                  <a:cubicBezTo>
                    <a:pt x="199339" y="1079"/>
                    <a:pt x="199529" y="964"/>
                    <a:pt x="199748" y="873"/>
                  </a:cubicBezTo>
                  <a:cubicBezTo>
                    <a:pt x="199862" y="826"/>
                    <a:pt x="199975" y="774"/>
                    <a:pt x="200096" y="750"/>
                  </a:cubicBezTo>
                  <a:cubicBezTo>
                    <a:pt x="200219" y="728"/>
                    <a:pt x="200328" y="717"/>
                    <a:pt x="200442" y="665"/>
                  </a:cubicBezTo>
                  <a:cubicBezTo>
                    <a:pt x="200553" y="616"/>
                    <a:pt x="200661" y="568"/>
                    <a:pt x="200775" y="523"/>
                  </a:cubicBezTo>
                  <a:cubicBezTo>
                    <a:pt x="200897" y="475"/>
                    <a:pt x="201009" y="410"/>
                    <a:pt x="201137" y="378"/>
                  </a:cubicBezTo>
                  <a:cubicBezTo>
                    <a:pt x="201381" y="317"/>
                    <a:pt x="201604" y="185"/>
                    <a:pt x="201846" y="108"/>
                  </a:cubicBezTo>
                  <a:cubicBezTo>
                    <a:pt x="201943" y="77"/>
                    <a:pt x="202039" y="84"/>
                    <a:pt x="202138" y="69"/>
                  </a:cubicBezTo>
                  <a:cubicBezTo>
                    <a:pt x="202259" y="49"/>
                    <a:pt x="202374" y="1"/>
                    <a:pt x="202499" y="10"/>
                  </a:cubicBezTo>
                  <a:cubicBezTo>
                    <a:pt x="202592" y="17"/>
                    <a:pt x="202677" y="62"/>
                    <a:pt x="202772" y="69"/>
                  </a:cubicBezTo>
                  <a:cubicBezTo>
                    <a:pt x="202906" y="82"/>
                    <a:pt x="203014" y="110"/>
                    <a:pt x="203138" y="164"/>
                  </a:cubicBezTo>
                  <a:cubicBezTo>
                    <a:pt x="203248" y="211"/>
                    <a:pt x="203363" y="222"/>
                    <a:pt x="203479" y="248"/>
                  </a:cubicBezTo>
                  <a:cubicBezTo>
                    <a:pt x="203600" y="276"/>
                    <a:pt x="203721" y="294"/>
                    <a:pt x="203841" y="317"/>
                  </a:cubicBezTo>
                  <a:cubicBezTo>
                    <a:pt x="204091" y="360"/>
                    <a:pt x="204334" y="428"/>
                    <a:pt x="204582" y="479"/>
                  </a:cubicBezTo>
                  <a:cubicBezTo>
                    <a:pt x="204844" y="532"/>
                    <a:pt x="205104" y="590"/>
                    <a:pt x="205361" y="665"/>
                  </a:cubicBezTo>
                  <a:cubicBezTo>
                    <a:pt x="205604" y="737"/>
                    <a:pt x="205839" y="830"/>
                    <a:pt x="206077" y="925"/>
                  </a:cubicBezTo>
                  <a:cubicBezTo>
                    <a:pt x="206307" y="1014"/>
                    <a:pt x="206547" y="1081"/>
                    <a:pt x="206774" y="1187"/>
                  </a:cubicBezTo>
                  <a:cubicBezTo>
                    <a:pt x="206878" y="1237"/>
                    <a:pt x="206979" y="1295"/>
                    <a:pt x="207087" y="1341"/>
                  </a:cubicBezTo>
                  <a:cubicBezTo>
                    <a:pt x="207196" y="1388"/>
                    <a:pt x="207317" y="1414"/>
                    <a:pt x="207427" y="1466"/>
                  </a:cubicBezTo>
                  <a:cubicBezTo>
                    <a:pt x="207520" y="1511"/>
                    <a:pt x="207619" y="1540"/>
                    <a:pt x="207712" y="1587"/>
                  </a:cubicBezTo>
                  <a:cubicBezTo>
                    <a:pt x="207818" y="1643"/>
                    <a:pt x="207916" y="1708"/>
                    <a:pt x="208017" y="1773"/>
                  </a:cubicBezTo>
                  <a:cubicBezTo>
                    <a:pt x="208139" y="1853"/>
                    <a:pt x="208268" y="1922"/>
                    <a:pt x="208405" y="1976"/>
                  </a:cubicBezTo>
                  <a:cubicBezTo>
                    <a:pt x="208530" y="2024"/>
                    <a:pt x="208658" y="2061"/>
                    <a:pt x="208781" y="2119"/>
                  </a:cubicBezTo>
                  <a:cubicBezTo>
                    <a:pt x="209026" y="2234"/>
                    <a:pt x="209283" y="2338"/>
                    <a:pt x="209514" y="2482"/>
                  </a:cubicBezTo>
                  <a:cubicBezTo>
                    <a:pt x="209633" y="2558"/>
                    <a:pt x="209754" y="2615"/>
                    <a:pt x="209884" y="2671"/>
                  </a:cubicBezTo>
                  <a:cubicBezTo>
                    <a:pt x="210001" y="2721"/>
                    <a:pt x="210103" y="2792"/>
                    <a:pt x="210215" y="2852"/>
                  </a:cubicBezTo>
                  <a:cubicBezTo>
                    <a:pt x="210334" y="2913"/>
                    <a:pt x="210460" y="2956"/>
                    <a:pt x="210579" y="3019"/>
                  </a:cubicBezTo>
                  <a:cubicBezTo>
                    <a:pt x="210622" y="3041"/>
                    <a:pt x="210674" y="3075"/>
                    <a:pt x="210724" y="3080"/>
                  </a:cubicBezTo>
                  <a:cubicBezTo>
                    <a:pt x="210780" y="3088"/>
                    <a:pt x="210834" y="3062"/>
                    <a:pt x="210883" y="3041"/>
                  </a:cubicBezTo>
                  <a:cubicBezTo>
                    <a:pt x="210903" y="3034"/>
                    <a:pt x="210923" y="3038"/>
                    <a:pt x="210938" y="3049"/>
                  </a:cubicBezTo>
                  <a:cubicBezTo>
                    <a:pt x="211037" y="2980"/>
                    <a:pt x="211132" y="2898"/>
                    <a:pt x="211232" y="2839"/>
                  </a:cubicBezTo>
                  <a:cubicBezTo>
                    <a:pt x="211478" y="2695"/>
                    <a:pt x="211742" y="2588"/>
                    <a:pt x="211997" y="2461"/>
                  </a:cubicBezTo>
                  <a:cubicBezTo>
                    <a:pt x="212123" y="2398"/>
                    <a:pt x="212244" y="2322"/>
                    <a:pt x="212368" y="2253"/>
                  </a:cubicBezTo>
                  <a:cubicBezTo>
                    <a:pt x="212480" y="2190"/>
                    <a:pt x="212608" y="2162"/>
                    <a:pt x="212716" y="2097"/>
                  </a:cubicBezTo>
                  <a:cubicBezTo>
                    <a:pt x="212820" y="2035"/>
                    <a:pt x="212902" y="1940"/>
                    <a:pt x="213005" y="1875"/>
                  </a:cubicBezTo>
                  <a:cubicBezTo>
                    <a:pt x="213112" y="1808"/>
                    <a:pt x="213200" y="1752"/>
                    <a:pt x="213282" y="1654"/>
                  </a:cubicBezTo>
                  <a:cubicBezTo>
                    <a:pt x="213434" y="1470"/>
                    <a:pt x="213698" y="1301"/>
                    <a:pt x="213942" y="1288"/>
                  </a:cubicBezTo>
                  <a:cubicBezTo>
                    <a:pt x="214217" y="1275"/>
                    <a:pt x="214492" y="1340"/>
                    <a:pt x="214760" y="1405"/>
                  </a:cubicBezTo>
                  <a:cubicBezTo>
                    <a:pt x="214890" y="1436"/>
                    <a:pt x="215009" y="1501"/>
                    <a:pt x="215143" y="1513"/>
                  </a:cubicBezTo>
                  <a:cubicBezTo>
                    <a:pt x="215277" y="1526"/>
                    <a:pt x="215396" y="1544"/>
                    <a:pt x="215515" y="1607"/>
                  </a:cubicBezTo>
                  <a:cubicBezTo>
                    <a:pt x="215588" y="1646"/>
                    <a:pt x="215657" y="1691"/>
                    <a:pt x="215727" y="17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1075" y="3746758"/>
              <a:ext cx="9144086" cy="1826403"/>
            </a:xfrm>
            <a:custGeom>
              <a:avLst/>
              <a:gdLst/>
              <a:ahLst/>
              <a:cxnLst/>
              <a:rect l="l" t="t" r="r" b="b"/>
              <a:pathLst>
                <a:path w="215726" h="88296" extrusionOk="0">
                  <a:moveTo>
                    <a:pt x="215725" y="34031"/>
                  </a:moveTo>
                  <a:cubicBezTo>
                    <a:pt x="215675" y="34049"/>
                    <a:pt x="215623" y="34068"/>
                    <a:pt x="215571" y="34083"/>
                  </a:cubicBezTo>
                  <a:cubicBezTo>
                    <a:pt x="215465" y="34116"/>
                    <a:pt x="215355" y="34133"/>
                    <a:pt x="215251" y="34174"/>
                  </a:cubicBezTo>
                  <a:cubicBezTo>
                    <a:pt x="215158" y="34209"/>
                    <a:pt x="215086" y="34265"/>
                    <a:pt x="215007" y="34326"/>
                  </a:cubicBezTo>
                  <a:cubicBezTo>
                    <a:pt x="214820" y="34473"/>
                    <a:pt x="214617" y="34598"/>
                    <a:pt x="214425" y="34741"/>
                  </a:cubicBezTo>
                  <a:cubicBezTo>
                    <a:pt x="214269" y="34856"/>
                    <a:pt x="214141" y="35013"/>
                    <a:pt x="213979" y="35117"/>
                  </a:cubicBezTo>
                  <a:cubicBezTo>
                    <a:pt x="213793" y="35236"/>
                    <a:pt x="213575" y="35165"/>
                    <a:pt x="213375" y="35225"/>
                  </a:cubicBezTo>
                  <a:cubicBezTo>
                    <a:pt x="213313" y="35241"/>
                    <a:pt x="213261" y="35280"/>
                    <a:pt x="213200" y="35292"/>
                  </a:cubicBezTo>
                  <a:cubicBezTo>
                    <a:pt x="213094" y="35308"/>
                    <a:pt x="212986" y="35290"/>
                    <a:pt x="212880" y="35308"/>
                  </a:cubicBezTo>
                  <a:cubicBezTo>
                    <a:pt x="212796" y="35323"/>
                    <a:pt x="212720" y="35360"/>
                    <a:pt x="212634" y="35368"/>
                  </a:cubicBezTo>
                  <a:cubicBezTo>
                    <a:pt x="212527" y="35377"/>
                    <a:pt x="212432" y="35390"/>
                    <a:pt x="212329" y="35426"/>
                  </a:cubicBezTo>
                  <a:cubicBezTo>
                    <a:pt x="212145" y="35325"/>
                    <a:pt x="211961" y="35227"/>
                    <a:pt x="211779" y="35122"/>
                  </a:cubicBezTo>
                  <a:cubicBezTo>
                    <a:pt x="211420" y="34922"/>
                    <a:pt x="211059" y="34788"/>
                    <a:pt x="210680" y="34641"/>
                  </a:cubicBezTo>
                  <a:cubicBezTo>
                    <a:pt x="210518" y="34579"/>
                    <a:pt x="210395" y="34460"/>
                    <a:pt x="210226" y="34418"/>
                  </a:cubicBezTo>
                  <a:cubicBezTo>
                    <a:pt x="210012" y="34364"/>
                    <a:pt x="209906" y="34272"/>
                    <a:pt x="209748" y="34122"/>
                  </a:cubicBezTo>
                  <a:cubicBezTo>
                    <a:pt x="209469" y="33852"/>
                    <a:pt x="209142" y="33616"/>
                    <a:pt x="208829" y="33387"/>
                  </a:cubicBezTo>
                  <a:cubicBezTo>
                    <a:pt x="208136" y="32881"/>
                    <a:pt x="207420" y="32405"/>
                    <a:pt x="206689" y="31959"/>
                  </a:cubicBezTo>
                  <a:cubicBezTo>
                    <a:pt x="206516" y="31855"/>
                    <a:pt x="206348" y="31736"/>
                    <a:pt x="206168" y="31643"/>
                  </a:cubicBezTo>
                  <a:cubicBezTo>
                    <a:pt x="205999" y="31555"/>
                    <a:pt x="205824" y="31505"/>
                    <a:pt x="205647" y="31444"/>
                  </a:cubicBezTo>
                  <a:cubicBezTo>
                    <a:pt x="205469" y="31384"/>
                    <a:pt x="205359" y="31243"/>
                    <a:pt x="205207" y="31144"/>
                  </a:cubicBezTo>
                  <a:cubicBezTo>
                    <a:pt x="205035" y="31035"/>
                    <a:pt x="204846" y="30953"/>
                    <a:pt x="204669" y="30849"/>
                  </a:cubicBezTo>
                  <a:cubicBezTo>
                    <a:pt x="204316" y="30637"/>
                    <a:pt x="203985" y="30397"/>
                    <a:pt x="203618" y="30203"/>
                  </a:cubicBezTo>
                  <a:cubicBezTo>
                    <a:pt x="203254" y="30010"/>
                    <a:pt x="202893" y="29831"/>
                    <a:pt x="202519" y="29658"/>
                  </a:cubicBezTo>
                  <a:cubicBezTo>
                    <a:pt x="202344" y="29577"/>
                    <a:pt x="202184" y="29467"/>
                    <a:pt x="202015" y="29374"/>
                  </a:cubicBezTo>
                  <a:cubicBezTo>
                    <a:pt x="201835" y="29272"/>
                    <a:pt x="201645" y="29190"/>
                    <a:pt x="201465" y="29086"/>
                  </a:cubicBezTo>
                  <a:cubicBezTo>
                    <a:pt x="201100" y="28875"/>
                    <a:pt x="200710" y="28719"/>
                    <a:pt x="200339" y="28518"/>
                  </a:cubicBezTo>
                  <a:cubicBezTo>
                    <a:pt x="199973" y="28319"/>
                    <a:pt x="199629" y="28105"/>
                    <a:pt x="199242" y="27942"/>
                  </a:cubicBezTo>
                  <a:cubicBezTo>
                    <a:pt x="198880" y="27789"/>
                    <a:pt x="198521" y="27644"/>
                    <a:pt x="198184" y="27436"/>
                  </a:cubicBezTo>
                  <a:cubicBezTo>
                    <a:pt x="197851" y="27231"/>
                    <a:pt x="197570" y="26980"/>
                    <a:pt x="197317" y="26685"/>
                  </a:cubicBezTo>
                  <a:cubicBezTo>
                    <a:pt x="197206" y="26554"/>
                    <a:pt x="197113" y="26419"/>
                    <a:pt x="197014" y="26279"/>
                  </a:cubicBezTo>
                  <a:cubicBezTo>
                    <a:pt x="196905" y="26127"/>
                    <a:pt x="196761" y="26002"/>
                    <a:pt x="196633" y="25864"/>
                  </a:cubicBezTo>
                  <a:cubicBezTo>
                    <a:pt x="196508" y="25732"/>
                    <a:pt x="196402" y="25567"/>
                    <a:pt x="196263" y="25452"/>
                  </a:cubicBezTo>
                  <a:cubicBezTo>
                    <a:pt x="196122" y="25336"/>
                    <a:pt x="195963" y="25275"/>
                    <a:pt x="195833" y="25139"/>
                  </a:cubicBezTo>
                  <a:cubicBezTo>
                    <a:pt x="195534" y="24825"/>
                    <a:pt x="195221" y="24529"/>
                    <a:pt x="194942" y="24194"/>
                  </a:cubicBezTo>
                  <a:cubicBezTo>
                    <a:pt x="194684" y="23884"/>
                    <a:pt x="194388" y="23614"/>
                    <a:pt x="194228" y="23240"/>
                  </a:cubicBezTo>
                  <a:cubicBezTo>
                    <a:pt x="194089" y="22917"/>
                    <a:pt x="193830" y="22675"/>
                    <a:pt x="193566" y="22452"/>
                  </a:cubicBezTo>
                  <a:cubicBezTo>
                    <a:pt x="193440" y="22346"/>
                    <a:pt x="193304" y="22240"/>
                    <a:pt x="193153" y="22169"/>
                  </a:cubicBezTo>
                  <a:cubicBezTo>
                    <a:pt x="192993" y="22095"/>
                    <a:pt x="192819" y="22083"/>
                    <a:pt x="192646" y="22057"/>
                  </a:cubicBezTo>
                  <a:cubicBezTo>
                    <a:pt x="192268" y="22000"/>
                    <a:pt x="191833" y="22026"/>
                    <a:pt x="191465" y="22139"/>
                  </a:cubicBezTo>
                  <a:cubicBezTo>
                    <a:pt x="191271" y="22197"/>
                    <a:pt x="191091" y="22212"/>
                    <a:pt x="190892" y="22249"/>
                  </a:cubicBezTo>
                  <a:cubicBezTo>
                    <a:pt x="190682" y="22288"/>
                    <a:pt x="190481" y="22355"/>
                    <a:pt x="190269" y="22383"/>
                  </a:cubicBezTo>
                  <a:cubicBezTo>
                    <a:pt x="189889" y="22433"/>
                    <a:pt x="189510" y="22500"/>
                    <a:pt x="189133" y="22541"/>
                  </a:cubicBezTo>
                  <a:cubicBezTo>
                    <a:pt x="188749" y="22584"/>
                    <a:pt x="188394" y="22772"/>
                    <a:pt x="188050" y="22939"/>
                  </a:cubicBezTo>
                  <a:cubicBezTo>
                    <a:pt x="187699" y="23110"/>
                    <a:pt x="187390" y="23305"/>
                    <a:pt x="187092" y="23560"/>
                  </a:cubicBezTo>
                  <a:cubicBezTo>
                    <a:pt x="187029" y="23614"/>
                    <a:pt x="186979" y="23677"/>
                    <a:pt x="186919" y="23735"/>
                  </a:cubicBezTo>
                  <a:cubicBezTo>
                    <a:pt x="186849" y="23800"/>
                    <a:pt x="186776" y="23830"/>
                    <a:pt x="186693" y="23871"/>
                  </a:cubicBezTo>
                  <a:cubicBezTo>
                    <a:pt x="186497" y="23966"/>
                    <a:pt x="186317" y="24105"/>
                    <a:pt x="186136" y="24226"/>
                  </a:cubicBezTo>
                  <a:cubicBezTo>
                    <a:pt x="185787" y="24460"/>
                    <a:pt x="185448" y="24693"/>
                    <a:pt x="185067" y="24879"/>
                  </a:cubicBezTo>
                  <a:cubicBezTo>
                    <a:pt x="184717" y="25048"/>
                    <a:pt x="184440" y="25314"/>
                    <a:pt x="184104" y="25507"/>
                  </a:cubicBezTo>
                  <a:cubicBezTo>
                    <a:pt x="183938" y="25602"/>
                    <a:pt x="183760" y="25669"/>
                    <a:pt x="183596" y="25768"/>
                  </a:cubicBezTo>
                  <a:cubicBezTo>
                    <a:pt x="183408" y="25879"/>
                    <a:pt x="183248" y="25978"/>
                    <a:pt x="183034" y="26030"/>
                  </a:cubicBezTo>
                  <a:cubicBezTo>
                    <a:pt x="182860" y="26075"/>
                    <a:pt x="182737" y="26184"/>
                    <a:pt x="182571" y="26240"/>
                  </a:cubicBezTo>
                  <a:cubicBezTo>
                    <a:pt x="182382" y="26305"/>
                    <a:pt x="182194" y="26324"/>
                    <a:pt x="181997" y="26363"/>
                  </a:cubicBezTo>
                  <a:cubicBezTo>
                    <a:pt x="181621" y="26435"/>
                    <a:pt x="181305" y="26655"/>
                    <a:pt x="180918" y="26662"/>
                  </a:cubicBezTo>
                  <a:cubicBezTo>
                    <a:pt x="180501" y="26672"/>
                    <a:pt x="180100" y="26662"/>
                    <a:pt x="179685" y="26712"/>
                  </a:cubicBezTo>
                  <a:cubicBezTo>
                    <a:pt x="179272" y="26761"/>
                    <a:pt x="178876" y="26724"/>
                    <a:pt x="178465" y="26675"/>
                  </a:cubicBezTo>
                  <a:cubicBezTo>
                    <a:pt x="178033" y="26625"/>
                    <a:pt x="177587" y="26571"/>
                    <a:pt x="177161" y="26478"/>
                  </a:cubicBezTo>
                  <a:cubicBezTo>
                    <a:pt x="176769" y="26393"/>
                    <a:pt x="176391" y="26242"/>
                    <a:pt x="175988" y="26201"/>
                  </a:cubicBezTo>
                  <a:cubicBezTo>
                    <a:pt x="175543" y="26155"/>
                    <a:pt x="175101" y="26173"/>
                    <a:pt x="174656" y="26106"/>
                  </a:cubicBezTo>
                  <a:cubicBezTo>
                    <a:pt x="174236" y="26043"/>
                    <a:pt x="173827" y="25935"/>
                    <a:pt x="173410" y="25853"/>
                  </a:cubicBezTo>
                  <a:cubicBezTo>
                    <a:pt x="173047" y="25783"/>
                    <a:pt x="172674" y="25814"/>
                    <a:pt x="172391" y="25539"/>
                  </a:cubicBezTo>
                  <a:cubicBezTo>
                    <a:pt x="172372" y="25520"/>
                    <a:pt x="172352" y="25515"/>
                    <a:pt x="172333" y="25518"/>
                  </a:cubicBezTo>
                  <a:cubicBezTo>
                    <a:pt x="171982" y="25243"/>
                    <a:pt x="171628" y="24975"/>
                    <a:pt x="171219" y="24788"/>
                  </a:cubicBezTo>
                  <a:cubicBezTo>
                    <a:pt x="170955" y="24667"/>
                    <a:pt x="170689" y="24550"/>
                    <a:pt x="170414" y="24464"/>
                  </a:cubicBezTo>
                  <a:cubicBezTo>
                    <a:pt x="170156" y="24384"/>
                    <a:pt x="169886" y="24347"/>
                    <a:pt x="169618" y="24313"/>
                  </a:cubicBezTo>
                  <a:cubicBezTo>
                    <a:pt x="169343" y="24280"/>
                    <a:pt x="169121" y="24326"/>
                    <a:pt x="168876" y="24453"/>
                  </a:cubicBezTo>
                  <a:cubicBezTo>
                    <a:pt x="168612" y="24589"/>
                    <a:pt x="168335" y="24678"/>
                    <a:pt x="168047" y="24747"/>
                  </a:cubicBezTo>
                  <a:cubicBezTo>
                    <a:pt x="167848" y="24793"/>
                    <a:pt x="167522" y="24927"/>
                    <a:pt x="167331" y="24797"/>
                  </a:cubicBezTo>
                  <a:cubicBezTo>
                    <a:pt x="167174" y="24691"/>
                    <a:pt x="167102" y="24477"/>
                    <a:pt x="167013" y="24317"/>
                  </a:cubicBezTo>
                  <a:cubicBezTo>
                    <a:pt x="166949" y="24202"/>
                    <a:pt x="166877" y="24094"/>
                    <a:pt x="166810" y="23982"/>
                  </a:cubicBezTo>
                  <a:cubicBezTo>
                    <a:pt x="166739" y="23861"/>
                    <a:pt x="166691" y="23733"/>
                    <a:pt x="166633" y="23607"/>
                  </a:cubicBezTo>
                  <a:cubicBezTo>
                    <a:pt x="166509" y="23337"/>
                    <a:pt x="166403" y="23071"/>
                    <a:pt x="166310" y="22790"/>
                  </a:cubicBezTo>
                  <a:cubicBezTo>
                    <a:pt x="166129" y="22253"/>
                    <a:pt x="165904" y="21721"/>
                    <a:pt x="165554" y="21273"/>
                  </a:cubicBezTo>
                  <a:cubicBezTo>
                    <a:pt x="165391" y="21064"/>
                    <a:pt x="165220" y="20927"/>
                    <a:pt x="165006" y="20778"/>
                  </a:cubicBezTo>
                  <a:cubicBezTo>
                    <a:pt x="164904" y="20705"/>
                    <a:pt x="164814" y="20620"/>
                    <a:pt x="164714" y="20547"/>
                  </a:cubicBezTo>
                  <a:cubicBezTo>
                    <a:pt x="164602" y="20469"/>
                    <a:pt x="164476" y="20421"/>
                    <a:pt x="164344" y="20382"/>
                  </a:cubicBezTo>
                  <a:cubicBezTo>
                    <a:pt x="164082" y="20302"/>
                    <a:pt x="163823" y="20213"/>
                    <a:pt x="163559" y="20136"/>
                  </a:cubicBezTo>
                  <a:cubicBezTo>
                    <a:pt x="163282" y="20056"/>
                    <a:pt x="163014" y="19978"/>
                    <a:pt x="162748" y="19861"/>
                  </a:cubicBezTo>
                  <a:cubicBezTo>
                    <a:pt x="162629" y="19807"/>
                    <a:pt x="162510" y="19761"/>
                    <a:pt x="162411" y="19675"/>
                  </a:cubicBezTo>
                  <a:cubicBezTo>
                    <a:pt x="162320" y="19593"/>
                    <a:pt x="162238" y="19498"/>
                    <a:pt x="162153" y="19409"/>
                  </a:cubicBezTo>
                  <a:cubicBezTo>
                    <a:pt x="161958" y="19208"/>
                    <a:pt x="161813" y="18965"/>
                    <a:pt x="161628" y="18754"/>
                  </a:cubicBezTo>
                  <a:cubicBezTo>
                    <a:pt x="161437" y="18539"/>
                    <a:pt x="161275" y="18299"/>
                    <a:pt x="161082" y="18087"/>
                  </a:cubicBezTo>
                  <a:cubicBezTo>
                    <a:pt x="160901" y="17886"/>
                    <a:pt x="160689" y="17717"/>
                    <a:pt x="160468" y="17564"/>
                  </a:cubicBezTo>
                  <a:cubicBezTo>
                    <a:pt x="160254" y="17415"/>
                    <a:pt x="160025" y="17256"/>
                    <a:pt x="159787" y="17151"/>
                  </a:cubicBezTo>
                  <a:cubicBezTo>
                    <a:pt x="159562" y="17051"/>
                    <a:pt x="159315" y="17016"/>
                    <a:pt x="159069" y="17019"/>
                  </a:cubicBezTo>
                  <a:cubicBezTo>
                    <a:pt x="158822" y="17023"/>
                    <a:pt x="158573" y="17064"/>
                    <a:pt x="158331" y="17112"/>
                  </a:cubicBezTo>
                  <a:cubicBezTo>
                    <a:pt x="158065" y="17164"/>
                    <a:pt x="157820" y="17267"/>
                    <a:pt x="157557" y="17328"/>
                  </a:cubicBezTo>
                  <a:cubicBezTo>
                    <a:pt x="157425" y="17358"/>
                    <a:pt x="157293" y="17371"/>
                    <a:pt x="157161" y="17412"/>
                  </a:cubicBezTo>
                  <a:cubicBezTo>
                    <a:pt x="157024" y="17455"/>
                    <a:pt x="156890" y="17510"/>
                    <a:pt x="156747" y="17534"/>
                  </a:cubicBezTo>
                  <a:cubicBezTo>
                    <a:pt x="156486" y="17583"/>
                    <a:pt x="156213" y="17652"/>
                    <a:pt x="155949" y="17665"/>
                  </a:cubicBezTo>
                  <a:cubicBezTo>
                    <a:pt x="155664" y="17680"/>
                    <a:pt x="155395" y="17678"/>
                    <a:pt x="155127" y="17789"/>
                  </a:cubicBezTo>
                  <a:cubicBezTo>
                    <a:pt x="154911" y="17879"/>
                    <a:pt x="154712" y="18011"/>
                    <a:pt x="154550" y="18178"/>
                  </a:cubicBezTo>
                  <a:cubicBezTo>
                    <a:pt x="154180" y="18567"/>
                    <a:pt x="154128" y="19125"/>
                    <a:pt x="153970" y="19619"/>
                  </a:cubicBezTo>
                  <a:cubicBezTo>
                    <a:pt x="153881" y="19895"/>
                    <a:pt x="153758" y="20155"/>
                    <a:pt x="153659" y="20426"/>
                  </a:cubicBezTo>
                  <a:cubicBezTo>
                    <a:pt x="153630" y="20506"/>
                    <a:pt x="153605" y="20599"/>
                    <a:pt x="153550" y="20666"/>
                  </a:cubicBezTo>
                  <a:cubicBezTo>
                    <a:pt x="153520" y="20704"/>
                    <a:pt x="153522" y="20705"/>
                    <a:pt x="153488" y="20696"/>
                  </a:cubicBezTo>
                  <a:cubicBezTo>
                    <a:pt x="153451" y="20687"/>
                    <a:pt x="153393" y="20585"/>
                    <a:pt x="153362" y="20557"/>
                  </a:cubicBezTo>
                  <a:cubicBezTo>
                    <a:pt x="153280" y="20484"/>
                    <a:pt x="153181" y="20445"/>
                    <a:pt x="153090" y="20389"/>
                  </a:cubicBezTo>
                  <a:cubicBezTo>
                    <a:pt x="152981" y="20320"/>
                    <a:pt x="152891" y="20220"/>
                    <a:pt x="152817" y="20116"/>
                  </a:cubicBezTo>
                  <a:cubicBezTo>
                    <a:pt x="152663" y="19902"/>
                    <a:pt x="152519" y="19668"/>
                    <a:pt x="152408" y="19428"/>
                  </a:cubicBezTo>
                  <a:cubicBezTo>
                    <a:pt x="152211" y="18998"/>
                    <a:pt x="151800" y="18507"/>
                    <a:pt x="151266" y="18570"/>
                  </a:cubicBezTo>
                  <a:cubicBezTo>
                    <a:pt x="151030" y="18598"/>
                    <a:pt x="150899" y="18788"/>
                    <a:pt x="150712" y="18911"/>
                  </a:cubicBezTo>
                  <a:cubicBezTo>
                    <a:pt x="150487" y="19054"/>
                    <a:pt x="150230" y="19138"/>
                    <a:pt x="150007" y="19285"/>
                  </a:cubicBezTo>
                  <a:cubicBezTo>
                    <a:pt x="149544" y="19590"/>
                    <a:pt x="149140" y="19986"/>
                    <a:pt x="148785" y="20408"/>
                  </a:cubicBezTo>
                  <a:cubicBezTo>
                    <a:pt x="148644" y="20575"/>
                    <a:pt x="148513" y="20748"/>
                    <a:pt x="148383" y="20923"/>
                  </a:cubicBezTo>
                  <a:cubicBezTo>
                    <a:pt x="148294" y="20890"/>
                    <a:pt x="148203" y="20860"/>
                    <a:pt x="148110" y="20839"/>
                  </a:cubicBezTo>
                  <a:cubicBezTo>
                    <a:pt x="147969" y="20810"/>
                    <a:pt x="147814" y="20830"/>
                    <a:pt x="147677" y="20784"/>
                  </a:cubicBezTo>
                  <a:cubicBezTo>
                    <a:pt x="147550" y="20743"/>
                    <a:pt x="147442" y="20644"/>
                    <a:pt x="147338" y="20566"/>
                  </a:cubicBezTo>
                  <a:cubicBezTo>
                    <a:pt x="147215" y="20473"/>
                    <a:pt x="147083" y="20399"/>
                    <a:pt x="146949" y="20326"/>
                  </a:cubicBezTo>
                  <a:cubicBezTo>
                    <a:pt x="146682" y="20181"/>
                    <a:pt x="146417" y="20030"/>
                    <a:pt x="146146" y="19891"/>
                  </a:cubicBezTo>
                  <a:cubicBezTo>
                    <a:pt x="145869" y="19751"/>
                    <a:pt x="145608" y="19580"/>
                    <a:pt x="145326" y="19446"/>
                  </a:cubicBezTo>
                  <a:cubicBezTo>
                    <a:pt x="145065" y="19324"/>
                    <a:pt x="144792" y="19190"/>
                    <a:pt x="144578" y="18994"/>
                  </a:cubicBezTo>
                  <a:cubicBezTo>
                    <a:pt x="144474" y="18901"/>
                    <a:pt x="144353" y="18836"/>
                    <a:pt x="144236" y="18758"/>
                  </a:cubicBezTo>
                  <a:cubicBezTo>
                    <a:pt x="144111" y="18675"/>
                    <a:pt x="143989" y="18585"/>
                    <a:pt x="143858" y="18509"/>
                  </a:cubicBezTo>
                  <a:cubicBezTo>
                    <a:pt x="143626" y="18373"/>
                    <a:pt x="143416" y="18198"/>
                    <a:pt x="143193" y="18044"/>
                  </a:cubicBezTo>
                  <a:cubicBezTo>
                    <a:pt x="142951" y="17877"/>
                    <a:pt x="142663" y="17789"/>
                    <a:pt x="142415" y="17626"/>
                  </a:cubicBezTo>
                  <a:cubicBezTo>
                    <a:pt x="142194" y="17479"/>
                    <a:pt x="142002" y="17326"/>
                    <a:pt x="141829" y="17125"/>
                  </a:cubicBezTo>
                  <a:cubicBezTo>
                    <a:pt x="141762" y="17047"/>
                    <a:pt x="141679" y="16947"/>
                    <a:pt x="141580" y="16891"/>
                  </a:cubicBezTo>
                  <a:cubicBezTo>
                    <a:pt x="141578" y="16884"/>
                    <a:pt x="141575" y="16876"/>
                    <a:pt x="141569" y="16869"/>
                  </a:cubicBezTo>
                  <a:cubicBezTo>
                    <a:pt x="141443" y="16659"/>
                    <a:pt x="141271" y="16536"/>
                    <a:pt x="141026" y="16508"/>
                  </a:cubicBezTo>
                  <a:cubicBezTo>
                    <a:pt x="140734" y="16474"/>
                    <a:pt x="140453" y="16476"/>
                    <a:pt x="140163" y="16404"/>
                  </a:cubicBezTo>
                  <a:cubicBezTo>
                    <a:pt x="139884" y="16333"/>
                    <a:pt x="139614" y="16231"/>
                    <a:pt x="139326" y="16201"/>
                  </a:cubicBezTo>
                  <a:cubicBezTo>
                    <a:pt x="139198" y="16188"/>
                    <a:pt x="139092" y="16175"/>
                    <a:pt x="138975" y="16115"/>
                  </a:cubicBezTo>
                  <a:cubicBezTo>
                    <a:pt x="138858" y="16054"/>
                    <a:pt x="138744" y="15980"/>
                    <a:pt x="138623" y="15922"/>
                  </a:cubicBezTo>
                  <a:cubicBezTo>
                    <a:pt x="138368" y="15797"/>
                    <a:pt x="138155" y="15626"/>
                    <a:pt x="137954" y="15427"/>
                  </a:cubicBezTo>
                  <a:cubicBezTo>
                    <a:pt x="137758" y="15236"/>
                    <a:pt x="137517" y="15094"/>
                    <a:pt x="137295" y="14935"/>
                  </a:cubicBezTo>
                  <a:cubicBezTo>
                    <a:pt x="137072" y="14775"/>
                    <a:pt x="136817" y="14631"/>
                    <a:pt x="136546" y="14574"/>
                  </a:cubicBezTo>
                  <a:cubicBezTo>
                    <a:pt x="136295" y="14520"/>
                    <a:pt x="136044" y="14551"/>
                    <a:pt x="135793" y="14520"/>
                  </a:cubicBezTo>
                  <a:cubicBezTo>
                    <a:pt x="135670" y="14505"/>
                    <a:pt x="135545" y="14473"/>
                    <a:pt x="135434" y="14421"/>
                  </a:cubicBezTo>
                  <a:cubicBezTo>
                    <a:pt x="135322" y="14367"/>
                    <a:pt x="135251" y="14280"/>
                    <a:pt x="135153" y="14207"/>
                  </a:cubicBezTo>
                  <a:cubicBezTo>
                    <a:pt x="134937" y="14047"/>
                    <a:pt x="134632" y="14042"/>
                    <a:pt x="134374" y="14038"/>
                  </a:cubicBezTo>
                  <a:cubicBezTo>
                    <a:pt x="134082" y="14033"/>
                    <a:pt x="133793" y="14021"/>
                    <a:pt x="133503" y="14073"/>
                  </a:cubicBezTo>
                  <a:cubicBezTo>
                    <a:pt x="133230" y="14124"/>
                    <a:pt x="132966" y="14220"/>
                    <a:pt x="132691" y="14272"/>
                  </a:cubicBezTo>
                  <a:cubicBezTo>
                    <a:pt x="132384" y="14332"/>
                    <a:pt x="132114" y="14276"/>
                    <a:pt x="131818" y="14185"/>
                  </a:cubicBezTo>
                  <a:cubicBezTo>
                    <a:pt x="131537" y="14099"/>
                    <a:pt x="131270" y="14051"/>
                    <a:pt x="130978" y="14020"/>
                  </a:cubicBezTo>
                  <a:cubicBezTo>
                    <a:pt x="130695" y="13988"/>
                    <a:pt x="130440" y="13854"/>
                    <a:pt x="130158" y="13817"/>
                  </a:cubicBezTo>
                  <a:cubicBezTo>
                    <a:pt x="129882" y="13780"/>
                    <a:pt x="129572" y="13763"/>
                    <a:pt x="129295" y="13787"/>
                  </a:cubicBezTo>
                  <a:cubicBezTo>
                    <a:pt x="129157" y="13800"/>
                    <a:pt x="129025" y="13843"/>
                    <a:pt x="128889" y="13854"/>
                  </a:cubicBezTo>
                  <a:cubicBezTo>
                    <a:pt x="128752" y="13865"/>
                    <a:pt x="128620" y="13863"/>
                    <a:pt x="128486" y="13902"/>
                  </a:cubicBezTo>
                  <a:cubicBezTo>
                    <a:pt x="128262" y="13966"/>
                    <a:pt x="128080" y="14101"/>
                    <a:pt x="127907" y="14252"/>
                  </a:cubicBezTo>
                  <a:cubicBezTo>
                    <a:pt x="127697" y="14432"/>
                    <a:pt x="127452" y="14557"/>
                    <a:pt x="127230" y="14723"/>
                  </a:cubicBezTo>
                  <a:cubicBezTo>
                    <a:pt x="127119" y="14806"/>
                    <a:pt x="127016" y="14860"/>
                    <a:pt x="126888" y="14914"/>
                  </a:cubicBezTo>
                  <a:cubicBezTo>
                    <a:pt x="126765" y="14966"/>
                    <a:pt x="126667" y="15046"/>
                    <a:pt x="126555" y="15117"/>
                  </a:cubicBezTo>
                  <a:cubicBezTo>
                    <a:pt x="126442" y="15189"/>
                    <a:pt x="126313" y="15210"/>
                    <a:pt x="126194" y="15266"/>
                  </a:cubicBezTo>
                  <a:cubicBezTo>
                    <a:pt x="126073" y="15321"/>
                    <a:pt x="125971" y="15403"/>
                    <a:pt x="125858" y="15472"/>
                  </a:cubicBezTo>
                  <a:cubicBezTo>
                    <a:pt x="125618" y="15617"/>
                    <a:pt x="125356" y="15719"/>
                    <a:pt x="125119" y="15874"/>
                  </a:cubicBezTo>
                  <a:cubicBezTo>
                    <a:pt x="124880" y="16030"/>
                    <a:pt x="124645" y="16184"/>
                    <a:pt x="124383" y="16303"/>
                  </a:cubicBezTo>
                  <a:cubicBezTo>
                    <a:pt x="124115" y="16422"/>
                    <a:pt x="123836" y="16517"/>
                    <a:pt x="123570" y="16644"/>
                  </a:cubicBezTo>
                  <a:cubicBezTo>
                    <a:pt x="123323" y="16763"/>
                    <a:pt x="123115" y="16937"/>
                    <a:pt x="122878" y="17073"/>
                  </a:cubicBezTo>
                  <a:cubicBezTo>
                    <a:pt x="122639" y="17211"/>
                    <a:pt x="122391" y="17347"/>
                    <a:pt x="122146" y="17473"/>
                  </a:cubicBezTo>
                  <a:cubicBezTo>
                    <a:pt x="121644" y="17732"/>
                    <a:pt x="121080" y="17862"/>
                    <a:pt x="120561" y="18085"/>
                  </a:cubicBezTo>
                  <a:cubicBezTo>
                    <a:pt x="120303" y="18197"/>
                    <a:pt x="120055" y="18327"/>
                    <a:pt x="119827" y="18492"/>
                  </a:cubicBezTo>
                  <a:cubicBezTo>
                    <a:pt x="119590" y="18665"/>
                    <a:pt x="119373" y="18864"/>
                    <a:pt x="119131" y="19032"/>
                  </a:cubicBezTo>
                  <a:cubicBezTo>
                    <a:pt x="118638" y="19374"/>
                    <a:pt x="118093" y="19610"/>
                    <a:pt x="117580" y="19917"/>
                  </a:cubicBezTo>
                  <a:cubicBezTo>
                    <a:pt x="117314" y="20077"/>
                    <a:pt x="117054" y="20248"/>
                    <a:pt x="116795" y="20423"/>
                  </a:cubicBezTo>
                  <a:cubicBezTo>
                    <a:pt x="116589" y="20560"/>
                    <a:pt x="116386" y="20746"/>
                    <a:pt x="116126" y="20754"/>
                  </a:cubicBezTo>
                  <a:cubicBezTo>
                    <a:pt x="115845" y="20763"/>
                    <a:pt x="115570" y="20670"/>
                    <a:pt x="115304" y="20588"/>
                  </a:cubicBezTo>
                  <a:cubicBezTo>
                    <a:pt x="115010" y="20499"/>
                    <a:pt x="114714" y="20430"/>
                    <a:pt x="114416" y="20356"/>
                  </a:cubicBezTo>
                  <a:cubicBezTo>
                    <a:pt x="114119" y="20280"/>
                    <a:pt x="113847" y="20250"/>
                    <a:pt x="113541" y="20259"/>
                  </a:cubicBezTo>
                  <a:cubicBezTo>
                    <a:pt x="113241" y="20266"/>
                    <a:pt x="112942" y="20246"/>
                    <a:pt x="112642" y="20265"/>
                  </a:cubicBezTo>
                  <a:cubicBezTo>
                    <a:pt x="112354" y="20281"/>
                    <a:pt x="112066" y="20348"/>
                    <a:pt x="111783" y="20417"/>
                  </a:cubicBezTo>
                  <a:cubicBezTo>
                    <a:pt x="111664" y="20445"/>
                    <a:pt x="111552" y="20482"/>
                    <a:pt x="111456" y="20555"/>
                  </a:cubicBezTo>
                  <a:cubicBezTo>
                    <a:pt x="111365" y="20625"/>
                    <a:pt x="111227" y="20625"/>
                    <a:pt x="111117" y="20659"/>
                  </a:cubicBezTo>
                  <a:cubicBezTo>
                    <a:pt x="110892" y="20730"/>
                    <a:pt x="110641" y="20813"/>
                    <a:pt x="110401" y="20784"/>
                  </a:cubicBezTo>
                  <a:cubicBezTo>
                    <a:pt x="110401" y="20782"/>
                    <a:pt x="110401" y="20782"/>
                    <a:pt x="110399" y="20782"/>
                  </a:cubicBezTo>
                  <a:cubicBezTo>
                    <a:pt x="110381" y="20717"/>
                    <a:pt x="110280" y="20717"/>
                    <a:pt x="110264" y="20774"/>
                  </a:cubicBezTo>
                  <a:cubicBezTo>
                    <a:pt x="110217" y="20757"/>
                    <a:pt x="110171" y="20739"/>
                    <a:pt x="110124" y="20718"/>
                  </a:cubicBezTo>
                  <a:cubicBezTo>
                    <a:pt x="109977" y="20653"/>
                    <a:pt x="109836" y="20571"/>
                    <a:pt x="109698" y="20490"/>
                  </a:cubicBezTo>
                  <a:cubicBezTo>
                    <a:pt x="109404" y="20315"/>
                    <a:pt x="109109" y="20155"/>
                    <a:pt x="108794" y="20021"/>
                  </a:cubicBezTo>
                  <a:cubicBezTo>
                    <a:pt x="108636" y="19954"/>
                    <a:pt x="108469" y="19898"/>
                    <a:pt x="108316" y="19822"/>
                  </a:cubicBezTo>
                  <a:cubicBezTo>
                    <a:pt x="108179" y="19753"/>
                    <a:pt x="108058" y="19658"/>
                    <a:pt x="107924" y="19584"/>
                  </a:cubicBezTo>
                  <a:cubicBezTo>
                    <a:pt x="107796" y="19511"/>
                    <a:pt x="107656" y="19456"/>
                    <a:pt x="107541" y="19363"/>
                  </a:cubicBezTo>
                  <a:cubicBezTo>
                    <a:pt x="107414" y="19260"/>
                    <a:pt x="107301" y="19139"/>
                    <a:pt x="107184" y="19026"/>
                  </a:cubicBezTo>
                  <a:cubicBezTo>
                    <a:pt x="107061" y="18909"/>
                    <a:pt x="106937" y="18790"/>
                    <a:pt x="106804" y="18682"/>
                  </a:cubicBezTo>
                  <a:cubicBezTo>
                    <a:pt x="106680" y="18580"/>
                    <a:pt x="106568" y="18461"/>
                    <a:pt x="106442" y="18360"/>
                  </a:cubicBezTo>
                  <a:cubicBezTo>
                    <a:pt x="106315" y="18258"/>
                    <a:pt x="106220" y="18131"/>
                    <a:pt x="106109" y="18016"/>
                  </a:cubicBezTo>
                  <a:cubicBezTo>
                    <a:pt x="105990" y="17895"/>
                    <a:pt x="105852" y="17789"/>
                    <a:pt x="105718" y="17685"/>
                  </a:cubicBezTo>
                  <a:cubicBezTo>
                    <a:pt x="105445" y="17466"/>
                    <a:pt x="105164" y="17248"/>
                    <a:pt x="104872" y="17053"/>
                  </a:cubicBezTo>
                  <a:cubicBezTo>
                    <a:pt x="104582" y="16858"/>
                    <a:pt x="104294" y="16655"/>
                    <a:pt x="103996" y="16469"/>
                  </a:cubicBezTo>
                  <a:cubicBezTo>
                    <a:pt x="103714" y="16292"/>
                    <a:pt x="103405" y="16153"/>
                    <a:pt x="103104" y="16008"/>
                  </a:cubicBezTo>
                  <a:cubicBezTo>
                    <a:pt x="102834" y="15877"/>
                    <a:pt x="102559" y="15753"/>
                    <a:pt x="102334" y="15548"/>
                  </a:cubicBezTo>
                  <a:cubicBezTo>
                    <a:pt x="102216" y="15442"/>
                    <a:pt x="102103" y="15331"/>
                    <a:pt x="101978" y="15230"/>
                  </a:cubicBezTo>
                  <a:cubicBezTo>
                    <a:pt x="101856" y="15134"/>
                    <a:pt x="101725" y="15057"/>
                    <a:pt x="101592" y="14975"/>
                  </a:cubicBezTo>
                  <a:cubicBezTo>
                    <a:pt x="101326" y="14814"/>
                    <a:pt x="101084" y="14613"/>
                    <a:pt x="100829" y="14434"/>
                  </a:cubicBezTo>
                  <a:cubicBezTo>
                    <a:pt x="100701" y="14343"/>
                    <a:pt x="100569" y="14258"/>
                    <a:pt x="100427" y="14185"/>
                  </a:cubicBezTo>
                  <a:cubicBezTo>
                    <a:pt x="100284" y="14113"/>
                    <a:pt x="100147" y="14077"/>
                    <a:pt x="99988" y="14049"/>
                  </a:cubicBezTo>
                  <a:cubicBezTo>
                    <a:pt x="99834" y="14021"/>
                    <a:pt x="99689" y="13951"/>
                    <a:pt x="99533" y="13930"/>
                  </a:cubicBezTo>
                  <a:cubicBezTo>
                    <a:pt x="99382" y="13908"/>
                    <a:pt x="99230" y="13886"/>
                    <a:pt x="99079" y="13869"/>
                  </a:cubicBezTo>
                  <a:cubicBezTo>
                    <a:pt x="98906" y="13850"/>
                    <a:pt x="98744" y="13891"/>
                    <a:pt x="98573" y="13921"/>
                  </a:cubicBezTo>
                  <a:cubicBezTo>
                    <a:pt x="98398" y="13951"/>
                    <a:pt x="98222" y="13966"/>
                    <a:pt x="98047" y="13982"/>
                  </a:cubicBezTo>
                  <a:cubicBezTo>
                    <a:pt x="97887" y="13997"/>
                    <a:pt x="97729" y="14006"/>
                    <a:pt x="97571" y="14012"/>
                  </a:cubicBezTo>
                  <a:cubicBezTo>
                    <a:pt x="97476" y="13904"/>
                    <a:pt x="97379" y="13793"/>
                    <a:pt x="97279" y="13688"/>
                  </a:cubicBezTo>
                  <a:cubicBezTo>
                    <a:pt x="97136" y="13538"/>
                    <a:pt x="96964" y="13419"/>
                    <a:pt x="96808" y="13283"/>
                  </a:cubicBezTo>
                  <a:cubicBezTo>
                    <a:pt x="96654" y="13145"/>
                    <a:pt x="96537" y="12989"/>
                    <a:pt x="96423" y="12816"/>
                  </a:cubicBezTo>
                  <a:cubicBezTo>
                    <a:pt x="96185" y="12455"/>
                    <a:pt x="95904" y="12123"/>
                    <a:pt x="95651" y="11769"/>
                  </a:cubicBezTo>
                  <a:cubicBezTo>
                    <a:pt x="95544" y="11615"/>
                    <a:pt x="95426" y="11434"/>
                    <a:pt x="95252" y="11351"/>
                  </a:cubicBezTo>
                  <a:cubicBezTo>
                    <a:pt x="95173" y="11315"/>
                    <a:pt x="95103" y="11282"/>
                    <a:pt x="95032" y="11232"/>
                  </a:cubicBezTo>
                  <a:cubicBezTo>
                    <a:pt x="94958" y="11176"/>
                    <a:pt x="94882" y="11124"/>
                    <a:pt x="94789" y="11105"/>
                  </a:cubicBezTo>
                  <a:cubicBezTo>
                    <a:pt x="94688" y="11087"/>
                    <a:pt x="94601" y="11111"/>
                    <a:pt x="94508" y="11144"/>
                  </a:cubicBezTo>
                  <a:cubicBezTo>
                    <a:pt x="94405" y="11181"/>
                    <a:pt x="94307" y="11176"/>
                    <a:pt x="94199" y="11170"/>
                  </a:cubicBezTo>
                  <a:cubicBezTo>
                    <a:pt x="93980" y="11159"/>
                    <a:pt x="93792" y="11170"/>
                    <a:pt x="93591" y="11263"/>
                  </a:cubicBezTo>
                  <a:cubicBezTo>
                    <a:pt x="93416" y="11343"/>
                    <a:pt x="93264" y="11460"/>
                    <a:pt x="93094" y="11546"/>
                  </a:cubicBezTo>
                  <a:cubicBezTo>
                    <a:pt x="92908" y="11641"/>
                    <a:pt x="92713" y="11715"/>
                    <a:pt x="92525" y="11806"/>
                  </a:cubicBezTo>
                  <a:cubicBezTo>
                    <a:pt x="92335" y="11899"/>
                    <a:pt x="92150" y="12004"/>
                    <a:pt x="91980" y="12132"/>
                  </a:cubicBezTo>
                  <a:cubicBezTo>
                    <a:pt x="91820" y="12251"/>
                    <a:pt x="91670" y="12383"/>
                    <a:pt x="91487" y="12472"/>
                  </a:cubicBezTo>
                  <a:cubicBezTo>
                    <a:pt x="91095" y="12664"/>
                    <a:pt x="90760" y="12959"/>
                    <a:pt x="90453" y="13268"/>
                  </a:cubicBezTo>
                  <a:cubicBezTo>
                    <a:pt x="90299" y="13424"/>
                    <a:pt x="90152" y="13590"/>
                    <a:pt x="90009" y="13757"/>
                  </a:cubicBezTo>
                  <a:cubicBezTo>
                    <a:pt x="89882" y="13910"/>
                    <a:pt x="89765" y="14051"/>
                    <a:pt x="89594" y="14155"/>
                  </a:cubicBezTo>
                  <a:cubicBezTo>
                    <a:pt x="89514" y="14202"/>
                    <a:pt x="89432" y="14237"/>
                    <a:pt x="89349" y="14278"/>
                  </a:cubicBezTo>
                  <a:cubicBezTo>
                    <a:pt x="89250" y="14325"/>
                    <a:pt x="89168" y="14395"/>
                    <a:pt x="89079" y="14458"/>
                  </a:cubicBezTo>
                  <a:cubicBezTo>
                    <a:pt x="88908" y="14583"/>
                    <a:pt x="88713" y="14667"/>
                    <a:pt x="88517" y="14750"/>
                  </a:cubicBezTo>
                  <a:cubicBezTo>
                    <a:pt x="88436" y="14786"/>
                    <a:pt x="88357" y="14825"/>
                    <a:pt x="88268" y="14836"/>
                  </a:cubicBezTo>
                  <a:cubicBezTo>
                    <a:pt x="88157" y="14849"/>
                    <a:pt x="88054" y="14869"/>
                    <a:pt x="87948" y="14905"/>
                  </a:cubicBezTo>
                  <a:cubicBezTo>
                    <a:pt x="87742" y="14975"/>
                    <a:pt x="87543" y="15065"/>
                    <a:pt x="87344" y="15150"/>
                  </a:cubicBezTo>
                  <a:cubicBezTo>
                    <a:pt x="87147" y="15236"/>
                    <a:pt x="86940" y="15293"/>
                    <a:pt x="86745" y="15383"/>
                  </a:cubicBezTo>
                  <a:cubicBezTo>
                    <a:pt x="86546" y="15472"/>
                    <a:pt x="86379" y="15626"/>
                    <a:pt x="86198" y="15751"/>
                  </a:cubicBezTo>
                  <a:cubicBezTo>
                    <a:pt x="86031" y="15868"/>
                    <a:pt x="85860" y="15982"/>
                    <a:pt x="85674" y="16067"/>
                  </a:cubicBezTo>
                  <a:cubicBezTo>
                    <a:pt x="85482" y="16156"/>
                    <a:pt x="85319" y="16275"/>
                    <a:pt x="85153" y="16409"/>
                  </a:cubicBezTo>
                  <a:cubicBezTo>
                    <a:pt x="84989" y="16543"/>
                    <a:pt x="84829" y="16670"/>
                    <a:pt x="84632" y="16750"/>
                  </a:cubicBezTo>
                  <a:cubicBezTo>
                    <a:pt x="84428" y="16831"/>
                    <a:pt x="84223" y="16910"/>
                    <a:pt x="84022" y="17001"/>
                  </a:cubicBezTo>
                  <a:cubicBezTo>
                    <a:pt x="83827" y="17092"/>
                    <a:pt x="83636" y="17189"/>
                    <a:pt x="83431" y="17256"/>
                  </a:cubicBezTo>
                  <a:cubicBezTo>
                    <a:pt x="83215" y="17326"/>
                    <a:pt x="82992" y="17350"/>
                    <a:pt x="82767" y="17375"/>
                  </a:cubicBezTo>
                  <a:cubicBezTo>
                    <a:pt x="82538" y="17399"/>
                    <a:pt x="82308" y="17423"/>
                    <a:pt x="82083" y="17469"/>
                  </a:cubicBezTo>
                  <a:cubicBezTo>
                    <a:pt x="81980" y="17490"/>
                    <a:pt x="81884" y="17525"/>
                    <a:pt x="81783" y="17553"/>
                  </a:cubicBezTo>
                  <a:cubicBezTo>
                    <a:pt x="81673" y="17585"/>
                    <a:pt x="81566" y="17590"/>
                    <a:pt x="81456" y="17609"/>
                  </a:cubicBezTo>
                  <a:cubicBezTo>
                    <a:pt x="81253" y="17642"/>
                    <a:pt x="81073" y="17722"/>
                    <a:pt x="80864" y="17733"/>
                  </a:cubicBezTo>
                  <a:cubicBezTo>
                    <a:pt x="80758" y="17737"/>
                    <a:pt x="80651" y="17737"/>
                    <a:pt x="80545" y="17741"/>
                  </a:cubicBezTo>
                  <a:cubicBezTo>
                    <a:pt x="80431" y="17743"/>
                    <a:pt x="80336" y="17754"/>
                    <a:pt x="80227" y="17720"/>
                  </a:cubicBezTo>
                  <a:cubicBezTo>
                    <a:pt x="80096" y="17681"/>
                    <a:pt x="79936" y="17637"/>
                    <a:pt x="79803" y="17665"/>
                  </a:cubicBezTo>
                  <a:cubicBezTo>
                    <a:pt x="79791" y="17667"/>
                    <a:pt x="79784" y="17670"/>
                    <a:pt x="79776" y="17676"/>
                  </a:cubicBezTo>
                  <a:cubicBezTo>
                    <a:pt x="79724" y="17661"/>
                    <a:pt x="79670" y="17646"/>
                    <a:pt x="79618" y="17631"/>
                  </a:cubicBezTo>
                  <a:cubicBezTo>
                    <a:pt x="79259" y="17531"/>
                    <a:pt x="78910" y="17441"/>
                    <a:pt x="78573" y="17276"/>
                  </a:cubicBezTo>
                  <a:cubicBezTo>
                    <a:pt x="78263" y="17122"/>
                    <a:pt x="77963" y="16967"/>
                    <a:pt x="77623" y="16887"/>
                  </a:cubicBezTo>
                  <a:cubicBezTo>
                    <a:pt x="77260" y="16800"/>
                    <a:pt x="76929" y="16647"/>
                    <a:pt x="76578" y="16525"/>
                  </a:cubicBezTo>
                  <a:cubicBezTo>
                    <a:pt x="76247" y="16407"/>
                    <a:pt x="75951" y="16208"/>
                    <a:pt x="75620" y="16086"/>
                  </a:cubicBezTo>
                  <a:cubicBezTo>
                    <a:pt x="75281" y="15961"/>
                    <a:pt x="74954" y="15801"/>
                    <a:pt x="74636" y="15626"/>
                  </a:cubicBezTo>
                  <a:cubicBezTo>
                    <a:pt x="74314" y="15448"/>
                    <a:pt x="74002" y="15254"/>
                    <a:pt x="73665" y="15100"/>
                  </a:cubicBezTo>
                  <a:cubicBezTo>
                    <a:pt x="73327" y="14944"/>
                    <a:pt x="72959" y="14836"/>
                    <a:pt x="72633" y="14656"/>
                  </a:cubicBezTo>
                  <a:cubicBezTo>
                    <a:pt x="72510" y="14587"/>
                    <a:pt x="72404" y="14492"/>
                    <a:pt x="72289" y="14414"/>
                  </a:cubicBezTo>
                  <a:cubicBezTo>
                    <a:pt x="72151" y="14319"/>
                    <a:pt x="71995" y="14258"/>
                    <a:pt x="71852" y="14170"/>
                  </a:cubicBezTo>
                  <a:cubicBezTo>
                    <a:pt x="71567" y="13990"/>
                    <a:pt x="71313" y="13772"/>
                    <a:pt x="71011" y="13620"/>
                  </a:cubicBezTo>
                  <a:cubicBezTo>
                    <a:pt x="70703" y="13463"/>
                    <a:pt x="70414" y="13261"/>
                    <a:pt x="70059" y="13240"/>
                  </a:cubicBezTo>
                  <a:cubicBezTo>
                    <a:pt x="69702" y="13218"/>
                    <a:pt x="69336" y="13237"/>
                    <a:pt x="68977" y="13238"/>
                  </a:cubicBezTo>
                  <a:cubicBezTo>
                    <a:pt x="68622" y="13238"/>
                    <a:pt x="68372" y="13160"/>
                    <a:pt x="68090" y="12945"/>
                  </a:cubicBezTo>
                  <a:cubicBezTo>
                    <a:pt x="67974" y="12855"/>
                    <a:pt x="67857" y="12777"/>
                    <a:pt x="67712" y="12749"/>
                  </a:cubicBezTo>
                  <a:cubicBezTo>
                    <a:pt x="67554" y="12720"/>
                    <a:pt x="67390" y="12749"/>
                    <a:pt x="67231" y="12746"/>
                  </a:cubicBezTo>
                  <a:cubicBezTo>
                    <a:pt x="67061" y="12742"/>
                    <a:pt x="66896" y="12723"/>
                    <a:pt x="66727" y="12751"/>
                  </a:cubicBezTo>
                  <a:cubicBezTo>
                    <a:pt x="66555" y="12777"/>
                    <a:pt x="66388" y="12839"/>
                    <a:pt x="66224" y="12889"/>
                  </a:cubicBezTo>
                  <a:cubicBezTo>
                    <a:pt x="66079" y="12935"/>
                    <a:pt x="65944" y="12995"/>
                    <a:pt x="65828" y="13099"/>
                  </a:cubicBezTo>
                  <a:cubicBezTo>
                    <a:pt x="65691" y="13227"/>
                    <a:pt x="65592" y="13393"/>
                    <a:pt x="65456" y="13525"/>
                  </a:cubicBezTo>
                  <a:cubicBezTo>
                    <a:pt x="65350" y="13629"/>
                    <a:pt x="65220" y="13674"/>
                    <a:pt x="65096" y="13752"/>
                  </a:cubicBezTo>
                  <a:cubicBezTo>
                    <a:pt x="65030" y="13793"/>
                    <a:pt x="64976" y="13852"/>
                    <a:pt x="64906" y="13884"/>
                  </a:cubicBezTo>
                  <a:cubicBezTo>
                    <a:pt x="64822" y="13919"/>
                    <a:pt x="64733" y="13930"/>
                    <a:pt x="64651" y="13975"/>
                  </a:cubicBezTo>
                  <a:cubicBezTo>
                    <a:pt x="64510" y="14055"/>
                    <a:pt x="64383" y="14165"/>
                    <a:pt x="64242" y="14248"/>
                  </a:cubicBezTo>
                  <a:cubicBezTo>
                    <a:pt x="64093" y="14336"/>
                    <a:pt x="63922" y="14367"/>
                    <a:pt x="63773" y="14457"/>
                  </a:cubicBezTo>
                  <a:cubicBezTo>
                    <a:pt x="63624" y="14542"/>
                    <a:pt x="63494" y="14657"/>
                    <a:pt x="63345" y="14743"/>
                  </a:cubicBezTo>
                  <a:cubicBezTo>
                    <a:pt x="63200" y="14823"/>
                    <a:pt x="63055" y="14886"/>
                    <a:pt x="62921" y="14987"/>
                  </a:cubicBezTo>
                  <a:cubicBezTo>
                    <a:pt x="62814" y="15068"/>
                    <a:pt x="62665" y="15215"/>
                    <a:pt x="62516" y="15210"/>
                  </a:cubicBezTo>
                  <a:cubicBezTo>
                    <a:pt x="62445" y="15206"/>
                    <a:pt x="62364" y="15173"/>
                    <a:pt x="62293" y="15156"/>
                  </a:cubicBezTo>
                  <a:cubicBezTo>
                    <a:pt x="62185" y="15134"/>
                    <a:pt x="62075" y="15109"/>
                    <a:pt x="61967" y="15085"/>
                  </a:cubicBezTo>
                  <a:cubicBezTo>
                    <a:pt x="61785" y="15042"/>
                    <a:pt x="61599" y="15005"/>
                    <a:pt x="61422" y="14949"/>
                  </a:cubicBezTo>
                  <a:cubicBezTo>
                    <a:pt x="61253" y="14897"/>
                    <a:pt x="61117" y="14784"/>
                    <a:pt x="60958" y="14709"/>
                  </a:cubicBezTo>
                  <a:cubicBezTo>
                    <a:pt x="60807" y="14637"/>
                    <a:pt x="60682" y="14563"/>
                    <a:pt x="60552" y="14455"/>
                  </a:cubicBezTo>
                  <a:cubicBezTo>
                    <a:pt x="60424" y="14351"/>
                    <a:pt x="60295" y="14241"/>
                    <a:pt x="60152" y="14157"/>
                  </a:cubicBezTo>
                  <a:cubicBezTo>
                    <a:pt x="60024" y="14085"/>
                    <a:pt x="59881" y="14042"/>
                    <a:pt x="59751" y="13975"/>
                  </a:cubicBezTo>
                  <a:cubicBezTo>
                    <a:pt x="59604" y="13899"/>
                    <a:pt x="59477" y="13804"/>
                    <a:pt x="59321" y="13744"/>
                  </a:cubicBezTo>
                  <a:cubicBezTo>
                    <a:pt x="59023" y="13633"/>
                    <a:pt x="58720" y="13532"/>
                    <a:pt x="58415" y="13445"/>
                  </a:cubicBezTo>
                  <a:cubicBezTo>
                    <a:pt x="58073" y="13346"/>
                    <a:pt x="57725" y="13352"/>
                    <a:pt x="57405" y="13183"/>
                  </a:cubicBezTo>
                  <a:cubicBezTo>
                    <a:pt x="57099" y="13019"/>
                    <a:pt x="56821" y="12818"/>
                    <a:pt x="56656" y="12509"/>
                  </a:cubicBezTo>
                  <a:cubicBezTo>
                    <a:pt x="56582" y="12368"/>
                    <a:pt x="56487" y="12243"/>
                    <a:pt x="56396" y="12111"/>
                  </a:cubicBezTo>
                  <a:cubicBezTo>
                    <a:pt x="56293" y="11963"/>
                    <a:pt x="56217" y="11801"/>
                    <a:pt x="56113" y="11652"/>
                  </a:cubicBezTo>
                  <a:cubicBezTo>
                    <a:pt x="55958" y="11433"/>
                    <a:pt x="55841" y="11109"/>
                    <a:pt x="55600" y="10968"/>
                  </a:cubicBezTo>
                  <a:cubicBezTo>
                    <a:pt x="55399" y="10850"/>
                    <a:pt x="55192" y="10947"/>
                    <a:pt x="55032" y="11081"/>
                  </a:cubicBezTo>
                  <a:cubicBezTo>
                    <a:pt x="54882" y="11208"/>
                    <a:pt x="54753" y="11442"/>
                    <a:pt x="54528" y="11334"/>
                  </a:cubicBezTo>
                  <a:cubicBezTo>
                    <a:pt x="54415" y="11278"/>
                    <a:pt x="54324" y="11178"/>
                    <a:pt x="54225" y="11102"/>
                  </a:cubicBezTo>
                  <a:cubicBezTo>
                    <a:pt x="54088" y="10994"/>
                    <a:pt x="53952" y="10888"/>
                    <a:pt x="53822" y="10772"/>
                  </a:cubicBezTo>
                  <a:cubicBezTo>
                    <a:pt x="53578" y="10551"/>
                    <a:pt x="53329" y="10341"/>
                    <a:pt x="53081" y="10125"/>
                  </a:cubicBezTo>
                  <a:cubicBezTo>
                    <a:pt x="52853" y="9924"/>
                    <a:pt x="52730" y="9645"/>
                    <a:pt x="52494" y="9456"/>
                  </a:cubicBezTo>
                  <a:cubicBezTo>
                    <a:pt x="52384" y="9366"/>
                    <a:pt x="52263" y="9288"/>
                    <a:pt x="52161" y="9190"/>
                  </a:cubicBezTo>
                  <a:cubicBezTo>
                    <a:pt x="52042" y="9074"/>
                    <a:pt x="51984" y="8920"/>
                    <a:pt x="51886" y="8790"/>
                  </a:cubicBezTo>
                  <a:cubicBezTo>
                    <a:pt x="51802" y="8680"/>
                    <a:pt x="51716" y="8591"/>
                    <a:pt x="51662" y="8461"/>
                  </a:cubicBezTo>
                  <a:cubicBezTo>
                    <a:pt x="51592" y="8299"/>
                    <a:pt x="51512" y="8143"/>
                    <a:pt x="51439" y="7981"/>
                  </a:cubicBezTo>
                  <a:cubicBezTo>
                    <a:pt x="51374" y="7839"/>
                    <a:pt x="51324" y="7689"/>
                    <a:pt x="51242" y="7555"/>
                  </a:cubicBezTo>
                  <a:cubicBezTo>
                    <a:pt x="51162" y="7423"/>
                    <a:pt x="51052" y="7311"/>
                    <a:pt x="50939" y="7209"/>
                  </a:cubicBezTo>
                  <a:cubicBezTo>
                    <a:pt x="50725" y="7014"/>
                    <a:pt x="50522" y="6789"/>
                    <a:pt x="50242" y="6698"/>
                  </a:cubicBezTo>
                  <a:cubicBezTo>
                    <a:pt x="50119" y="6659"/>
                    <a:pt x="49990" y="6644"/>
                    <a:pt x="49866" y="6621"/>
                  </a:cubicBezTo>
                  <a:cubicBezTo>
                    <a:pt x="49680" y="6588"/>
                    <a:pt x="49503" y="6515"/>
                    <a:pt x="49317" y="6487"/>
                  </a:cubicBezTo>
                  <a:cubicBezTo>
                    <a:pt x="49159" y="6463"/>
                    <a:pt x="49001" y="6478"/>
                    <a:pt x="48843" y="6482"/>
                  </a:cubicBezTo>
                  <a:cubicBezTo>
                    <a:pt x="48644" y="6484"/>
                    <a:pt x="48445" y="6486"/>
                    <a:pt x="48248" y="6487"/>
                  </a:cubicBezTo>
                  <a:cubicBezTo>
                    <a:pt x="47872" y="6489"/>
                    <a:pt x="47524" y="6597"/>
                    <a:pt x="47154" y="6625"/>
                  </a:cubicBezTo>
                  <a:cubicBezTo>
                    <a:pt x="46788" y="6653"/>
                    <a:pt x="46420" y="6642"/>
                    <a:pt x="46053" y="6655"/>
                  </a:cubicBezTo>
                  <a:cubicBezTo>
                    <a:pt x="46037" y="6657"/>
                    <a:pt x="46022" y="6660"/>
                    <a:pt x="46011" y="6666"/>
                  </a:cubicBezTo>
                  <a:cubicBezTo>
                    <a:pt x="45899" y="6543"/>
                    <a:pt x="45791" y="6417"/>
                    <a:pt x="45680" y="6296"/>
                  </a:cubicBezTo>
                  <a:cubicBezTo>
                    <a:pt x="45521" y="6123"/>
                    <a:pt x="45349" y="5974"/>
                    <a:pt x="45155" y="5848"/>
                  </a:cubicBezTo>
                  <a:cubicBezTo>
                    <a:pt x="44954" y="5716"/>
                    <a:pt x="44752" y="5591"/>
                    <a:pt x="44573" y="5427"/>
                  </a:cubicBezTo>
                  <a:cubicBezTo>
                    <a:pt x="44393" y="5262"/>
                    <a:pt x="44186" y="5130"/>
                    <a:pt x="44002" y="4970"/>
                  </a:cubicBezTo>
                  <a:cubicBezTo>
                    <a:pt x="43831" y="4821"/>
                    <a:pt x="43695" y="4637"/>
                    <a:pt x="43509" y="4505"/>
                  </a:cubicBezTo>
                  <a:cubicBezTo>
                    <a:pt x="43347" y="4390"/>
                    <a:pt x="43173" y="4328"/>
                    <a:pt x="43035" y="4176"/>
                  </a:cubicBezTo>
                  <a:cubicBezTo>
                    <a:pt x="42884" y="4008"/>
                    <a:pt x="42797" y="3791"/>
                    <a:pt x="42657" y="3614"/>
                  </a:cubicBezTo>
                  <a:cubicBezTo>
                    <a:pt x="42514" y="3430"/>
                    <a:pt x="42323" y="3285"/>
                    <a:pt x="42172" y="3103"/>
                  </a:cubicBezTo>
                  <a:cubicBezTo>
                    <a:pt x="42021" y="2922"/>
                    <a:pt x="41893" y="2725"/>
                    <a:pt x="41774" y="2522"/>
                  </a:cubicBezTo>
                  <a:cubicBezTo>
                    <a:pt x="41651" y="2312"/>
                    <a:pt x="41527" y="2123"/>
                    <a:pt x="41354" y="1951"/>
                  </a:cubicBezTo>
                  <a:cubicBezTo>
                    <a:pt x="41190" y="1790"/>
                    <a:pt x="41015" y="1622"/>
                    <a:pt x="40813" y="1513"/>
                  </a:cubicBezTo>
                  <a:cubicBezTo>
                    <a:pt x="40584" y="1390"/>
                    <a:pt x="40353" y="1395"/>
                    <a:pt x="40100" y="1403"/>
                  </a:cubicBezTo>
                  <a:cubicBezTo>
                    <a:pt x="39857" y="1408"/>
                    <a:pt x="39604" y="1364"/>
                    <a:pt x="39366" y="1433"/>
                  </a:cubicBezTo>
                  <a:cubicBezTo>
                    <a:pt x="39247" y="1468"/>
                    <a:pt x="39133" y="1529"/>
                    <a:pt x="39025" y="1593"/>
                  </a:cubicBezTo>
                  <a:cubicBezTo>
                    <a:pt x="38917" y="1658"/>
                    <a:pt x="38813" y="1699"/>
                    <a:pt x="38696" y="1745"/>
                  </a:cubicBezTo>
                  <a:cubicBezTo>
                    <a:pt x="38598" y="1786"/>
                    <a:pt x="38497" y="1829"/>
                    <a:pt x="38408" y="1888"/>
                  </a:cubicBezTo>
                  <a:cubicBezTo>
                    <a:pt x="38289" y="1968"/>
                    <a:pt x="38177" y="2056"/>
                    <a:pt x="38053" y="2128"/>
                  </a:cubicBezTo>
                  <a:cubicBezTo>
                    <a:pt x="37857" y="2243"/>
                    <a:pt x="37619" y="2297"/>
                    <a:pt x="37439" y="2435"/>
                  </a:cubicBezTo>
                  <a:cubicBezTo>
                    <a:pt x="37430" y="2442"/>
                    <a:pt x="37374" y="2491"/>
                    <a:pt x="37346" y="2526"/>
                  </a:cubicBezTo>
                  <a:cubicBezTo>
                    <a:pt x="37316" y="2528"/>
                    <a:pt x="37279" y="2543"/>
                    <a:pt x="37255" y="2554"/>
                  </a:cubicBezTo>
                  <a:cubicBezTo>
                    <a:pt x="37153" y="2599"/>
                    <a:pt x="37063" y="2695"/>
                    <a:pt x="36952" y="2712"/>
                  </a:cubicBezTo>
                  <a:cubicBezTo>
                    <a:pt x="36941" y="2708"/>
                    <a:pt x="36931" y="2703"/>
                    <a:pt x="36920" y="2699"/>
                  </a:cubicBezTo>
                  <a:cubicBezTo>
                    <a:pt x="36896" y="2669"/>
                    <a:pt x="36855" y="2658"/>
                    <a:pt x="36820" y="2666"/>
                  </a:cubicBezTo>
                  <a:cubicBezTo>
                    <a:pt x="36606" y="2595"/>
                    <a:pt x="36388" y="2535"/>
                    <a:pt x="36184" y="2441"/>
                  </a:cubicBezTo>
                  <a:cubicBezTo>
                    <a:pt x="35908" y="2310"/>
                    <a:pt x="35696" y="2123"/>
                    <a:pt x="35477" y="1916"/>
                  </a:cubicBezTo>
                  <a:cubicBezTo>
                    <a:pt x="35256" y="1706"/>
                    <a:pt x="35023" y="1539"/>
                    <a:pt x="34752" y="1399"/>
                  </a:cubicBezTo>
                  <a:cubicBezTo>
                    <a:pt x="34610" y="1327"/>
                    <a:pt x="34471" y="1247"/>
                    <a:pt x="34316" y="1206"/>
                  </a:cubicBezTo>
                  <a:cubicBezTo>
                    <a:pt x="34164" y="1163"/>
                    <a:pt x="34024" y="1137"/>
                    <a:pt x="33883" y="1059"/>
                  </a:cubicBezTo>
                  <a:cubicBezTo>
                    <a:pt x="33745" y="982"/>
                    <a:pt x="33612" y="910"/>
                    <a:pt x="33470" y="841"/>
                  </a:cubicBezTo>
                  <a:cubicBezTo>
                    <a:pt x="33320" y="767"/>
                    <a:pt x="33182" y="672"/>
                    <a:pt x="33022" y="616"/>
                  </a:cubicBezTo>
                  <a:cubicBezTo>
                    <a:pt x="32717" y="514"/>
                    <a:pt x="32444" y="320"/>
                    <a:pt x="32144" y="196"/>
                  </a:cubicBezTo>
                  <a:cubicBezTo>
                    <a:pt x="32021" y="146"/>
                    <a:pt x="31897" y="146"/>
                    <a:pt x="31772" y="114"/>
                  </a:cubicBezTo>
                  <a:cubicBezTo>
                    <a:pt x="31620" y="75"/>
                    <a:pt x="31477" y="2"/>
                    <a:pt x="31315" y="1"/>
                  </a:cubicBezTo>
                  <a:cubicBezTo>
                    <a:pt x="31194" y="1"/>
                    <a:pt x="31080" y="47"/>
                    <a:pt x="30960" y="49"/>
                  </a:cubicBezTo>
                  <a:cubicBezTo>
                    <a:pt x="30785" y="51"/>
                    <a:pt x="30645" y="75"/>
                    <a:pt x="30480" y="131"/>
                  </a:cubicBezTo>
                  <a:cubicBezTo>
                    <a:pt x="30333" y="179"/>
                    <a:pt x="30184" y="181"/>
                    <a:pt x="30033" y="201"/>
                  </a:cubicBezTo>
                  <a:cubicBezTo>
                    <a:pt x="29875" y="224"/>
                    <a:pt x="29719" y="237"/>
                    <a:pt x="29561" y="250"/>
                  </a:cubicBezTo>
                  <a:cubicBezTo>
                    <a:pt x="29237" y="281"/>
                    <a:pt x="28917" y="343"/>
                    <a:pt x="28596" y="380"/>
                  </a:cubicBezTo>
                  <a:cubicBezTo>
                    <a:pt x="28254" y="421"/>
                    <a:pt x="27913" y="469"/>
                    <a:pt x="27577" y="538"/>
                  </a:cubicBezTo>
                  <a:cubicBezTo>
                    <a:pt x="27255" y="603"/>
                    <a:pt x="26946" y="698"/>
                    <a:pt x="26632" y="793"/>
                  </a:cubicBezTo>
                  <a:cubicBezTo>
                    <a:pt x="26325" y="886"/>
                    <a:pt x="26009" y="943"/>
                    <a:pt x="25709" y="1057"/>
                  </a:cubicBezTo>
                  <a:cubicBezTo>
                    <a:pt x="25568" y="1109"/>
                    <a:pt x="25434" y="1174"/>
                    <a:pt x="25293" y="1221"/>
                  </a:cubicBezTo>
                  <a:cubicBezTo>
                    <a:pt x="25144" y="1269"/>
                    <a:pt x="24988" y="1289"/>
                    <a:pt x="24843" y="1343"/>
                  </a:cubicBezTo>
                  <a:cubicBezTo>
                    <a:pt x="24718" y="1392"/>
                    <a:pt x="24588" y="1418"/>
                    <a:pt x="24463" y="1470"/>
                  </a:cubicBezTo>
                  <a:cubicBezTo>
                    <a:pt x="24322" y="1529"/>
                    <a:pt x="24188" y="1604"/>
                    <a:pt x="24052" y="1676"/>
                  </a:cubicBezTo>
                  <a:cubicBezTo>
                    <a:pt x="23887" y="1764"/>
                    <a:pt x="23714" y="1840"/>
                    <a:pt x="23533" y="1894"/>
                  </a:cubicBezTo>
                  <a:cubicBezTo>
                    <a:pt x="23368" y="1944"/>
                    <a:pt x="23201" y="1977"/>
                    <a:pt x="23037" y="2039"/>
                  </a:cubicBezTo>
                  <a:cubicBezTo>
                    <a:pt x="22710" y="2160"/>
                    <a:pt x="22369" y="2268"/>
                    <a:pt x="22059" y="2426"/>
                  </a:cubicBezTo>
                  <a:cubicBezTo>
                    <a:pt x="21897" y="2509"/>
                    <a:pt x="21737" y="2573"/>
                    <a:pt x="21564" y="2630"/>
                  </a:cubicBezTo>
                  <a:cubicBezTo>
                    <a:pt x="21408" y="2682"/>
                    <a:pt x="21270" y="2760"/>
                    <a:pt x="21121" y="2824"/>
                  </a:cubicBezTo>
                  <a:cubicBezTo>
                    <a:pt x="20961" y="2891"/>
                    <a:pt x="20794" y="2933"/>
                    <a:pt x="20636" y="3000"/>
                  </a:cubicBezTo>
                  <a:cubicBezTo>
                    <a:pt x="20576" y="3026"/>
                    <a:pt x="20508" y="3062"/>
                    <a:pt x="20443" y="3065"/>
                  </a:cubicBezTo>
                  <a:cubicBezTo>
                    <a:pt x="20372" y="3069"/>
                    <a:pt x="20303" y="3030"/>
                    <a:pt x="20244" y="2998"/>
                  </a:cubicBezTo>
                  <a:cubicBezTo>
                    <a:pt x="20219" y="2985"/>
                    <a:pt x="20193" y="2989"/>
                    <a:pt x="20173" y="3000"/>
                  </a:cubicBezTo>
                  <a:cubicBezTo>
                    <a:pt x="20052" y="2902"/>
                    <a:pt x="19940" y="2788"/>
                    <a:pt x="19818" y="2701"/>
                  </a:cubicBezTo>
                  <a:cubicBezTo>
                    <a:pt x="19518" y="2491"/>
                    <a:pt x="19189" y="2323"/>
                    <a:pt x="18878" y="2134"/>
                  </a:cubicBezTo>
                  <a:cubicBezTo>
                    <a:pt x="18722" y="2039"/>
                    <a:pt x="18575" y="1929"/>
                    <a:pt x="18423" y="1829"/>
                  </a:cubicBezTo>
                  <a:cubicBezTo>
                    <a:pt x="18287" y="1736"/>
                    <a:pt x="18125" y="1685"/>
                    <a:pt x="17993" y="1591"/>
                  </a:cubicBezTo>
                  <a:cubicBezTo>
                    <a:pt x="17867" y="1501"/>
                    <a:pt x="17772" y="1371"/>
                    <a:pt x="17647" y="1276"/>
                  </a:cubicBezTo>
                  <a:cubicBezTo>
                    <a:pt x="17517" y="1178"/>
                    <a:pt x="17409" y="1100"/>
                    <a:pt x="17314" y="964"/>
                  </a:cubicBezTo>
                  <a:cubicBezTo>
                    <a:pt x="17138" y="713"/>
                    <a:pt x="16820" y="467"/>
                    <a:pt x="16509" y="425"/>
                  </a:cubicBezTo>
                  <a:cubicBezTo>
                    <a:pt x="16156" y="376"/>
                    <a:pt x="15795" y="434"/>
                    <a:pt x="15447" y="488"/>
                  </a:cubicBezTo>
                  <a:cubicBezTo>
                    <a:pt x="15276" y="514"/>
                    <a:pt x="15116" y="585"/>
                    <a:pt x="14943" y="586"/>
                  </a:cubicBezTo>
                  <a:cubicBezTo>
                    <a:pt x="14772" y="586"/>
                    <a:pt x="14616" y="599"/>
                    <a:pt x="14456" y="668"/>
                  </a:cubicBezTo>
                  <a:cubicBezTo>
                    <a:pt x="14309" y="731"/>
                    <a:pt x="14171" y="817"/>
                    <a:pt x="14021" y="871"/>
                  </a:cubicBezTo>
                  <a:cubicBezTo>
                    <a:pt x="13846" y="932"/>
                    <a:pt x="13666" y="979"/>
                    <a:pt x="13485" y="1025"/>
                  </a:cubicBezTo>
                  <a:cubicBezTo>
                    <a:pt x="13286" y="1079"/>
                    <a:pt x="13087" y="1154"/>
                    <a:pt x="12883" y="1183"/>
                  </a:cubicBezTo>
                  <a:cubicBezTo>
                    <a:pt x="12697" y="1209"/>
                    <a:pt x="12505" y="1200"/>
                    <a:pt x="12319" y="1193"/>
                  </a:cubicBezTo>
                  <a:cubicBezTo>
                    <a:pt x="11960" y="1180"/>
                    <a:pt x="11588" y="1208"/>
                    <a:pt x="11229" y="1250"/>
                  </a:cubicBezTo>
                  <a:cubicBezTo>
                    <a:pt x="11108" y="1235"/>
                    <a:pt x="10991" y="1202"/>
                    <a:pt x="10872" y="1183"/>
                  </a:cubicBezTo>
                  <a:cubicBezTo>
                    <a:pt x="10582" y="1142"/>
                    <a:pt x="10281" y="1170"/>
                    <a:pt x="9989" y="1170"/>
                  </a:cubicBezTo>
                  <a:cubicBezTo>
                    <a:pt x="9723" y="1170"/>
                    <a:pt x="9472" y="1241"/>
                    <a:pt x="9206" y="1254"/>
                  </a:cubicBezTo>
                  <a:cubicBezTo>
                    <a:pt x="8942" y="1267"/>
                    <a:pt x="8752" y="1427"/>
                    <a:pt x="8564" y="1598"/>
                  </a:cubicBezTo>
                  <a:cubicBezTo>
                    <a:pt x="8484" y="1671"/>
                    <a:pt x="8408" y="1747"/>
                    <a:pt x="8321" y="1806"/>
                  </a:cubicBezTo>
                  <a:cubicBezTo>
                    <a:pt x="8282" y="1832"/>
                    <a:pt x="8237" y="1866"/>
                    <a:pt x="8192" y="1877"/>
                  </a:cubicBezTo>
                  <a:cubicBezTo>
                    <a:pt x="8127" y="1894"/>
                    <a:pt x="8060" y="1884"/>
                    <a:pt x="7997" y="1907"/>
                  </a:cubicBezTo>
                  <a:cubicBezTo>
                    <a:pt x="7878" y="1948"/>
                    <a:pt x="7824" y="2054"/>
                    <a:pt x="7725" y="2119"/>
                  </a:cubicBezTo>
                  <a:cubicBezTo>
                    <a:pt x="7614" y="2193"/>
                    <a:pt x="7486" y="2251"/>
                    <a:pt x="7365" y="2307"/>
                  </a:cubicBezTo>
                  <a:cubicBezTo>
                    <a:pt x="7114" y="2416"/>
                    <a:pt x="6835" y="2435"/>
                    <a:pt x="6576" y="2519"/>
                  </a:cubicBezTo>
                  <a:cubicBezTo>
                    <a:pt x="6316" y="2601"/>
                    <a:pt x="6081" y="2746"/>
                    <a:pt x="5827" y="2844"/>
                  </a:cubicBezTo>
                  <a:cubicBezTo>
                    <a:pt x="5698" y="2894"/>
                    <a:pt x="5570" y="2911"/>
                    <a:pt x="5436" y="2941"/>
                  </a:cubicBezTo>
                  <a:cubicBezTo>
                    <a:pt x="5313" y="2969"/>
                    <a:pt x="5198" y="3032"/>
                    <a:pt x="5073" y="3047"/>
                  </a:cubicBezTo>
                  <a:cubicBezTo>
                    <a:pt x="4943" y="3062"/>
                    <a:pt x="4813" y="3039"/>
                    <a:pt x="4685" y="3038"/>
                  </a:cubicBezTo>
                  <a:cubicBezTo>
                    <a:pt x="4549" y="3036"/>
                    <a:pt x="4419" y="3065"/>
                    <a:pt x="4287" y="3099"/>
                  </a:cubicBezTo>
                  <a:cubicBezTo>
                    <a:pt x="4034" y="3160"/>
                    <a:pt x="3781" y="3097"/>
                    <a:pt x="3524" y="3118"/>
                  </a:cubicBezTo>
                  <a:cubicBezTo>
                    <a:pt x="3269" y="3138"/>
                    <a:pt x="3076" y="3255"/>
                    <a:pt x="2884" y="3417"/>
                  </a:cubicBezTo>
                  <a:cubicBezTo>
                    <a:pt x="2805" y="3484"/>
                    <a:pt x="2728" y="3553"/>
                    <a:pt x="2639" y="3607"/>
                  </a:cubicBezTo>
                  <a:cubicBezTo>
                    <a:pt x="2518" y="3679"/>
                    <a:pt x="2379" y="3724"/>
                    <a:pt x="2250" y="3780"/>
                  </a:cubicBezTo>
                  <a:cubicBezTo>
                    <a:pt x="1999" y="3887"/>
                    <a:pt x="1780" y="4018"/>
                    <a:pt x="1581" y="4205"/>
                  </a:cubicBezTo>
                  <a:cubicBezTo>
                    <a:pt x="1399" y="4378"/>
                    <a:pt x="1246" y="4574"/>
                    <a:pt x="1116" y="4789"/>
                  </a:cubicBezTo>
                  <a:cubicBezTo>
                    <a:pt x="982" y="5014"/>
                    <a:pt x="822" y="5184"/>
                    <a:pt x="604" y="5331"/>
                  </a:cubicBezTo>
                  <a:cubicBezTo>
                    <a:pt x="407" y="5465"/>
                    <a:pt x="199" y="5576"/>
                    <a:pt x="0" y="5704"/>
                  </a:cubicBezTo>
                  <a:lnTo>
                    <a:pt x="0" y="88295"/>
                  </a:lnTo>
                  <a:lnTo>
                    <a:pt x="215725" y="88295"/>
                  </a:lnTo>
                  <a:lnTo>
                    <a:pt x="215725" y="340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1275" y="4209698"/>
              <a:ext cx="9144086" cy="1030570"/>
            </a:xfrm>
            <a:custGeom>
              <a:avLst/>
              <a:gdLst/>
              <a:ahLst/>
              <a:cxnLst/>
              <a:rect l="l" t="t" r="r" b="b"/>
              <a:pathLst>
                <a:path w="215726" h="57040" extrusionOk="0">
                  <a:moveTo>
                    <a:pt x="135276" y="6980"/>
                  </a:moveTo>
                  <a:cubicBezTo>
                    <a:pt x="135266" y="6891"/>
                    <a:pt x="135188" y="6858"/>
                    <a:pt x="135121" y="6874"/>
                  </a:cubicBezTo>
                  <a:cubicBezTo>
                    <a:pt x="135075" y="6846"/>
                    <a:pt x="135030" y="6820"/>
                    <a:pt x="134987" y="6798"/>
                  </a:cubicBezTo>
                  <a:cubicBezTo>
                    <a:pt x="134848" y="6724"/>
                    <a:pt x="134716" y="6726"/>
                    <a:pt x="134597" y="6835"/>
                  </a:cubicBezTo>
                  <a:cubicBezTo>
                    <a:pt x="134381" y="7036"/>
                    <a:pt x="134318" y="7336"/>
                    <a:pt x="133976" y="7364"/>
                  </a:cubicBezTo>
                  <a:cubicBezTo>
                    <a:pt x="133745" y="7382"/>
                    <a:pt x="133503" y="7380"/>
                    <a:pt x="133273" y="7378"/>
                  </a:cubicBezTo>
                  <a:cubicBezTo>
                    <a:pt x="133159" y="7377"/>
                    <a:pt x="133044" y="7371"/>
                    <a:pt x="132934" y="7334"/>
                  </a:cubicBezTo>
                  <a:cubicBezTo>
                    <a:pt x="132772" y="7276"/>
                    <a:pt x="132700" y="7157"/>
                    <a:pt x="132572" y="7062"/>
                  </a:cubicBezTo>
                  <a:cubicBezTo>
                    <a:pt x="132443" y="6969"/>
                    <a:pt x="132294" y="6969"/>
                    <a:pt x="132144" y="6999"/>
                  </a:cubicBezTo>
                  <a:cubicBezTo>
                    <a:pt x="132010" y="7025"/>
                    <a:pt x="131883" y="7070"/>
                    <a:pt x="131744" y="7072"/>
                  </a:cubicBezTo>
                  <a:cubicBezTo>
                    <a:pt x="131591" y="7072"/>
                    <a:pt x="131444" y="7005"/>
                    <a:pt x="131292" y="7018"/>
                  </a:cubicBezTo>
                  <a:cubicBezTo>
                    <a:pt x="131205" y="7027"/>
                    <a:pt x="131130" y="7062"/>
                    <a:pt x="131039" y="7064"/>
                  </a:cubicBezTo>
                  <a:cubicBezTo>
                    <a:pt x="130916" y="7064"/>
                    <a:pt x="130818" y="7001"/>
                    <a:pt x="130697" y="6986"/>
                  </a:cubicBezTo>
                  <a:cubicBezTo>
                    <a:pt x="130589" y="6971"/>
                    <a:pt x="130481" y="6990"/>
                    <a:pt x="130373" y="6986"/>
                  </a:cubicBezTo>
                  <a:cubicBezTo>
                    <a:pt x="130211" y="6980"/>
                    <a:pt x="130146" y="6915"/>
                    <a:pt x="130012" y="6858"/>
                  </a:cubicBezTo>
                  <a:cubicBezTo>
                    <a:pt x="129854" y="6789"/>
                    <a:pt x="129668" y="6809"/>
                    <a:pt x="129503" y="6832"/>
                  </a:cubicBezTo>
                  <a:cubicBezTo>
                    <a:pt x="129194" y="6873"/>
                    <a:pt x="128925" y="6980"/>
                    <a:pt x="128608" y="6979"/>
                  </a:cubicBezTo>
                  <a:cubicBezTo>
                    <a:pt x="128331" y="6977"/>
                    <a:pt x="128054" y="6973"/>
                    <a:pt x="127779" y="6986"/>
                  </a:cubicBezTo>
                  <a:cubicBezTo>
                    <a:pt x="127511" y="6997"/>
                    <a:pt x="127267" y="6956"/>
                    <a:pt x="127002" y="6930"/>
                  </a:cubicBezTo>
                  <a:cubicBezTo>
                    <a:pt x="126825" y="6913"/>
                    <a:pt x="126685" y="6964"/>
                    <a:pt x="126527" y="7034"/>
                  </a:cubicBezTo>
                  <a:cubicBezTo>
                    <a:pt x="126265" y="7150"/>
                    <a:pt x="126031" y="7107"/>
                    <a:pt x="125755" y="7125"/>
                  </a:cubicBezTo>
                  <a:cubicBezTo>
                    <a:pt x="125685" y="7131"/>
                    <a:pt x="125620" y="7144"/>
                    <a:pt x="125556" y="7178"/>
                  </a:cubicBezTo>
                  <a:cubicBezTo>
                    <a:pt x="125471" y="7222"/>
                    <a:pt x="125369" y="7371"/>
                    <a:pt x="125272" y="7369"/>
                  </a:cubicBezTo>
                  <a:cubicBezTo>
                    <a:pt x="125194" y="7369"/>
                    <a:pt x="125101" y="7263"/>
                    <a:pt x="125030" y="7230"/>
                  </a:cubicBezTo>
                  <a:cubicBezTo>
                    <a:pt x="124954" y="7196"/>
                    <a:pt x="124874" y="7192"/>
                    <a:pt x="124792" y="7200"/>
                  </a:cubicBezTo>
                  <a:cubicBezTo>
                    <a:pt x="124480" y="7230"/>
                    <a:pt x="124201" y="7330"/>
                    <a:pt x="123881" y="7272"/>
                  </a:cubicBezTo>
                  <a:cubicBezTo>
                    <a:pt x="123699" y="7241"/>
                    <a:pt x="123548" y="7200"/>
                    <a:pt x="123368" y="7265"/>
                  </a:cubicBezTo>
                  <a:cubicBezTo>
                    <a:pt x="123278" y="7298"/>
                    <a:pt x="123193" y="7339"/>
                    <a:pt x="123107" y="7382"/>
                  </a:cubicBezTo>
                  <a:cubicBezTo>
                    <a:pt x="123063" y="7377"/>
                    <a:pt x="123018" y="7373"/>
                    <a:pt x="122971" y="7373"/>
                  </a:cubicBezTo>
                  <a:cubicBezTo>
                    <a:pt x="122717" y="7373"/>
                    <a:pt x="122523" y="7237"/>
                    <a:pt x="122280" y="7187"/>
                  </a:cubicBezTo>
                  <a:cubicBezTo>
                    <a:pt x="122185" y="7168"/>
                    <a:pt x="122092" y="7170"/>
                    <a:pt x="121999" y="7133"/>
                  </a:cubicBezTo>
                  <a:cubicBezTo>
                    <a:pt x="121904" y="7096"/>
                    <a:pt x="121824" y="7032"/>
                    <a:pt x="121737" y="6980"/>
                  </a:cubicBezTo>
                  <a:cubicBezTo>
                    <a:pt x="121577" y="6889"/>
                    <a:pt x="121400" y="6846"/>
                    <a:pt x="121220" y="6811"/>
                  </a:cubicBezTo>
                  <a:cubicBezTo>
                    <a:pt x="120291" y="6625"/>
                    <a:pt x="119332" y="6861"/>
                    <a:pt x="118408" y="6629"/>
                  </a:cubicBezTo>
                  <a:cubicBezTo>
                    <a:pt x="118183" y="6573"/>
                    <a:pt x="117961" y="6495"/>
                    <a:pt x="117736" y="6430"/>
                  </a:cubicBezTo>
                  <a:cubicBezTo>
                    <a:pt x="117526" y="6370"/>
                    <a:pt x="117314" y="6346"/>
                    <a:pt x="117104" y="6302"/>
                  </a:cubicBezTo>
                  <a:cubicBezTo>
                    <a:pt x="116892" y="6257"/>
                    <a:pt x="116674" y="6136"/>
                    <a:pt x="116477" y="6047"/>
                  </a:cubicBezTo>
                  <a:cubicBezTo>
                    <a:pt x="116278" y="5956"/>
                    <a:pt x="116075" y="5915"/>
                    <a:pt x="115862" y="5872"/>
                  </a:cubicBezTo>
                  <a:cubicBezTo>
                    <a:pt x="115402" y="5783"/>
                    <a:pt x="114928" y="5770"/>
                    <a:pt x="114476" y="5651"/>
                  </a:cubicBezTo>
                  <a:cubicBezTo>
                    <a:pt x="114080" y="5547"/>
                    <a:pt x="113695" y="5394"/>
                    <a:pt x="113288" y="5338"/>
                  </a:cubicBezTo>
                  <a:cubicBezTo>
                    <a:pt x="112810" y="5273"/>
                    <a:pt x="112311" y="5312"/>
                    <a:pt x="111830" y="5316"/>
                  </a:cubicBezTo>
                  <a:cubicBezTo>
                    <a:pt x="111391" y="5320"/>
                    <a:pt x="110937" y="5286"/>
                    <a:pt x="110505" y="5381"/>
                  </a:cubicBezTo>
                  <a:cubicBezTo>
                    <a:pt x="110305" y="5426"/>
                    <a:pt x="110115" y="5511"/>
                    <a:pt x="109914" y="5560"/>
                  </a:cubicBezTo>
                  <a:cubicBezTo>
                    <a:pt x="109659" y="5619"/>
                    <a:pt x="109406" y="5639"/>
                    <a:pt x="109148" y="5664"/>
                  </a:cubicBezTo>
                  <a:cubicBezTo>
                    <a:pt x="108752" y="5703"/>
                    <a:pt x="108467" y="5963"/>
                    <a:pt x="108090" y="6056"/>
                  </a:cubicBezTo>
                  <a:cubicBezTo>
                    <a:pt x="107881" y="6108"/>
                    <a:pt x="107679" y="6177"/>
                    <a:pt x="107472" y="6236"/>
                  </a:cubicBezTo>
                  <a:cubicBezTo>
                    <a:pt x="107242" y="6305"/>
                    <a:pt x="107000" y="6313"/>
                    <a:pt x="106771" y="6389"/>
                  </a:cubicBezTo>
                  <a:cubicBezTo>
                    <a:pt x="106347" y="6532"/>
                    <a:pt x="105915" y="6573"/>
                    <a:pt x="105486" y="6694"/>
                  </a:cubicBezTo>
                  <a:cubicBezTo>
                    <a:pt x="105015" y="6828"/>
                    <a:pt x="104550" y="6882"/>
                    <a:pt x="104061" y="6891"/>
                  </a:cubicBezTo>
                  <a:cubicBezTo>
                    <a:pt x="103866" y="6895"/>
                    <a:pt x="103669" y="6904"/>
                    <a:pt x="103474" y="6891"/>
                  </a:cubicBezTo>
                  <a:cubicBezTo>
                    <a:pt x="103206" y="6874"/>
                    <a:pt x="102986" y="6742"/>
                    <a:pt x="102752" y="6623"/>
                  </a:cubicBezTo>
                  <a:cubicBezTo>
                    <a:pt x="102572" y="6530"/>
                    <a:pt x="102389" y="6499"/>
                    <a:pt x="102194" y="6445"/>
                  </a:cubicBezTo>
                  <a:cubicBezTo>
                    <a:pt x="102094" y="6417"/>
                    <a:pt x="101999" y="6365"/>
                    <a:pt x="101897" y="6339"/>
                  </a:cubicBezTo>
                  <a:cubicBezTo>
                    <a:pt x="101778" y="6311"/>
                    <a:pt x="101655" y="6316"/>
                    <a:pt x="101536" y="6285"/>
                  </a:cubicBezTo>
                  <a:cubicBezTo>
                    <a:pt x="101101" y="6166"/>
                    <a:pt x="100708" y="5868"/>
                    <a:pt x="100253" y="5822"/>
                  </a:cubicBezTo>
                  <a:cubicBezTo>
                    <a:pt x="99879" y="5781"/>
                    <a:pt x="99507" y="5688"/>
                    <a:pt x="99125" y="5747"/>
                  </a:cubicBezTo>
                  <a:cubicBezTo>
                    <a:pt x="98921" y="5779"/>
                    <a:pt x="98748" y="5835"/>
                    <a:pt x="98536" y="5825"/>
                  </a:cubicBezTo>
                  <a:cubicBezTo>
                    <a:pt x="98294" y="5816"/>
                    <a:pt x="98054" y="5824"/>
                    <a:pt x="97814" y="5822"/>
                  </a:cubicBezTo>
                  <a:cubicBezTo>
                    <a:pt x="97362" y="5816"/>
                    <a:pt x="96929" y="5779"/>
                    <a:pt x="96494" y="5911"/>
                  </a:cubicBezTo>
                  <a:cubicBezTo>
                    <a:pt x="96035" y="6051"/>
                    <a:pt x="95473" y="5965"/>
                    <a:pt x="94997" y="5965"/>
                  </a:cubicBezTo>
                  <a:cubicBezTo>
                    <a:pt x="94071" y="5965"/>
                    <a:pt x="93159" y="5859"/>
                    <a:pt x="92239" y="5792"/>
                  </a:cubicBezTo>
                  <a:cubicBezTo>
                    <a:pt x="91731" y="5755"/>
                    <a:pt x="91255" y="5548"/>
                    <a:pt x="90775" y="5396"/>
                  </a:cubicBezTo>
                  <a:cubicBezTo>
                    <a:pt x="90340" y="5258"/>
                    <a:pt x="89890" y="5113"/>
                    <a:pt x="89479" y="4922"/>
                  </a:cubicBezTo>
                  <a:cubicBezTo>
                    <a:pt x="89113" y="4749"/>
                    <a:pt x="88778" y="4645"/>
                    <a:pt x="88376" y="4605"/>
                  </a:cubicBezTo>
                  <a:cubicBezTo>
                    <a:pt x="87878" y="4559"/>
                    <a:pt x="87355" y="4561"/>
                    <a:pt x="86888" y="4367"/>
                  </a:cubicBezTo>
                  <a:cubicBezTo>
                    <a:pt x="86485" y="4200"/>
                    <a:pt x="86118" y="4005"/>
                    <a:pt x="85681" y="3938"/>
                  </a:cubicBezTo>
                  <a:cubicBezTo>
                    <a:pt x="85293" y="3876"/>
                    <a:pt x="84900" y="3845"/>
                    <a:pt x="84510" y="3839"/>
                  </a:cubicBezTo>
                  <a:cubicBezTo>
                    <a:pt x="84325" y="3837"/>
                    <a:pt x="84134" y="3761"/>
                    <a:pt x="83948" y="3735"/>
                  </a:cubicBezTo>
                  <a:cubicBezTo>
                    <a:pt x="83730" y="3703"/>
                    <a:pt x="83518" y="3642"/>
                    <a:pt x="83299" y="3625"/>
                  </a:cubicBezTo>
                  <a:cubicBezTo>
                    <a:pt x="82853" y="3594"/>
                    <a:pt x="82386" y="3549"/>
                    <a:pt x="81947" y="3464"/>
                  </a:cubicBezTo>
                  <a:cubicBezTo>
                    <a:pt x="81791" y="3432"/>
                    <a:pt x="81631" y="3397"/>
                    <a:pt x="81469" y="3402"/>
                  </a:cubicBezTo>
                  <a:cubicBezTo>
                    <a:pt x="81409" y="3404"/>
                    <a:pt x="81153" y="3426"/>
                    <a:pt x="80995" y="3393"/>
                  </a:cubicBezTo>
                  <a:cubicBezTo>
                    <a:pt x="80928" y="3378"/>
                    <a:pt x="80879" y="3354"/>
                    <a:pt x="80870" y="3315"/>
                  </a:cubicBezTo>
                  <a:cubicBezTo>
                    <a:pt x="80857" y="3253"/>
                    <a:pt x="80768" y="3279"/>
                    <a:pt x="80777" y="3341"/>
                  </a:cubicBezTo>
                  <a:cubicBezTo>
                    <a:pt x="80779" y="3346"/>
                    <a:pt x="80779" y="3350"/>
                    <a:pt x="80781" y="3356"/>
                  </a:cubicBezTo>
                  <a:cubicBezTo>
                    <a:pt x="80615" y="3315"/>
                    <a:pt x="80450" y="3272"/>
                    <a:pt x="80280" y="3248"/>
                  </a:cubicBezTo>
                  <a:cubicBezTo>
                    <a:pt x="79883" y="3194"/>
                    <a:pt x="79490" y="3188"/>
                    <a:pt x="79098" y="3092"/>
                  </a:cubicBezTo>
                  <a:cubicBezTo>
                    <a:pt x="78424" y="2928"/>
                    <a:pt x="77790" y="2699"/>
                    <a:pt x="77098" y="2606"/>
                  </a:cubicBezTo>
                  <a:cubicBezTo>
                    <a:pt x="76360" y="2508"/>
                    <a:pt x="75611" y="2478"/>
                    <a:pt x="74889" y="2279"/>
                  </a:cubicBezTo>
                  <a:cubicBezTo>
                    <a:pt x="74541" y="2182"/>
                    <a:pt x="74201" y="2061"/>
                    <a:pt x="73844" y="2009"/>
                  </a:cubicBezTo>
                  <a:cubicBezTo>
                    <a:pt x="73496" y="1959"/>
                    <a:pt x="73156" y="2028"/>
                    <a:pt x="72810" y="1950"/>
                  </a:cubicBezTo>
                  <a:cubicBezTo>
                    <a:pt x="72138" y="1797"/>
                    <a:pt x="71480" y="1870"/>
                    <a:pt x="70792" y="1870"/>
                  </a:cubicBezTo>
                  <a:cubicBezTo>
                    <a:pt x="70433" y="1870"/>
                    <a:pt x="70111" y="1773"/>
                    <a:pt x="69762" y="1732"/>
                  </a:cubicBezTo>
                  <a:cubicBezTo>
                    <a:pt x="69427" y="1691"/>
                    <a:pt x="69077" y="1721"/>
                    <a:pt x="68743" y="1730"/>
                  </a:cubicBezTo>
                  <a:cubicBezTo>
                    <a:pt x="68116" y="1745"/>
                    <a:pt x="67578" y="1727"/>
                    <a:pt x="66978" y="1905"/>
                  </a:cubicBezTo>
                  <a:cubicBezTo>
                    <a:pt x="66799" y="1957"/>
                    <a:pt x="66580" y="1961"/>
                    <a:pt x="66435" y="2095"/>
                  </a:cubicBezTo>
                  <a:cubicBezTo>
                    <a:pt x="66358" y="2164"/>
                    <a:pt x="66336" y="2251"/>
                    <a:pt x="66284" y="2337"/>
                  </a:cubicBezTo>
                  <a:cubicBezTo>
                    <a:pt x="66176" y="2513"/>
                    <a:pt x="66033" y="2636"/>
                    <a:pt x="65847" y="2725"/>
                  </a:cubicBezTo>
                  <a:cubicBezTo>
                    <a:pt x="65231" y="3027"/>
                    <a:pt x="64469" y="3162"/>
                    <a:pt x="63797" y="3291"/>
                  </a:cubicBezTo>
                  <a:cubicBezTo>
                    <a:pt x="63437" y="3359"/>
                    <a:pt x="63074" y="3358"/>
                    <a:pt x="62709" y="3406"/>
                  </a:cubicBezTo>
                  <a:cubicBezTo>
                    <a:pt x="62347" y="3454"/>
                    <a:pt x="62001" y="3571"/>
                    <a:pt x="61649" y="3670"/>
                  </a:cubicBezTo>
                  <a:cubicBezTo>
                    <a:pt x="61047" y="3836"/>
                    <a:pt x="60426" y="3882"/>
                    <a:pt x="59879" y="4211"/>
                  </a:cubicBezTo>
                  <a:cubicBezTo>
                    <a:pt x="59546" y="4412"/>
                    <a:pt x="59261" y="4589"/>
                    <a:pt x="58865" y="4633"/>
                  </a:cubicBezTo>
                  <a:cubicBezTo>
                    <a:pt x="58586" y="4665"/>
                    <a:pt x="58337" y="4697"/>
                    <a:pt x="58080" y="4821"/>
                  </a:cubicBezTo>
                  <a:cubicBezTo>
                    <a:pt x="57469" y="5117"/>
                    <a:pt x="56803" y="5169"/>
                    <a:pt x="56174" y="5429"/>
                  </a:cubicBezTo>
                  <a:cubicBezTo>
                    <a:pt x="55897" y="5545"/>
                    <a:pt x="55648" y="5723"/>
                    <a:pt x="55360" y="5814"/>
                  </a:cubicBezTo>
                  <a:cubicBezTo>
                    <a:pt x="54990" y="5931"/>
                    <a:pt x="54577" y="5896"/>
                    <a:pt x="54194" y="5878"/>
                  </a:cubicBezTo>
                  <a:cubicBezTo>
                    <a:pt x="53437" y="5838"/>
                    <a:pt x="52717" y="5772"/>
                    <a:pt x="51967" y="5643"/>
                  </a:cubicBezTo>
                  <a:cubicBezTo>
                    <a:pt x="51681" y="5595"/>
                    <a:pt x="51411" y="5615"/>
                    <a:pt x="51125" y="5591"/>
                  </a:cubicBezTo>
                  <a:cubicBezTo>
                    <a:pt x="50762" y="5558"/>
                    <a:pt x="50390" y="5439"/>
                    <a:pt x="50020" y="5398"/>
                  </a:cubicBezTo>
                  <a:cubicBezTo>
                    <a:pt x="49295" y="5316"/>
                    <a:pt x="48555" y="5318"/>
                    <a:pt x="47837" y="5178"/>
                  </a:cubicBezTo>
                  <a:cubicBezTo>
                    <a:pt x="47156" y="5046"/>
                    <a:pt x="46470" y="4871"/>
                    <a:pt x="45838" y="4587"/>
                  </a:cubicBezTo>
                  <a:cubicBezTo>
                    <a:pt x="45300" y="4345"/>
                    <a:pt x="44644" y="4135"/>
                    <a:pt x="44058" y="4062"/>
                  </a:cubicBezTo>
                  <a:cubicBezTo>
                    <a:pt x="43779" y="4027"/>
                    <a:pt x="43496" y="4059"/>
                    <a:pt x="43215" y="4059"/>
                  </a:cubicBezTo>
                  <a:cubicBezTo>
                    <a:pt x="42788" y="4061"/>
                    <a:pt x="42453" y="3964"/>
                    <a:pt x="42060" y="3804"/>
                  </a:cubicBezTo>
                  <a:cubicBezTo>
                    <a:pt x="41767" y="3683"/>
                    <a:pt x="41519" y="3650"/>
                    <a:pt x="41201" y="3664"/>
                  </a:cubicBezTo>
                  <a:cubicBezTo>
                    <a:pt x="40811" y="3681"/>
                    <a:pt x="40463" y="3616"/>
                    <a:pt x="40080" y="3566"/>
                  </a:cubicBezTo>
                  <a:cubicBezTo>
                    <a:pt x="39751" y="3521"/>
                    <a:pt x="39427" y="3516"/>
                    <a:pt x="39105" y="3428"/>
                  </a:cubicBezTo>
                  <a:cubicBezTo>
                    <a:pt x="38759" y="3333"/>
                    <a:pt x="38430" y="3194"/>
                    <a:pt x="38099" y="3060"/>
                  </a:cubicBezTo>
                  <a:cubicBezTo>
                    <a:pt x="37534" y="2835"/>
                    <a:pt x="36993" y="2467"/>
                    <a:pt x="36394" y="2340"/>
                  </a:cubicBezTo>
                  <a:cubicBezTo>
                    <a:pt x="36100" y="2281"/>
                    <a:pt x="35799" y="2255"/>
                    <a:pt x="35507" y="2177"/>
                  </a:cubicBezTo>
                  <a:cubicBezTo>
                    <a:pt x="35187" y="2091"/>
                    <a:pt x="34895" y="1937"/>
                    <a:pt x="34567" y="1886"/>
                  </a:cubicBezTo>
                  <a:cubicBezTo>
                    <a:pt x="34209" y="1829"/>
                    <a:pt x="33926" y="1645"/>
                    <a:pt x="33576" y="1581"/>
                  </a:cubicBezTo>
                  <a:cubicBezTo>
                    <a:pt x="33225" y="1518"/>
                    <a:pt x="32881" y="1496"/>
                    <a:pt x="32533" y="1405"/>
                  </a:cubicBezTo>
                  <a:cubicBezTo>
                    <a:pt x="31876" y="1236"/>
                    <a:pt x="31251" y="1018"/>
                    <a:pt x="30610" y="810"/>
                  </a:cubicBezTo>
                  <a:cubicBezTo>
                    <a:pt x="30290" y="707"/>
                    <a:pt x="29972" y="605"/>
                    <a:pt x="29654" y="501"/>
                  </a:cubicBezTo>
                  <a:cubicBezTo>
                    <a:pt x="29284" y="380"/>
                    <a:pt x="28886" y="352"/>
                    <a:pt x="28506" y="263"/>
                  </a:cubicBezTo>
                  <a:cubicBezTo>
                    <a:pt x="27882" y="116"/>
                    <a:pt x="27240" y="1"/>
                    <a:pt x="26595" y="40"/>
                  </a:cubicBezTo>
                  <a:cubicBezTo>
                    <a:pt x="25895" y="79"/>
                    <a:pt x="25161" y="189"/>
                    <a:pt x="24476" y="332"/>
                  </a:cubicBezTo>
                  <a:cubicBezTo>
                    <a:pt x="24205" y="387"/>
                    <a:pt x="23939" y="473"/>
                    <a:pt x="23690" y="594"/>
                  </a:cubicBezTo>
                  <a:cubicBezTo>
                    <a:pt x="23558" y="659"/>
                    <a:pt x="23442" y="748"/>
                    <a:pt x="23312" y="815"/>
                  </a:cubicBezTo>
                  <a:cubicBezTo>
                    <a:pt x="23096" y="929"/>
                    <a:pt x="22894" y="932"/>
                    <a:pt x="22658" y="962"/>
                  </a:cubicBezTo>
                  <a:cubicBezTo>
                    <a:pt x="21997" y="1046"/>
                    <a:pt x="21369" y="1366"/>
                    <a:pt x="20722" y="1515"/>
                  </a:cubicBezTo>
                  <a:cubicBezTo>
                    <a:pt x="20370" y="1594"/>
                    <a:pt x="20009" y="1647"/>
                    <a:pt x="19661" y="1740"/>
                  </a:cubicBezTo>
                  <a:cubicBezTo>
                    <a:pt x="19325" y="1831"/>
                    <a:pt x="19029" y="1952"/>
                    <a:pt x="18676" y="1968"/>
                  </a:cubicBezTo>
                  <a:cubicBezTo>
                    <a:pt x="17954" y="2002"/>
                    <a:pt x="17190" y="2024"/>
                    <a:pt x="16470" y="1961"/>
                  </a:cubicBezTo>
                  <a:cubicBezTo>
                    <a:pt x="16106" y="1929"/>
                    <a:pt x="15763" y="1823"/>
                    <a:pt x="15395" y="1838"/>
                  </a:cubicBezTo>
                  <a:cubicBezTo>
                    <a:pt x="15005" y="1853"/>
                    <a:pt x="14648" y="1820"/>
                    <a:pt x="14261" y="1753"/>
                  </a:cubicBezTo>
                  <a:cubicBezTo>
                    <a:pt x="13567" y="1634"/>
                    <a:pt x="12903" y="1583"/>
                    <a:pt x="12200" y="1580"/>
                  </a:cubicBezTo>
                  <a:cubicBezTo>
                    <a:pt x="11426" y="1576"/>
                    <a:pt x="10686" y="1708"/>
                    <a:pt x="9920" y="1747"/>
                  </a:cubicBezTo>
                  <a:cubicBezTo>
                    <a:pt x="9247" y="1780"/>
                    <a:pt x="8590" y="1909"/>
                    <a:pt x="7924" y="2022"/>
                  </a:cubicBezTo>
                  <a:cubicBezTo>
                    <a:pt x="7223" y="2141"/>
                    <a:pt x="6524" y="2065"/>
                    <a:pt x="5819" y="2175"/>
                  </a:cubicBezTo>
                  <a:cubicBezTo>
                    <a:pt x="5085" y="2290"/>
                    <a:pt x="4356" y="2180"/>
                    <a:pt x="3621" y="2244"/>
                  </a:cubicBezTo>
                  <a:cubicBezTo>
                    <a:pt x="3323" y="2270"/>
                    <a:pt x="3043" y="2372"/>
                    <a:pt x="2743" y="2392"/>
                  </a:cubicBezTo>
                  <a:cubicBezTo>
                    <a:pt x="2429" y="2415"/>
                    <a:pt x="2154" y="2424"/>
                    <a:pt x="1856" y="2537"/>
                  </a:cubicBezTo>
                  <a:cubicBezTo>
                    <a:pt x="1415" y="2707"/>
                    <a:pt x="896" y="2705"/>
                    <a:pt x="394" y="2686"/>
                  </a:cubicBezTo>
                  <a:cubicBezTo>
                    <a:pt x="383" y="2662"/>
                    <a:pt x="359" y="2642"/>
                    <a:pt x="322" y="2642"/>
                  </a:cubicBezTo>
                  <a:cubicBezTo>
                    <a:pt x="216" y="2640"/>
                    <a:pt x="108" y="2642"/>
                    <a:pt x="0" y="2645"/>
                  </a:cubicBezTo>
                  <a:lnTo>
                    <a:pt x="0" y="57040"/>
                  </a:lnTo>
                  <a:lnTo>
                    <a:pt x="215725" y="57040"/>
                  </a:lnTo>
                  <a:lnTo>
                    <a:pt x="215725" y="6320"/>
                  </a:lnTo>
                  <a:cubicBezTo>
                    <a:pt x="215493" y="6246"/>
                    <a:pt x="215303" y="6084"/>
                    <a:pt x="215086" y="5959"/>
                  </a:cubicBezTo>
                  <a:cubicBezTo>
                    <a:pt x="214978" y="5898"/>
                    <a:pt x="214881" y="5852"/>
                    <a:pt x="214756" y="5837"/>
                  </a:cubicBezTo>
                  <a:cubicBezTo>
                    <a:pt x="214673" y="5827"/>
                    <a:pt x="214628" y="5812"/>
                    <a:pt x="214563" y="5760"/>
                  </a:cubicBezTo>
                  <a:cubicBezTo>
                    <a:pt x="214505" y="5716"/>
                    <a:pt x="214450" y="5682"/>
                    <a:pt x="214383" y="5653"/>
                  </a:cubicBezTo>
                  <a:cubicBezTo>
                    <a:pt x="214104" y="5522"/>
                    <a:pt x="213784" y="5442"/>
                    <a:pt x="213475" y="5498"/>
                  </a:cubicBezTo>
                  <a:cubicBezTo>
                    <a:pt x="213341" y="5522"/>
                    <a:pt x="213230" y="5586"/>
                    <a:pt x="213116" y="5658"/>
                  </a:cubicBezTo>
                  <a:cubicBezTo>
                    <a:pt x="212965" y="5755"/>
                    <a:pt x="212807" y="5798"/>
                    <a:pt x="212649" y="5874"/>
                  </a:cubicBezTo>
                  <a:cubicBezTo>
                    <a:pt x="212527" y="5933"/>
                    <a:pt x="212435" y="6032"/>
                    <a:pt x="212322" y="6104"/>
                  </a:cubicBezTo>
                  <a:cubicBezTo>
                    <a:pt x="212162" y="6205"/>
                    <a:pt x="211967" y="6207"/>
                    <a:pt x="211792" y="6268"/>
                  </a:cubicBezTo>
                  <a:cubicBezTo>
                    <a:pt x="211632" y="6326"/>
                    <a:pt x="211476" y="6398"/>
                    <a:pt x="211316" y="6450"/>
                  </a:cubicBezTo>
                  <a:cubicBezTo>
                    <a:pt x="211158" y="6502"/>
                    <a:pt x="211002" y="6508"/>
                    <a:pt x="210849" y="6584"/>
                  </a:cubicBezTo>
                  <a:cubicBezTo>
                    <a:pt x="210306" y="6865"/>
                    <a:pt x="209834" y="7256"/>
                    <a:pt x="209400" y="7683"/>
                  </a:cubicBezTo>
                  <a:cubicBezTo>
                    <a:pt x="209183" y="7901"/>
                    <a:pt x="208967" y="8120"/>
                    <a:pt x="208729" y="8314"/>
                  </a:cubicBezTo>
                  <a:cubicBezTo>
                    <a:pt x="208612" y="8407"/>
                    <a:pt x="208487" y="8494"/>
                    <a:pt x="208357" y="8569"/>
                  </a:cubicBezTo>
                  <a:cubicBezTo>
                    <a:pt x="208186" y="8665"/>
                    <a:pt x="208018" y="8677"/>
                    <a:pt x="207832" y="8721"/>
                  </a:cubicBezTo>
                  <a:cubicBezTo>
                    <a:pt x="207529" y="8790"/>
                    <a:pt x="207288" y="9009"/>
                    <a:pt x="206984" y="9078"/>
                  </a:cubicBezTo>
                  <a:cubicBezTo>
                    <a:pt x="206694" y="9145"/>
                    <a:pt x="206391" y="9093"/>
                    <a:pt x="206099" y="9156"/>
                  </a:cubicBezTo>
                  <a:cubicBezTo>
                    <a:pt x="205817" y="9218"/>
                    <a:pt x="205515" y="9298"/>
                    <a:pt x="205296" y="9495"/>
                  </a:cubicBezTo>
                  <a:cubicBezTo>
                    <a:pt x="205095" y="9677"/>
                    <a:pt x="204963" y="9924"/>
                    <a:pt x="204782" y="10125"/>
                  </a:cubicBezTo>
                  <a:cubicBezTo>
                    <a:pt x="204604" y="10324"/>
                    <a:pt x="204394" y="10492"/>
                    <a:pt x="204150" y="10605"/>
                  </a:cubicBezTo>
                  <a:cubicBezTo>
                    <a:pt x="203890" y="10726"/>
                    <a:pt x="203611" y="10748"/>
                    <a:pt x="203341" y="10836"/>
                  </a:cubicBezTo>
                  <a:cubicBezTo>
                    <a:pt x="203090" y="10916"/>
                    <a:pt x="202852" y="11063"/>
                    <a:pt x="202694" y="11275"/>
                  </a:cubicBezTo>
                  <a:cubicBezTo>
                    <a:pt x="202599" y="11403"/>
                    <a:pt x="202523" y="11541"/>
                    <a:pt x="202428" y="11669"/>
                  </a:cubicBezTo>
                  <a:cubicBezTo>
                    <a:pt x="202318" y="11816"/>
                    <a:pt x="202203" y="11959"/>
                    <a:pt x="202090" y="12104"/>
                  </a:cubicBezTo>
                  <a:cubicBezTo>
                    <a:pt x="201894" y="12363"/>
                    <a:pt x="201712" y="12634"/>
                    <a:pt x="201465" y="12848"/>
                  </a:cubicBezTo>
                  <a:cubicBezTo>
                    <a:pt x="201210" y="13071"/>
                    <a:pt x="200968" y="13292"/>
                    <a:pt x="200734" y="13538"/>
                  </a:cubicBezTo>
                  <a:cubicBezTo>
                    <a:pt x="200505" y="13778"/>
                    <a:pt x="200250" y="13992"/>
                    <a:pt x="200038" y="14248"/>
                  </a:cubicBezTo>
                  <a:cubicBezTo>
                    <a:pt x="199826" y="14505"/>
                    <a:pt x="199664" y="14799"/>
                    <a:pt x="199471" y="15070"/>
                  </a:cubicBezTo>
                  <a:cubicBezTo>
                    <a:pt x="199369" y="15214"/>
                    <a:pt x="199261" y="15381"/>
                    <a:pt x="199084" y="15437"/>
                  </a:cubicBezTo>
                  <a:cubicBezTo>
                    <a:pt x="198945" y="15481"/>
                    <a:pt x="198792" y="15467"/>
                    <a:pt x="198647" y="15480"/>
                  </a:cubicBezTo>
                  <a:cubicBezTo>
                    <a:pt x="198368" y="15507"/>
                    <a:pt x="198071" y="15550"/>
                    <a:pt x="197814" y="15669"/>
                  </a:cubicBezTo>
                  <a:cubicBezTo>
                    <a:pt x="197583" y="15777"/>
                    <a:pt x="197303" y="15898"/>
                    <a:pt x="197159" y="16117"/>
                  </a:cubicBezTo>
                  <a:cubicBezTo>
                    <a:pt x="197090" y="16222"/>
                    <a:pt x="197061" y="16346"/>
                    <a:pt x="196988" y="16449"/>
                  </a:cubicBezTo>
                  <a:cubicBezTo>
                    <a:pt x="196886" y="16595"/>
                    <a:pt x="196741" y="16720"/>
                    <a:pt x="196611" y="16839"/>
                  </a:cubicBezTo>
                  <a:cubicBezTo>
                    <a:pt x="196094" y="17310"/>
                    <a:pt x="195584" y="17793"/>
                    <a:pt x="195045" y="18236"/>
                  </a:cubicBezTo>
                  <a:cubicBezTo>
                    <a:pt x="194760" y="18466"/>
                    <a:pt x="194461" y="18684"/>
                    <a:pt x="194130" y="18846"/>
                  </a:cubicBezTo>
                  <a:cubicBezTo>
                    <a:pt x="193834" y="18991"/>
                    <a:pt x="193598" y="19225"/>
                    <a:pt x="193300" y="19368"/>
                  </a:cubicBezTo>
                  <a:cubicBezTo>
                    <a:pt x="193010" y="19510"/>
                    <a:pt x="192688" y="19562"/>
                    <a:pt x="192443" y="19779"/>
                  </a:cubicBezTo>
                  <a:cubicBezTo>
                    <a:pt x="192303" y="19904"/>
                    <a:pt x="192179" y="19872"/>
                    <a:pt x="192006" y="19872"/>
                  </a:cubicBezTo>
                  <a:cubicBezTo>
                    <a:pt x="191848" y="19870"/>
                    <a:pt x="191690" y="19884"/>
                    <a:pt x="191534" y="19908"/>
                  </a:cubicBezTo>
                  <a:cubicBezTo>
                    <a:pt x="191236" y="19952"/>
                    <a:pt x="190944" y="20043"/>
                    <a:pt x="190682" y="20192"/>
                  </a:cubicBezTo>
                  <a:cubicBezTo>
                    <a:pt x="190393" y="20354"/>
                    <a:pt x="190131" y="20562"/>
                    <a:pt x="189839" y="20722"/>
                  </a:cubicBezTo>
                  <a:cubicBezTo>
                    <a:pt x="189713" y="20791"/>
                    <a:pt x="189586" y="20856"/>
                    <a:pt x="189458" y="20921"/>
                  </a:cubicBezTo>
                  <a:cubicBezTo>
                    <a:pt x="189438" y="20899"/>
                    <a:pt x="189402" y="20888"/>
                    <a:pt x="189372" y="20912"/>
                  </a:cubicBezTo>
                  <a:cubicBezTo>
                    <a:pt x="189255" y="21005"/>
                    <a:pt x="189077" y="21025"/>
                    <a:pt x="188934" y="21050"/>
                  </a:cubicBezTo>
                  <a:cubicBezTo>
                    <a:pt x="188772" y="21076"/>
                    <a:pt x="188614" y="21105"/>
                    <a:pt x="188454" y="21137"/>
                  </a:cubicBezTo>
                  <a:cubicBezTo>
                    <a:pt x="188078" y="21211"/>
                    <a:pt x="187710" y="21299"/>
                    <a:pt x="187327" y="21303"/>
                  </a:cubicBezTo>
                  <a:cubicBezTo>
                    <a:pt x="186949" y="21306"/>
                    <a:pt x="186574" y="21275"/>
                    <a:pt x="186198" y="21275"/>
                  </a:cubicBezTo>
                  <a:cubicBezTo>
                    <a:pt x="186023" y="21275"/>
                    <a:pt x="185848" y="21271"/>
                    <a:pt x="185675" y="21276"/>
                  </a:cubicBezTo>
                  <a:cubicBezTo>
                    <a:pt x="185493" y="21282"/>
                    <a:pt x="185305" y="21306"/>
                    <a:pt x="185125" y="21276"/>
                  </a:cubicBezTo>
                  <a:cubicBezTo>
                    <a:pt x="185052" y="21263"/>
                    <a:pt x="184969" y="21243"/>
                    <a:pt x="184907" y="21204"/>
                  </a:cubicBezTo>
                  <a:cubicBezTo>
                    <a:pt x="184836" y="21159"/>
                    <a:pt x="184822" y="21102"/>
                    <a:pt x="184771" y="21042"/>
                  </a:cubicBezTo>
                  <a:cubicBezTo>
                    <a:pt x="184695" y="20951"/>
                    <a:pt x="184574" y="20901"/>
                    <a:pt x="184466" y="20860"/>
                  </a:cubicBezTo>
                  <a:cubicBezTo>
                    <a:pt x="184150" y="20739"/>
                    <a:pt x="183845" y="20802"/>
                    <a:pt x="183518" y="20780"/>
                  </a:cubicBezTo>
                  <a:cubicBezTo>
                    <a:pt x="183354" y="20769"/>
                    <a:pt x="183196" y="20726"/>
                    <a:pt x="183033" y="20720"/>
                  </a:cubicBezTo>
                  <a:cubicBezTo>
                    <a:pt x="182835" y="20715"/>
                    <a:pt x="182646" y="20745"/>
                    <a:pt x="182456" y="20685"/>
                  </a:cubicBezTo>
                  <a:cubicBezTo>
                    <a:pt x="182305" y="20639"/>
                    <a:pt x="182168" y="20560"/>
                    <a:pt x="182015" y="20518"/>
                  </a:cubicBezTo>
                  <a:cubicBezTo>
                    <a:pt x="181844" y="20471"/>
                    <a:pt x="181660" y="20458"/>
                    <a:pt x="181483" y="20440"/>
                  </a:cubicBezTo>
                  <a:cubicBezTo>
                    <a:pt x="181141" y="20401"/>
                    <a:pt x="180816" y="20427"/>
                    <a:pt x="180494" y="20559"/>
                  </a:cubicBezTo>
                  <a:cubicBezTo>
                    <a:pt x="180345" y="20620"/>
                    <a:pt x="180206" y="20698"/>
                    <a:pt x="180072" y="20789"/>
                  </a:cubicBezTo>
                  <a:cubicBezTo>
                    <a:pt x="179936" y="20882"/>
                    <a:pt x="179797" y="20940"/>
                    <a:pt x="179646" y="21003"/>
                  </a:cubicBezTo>
                  <a:cubicBezTo>
                    <a:pt x="179501" y="21064"/>
                    <a:pt x="179415" y="21144"/>
                    <a:pt x="179302" y="21247"/>
                  </a:cubicBezTo>
                  <a:cubicBezTo>
                    <a:pt x="179188" y="21349"/>
                    <a:pt x="178999" y="21342"/>
                    <a:pt x="178861" y="21418"/>
                  </a:cubicBezTo>
                  <a:cubicBezTo>
                    <a:pt x="178727" y="21494"/>
                    <a:pt x="178614" y="21598"/>
                    <a:pt x="178484" y="21678"/>
                  </a:cubicBezTo>
                  <a:cubicBezTo>
                    <a:pt x="178333" y="21769"/>
                    <a:pt x="178182" y="21842"/>
                    <a:pt x="178041" y="21948"/>
                  </a:cubicBezTo>
                  <a:cubicBezTo>
                    <a:pt x="177927" y="22035"/>
                    <a:pt x="177812" y="22126"/>
                    <a:pt x="177708" y="22223"/>
                  </a:cubicBezTo>
                  <a:cubicBezTo>
                    <a:pt x="177585" y="22337"/>
                    <a:pt x="177474" y="22467"/>
                    <a:pt x="177330" y="22554"/>
                  </a:cubicBezTo>
                  <a:cubicBezTo>
                    <a:pt x="177176" y="22649"/>
                    <a:pt x="177020" y="22660"/>
                    <a:pt x="176845" y="22666"/>
                  </a:cubicBezTo>
                  <a:cubicBezTo>
                    <a:pt x="176683" y="22669"/>
                    <a:pt x="176527" y="22723"/>
                    <a:pt x="176365" y="22722"/>
                  </a:cubicBezTo>
                  <a:cubicBezTo>
                    <a:pt x="176090" y="22714"/>
                    <a:pt x="175965" y="22861"/>
                    <a:pt x="175861" y="23106"/>
                  </a:cubicBezTo>
                  <a:cubicBezTo>
                    <a:pt x="175746" y="23380"/>
                    <a:pt x="175599" y="23612"/>
                    <a:pt x="175523" y="23902"/>
                  </a:cubicBezTo>
                  <a:cubicBezTo>
                    <a:pt x="175487" y="24031"/>
                    <a:pt x="175458" y="24167"/>
                    <a:pt x="175391" y="24284"/>
                  </a:cubicBezTo>
                  <a:cubicBezTo>
                    <a:pt x="175303" y="24444"/>
                    <a:pt x="175149" y="24466"/>
                    <a:pt x="174985" y="24499"/>
                  </a:cubicBezTo>
                  <a:cubicBezTo>
                    <a:pt x="174838" y="24529"/>
                    <a:pt x="174697" y="24578"/>
                    <a:pt x="174561" y="24635"/>
                  </a:cubicBezTo>
                  <a:cubicBezTo>
                    <a:pt x="174489" y="24667"/>
                    <a:pt x="174414" y="24698"/>
                    <a:pt x="174353" y="24749"/>
                  </a:cubicBezTo>
                  <a:cubicBezTo>
                    <a:pt x="174333" y="24767"/>
                    <a:pt x="174314" y="24793"/>
                    <a:pt x="174292" y="24810"/>
                  </a:cubicBezTo>
                  <a:cubicBezTo>
                    <a:pt x="174236" y="24851"/>
                    <a:pt x="174221" y="24834"/>
                    <a:pt x="174160" y="24821"/>
                  </a:cubicBezTo>
                  <a:cubicBezTo>
                    <a:pt x="174115" y="24812"/>
                    <a:pt x="174070" y="24819"/>
                    <a:pt x="174026" y="24812"/>
                  </a:cubicBezTo>
                  <a:cubicBezTo>
                    <a:pt x="173948" y="24803"/>
                    <a:pt x="173899" y="24756"/>
                    <a:pt x="173836" y="24713"/>
                  </a:cubicBezTo>
                  <a:cubicBezTo>
                    <a:pt x="173676" y="24609"/>
                    <a:pt x="173490" y="24559"/>
                    <a:pt x="173336" y="24449"/>
                  </a:cubicBezTo>
                  <a:cubicBezTo>
                    <a:pt x="173183" y="24341"/>
                    <a:pt x="173021" y="24237"/>
                    <a:pt x="172886" y="24113"/>
                  </a:cubicBezTo>
                  <a:cubicBezTo>
                    <a:pt x="172750" y="23986"/>
                    <a:pt x="172659" y="23832"/>
                    <a:pt x="172553" y="23683"/>
                  </a:cubicBezTo>
                  <a:cubicBezTo>
                    <a:pt x="172346" y="23391"/>
                    <a:pt x="172092" y="23151"/>
                    <a:pt x="171911" y="22837"/>
                  </a:cubicBezTo>
                  <a:cubicBezTo>
                    <a:pt x="171740" y="22536"/>
                    <a:pt x="171513" y="22273"/>
                    <a:pt x="171299" y="22002"/>
                  </a:cubicBezTo>
                  <a:cubicBezTo>
                    <a:pt x="171201" y="21879"/>
                    <a:pt x="171098" y="21758"/>
                    <a:pt x="170974" y="21661"/>
                  </a:cubicBezTo>
                  <a:cubicBezTo>
                    <a:pt x="170845" y="21563"/>
                    <a:pt x="170700" y="21494"/>
                    <a:pt x="170563" y="21412"/>
                  </a:cubicBezTo>
                  <a:cubicBezTo>
                    <a:pt x="170263" y="21234"/>
                    <a:pt x="170018" y="21037"/>
                    <a:pt x="169837" y="20737"/>
                  </a:cubicBezTo>
                  <a:cubicBezTo>
                    <a:pt x="169774" y="20631"/>
                    <a:pt x="169702" y="20540"/>
                    <a:pt x="169588" y="20486"/>
                  </a:cubicBezTo>
                  <a:cubicBezTo>
                    <a:pt x="169436" y="20414"/>
                    <a:pt x="169311" y="20306"/>
                    <a:pt x="169161" y="20231"/>
                  </a:cubicBezTo>
                  <a:cubicBezTo>
                    <a:pt x="168872" y="20090"/>
                    <a:pt x="168562" y="20043"/>
                    <a:pt x="168242" y="20060"/>
                  </a:cubicBezTo>
                  <a:cubicBezTo>
                    <a:pt x="168060" y="20069"/>
                    <a:pt x="167879" y="20097"/>
                    <a:pt x="167697" y="20110"/>
                  </a:cubicBezTo>
                  <a:cubicBezTo>
                    <a:pt x="167515" y="20123"/>
                    <a:pt x="167286" y="20151"/>
                    <a:pt x="167107" y="20097"/>
                  </a:cubicBezTo>
                  <a:cubicBezTo>
                    <a:pt x="166949" y="20049"/>
                    <a:pt x="166812" y="19930"/>
                    <a:pt x="166681" y="19833"/>
                  </a:cubicBezTo>
                  <a:cubicBezTo>
                    <a:pt x="166535" y="19724"/>
                    <a:pt x="166401" y="19619"/>
                    <a:pt x="166280" y="19480"/>
                  </a:cubicBezTo>
                  <a:cubicBezTo>
                    <a:pt x="166075" y="19242"/>
                    <a:pt x="165781" y="19060"/>
                    <a:pt x="165517" y="18892"/>
                  </a:cubicBezTo>
                  <a:cubicBezTo>
                    <a:pt x="165222" y="18703"/>
                    <a:pt x="164883" y="18565"/>
                    <a:pt x="164613" y="18338"/>
                  </a:cubicBezTo>
                  <a:cubicBezTo>
                    <a:pt x="164347" y="18113"/>
                    <a:pt x="164167" y="17810"/>
                    <a:pt x="163909" y="17579"/>
                  </a:cubicBezTo>
                  <a:cubicBezTo>
                    <a:pt x="163641" y="17345"/>
                    <a:pt x="163432" y="17059"/>
                    <a:pt x="163168" y="16819"/>
                  </a:cubicBezTo>
                  <a:cubicBezTo>
                    <a:pt x="162914" y="16590"/>
                    <a:pt x="162636" y="16374"/>
                    <a:pt x="162348" y="16188"/>
                  </a:cubicBezTo>
                  <a:cubicBezTo>
                    <a:pt x="162058" y="16000"/>
                    <a:pt x="161734" y="15870"/>
                    <a:pt x="161463" y="15653"/>
                  </a:cubicBezTo>
                  <a:cubicBezTo>
                    <a:pt x="161348" y="15563"/>
                    <a:pt x="161247" y="15461"/>
                    <a:pt x="161123" y="15385"/>
                  </a:cubicBezTo>
                  <a:cubicBezTo>
                    <a:pt x="160983" y="15299"/>
                    <a:pt x="160833" y="15238"/>
                    <a:pt x="160682" y="15176"/>
                  </a:cubicBezTo>
                  <a:cubicBezTo>
                    <a:pt x="160529" y="15113"/>
                    <a:pt x="160371" y="15070"/>
                    <a:pt x="160221" y="15009"/>
                  </a:cubicBezTo>
                  <a:cubicBezTo>
                    <a:pt x="160050" y="14940"/>
                    <a:pt x="159912" y="14801"/>
                    <a:pt x="159785" y="14674"/>
                  </a:cubicBezTo>
                  <a:cubicBezTo>
                    <a:pt x="159529" y="14418"/>
                    <a:pt x="159326" y="14122"/>
                    <a:pt x="159103" y="13837"/>
                  </a:cubicBezTo>
                  <a:cubicBezTo>
                    <a:pt x="158921" y="13605"/>
                    <a:pt x="158725" y="13395"/>
                    <a:pt x="158452" y="13274"/>
                  </a:cubicBezTo>
                  <a:cubicBezTo>
                    <a:pt x="158134" y="13134"/>
                    <a:pt x="157799" y="13062"/>
                    <a:pt x="157463" y="12989"/>
                  </a:cubicBezTo>
                  <a:cubicBezTo>
                    <a:pt x="157115" y="12915"/>
                    <a:pt x="156763" y="12788"/>
                    <a:pt x="156430" y="12660"/>
                  </a:cubicBezTo>
                  <a:cubicBezTo>
                    <a:pt x="156205" y="12573"/>
                    <a:pt x="155949" y="12506"/>
                    <a:pt x="155720" y="12400"/>
                  </a:cubicBezTo>
                  <a:cubicBezTo>
                    <a:pt x="155759" y="12366"/>
                    <a:pt x="155763" y="12296"/>
                    <a:pt x="155701" y="12286"/>
                  </a:cubicBezTo>
                  <a:cubicBezTo>
                    <a:pt x="155551" y="12262"/>
                    <a:pt x="155428" y="12136"/>
                    <a:pt x="155296" y="12065"/>
                  </a:cubicBezTo>
                  <a:cubicBezTo>
                    <a:pt x="155145" y="11983"/>
                    <a:pt x="154989" y="11913"/>
                    <a:pt x="154838" y="11833"/>
                  </a:cubicBezTo>
                  <a:cubicBezTo>
                    <a:pt x="154498" y="11656"/>
                    <a:pt x="154163" y="11470"/>
                    <a:pt x="153829" y="11288"/>
                  </a:cubicBezTo>
                  <a:cubicBezTo>
                    <a:pt x="153531" y="11124"/>
                    <a:pt x="153235" y="11003"/>
                    <a:pt x="152906" y="10927"/>
                  </a:cubicBezTo>
                  <a:cubicBezTo>
                    <a:pt x="152555" y="10847"/>
                    <a:pt x="152224" y="10720"/>
                    <a:pt x="151878" y="10622"/>
                  </a:cubicBezTo>
                  <a:cubicBezTo>
                    <a:pt x="151722" y="10577"/>
                    <a:pt x="151558" y="10573"/>
                    <a:pt x="151400" y="10533"/>
                  </a:cubicBezTo>
                  <a:cubicBezTo>
                    <a:pt x="151245" y="10494"/>
                    <a:pt x="151108" y="10412"/>
                    <a:pt x="150946" y="10391"/>
                  </a:cubicBezTo>
                  <a:cubicBezTo>
                    <a:pt x="150805" y="10373"/>
                    <a:pt x="150661" y="10391"/>
                    <a:pt x="150520" y="10389"/>
                  </a:cubicBezTo>
                  <a:cubicBezTo>
                    <a:pt x="150293" y="10387"/>
                    <a:pt x="150076" y="10337"/>
                    <a:pt x="149860" y="10276"/>
                  </a:cubicBezTo>
                  <a:cubicBezTo>
                    <a:pt x="149722" y="10237"/>
                    <a:pt x="149594" y="10198"/>
                    <a:pt x="149451" y="10181"/>
                  </a:cubicBezTo>
                  <a:cubicBezTo>
                    <a:pt x="149257" y="10159"/>
                    <a:pt x="149069" y="10151"/>
                    <a:pt x="148924" y="10004"/>
                  </a:cubicBezTo>
                  <a:cubicBezTo>
                    <a:pt x="148712" y="9791"/>
                    <a:pt x="148573" y="9575"/>
                    <a:pt x="148274" y="9476"/>
                  </a:cubicBezTo>
                  <a:cubicBezTo>
                    <a:pt x="147967" y="9376"/>
                    <a:pt x="147611" y="9422"/>
                    <a:pt x="147295" y="9420"/>
                  </a:cubicBezTo>
                  <a:cubicBezTo>
                    <a:pt x="146929" y="9420"/>
                    <a:pt x="146564" y="9435"/>
                    <a:pt x="146198" y="9441"/>
                  </a:cubicBezTo>
                  <a:cubicBezTo>
                    <a:pt x="146008" y="9443"/>
                    <a:pt x="145820" y="9432"/>
                    <a:pt x="145642" y="9363"/>
                  </a:cubicBezTo>
                  <a:cubicBezTo>
                    <a:pt x="145499" y="9309"/>
                    <a:pt x="145380" y="9214"/>
                    <a:pt x="145240" y="9158"/>
                  </a:cubicBezTo>
                  <a:cubicBezTo>
                    <a:pt x="145129" y="9114"/>
                    <a:pt x="145008" y="9108"/>
                    <a:pt x="144896" y="9069"/>
                  </a:cubicBezTo>
                  <a:cubicBezTo>
                    <a:pt x="144705" y="9004"/>
                    <a:pt x="144535" y="8885"/>
                    <a:pt x="144351" y="8803"/>
                  </a:cubicBezTo>
                  <a:cubicBezTo>
                    <a:pt x="143760" y="8544"/>
                    <a:pt x="143038" y="8621"/>
                    <a:pt x="142412" y="8623"/>
                  </a:cubicBezTo>
                  <a:cubicBezTo>
                    <a:pt x="142213" y="8623"/>
                    <a:pt x="142015" y="8624"/>
                    <a:pt x="141820" y="8582"/>
                  </a:cubicBezTo>
                  <a:cubicBezTo>
                    <a:pt x="141642" y="8543"/>
                    <a:pt x="141541" y="8424"/>
                    <a:pt x="141387" y="8345"/>
                  </a:cubicBezTo>
                  <a:cubicBezTo>
                    <a:pt x="141156" y="8228"/>
                    <a:pt x="140866" y="8284"/>
                    <a:pt x="140628" y="8344"/>
                  </a:cubicBezTo>
                  <a:cubicBezTo>
                    <a:pt x="140353" y="8414"/>
                    <a:pt x="139895" y="8682"/>
                    <a:pt x="139626" y="8515"/>
                  </a:cubicBezTo>
                  <a:cubicBezTo>
                    <a:pt x="139503" y="8437"/>
                    <a:pt x="139447" y="8286"/>
                    <a:pt x="139332" y="8197"/>
                  </a:cubicBezTo>
                  <a:cubicBezTo>
                    <a:pt x="139215" y="8106"/>
                    <a:pt x="139070" y="8074"/>
                    <a:pt x="138924" y="8068"/>
                  </a:cubicBezTo>
                  <a:cubicBezTo>
                    <a:pt x="138778" y="8061"/>
                    <a:pt x="138634" y="8081"/>
                    <a:pt x="138489" y="8091"/>
                  </a:cubicBezTo>
                  <a:cubicBezTo>
                    <a:pt x="138432" y="8094"/>
                    <a:pt x="138329" y="8113"/>
                    <a:pt x="138275" y="8089"/>
                  </a:cubicBezTo>
                  <a:cubicBezTo>
                    <a:pt x="138199" y="8053"/>
                    <a:pt x="138177" y="7946"/>
                    <a:pt x="138147" y="7875"/>
                  </a:cubicBezTo>
                  <a:cubicBezTo>
                    <a:pt x="138041" y="7618"/>
                    <a:pt x="138047" y="7310"/>
                    <a:pt x="137855" y="7094"/>
                  </a:cubicBezTo>
                  <a:cubicBezTo>
                    <a:pt x="137831" y="7068"/>
                    <a:pt x="137790" y="7060"/>
                    <a:pt x="137757" y="7070"/>
                  </a:cubicBezTo>
                  <a:cubicBezTo>
                    <a:pt x="137641" y="7099"/>
                    <a:pt x="137548" y="7163"/>
                    <a:pt x="137444" y="7217"/>
                  </a:cubicBezTo>
                  <a:cubicBezTo>
                    <a:pt x="137251" y="7317"/>
                    <a:pt x="137174" y="7165"/>
                    <a:pt x="137072" y="7032"/>
                  </a:cubicBezTo>
                  <a:cubicBezTo>
                    <a:pt x="136955" y="6880"/>
                    <a:pt x="136801" y="6783"/>
                    <a:pt x="136600" y="6800"/>
                  </a:cubicBezTo>
                  <a:cubicBezTo>
                    <a:pt x="136403" y="6815"/>
                    <a:pt x="136246" y="6951"/>
                    <a:pt x="136111" y="7081"/>
                  </a:cubicBezTo>
                  <a:cubicBezTo>
                    <a:pt x="135993" y="7196"/>
                    <a:pt x="135839" y="7403"/>
                    <a:pt x="135670" y="7471"/>
                  </a:cubicBezTo>
                  <a:cubicBezTo>
                    <a:pt x="135609" y="7278"/>
                    <a:pt x="135450" y="7112"/>
                    <a:pt x="135276" y="698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22"/>
          <p:cNvGrpSpPr/>
          <p:nvPr/>
        </p:nvGrpSpPr>
        <p:grpSpPr>
          <a:xfrm rot="2461786">
            <a:off x="200120" y="356385"/>
            <a:ext cx="1402453" cy="1428357"/>
            <a:chOff x="1237475" y="238125"/>
            <a:chExt cx="5143250" cy="5238250"/>
          </a:xfrm>
        </p:grpSpPr>
        <p:sp>
          <p:nvSpPr>
            <p:cNvPr id="266" name="Google Shape;266;p22"/>
            <p:cNvSpPr/>
            <p:nvPr/>
          </p:nvSpPr>
          <p:spPr>
            <a:xfrm>
              <a:off x="3899975" y="2833925"/>
              <a:ext cx="135575" cy="126950"/>
            </a:xfrm>
            <a:custGeom>
              <a:avLst/>
              <a:gdLst/>
              <a:ahLst/>
              <a:cxnLst/>
              <a:rect l="l" t="t" r="r" b="b"/>
              <a:pathLst>
                <a:path w="5423" h="5078" extrusionOk="0">
                  <a:moveTo>
                    <a:pt x="0" y="1"/>
                  </a:moveTo>
                  <a:lnTo>
                    <a:pt x="0" y="1"/>
                  </a:lnTo>
                  <a:cubicBezTo>
                    <a:pt x="1565" y="1926"/>
                    <a:pt x="3374" y="3643"/>
                    <a:pt x="5422" y="5077"/>
                  </a:cubicBezTo>
                  <a:cubicBezTo>
                    <a:pt x="3434" y="3587"/>
                    <a:pt x="1628" y="187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2183775" y="2678125"/>
              <a:ext cx="4225" cy="6025"/>
            </a:xfrm>
            <a:custGeom>
              <a:avLst/>
              <a:gdLst/>
              <a:ahLst/>
              <a:cxnLst/>
              <a:rect l="l" t="t" r="r" b="b"/>
              <a:pathLst>
                <a:path w="169" h="241" extrusionOk="0">
                  <a:moveTo>
                    <a:pt x="168" y="1"/>
                  </a:moveTo>
                  <a:cubicBezTo>
                    <a:pt x="135" y="47"/>
                    <a:pt x="103" y="95"/>
                    <a:pt x="70" y="142"/>
                  </a:cubicBezTo>
                  <a:lnTo>
                    <a:pt x="70" y="142"/>
                  </a:lnTo>
                  <a:cubicBezTo>
                    <a:pt x="103" y="94"/>
                    <a:pt x="136" y="48"/>
                    <a:pt x="168" y="1"/>
                  </a:cubicBezTo>
                  <a:close/>
                  <a:moveTo>
                    <a:pt x="70" y="142"/>
                  </a:moveTo>
                  <a:cubicBezTo>
                    <a:pt x="47" y="175"/>
                    <a:pt x="24" y="208"/>
                    <a:pt x="1" y="241"/>
                  </a:cubicBezTo>
                  <a:cubicBezTo>
                    <a:pt x="24" y="208"/>
                    <a:pt x="47" y="175"/>
                    <a:pt x="70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4279325" y="630125"/>
              <a:ext cx="2101400" cy="3705400"/>
            </a:xfrm>
            <a:custGeom>
              <a:avLst/>
              <a:gdLst/>
              <a:ahLst/>
              <a:cxnLst/>
              <a:rect l="l" t="t" r="r" b="b"/>
              <a:pathLst>
                <a:path w="84056" h="148216" extrusionOk="0">
                  <a:moveTo>
                    <a:pt x="21625" y="0"/>
                  </a:moveTo>
                  <a:cubicBezTo>
                    <a:pt x="20852" y="227"/>
                    <a:pt x="20094" y="491"/>
                    <a:pt x="19346" y="795"/>
                  </a:cubicBezTo>
                  <a:cubicBezTo>
                    <a:pt x="19135" y="881"/>
                    <a:pt x="18918" y="969"/>
                    <a:pt x="18712" y="1062"/>
                  </a:cubicBezTo>
                  <a:cubicBezTo>
                    <a:pt x="18501" y="1155"/>
                    <a:pt x="18294" y="1248"/>
                    <a:pt x="18093" y="1342"/>
                  </a:cubicBezTo>
                  <a:cubicBezTo>
                    <a:pt x="17934" y="1418"/>
                    <a:pt x="17778" y="1490"/>
                    <a:pt x="17624" y="1563"/>
                  </a:cubicBezTo>
                  <a:cubicBezTo>
                    <a:pt x="17433" y="1649"/>
                    <a:pt x="17249" y="1748"/>
                    <a:pt x="17063" y="1846"/>
                  </a:cubicBezTo>
                  <a:cubicBezTo>
                    <a:pt x="16789" y="1986"/>
                    <a:pt x="16526" y="2130"/>
                    <a:pt x="16257" y="2279"/>
                  </a:cubicBezTo>
                  <a:cubicBezTo>
                    <a:pt x="16114" y="2357"/>
                    <a:pt x="15970" y="2445"/>
                    <a:pt x="15824" y="2532"/>
                  </a:cubicBezTo>
                  <a:cubicBezTo>
                    <a:pt x="15557" y="2686"/>
                    <a:pt x="15288" y="2847"/>
                    <a:pt x="15021" y="3016"/>
                  </a:cubicBezTo>
                  <a:cubicBezTo>
                    <a:pt x="14814" y="3145"/>
                    <a:pt x="14613" y="3275"/>
                    <a:pt x="14412" y="3414"/>
                  </a:cubicBezTo>
                  <a:cubicBezTo>
                    <a:pt x="14248" y="3522"/>
                    <a:pt x="14092" y="3625"/>
                    <a:pt x="13933" y="3739"/>
                  </a:cubicBezTo>
                  <a:cubicBezTo>
                    <a:pt x="13783" y="3837"/>
                    <a:pt x="13639" y="3945"/>
                    <a:pt x="13490" y="4053"/>
                  </a:cubicBezTo>
                  <a:cubicBezTo>
                    <a:pt x="13382" y="4131"/>
                    <a:pt x="13267" y="4207"/>
                    <a:pt x="13153" y="4295"/>
                  </a:cubicBezTo>
                  <a:cubicBezTo>
                    <a:pt x="13138" y="4305"/>
                    <a:pt x="13118" y="4321"/>
                    <a:pt x="13103" y="4336"/>
                  </a:cubicBezTo>
                  <a:cubicBezTo>
                    <a:pt x="12871" y="4507"/>
                    <a:pt x="12644" y="4688"/>
                    <a:pt x="12417" y="4862"/>
                  </a:cubicBezTo>
                  <a:cubicBezTo>
                    <a:pt x="12206" y="5028"/>
                    <a:pt x="12000" y="5197"/>
                    <a:pt x="11793" y="5368"/>
                  </a:cubicBezTo>
                  <a:cubicBezTo>
                    <a:pt x="11370" y="5728"/>
                    <a:pt x="10952" y="6095"/>
                    <a:pt x="10540" y="6471"/>
                  </a:cubicBezTo>
                  <a:cubicBezTo>
                    <a:pt x="10354" y="6642"/>
                    <a:pt x="10169" y="6817"/>
                    <a:pt x="9988" y="6997"/>
                  </a:cubicBezTo>
                  <a:cubicBezTo>
                    <a:pt x="9802" y="7178"/>
                    <a:pt x="9618" y="7359"/>
                    <a:pt x="9432" y="7543"/>
                  </a:cubicBezTo>
                  <a:cubicBezTo>
                    <a:pt x="9178" y="7802"/>
                    <a:pt x="8931" y="8064"/>
                    <a:pt x="8689" y="8333"/>
                  </a:cubicBezTo>
                  <a:cubicBezTo>
                    <a:pt x="8555" y="8467"/>
                    <a:pt x="8432" y="8611"/>
                    <a:pt x="8307" y="8756"/>
                  </a:cubicBezTo>
                  <a:cubicBezTo>
                    <a:pt x="8075" y="9013"/>
                    <a:pt x="7853" y="9270"/>
                    <a:pt x="7632" y="9539"/>
                  </a:cubicBezTo>
                  <a:cubicBezTo>
                    <a:pt x="7415" y="9796"/>
                    <a:pt x="7204" y="10060"/>
                    <a:pt x="6992" y="10328"/>
                  </a:cubicBezTo>
                  <a:cubicBezTo>
                    <a:pt x="6848" y="10509"/>
                    <a:pt x="6708" y="10690"/>
                    <a:pt x="6569" y="10869"/>
                  </a:cubicBezTo>
                  <a:cubicBezTo>
                    <a:pt x="6436" y="11055"/>
                    <a:pt x="6302" y="11231"/>
                    <a:pt x="6173" y="11415"/>
                  </a:cubicBezTo>
                  <a:cubicBezTo>
                    <a:pt x="6018" y="11627"/>
                    <a:pt x="5869" y="11833"/>
                    <a:pt x="5729" y="12050"/>
                  </a:cubicBezTo>
                  <a:cubicBezTo>
                    <a:pt x="5630" y="12185"/>
                    <a:pt x="5539" y="12319"/>
                    <a:pt x="5451" y="12457"/>
                  </a:cubicBezTo>
                  <a:cubicBezTo>
                    <a:pt x="5301" y="12674"/>
                    <a:pt x="5162" y="12885"/>
                    <a:pt x="5028" y="13102"/>
                  </a:cubicBezTo>
                  <a:cubicBezTo>
                    <a:pt x="4910" y="13288"/>
                    <a:pt x="4791" y="13478"/>
                    <a:pt x="4673" y="13674"/>
                  </a:cubicBezTo>
                  <a:cubicBezTo>
                    <a:pt x="4450" y="14036"/>
                    <a:pt x="4233" y="14401"/>
                    <a:pt x="4034" y="14767"/>
                  </a:cubicBezTo>
                  <a:cubicBezTo>
                    <a:pt x="3913" y="14983"/>
                    <a:pt x="3795" y="15205"/>
                    <a:pt x="3682" y="15416"/>
                  </a:cubicBezTo>
                  <a:cubicBezTo>
                    <a:pt x="2110" y="18392"/>
                    <a:pt x="980" y="21569"/>
                    <a:pt x="718" y="24769"/>
                  </a:cubicBezTo>
                  <a:cubicBezTo>
                    <a:pt x="1" y="33350"/>
                    <a:pt x="5431" y="40563"/>
                    <a:pt x="8266" y="48338"/>
                  </a:cubicBezTo>
                  <a:cubicBezTo>
                    <a:pt x="9235" y="50973"/>
                    <a:pt x="9885" y="53942"/>
                    <a:pt x="8750" y="56671"/>
                  </a:cubicBezTo>
                  <a:cubicBezTo>
                    <a:pt x="8709" y="56774"/>
                    <a:pt x="8664" y="56877"/>
                    <a:pt x="8606" y="56980"/>
                  </a:cubicBezTo>
                  <a:cubicBezTo>
                    <a:pt x="8560" y="57077"/>
                    <a:pt x="8503" y="57180"/>
                    <a:pt x="8447" y="57278"/>
                  </a:cubicBezTo>
                  <a:cubicBezTo>
                    <a:pt x="7848" y="58335"/>
                    <a:pt x="6884" y="59259"/>
                    <a:pt x="5796" y="59846"/>
                  </a:cubicBezTo>
                  <a:cubicBezTo>
                    <a:pt x="5708" y="59893"/>
                    <a:pt x="5630" y="59939"/>
                    <a:pt x="5544" y="59975"/>
                  </a:cubicBezTo>
                  <a:cubicBezTo>
                    <a:pt x="5378" y="60058"/>
                    <a:pt x="5208" y="60130"/>
                    <a:pt x="5038" y="60191"/>
                  </a:cubicBezTo>
                  <a:cubicBezTo>
                    <a:pt x="4935" y="60233"/>
                    <a:pt x="4832" y="60269"/>
                    <a:pt x="4724" y="60305"/>
                  </a:cubicBezTo>
                  <a:cubicBezTo>
                    <a:pt x="4636" y="60332"/>
                    <a:pt x="4558" y="60352"/>
                    <a:pt x="4477" y="60372"/>
                  </a:cubicBezTo>
                  <a:cubicBezTo>
                    <a:pt x="4399" y="60393"/>
                    <a:pt x="4326" y="60413"/>
                    <a:pt x="4255" y="60428"/>
                  </a:cubicBezTo>
                  <a:cubicBezTo>
                    <a:pt x="4228" y="60433"/>
                    <a:pt x="4198" y="60440"/>
                    <a:pt x="4167" y="60445"/>
                  </a:cubicBezTo>
                  <a:cubicBezTo>
                    <a:pt x="4142" y="60455"/>
                    <a:pt x="4120" y="60455"/>
                    <a:pt x="4089" y="60460"/>
                  </a:cubicBezTo>
                  <a:cubicBezTo>
                    <a:pt x="3971" y="60480"/>
                    <a:pt x="3847" y="60501"/>
                    <a:pt x="3724" y="60511"/>
                  </a:cubicBezTo>
                  <a:cubicBezTo>
                    <a:pt x="3579" y="60527"/>
                    <a:pt x="3436" y="60535"/>
                    <a:pt x="3293" y="60535"/>
                  </a:cubicBezTo>
                  <a:cubicBezTo>
                    <a:pt x="3207" y="60535"/>
                    <a:pt x="3122" y="60532"/>
                    <a:pt x="3037" y="60526"/>
                  </a:cubicBezTo>
                  <a:cubicBezTo>
                    <a:pt x="3026" y="60527"/>
                    <a:pt x="3016" y="60528"/>
                    <a:pt x="3005" y="60528"/>
                  </a:cubicBezTo>
                  <a:cubicBezTo>
                    <a:pt x="2961" y="60528"/>
                    <a:pt x="2918" y="60520"/>
                    <a:pt x="2873" y="60516"/>
                  </a:cubicBezTo>
                  <a:cubicBezTo>
                    <a:pt x="2410" y="60475"/>
                    <a:pt x="1965" y="60357"/>
                    <a:pt x="1554" y="60140"/>
                  </a:cubicBezTo>
                  <a:lnTo>
                    <a:pt x="1554" y="60140"/>
                  </a:lnTo>
                  <a:cubicBezTo>
                    <a:pt x="1652" y="60259"/>
                    <a:pt x="1748" y="60382"/>
                    <a:pt x="1846" y="60506"/>
                  </a:cubicBezTo>
                  <a:cubicBezTo>
                    <a:pt x="1883" y="60552"/>
                    <a:pt x="1919" y="60604"/>
                    <a:pt x="1960" y="60645"/>
                  </a:cubicBezTo>
                  <a:cubicBezTo>
                    <a:pt x="2372" y="61155"/>
                    <a:pt x="2785" y="61666"/>
                    <a:pt x="3208" y="62187"/>
                  </a:cubicBezTo>
                  <a:cubicBezTo>
                    <a:pt x="3661" y="62749"/>
                    <a:pt x="4132" y="63316"/>
                    <a:pt x="4600" y="63882"/>
                  </a:cubicBezTo>
                  <a:cubicBezTo>
                    <a:pt x="5224" y="64640"/>
                    <a:pt x="5869" y="65398"/>
                    <a:pt x="6513" y="66156"/>
                  </a:cubicBezTo>
                  <a:cubicBezTo>
                    <a:pt x="8246" y="68188"/>
                    <a:pt x="10036" y="70189"/>
                    <a:pt x="11824" y="72102"/>
                  </a:cubicBezTo>
                  <a:cubicBezTo>
                    <a:pt x="12035" y="72334"/>
                    <a:pt x="12252" y="72556"/>
                    <a:pt x="12468" y="72782"/>
                  </a:cubicBezTo>
                  <a:cubicBezTo>
                    <a:pt x="12720" y="73046"/>
                    <a:pt x="12974" y="73313"/>
                    <a:pt x="13226" y="73571"/>
                  </a:cubicBezTo>
                  <a:cubicBezTo>
                    <a:pt x="13314" y="73674"/>
                    <a:pt x="13407" y="73767"/>
                    <a:pt x="13500" y="73865"/>
                  </a:cubicBezTo>
                  <a:cubicBezTo>
                    <a:pt x="14319" y="74711"/>
                    <a:pt x="15124" y="75582"/>
                    <a:pt x="15892" y="76484"/>
                  </a:cubicBezTo>
                  <a:cubicBezTo>
                    <a:pt x="19001" y="80094"/>
                    <a:pt x="21564" y="84142"/>
                    <a:pt x="22539" y="88735"/>
                  </a:cubicBezTo>
                  <a:cubicBezTo>
                    <a:pt x="23043" y="91144"/>
                    <a:pt x="23100" y="93598"/>
                    <a:pt x="22848" y="96056"/>
                  </a:cubicBezTo>
                  <a:cubicBezTo>
                    <a:pt x="22413" y="100306"/>
                    <a:pt x="21084" y="104575"/>
                    <a:pt x="19626" y="108674"/>
                  </a:cubicBezTo>
                  <a:cubicBezTo>
                    <a:pt x="22831" y="105761"/>
                    <a:pt x="23931" y="101564"/>
                    <a:pt x="24570" y="97428"/>
                  </a:cubicBezTo>
                  <a:cubicBezTo>
                    <a:pt x="24672" y="96748"/>
                    <a:pt x="24770" y="96063"/>
                    <a:pt x="24858" y="95381"/>
                  </a:cubicBezTo>
                  <a:cubicBezTo>
                    <a:pt x="24858" y="95366"/>
                    <a:pt x="24863" y="95351"/>
                    <a:pt x="24863" y="95341"/>
                  </a:cubicBezTo>
                  <a:cubicBezTo>
                    <a:pt x="25533" y="90262"/>
                    <a:pt x="26152" y="85152"/>
                    <a:pt x="26741" y="80021"/>
                  </a:cubicBezTo>
                  <a:cubicBezTo>
                    <a:pt x="28256" y="84353"/>
                    <a:pt x="29850" y="88291"/>
                    <a:pt x="28859" y="92891"/>
                  </a:cubicBezTo>
                  <a:cubicBezTo>
                    <a:pt x="28838" y="93015"/>
                    <a:pt x="28813" y="93133"/>
                    <a:pt x="28788" y="93251"/>
                  </a:cubicBezTo>
                  <a:cubicBezTo>
                    <a:pt x="28116" y="96423"/>
                    <a:pt x="27534" y="99707"/>
                    <a:pt x="27431" y="102899"/>
                  </a:cubicBezTo>
                  <a:cubicBezTo>
                    <a:pt x="27302" y="106807"/>
                    <a:pt x="27894" y="110576"/>
                    <a:pt x="29926" y="113825"/>
                  </a:cubicBezTo>
                  <a:cubicBezTo>
                    <a:pt x="29096" y="110911"/>
                    <a:pt x="28916" y="107808"/>
                    <a:pt x="29349" y="104734"/>
                  </a:cubicBezTo>
                  <a:cubicBezTo>
                    <a:pt x="29699" y="102260"/>
                    <a:pt x="30452" y="99800"/>
                    <a:pt x="31597" y="97481"/>
                  </a:cubicBezTo>
                  <a:lnTo>
                    <a:pt x="31597" y="97481"/>
                  </a:lnTo>
                  <a:cubicBezTo>
                    <a:pt x="31164" y="102957"/>
                    <a:pt x="31716" y="108410"/>
                    <a:pt x="33201" y="113562"/>
                  </a:cubicBezTo>
                  <a:cubicBezTo>
                    <a:pt x="33360" y="114118"/>
                    <a:pt x="33531" y="114670"/>
                    <a:pt x="33710" y="115218"/>
                  </a:cubicBezTo>
                  <a:cubicBezTo>
                    <a:pt x="34664" y="118099"/>
                    <a:pt x="35923" y="120888"/>
                    <a:pt x="36485" y="123854"/>
                  </a:cubicBezTo>
                  <a:cubicBezTo>
                    <a:pt x="37046" y="126823"/>
                    <a:pt x="36857" y="130077"/>
                    <a:pt x="35087" y="132716"/>
                  </a:cubicBezTo>
                  <a:cubicBezTo>
                    <a:pt x="38557" y="128154"/>
                    <a:pt x="38146" y="119146"/>
                    <a:pt x="37124" y="112396"/>
                  </a:cubicBezTo>
                  <a:lnTo>
                    <a:pt x="37124" y="112396"/>
                  </a:lnTo>
                  <a:cubicBezTo>
                    <a:pt x="42570" y="121558"/>
                    <a:pt x="42471" y="133413"/>
                    <a:pt x="36960" y="142920"/>
                  </a:cubicBezTo>
                  <a:cubicBezTo>
                    <a:pt x="40435" y="142009"/>
                    <a:pt x="43338" y="139255"/>
                    <a:pt x="44183" y="136067"/>
                  </a:cubicBezTo>
                  <a:lnTo>
                    <a:pt x="44183" y="136067"/>
                  </a:lnTo>
                  <a:cubicBezTo>
                    <a:pt x="44554" y="140410"/>
                    <a:pt x="42776" y="144952"/>
                    <a:pt x="39450" y="148215"/>
                  </a:cubicBezTo>
                  <a:cubicBezTo>
                    <a:pt x="43043" y="146942"/>
                    <a:pt x="46709" y="145622"/>
                    <a:pt x="49829" y="143462"/>
                  </a:cubicBezTo>
                  <a:cubicBezTo>
                    <a:pt x="56243" y="139018"/>
                    <a:pt x="59424" y="131510"/>
                    <a:pt x="59919" y="124297"/>
                  </a:cubicBezTo>
                  <a:cubicBezTo>
                    <a:pt x="60428" y="117041"/>
                    <a:pt x="58583" y="109948"/>
                    <a:pt x="56830" y="102914"/>
                  </a:cubicBezTo>
                  <a:cubicBezTo>
                    <a:pt x="56820" y="102863"/>
                    <a:pt x="56805" y="102811"/>
                    <a:pt x="56795" y="102760"/>
                  </a:cubicBezTo>
                  <a:cubicBezTo>
                    <a:pt x="55304" y="96773"/>
                    <a:pt x="53990" y="90555"/>
                    <a:pt x="52691" y="84379"/>
                  </a:cubicBezTo>
                  <a:lnTo>
                    <a:pt x="52691" y="84379"/>
                  </a:lnTo>
                  <a:cubicBezTo>
                    <a:pt x="53134" y="85461"/>
                    <a:pt x="53655" y="86519"/>
                    <a:pt x="54232" y="87561"/>
                  </a:cubicBezTo>
                  <a:cubicBezTo>
                    <a:pt x="58273" y="94928"/>
                    <a:pt x="64962" y="101542"/>
                    <a:pt x="66003" y="109896"/>
                  </a:cubicBezTo>
                  <a:cubicBezTo>
                    <a:pt x="66468" y="113700"/>
                    <a:pt x="65725" y="117600"/>
                    <a:pt x="64972" y="121419"/>
                  </a:cubicBezTo>
                  <a:cubicBezTo>
                    <a:pt x="68029" y="113506"/>
                    <a:pt x="65894" y="109881"/>
                    <a:pt x="66359" y="104070"/>
                  </a:cubicBezTo>
                  <a:lnTo>
                    <a:pt x="66359" y="104070"/>
                  </a:lnTo>
                  <a:cubicBezTo>
                    <a:pt x="70288" y="115052"/>
                    <a:pt x="69494" y="127530"/>
                    <a:pt x="64265" y="138409"/>
                  </a:cubicBezTo>
                  <a:cubicBezTo>
                    <a:pt x="69442" y="133016"/>
                    <a:pt x="71886" y="125838"/>
                    <a:pt x="72329" y="118836"/>
                  </a:cubicBezTo>
                  <a:cubicBezTo>
                    <a:pt x="72778" y="111789"/>
                    <a:pt x="71355" y="104853"/>
                    <a:pt x="69679" y="98032"/>
                  </a:cubicBezTo>
                  <a:cubicBezTo>
                    <a:pt x="69499" y="97289"/>
                    <a:pt x="69333" y="96532"/>
                    <a:pt x="69174" y="95774"/>
                  </a:cubicBezTo>
                  <a:cubicBezTo>
                    <a:pt x="68334" y="91829"/>
                    <a:pt x="67571" y="87808"/>
                    <a:pt x="64600" y="85013"/>
                  </a:cubicBezTo>
                  <a:lnTo>
                    <a:pt x="64600" y="85013"/>
                  </a:lnTo>
                  <a:cubicBezTo>
                    <a:pt x="66508" y="86627"/>
                    <a:pt x="68271" y="88374"/>
                    <a:pt x="69885" y="90240"/>
                  </a:cubicBezTo>
                  <a:cubicBezTo>
                    <a:pt x="73551" y="94463"/>
                    <a:pt x="76433" y="99274"/>
                    <a:pt x="78362" y="104425"/>
                  </a:cubicBezTo>
                  <a:cubicBezTo>
                    <a:pt x="77574" y="99651"/>
                    <a:pt x="75733" y="95308"/>
                    <a:pt x="73351" y="91174"/>
                  </a:cubicBezTo>
                  <a:cubicBezTo>
                    <a:pt x="68938" y="83502"/>
                    <a:pt x="62661" y="76556"/>
                    <a:pt x="57790" y="68900"/>
                  </a:cubicBezTo>
                  <a:cubicBezTo>
                    <a:pt x="56294" y="66559"/>
                    <a:pt x="54937" y="64146"/>
                    <a:pt x="53794" y="61624"/>
                  </a:cubicBezTo>
                  <a:lnTo>
                    <a:pt x="53794" y="61624"/>
                  </a:lnTo>
                  <a:cubicBezTo>
                    <a:pt x="59172" y="65853"/>
                    <a:pt x="66168" y="68353"/>
                    <a:pt x="73551" y="68673"/>
                  </a:cubicBezTo>
                  <a:cubicBezTo>
                    <a:pt x="57515" y="64909"/>
                    <a:pt x="44894" y="52905"/>
                    <a:pt x="41120" y="37849"/>
                  </a:cubicBezTo>
                  <a:lnTo>
                    <a:pt x="41120" y="37849"/>
                  </a:lnTo>
                  <a:cubicBezTo>
                    <a:pt x="44013" y="46316"/>
                    <a:pt x="51030" y="53086"/>
                    <a:pt x="59940" y="56014"/>
                  </a:cubicBezTo>
                  <a:cubicBezTo>
                    <a:pt x="52366" y="50884"/>
                    <a:pt x="46349" y="43872"/>
                    <a:pt x="42558" y="35752"/>
                  </a:cubicBezTo>
                  <a:lnTo>
                    <a:pt x="42558" y="35752"/>
                  </a:lnTo>
                  <a:cubicBezTo>
                    <a:pt x="47859" y="40903"/>
                    <a:pt x="53829" y="45523"/>
                    <a:pt x="60785" y="48683"/>
                  </a:cubicBezTo>
                  <a:lnTo>
                    <a:pt x="60785" y="48684"/>
                  </a:lnTo>
                  <a:cubicBezTo>
                    <a:pt x="66427" y="51238"/>
                    <a:pt x="72773" y="52802"/>
                    <a:pt x="79343" y="52802"/>
                  </a:cubicBezTo>
                  <a:cubicBezTo>
                    <a:pt x="80904" y="52802"/>
                    <a:pt x="82477" y="52714"/>
                    <a:pt x="84056" y="52530"/>
                  </a:cubicBezTo>
                  <a:cubicBezTo>
                    <a:pt x="67804" y="50087"/>
                    <a:pt x="53005" y="43297"/>
                    <a:pt x="41550" y="33262"/>
                  </a:cubicBezTo>
                  <a:cubicBezTo>
                    <a:pt x="39306" y="31303"/>
                    <a:pt x="37187" y="29210"/>
                    <a:pt x="35207" y="27002"/>
                  </a:cubicBezTo>
                  <a:lnTo>
                    <a:pt x="35207" y="27002"/>
                  </a:lnTo>
                  <a:cubicBezTo>
                    <a:pt x="38670" y="30542"/>
                    <a:pt x="43788" y="32562"/>
                    <a:pt x="49160" y="32562"/>
                  </a:cubicBezTo>
                  <a:cubicBezTo>
                    <a:pt x="49844" y="32562"/>
                    <a:pt x="50532" y="32530"/>
                    <a:pt x="51221" y="32463"/>
                  </a:cubicBezTo>
                  <a:cubicBezTo>
                    <a:pt x="48194" y="30076"/>
                    <a:pt x="43667" y="30112"/>
                    <a:pt x="40090" y="28513"/>
                  </a:cubicBezTo>
                  <a:cubicBezTo>
                    <a:pt x="34289" y="25915"/>
                    <a:pt x="31510" y="19326"/>
                    <a:pt x="26668" y="15670"/>
                  </a:cubicBezTo>
                  <a:cubicBezTo>
                    <a:pt x="25776" y="14990"/>
                    <a:pt x="24817" y="14421"/>
                    <a:pt x="23760" y="13994"/>
                  </a:cubicBezTo>
                  <a:lnTo>
                    <a:pt x="23760" y="13994"/>
                  </a:lnTo>
                  <a:cubicBezTo>
                    <a:pt x="24389" y="14210"/>
                    <a:pt x="25034" y="14396"/>
                    <a:pt x="25678" y="14557"/>
                  </a:cubicBezTo>
                  <a:cubicBezTo>
                    <a:pt x="25761" y="14582"/>
                    <a:pt x="25839" y="14597"/>
                    <a:pt x="25920" y="14613"/>
                  </a:cubicBezTo>
                  <a:cubicBezTo>
                    <a:pt x="27375" y="14975"/>
                    <a:pt x="28871" y="15217"/>
                    <a:pt x="30396" y="15350"/>
                  </a:cubicBezTo>
                  <a:cubicBezTo>
                    <a:pt x="26710" y="12684"/>
                    <a:pt x="22204" y="11060"/>
                    <a:pt x="17470" y="10674"/>
                  </a:cubicBezTo>
                  <a:cubicBezTo>
                    <a:pt x="17083" y="10642"/>
                    <a:pt x="16614" y="10576"/>
                    <a:pt x="16486" y="10219"/>
                  </a:cubicBezTo>
                  <a:cubicBezTo>
                    <a:pt x="16383" y="9940"/>
                    <a:pt x="16868" y="9456"/>
                    <a:pt x="17113" y="9456"/>
                  </a:cubicBezTo>
                  <a:cubicBezTo>
                    <a:pt x="17175" y="9456"/>
                    <a:pt x="17221" y="9487"/>
                    <a:pt x="17239" y="9560"/>
                  </a:cubicBezTo>
                  <a:cubicBezTo>
                    <a:pt x="19357" y="8575"/>
                    <a:pt x="21476" y="7585"/>
                    <a:pt x="23606" y="6591"/>
                  </a:cubicBezTo>
                  <a:lnTo>
                    <a:pt x="23606" y="6591"/>
                  </a:lnTo>
                  <a:cubicBezTo>
                    <a:pt x="17619" y="6606"/>
                    <a:pt x="11438" y="9627"/>
                    <a:pt x="7576" y="14401"/>
                  </a:cubicBezTo>
                  <a:cubicBezTo>
                    <a:pt x="7762" y="14046"/>
                    <a:pt x="7946" y="13686"/>
                    <a:pt x="8148" y="13339"/>
                  </a:cubicBezTo>
                  <a:cubicBezTo>
                    <a:pt x="8344" y="12984"/>
                    <a:pt x="8550" y="12638"/>
                    <a:pt x="8762" y="12293"/>
                  </a:cubicBezTo>
                  <a:cubicBezTo>
                    <a:pt x="8973" y="11942"/>
                    <a:pt x="9195" y="11601"/>
                    <a:pt x="9416" y="11261"/>
                  </a:cubicBezTo>
                  <a:cubicBezTo>
                    <a:pt x="9643" y="10921"/>
                    <a:pt x="9870" y="10586"/>
                    <a:pt x="10107" y="10257"/>
                  </a:cubicBezTo>
                  <a:cubicBezTo>
                    <a:pt x="10252" y="10050"/>
                    <a:pt x="10401" y="9849"/>
                    <a:pt x="10557" y="9643"/>
                  </a:cubicBezTo>
                  <a:cubicBezTo>
                    <a:pt x="10587" y="9602"/>
                    <a:pt x="10617" y="9570"/>
                    <a:pt x="10643" y="9534"/>
                  </a:cubicBezTo>
                  <a:cubicBezTo>
                    <a:pt x="10834" y="9270"/>
                    <a:pt x="11040" y="9013"/>
                    <a:pt x="11247" y="8756"/>
                  </a:cubicBezTo>
                  <a:cubicBezTo>
                    <a:pt x="11282" y="8709"/>
                    <a:pt x="11320" y="8663"/>
                    <a:pt x="11355" y="8626"/>
                  </a:cubicBezTo>
                  <a:cubicBezTo>
                    <a:pt x="11572" y="8353"/>
                    <a:pt x="11793" y="8095"/>
                    <a:pt x="12010" y="7838"/>
                  </a:cubicBezTo>
                  <a:cubicBezTo>
                    <a:pt x="12113" y="7719"/>
                    <a:pt x="12211" y="7606"/>
                    <a:pt x="12309" y="7492"/>
                  </a:cubicBezTo>
                  <a:cubicBezTo>
                    <a:pt x="12392" y="7394"/>
                    <a:pt x="12473" y="7301"/>
                    <a:pt x="12551" y="7223"/>
                  </a:cubicBezTo>
                  <a:cubicBezTo>
                    <a:pt x="12603" y="7163"/>
                    <a:pt x="12644" y="7120"/>
                    <a:pt x="12690" y="7070"/>
                  </a:cubicBezTo>
                  <a:cubicBezTo>
                    <a:pt x="12840" y="6899"/>
                    <a:pt x="12989" y="6745"/>
                    <a:pt x="13138" y="6584"/>
                  </a:cubicBezTo>
                  <a:cubicBezTo>
                    <a:pt x="13253" y="6471"/>
                    <a:pt x="13355" y="6357"/>
                    <a:pt x="13470" y="6244"/>
                  </a:cubicBezTo>
                  <a:cubicBezTo>
                    <a:pt x="13659" y="6043"/>
                    <a:pt x="13850" y="5853"/>
                    <a:pt x="14046" y="5662"/>
                  </a:cubicBezTo>
                  <a:cubicBezTo>
                    <a:pt x="14129" y="5584"/>
                    <a:pt x="14211" y="5501"/>
                    <a:pt x="14293" y="5430"/>
                  </a:cubicBezTo>
                  <a:cubicBezTo>
                    <a:pt x="14304" y="5420"/>
                    <a:pt x="14309" y="5410"/>
                    <a:pt x="14319" y="5398"/>
                  </a:cubicBezTo>
                  <a:cubicBezTo>
                    <a:pt x="14402" y="5322"/>
                    <a:pt x="14474" y="5249"/>
                    <a:pt x="14557" y="5177"/>
                  </a:cubicBezTo>
                  <a:cubicBezTo>
                    <a:pt x="14568" y="5171"/>
                    <a:pt x="14578" y="5156"/>
                    <a:pt x="14588" y="5151"/>
                  </a:cubicBezTo>
                  <a:cubicBezTo>
                    <a:pt x="14618" y="5116"/>
                    <a:pt x="14655" y="5090"/>
                    <a:pt x="14686" y="5058"/>
                  </a:cubicBezTo>
                  <a:cubicBezTo>
                    <a:pt x="14784" y="4955"/>
                    <a:pt x="14892" y="4862"/>
                    <a:pt x="14995" y="4765"/>
                  </a:cubicBezTo>
                  <a:cubicBezTo>
                    <a:pt x="15077" y="4693"/>
                    <a:pt x="15155" y="4620"/>
                    <a:pt x="15237" y="4554"/>
                  </a:cubicBezTo>
                  <a:cubicBezTo>
                    <a:pt x="15263" y="4527"/>
                    <a:pt x="15293" y="4502"/>
                    <a:pt x="15325" y="4476"/>
                  </a:cubicBezTo>
                  <a:cubicBezTo>
                    <a:pt x="15505" y="4310"/>
                    <a:pt x="15696" y="4146"/>
                    <a:pt x="15882" y="3986"/>
                  </a:cubicBezTo>
                  <a:cubicBezTo>
                    <a:pt x="15955" y="3930"/>
                    <a:pt x="16021" y="3867"/>
                    <a:pt x="16093" y="3811"/>
                  </a:cubicBezTo>
                  <a:cubicBezTo>
                    <a:pt x="16114" y="3791"/>
                    <a:pt x="16144" y="3769"/>
                    <a:pt x="16166" y="3754"/>
                  </a:cubicBezTo>
                  <a:cubicBezTo>
                    <a:pt x="16315" y="3620"/>
                    <a:pt x="16464" y="3497"/>
                    <a:pt x="16619" y="3383"/>
                  </a:cubicBezTo>
                  <a:cubicBezTo>
                    <a:pt x="16650" y="3351"/>
                    <a:pt x="16685" y="3331"/>
                    <a:pt x="16718" y="3306"/>
                  </a:cubicBezTo>
                  <a:cubicBezTo>
                    <a:pt x="16836" y="3202"/>
                    <a:pt x="16954" y="3104"/>
                    <a:pt x="17078" y="3011"/>
                  </a:cubicBezTo>
                  <a:cubicBezTo>
                    <a:pt x="17269" y="2857"/>
                    <a:pt x="17465" y="2712"/>
                    <a:pt x="17660" y="2568"/>
                  </a:cubicBezTo>
                  <a:cubicBezTo>
                    <a:pt x="17821" y="2450"/>
                    <a:pt x="17975" y="2326"/>
                    <a:pt x="18140" y="2218"/>
                  </a:cubicBezTo>
                  <a:cubicBezTo>
                    <a:pt x="18156" y="2203"/>
                    <a:pt x="18171" y="2198"/>
                    <a:pt x="18186" y="2181"/>
                  </a:cubicBezTo>
                  <a:cubicBezTo>
                    <a:pt x="18347" y="2067"/>
                    <a:pt x="18511" y="1944"/>
                    <a:pt x="18682" y="1836"/>
                  </a:cubicBezTo>
                  <a:lnTo>
                    <a:pt x="18805" y="1759"/>
                  </a:lnTo>
                  <a:cubicBezTo>
                    <a:pt x="18888" y="1692"/>
                    <a:pt x="18966" y="1634"/>
                    <a:pt x="19047" y="1583"/>
                  </a:cubicBezTo>
                  <a:cubicBezTo>
                    <a:pt x="19352" y="1377"/>
                    <a:pt x="19661" y="1181"/>
                    <a:pt x="19971" y="985"/>
                  </a:cubicBezTo>
                  <a:cubicBezTo>
                    <a:pt x="19976" y="980"/>
                    <a:pt x="19986" y="980"/>
                    <a:pt x="19991" y="974"/>
                  </a:cubicBezTo>
                  <a:cubicBezTo>
                    <a:pt x="20011" y="954"/>
                    <a:pt x="20021" y="939"/>
                    <a:pt x="20043" y="939"/>
                  </a:cubicBezTo>
                  <a:lnTo>
                    <a:pt x="20054" y="934"/>
                  </a:lnTo>
                  <a:cubicBezTo>
                    <a:pt x="20084" y="914"/>
                    <a:pt x="20114" y="892"/>
                    <a:pt x="20152" y="876"/>
                  </a:cubicBezTo>
                  <a:cubicBezTo>
                    <a:pt x="20465" y="680"/>
                    <a:pt x="20779" y="486"/>
                    <a:pt x="21099" y="305"/>
                  </a:cubicBezTo>
                  <a:cubicBezTo>
                    <a:pt x="21275" y="196"/>
                    <a:pt x="21451" y="98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4287575" y="630125"/>
              <a:ext cx="2093125" cy="3176925"/>
            </a:xfrm>
            <a:custGeom>
              <a:avLst/>
              <a:gdLst/>
              <a:ahLst/>
              <a:cxnLst/>
              <a:rect l="l" t="t" r="r" b="b"/>
              <a:pathLst>
                <a:path w="83725" h="127077" extrusionOk="0">
                  <a:moveTo>
                    <a:pt x="21293" y="0"/>
                  </a:moveTo>
                  <a:lnTo>
                    <a:pt x="21293" y="0"/>
                  </a:lnTo>
                  <a:cubicBezTo>
                    <a:pt x="20520" y="227"/>
                    <a:pt x="19762" y="489"/>
                    <a:pt x="19015" y="793"/>
                  </a:cubicBezTo>
                  <a:cubicBezTo>
                    <a:pt x="18803" y="881"/>
                    <a:pt x="18587" y="969"/>
                    <a:pt x="18380" y="1062"/>
                  </a:cubicBezTo>
                  <a:cubicBezTo>
                    <a:pt x="18169" y="1155"/>
                    <a:pt x="17964" y="1248"/>
                    <a:pt x="17763" y="1340"/>
                  </a:cubicBezTo>
                  <a:cubicBezTo>
                    <a:pt x="17602" y="1418"/>
                    <a:pt x="17448" y="1490"/>
                    <a:pt x="17293" y="1561"/>
                  </a:cubicBezTo>
                  <a:cubicBezTo>
                    <a:pt x="17103" y="1649"/>
                    <a:pt x="16917" y="1748"/>
                    <a:pt x="16731" y="1846"/>
                  </a:cubicBezTo>
                  <a:cubicBezTo>
                    <a:pt x="16459" y="1984"/>
                    <a:pt x="16195" y="2130"/>
                    <a:pt x="15927" y="2279"/>
                  </a:cubicBezTo>
                  <a:cubicBezTo>
                    <a:pt x="15782" y="2357"/>
                    <a:pt x="15638" y="2445"/>
                    <a:pt x="15494" y="2531"/>
                  </a:cubicBezTo>
                  <a:cubicBezTo>
                    <a:pt x="15225" y="2686"/>
                    <a:pt x="14958" y="2845"/>
                    <a:pt x="14689" y="3016"/>
                  </a:cubicBezTo>
                  <a:cubicBezTo>
                    <a:pt x="14483" y="3145"/>
                    <a:pt x="14281" y="3273"/>
                    <a:pt x="14080" y="3414"/>
                  </a:cubicBezTo>
                  <a:cubicBezTo>
                    <a:pt x="13916" y="3522"/>
                    <a:pt x="13760" y="3625"/>
                    <a:pt x="13601" y="3739"/>
                  </a:cubicBezTo>
                  <a:cubicBezTo>
                    <a:pt x="13451" y="3837"/>
                    <a:pt x="13307" y="3945"/>
                    <a:pt x="13158" y="4053"/>
                  </a:cubicBezTo>
                  <a:cubicBezTo>
                    <a:pt x="13050" y="4129"/>
                    <a:pt x="12937" y="4207"/>
                    <a:pt x="12823" y="4295"/>
                  </a:cubicBezTo>
                  <a:cubicBezTo>
                    <a:pt x="12808" y="4305"/>
                    <a:pt x="12786" y="4321"/>
                    <a:pt x="12771" y="4336"/>
                  </a:cubicBezTo>
                  <a:cubicBezTo>
                    <a:pt x="12539" y="4507"/>
                    <a:pt x="12312" y="4686"/>
                    <a:pt x="12086" y="4862"/>
                  </a:cubicBezTo>
                  <a:cubicBezTo>
                    <a:pt x="11874" y="5028"/>
                    <a:pt x="11668" y="5197"/>
                    <a:pt x="11461" y="5368"/>
                  </a:cubicBezTo>
                  <a:cubicBezTo>
                    <a:pt x="11039" y="5728"/>
                    <a:pt x="10621" y="6095"/>
                    <a:pt x="10208" y="6471"/>
                  </a:cubicBezTo>
                  <a:cubicBezTo>
                    <a:pt x="10024" y="6642"/>
                    <a:pt x="9837" y="6816"/>
                    <a:pt x="9656" y="6997"/>
                  </a:cubicBezTo>
                  <a:cubicBezTo>
                    <a:pt x="9472" y="7178"/>
                    <a:pt x="9286" y="7357"/>
                    <a:pt x="9100" y="7543"/>
                  </a:cubicBezTo>
                  <a:cubicBezTo>
                    <a:pt x="8848" y="7802"/>
                    <a:pt x="8599" y="8064"/>
                    <a:pt x="8357" y="8332"/>
                  </a:cubicBezTo>
                  <a:cubicBezTo>
                    <a:pt x="8224" y="8467"/>
                    <a:pt x="8100" y="8611"/>
                    <a:pt x="7977" y="8754"/>
                  </a:cubicBezTo>
                  <a:cubicBezTo>
                    <a:pt x="7745" y="9013"/>
                    <a:pt x="7522" y="9270"/>
                    <a:pt x="7300" y="9539"/>
                  </a:cubicBezTo>
                  <a:cubicBezTo>
                    <a:pt x="7083" y="9796"/>
                    <a:pt x="6872" y="10060"/>
                    <a:pt x="6661" y="10328"/>
                  </a:cubicBezTo>
                  <a:cubicBezTo>
                    <a:pt x="6517" y="10509"/>
                    <a:pt x="6378" y="10688"/>
                    <a:pt x="6238" y="10869"/>
                  </a:cubicBezTo>
                  <a:cubicBezTo>
                    <a:pt x="6104" y="11055"/>
                    <a:pt x="5970" y="11229"/>
                    <a:pt x="5842" y="11415"/>
                  </a:cubicBezTo>
                  <a:cubicBezTo>
                    <a:pt x="5686" y="11627"/>
                    <a:pt x="5537" y="11833"/>
                    <a:pt x="5399" y="12050"/>
                  </a:cubicBezTo>
                  <a:cubicBezTo>
                    <a:pt x="5300" y="12183"/>
                    <a:pt x="5207" y="12319"/>
                    <a:pt x="5119" y="12457"/>
                  </a:cubicBezTo>
                  <a:cubicBezTo>
                    <a:pt x="4969" y="12674"/>
                    <a:pt x="4830" y="12885"/>
                    <a:pt x="4697" y="13102"/>
                  </a:cubicBezTo>
                  <a:cubicBezTo>
                    <a:pt x="4578" y="13286"/>
                    <a:pt x="4460" y="13478"/>
                    <a:pt x="4341" y="13674"/>
                  </a:cubicBezTo>
                  <a:cubicBezTo>
                    <a:pt x="4120" y="14034"/>
                    <a:pt x="3903" y="14401"/>
                    <a:pt x="3702" y="14767"/>
                  </a:cubicBezTo>
                  <a:cubicBezTo>
                    <a:pt x="3583" y="14983"/>
                    <a:pt x="3465" y="15205"/>
                    <a:pt x="3352" y="15416"/>
                  </a:cubicBezTo>
                  <a:cubicBezTo>
                    <a:pt x="1778" y="18392"/>
                    <a:pt x="650" y="21567"/>
                    <a:pt x="386" y="24769"/>
                  </a:cubicBezTo>
                  <a:cubicBezTo>
                    <a:pt x="0" y="29374"/>
                    <a:pt x="1386" y="33581"/>
                    <a:pt x="3191" y="37695"/>
                  </a:cubicBezTo>
                  <a:cubicBezTo>
                    <a:pt x="4749" y="41253"/>
                    <a:pt x="6620" y="44734"/>
                    <a:pt x="7934" y="48338"/>
                  </a:cubicBezTo>
                  <a:cubicBezTo>
                    <a:pt x="8904" y="50973"/>
                    <a:pt x="9553" y="53942"/>
                    <a:pt x="8420" y="56669"/>
                  </a:cubicBezTo>
                  <a:cubicBezTo>
                    <a:pt x="8378" y="56772"/>
                    <a:pt x="8332" y="56876"/>
                    <a:pt x="8274" y="56979"/>
                  </a:cubicBezTo>
                  <a:cubicBezTo>
                    <a:pt x="8229" y="57077"/>
                    <a:pt x="8171" y="57180"/>
                    <a:pt x="8115" y="57278"/>
                  </a:cubicBezTo>
                  <a:cubicBezTo>
                    <a:pt x="7517" y="58335"/>
                    <a:pt x="6552" y="59257"/>
                    <a:pt x="5465" y="59846"/>
                  </a:cubicBezTo>
                  <a:cubicBezTo>
                    <a:pt x="5377" y="59892"/>
                    <a:pt x="5300" y="59939"/>
                    <a:pt x="5212" y="59975"/>
                  </a:cubicBezTo>
                  <a:cubicBezTo>
                    <a:pt x="5047" y="60058"/>
                    <a:pt x="4878" y="60129"/>
                    <a:pt x="4707" y="60191"/>
                  </a:cubicBezTo>
                  <a:cubicBezTo>
                    <a:pt x="4603" y="60232"/>
                    <a:pt x="4500" y="60269"/>
                    <a:pt x="4392" y="60305"/>
                  </a:cubicBezTo>
                  <a:cubicBezTo>
                    <a:pt x="4306" y="60330"/>
                    <a:pt x="4228" y="60350"/>
                    <a:pt x="4145" y="60372"/>
                  </a:cubicBezTo>
                  <a:cubicBezTo>
                    <a:pt x="4099" y="60387"/>
                    <a:pt x="4047" y="60398"/>
                    <a:pt x="4006" y="60403"/>
                  </a:cubicBezTo>
                  <a:cubicBezTo>
                    <a:pt x="3929" y="60423"/>
                    <a:pt x="3856" y="60433"/>
                    <a:pt x="3780" y="60448"/>
                  </a:cubicBezTo>
                  <a:cubicBezTo>
                    <a:pt x="3775" y="60453"/>
                    <a:pt x="3764" y="60453"/>
                    <a:pt x="3759" y="60458"/>
                  </a:cubicBezTo>
                  <a:cubicBezTo>
                    <a:pt x="3641" y="60480"/>
                    <a:pt x="3516" y="60501"/>
                    <a:pt x="3392" y="60511"/>
                  </a:cubicBezTo>
                  <a:cubicBezTo>
                    <a:pt x="3247" y="60527"/>
                    <a:pt x="3105" y="60535"/>
                    <a:pt x="2962" y="60535"/>
                  </a:cubicBezTo>
                  <a:cubicBezTo>
                    <a:pt x="2877" y="60535"/>
                    <a:pt x="2792" y="60532"/>
                    <a:pt x="2707" y="60526"/>
                  </a:cubicBezTo>
                  <a:cubicBezTo>
                    <a:pt x="2696" y="60527"/>
                    <a:pt x="2685" y="60528"/>
                    <a:pt x="2675" y="60528"/>
                  </a:cubicBezTo>
                  <a:cubicBezTo>
                    <a:pt x="2630" y="60528"/>
                    <a:pt x="2588" y="60520"/>
                    <a:pt x="2541" y="60516"/>
                  </a:cubicBezTo>
                  <a:cubicBezTo>
                    <a:pt x="2078" y="60475"/>
                    <a:pt x="1635" y="60355"/>
                    <a:pt x="1222" y="60139"/>
                  </a:cubicBezTo>
                  <a:lnTo>
                    <a:pt x="1222" y="60139"/>
                  </a:lnTo>
                  <a:cubicBezTo>
                    <a:pt x="1320" y="60259"/>
                    <a:pt x="1418" y="60382"/>
                    <a:pt x="1516" y="60506"/>
                  </a:cubicBezTo>
                  <a:cubicBezTo>
                    <a:pt x="1552" y="60552"/>
                    <a:pt x="1587" y="60604"/>
                    <a:pt x="1630" y="60645"/>
                  </a:cubicBezTo>
                  <a:cubicBezTo>
                    <a:pt x="2042" y="61155"/>
                    <a:pt x="2453" y="61665"/>
                    <a:pt x="2876" y="62186"/>
                  </a:cubicBezTo>
                  <a:cubicBezTo>
                    <a:pt x="3331" y="62749"/>
                    <a:pt x="3800" y="63316"/>
                    <a:pt x="4270" y="63882"/>
                  </a:cubicBezTo>
                  <a:cubicBezTo>
                    <a:pt x="4893" y="64640"/>
                    <a:pt x="5537" y="65398"/>
                    <a:pt x="6182" y="66156"/>
                  </a:cubicBezTo>
                  <a:cubicBezTo>
                    <a:pt x="7914" y="68188"/>
                    <a:pt x="9704" y="70189"/>
                    <a:pt x="11494" y="72101"/>
                  </a:cubicBezTo>
                  <a:cubicBezTo>
                    <a:pt x="11705" y="72334"/>
                    <a:pt x="11922" y="72556"/>
                    <a:pt x="12138" y="72782"/>
                  </a:cubicBezTo>
                  <a:cubicBezTo>
                    <a:pt x="12390" y="73044"/>
                    <a:pt x="12642" y="73313"/>
                    <a:pt x="12896" y="73571"/>
                  </a:cubicBezTo>
                  <a:cubicBezTo>
                    <a:pt x="12982" y="73674"/>
                    <a:pt x="13075" y="73767"/>
                    <a:pt x="13168" y="73865"/>
                  </a:cubicBezTo>
                  <a:cubicBezTo>
                    <a:pt x="13989" y="74711"/>
                    <a:pt x="14792" y="75582"/>
                    <a:pt x="15560" y="76484"/>
                  </a:cubicBezTo>
                  <a:cubicBezTo>
                    <a:pt x="17211" y="78402"/>
                    <a:pt x="18712" y="80444"/>
                    <a:pt x="19898" y="82624"/>
                  </a:cubicBezTo>
                  <a:cubicBezTo>
                    <a:pt x="20943" y="84548"/>
                    <a:pt x="21754" y="86585"/>
                    <a:pt x="22207" y="88735"/>
                  </a:cubicBezTo>
                  <a:cubicBezTo>
                    <a:pt x="22713" y="91144"/>
                    <a:pt x="22769" y="93597"/>
                    <a:pt x="22517" y="96056"/>
                  </a:cubicBezTo>
                  <a:cubicBezTo>
                    <a:pt x="22083" y="100306"/>
                    <a:pt x="20754" y="104574"/>
                    <a:pt x="19294" y="108673"/>
                  </a:cubicBezTo>
                  <a:cubicBezTo>
                    <a:pt x="22501" y="105760"/>
                    <a:pt x="23599" y="101563"/>
                    <a:pt x="24239" y="97428"/>
                  </a:cubicBezTo>
                  <a:cubicBezTo>
                    <a:pt x="24342" y="96748"/>
                    <a:pt x="24440" y="96061"/>
                    <a:pt x="24528" y="95381"/>
                  </a:cubicBezTo>
                  <a:cubicBezTo>
                    <a:pt x="24528" y="95366"/>
                    <a:pt x="24533" y="95351"/>
                    <a:pt x="24533" y="95341"/>
                  </a:cubicBezTo>
                  <a:cubicBezTo>
                    <a:pt x="25203" y="90261"/>
                    <a:pt x="25822" y="85152"/>
                    <a:pt x="26409" y="80021"/>
                  </a:cubicBezTo>
                  <a:cubicBezTo>
                    <a:pt x="27925" y="84352"/>
                    <a:pt x="29518" y="88291"/>
                    <a:pt x="28529" y="92891"/>
                  </a:cubicBezTo>
                  <a:cubicBezTo>
                    <a:pt x="28508" y="93015"/>
                    <a:pt x="28481" y="93133"/>
                    <a:pt x="28456" y="93251"/>
                  </a:cubicBezTo>
                  <a:cubicBezTo>
                    <a:pt x="29261" y="91761"/>
                    <a:pt x="29931" y="90288"/>
                    <a:pt x="30442" y="89621"/>
                  </a:cubicBezTo>
                  <a:cubicBezTo>
                    <a:pt x="35598" y="96021"/>
                    <a:pt x="38496" y="105523"/>
                    <a:pt x="40284" y="113350"/>
                  </a:cubicBezTo>
                  <a:cubicBezTo>
                    <a:pt x="40496" y="109906"/>
                    <a:pt x="40707" y="106457"/>
                    <a:pt x="40923" y="102987"/>
                  </a:cubicBezTo>
                  <a:cubicBezTo>
                    <a:pt x="43930" y="110689"/>
                    <a:pt x="45466" y="118894"/>
                    <a:pt x="45440" y="127076"/>
                  </a:cubicBezTo>
                  <a:cubicBezTo>
                    <a:pt x="49668" y="117248"/>
                    <a:pt x="48570" y="106188"/>
                    <a:pt x="46301" y="95613"/>
                  </a:cubicBezTo>
                  <a:lnTo>
                    <a:pt x="46301" y="95613"/>
                  </a:lnTo>
                  <a:cubicBezTo>
                    <a:pt x="47736" y="100965"/>
                    <a:pt x="50211" y="106013"/>
                    <a:pt x="53562" y="110427"/>
                  </a:cubicBezTo>
                  <a:cubicBezTo>
                    <a:pt x="50211" y="103022"/>
                    <a:pt x="48668" y="94787"/>
                    <a:pt x="49101" y="86539"/>
                  </a:cubicBezTo>
                  <a:lnTo>
                    <a:pt x="49101" y="86539"/>
                  </a:lnTo>
                  <a:cubicBezTo>
                    <a:pt x="49576" y="88138"/>
                    <a:pt x="50040" y="89736"/>
                    <a:pt x="50508" y="91333"/>
                  </a:cubicBezTo>
                  <a:cubicBezTo>
                    <a:pt x="51282" y="85920"/>
                    <a:pt x="51097" y="80378"/>
                    <a:pt x="49947" y="75041"/>
                  </a:cubicBezTo>
                  <a:lnTo>
                    <a:pt x="49947" y="75041"/>
                  </a:lnTo>
                  <a:cubicBezTo>
                    <a:pt x="54330" y="80315"/>
                    <a:pt x="58021" y="86131"/>
                    <a:pt x="60894" y="92302"/>
                  </a:cubicBezTo>
                  <a:cubicBezTo>
                    <a:pt x="57712" y="84621"/>
                    <a:pt x="54886" y="76753"/>
                    <a:pt x="52432" y="68719"/>
                  </a:cubicBezTo>
                  <a:lnTo>
                    <a:pt x="52432" y="68719"/>
                  </a:lnTo>
                  <a:cubicBezTo>
                    <a:pt x="54897" y="73983"/>
                    <a:pt x="58759" y="78573"/>
                    <a:pt x="63555" y="81960"/>
                  </a:cubicBezTo>
                  <a:cubicBezTo>
                    <a:pt x="57032" y="75242"/>
                    <a:pt x="52046" y="67115"/>
                    <a:pt x="48988" y="58232"/>
                  </a:cubicBezTo>
                  <a:lnTo>
                    <a:pt x="48988" y="58232"/>
                  </a:lnTo>
                  <a:cubicBezTo>
                    <a:pt x="51354" y="62115"/>
                    <a:pt x="54206" y="65703"/>
                    <a:pt x="57460" y="68900"/>
                  </a:cubicBezTo>
                  <a:cubicBezTo>
                    <a:pt x="55964" y="66559"/>
                    <a:pt x="54607" y="64146"/>
                    <a:pt x="53464" y="61624"/>
                  </a:cubicBezTo>
                  <a:lnTo>
                    <a:pt x="53464" y="61624"/>
                  </a:lnTo>
                  <a:cubicBezTo>
                    <a:pt x="58842" y="65853"/>
                    <a:pt x="65838" y="68353"/>
                    <a:pt x="73221" y="68673"/>
                  </a:cubicBezTo>
                  <a:cubicBezTo>
                    <a:pt x="57185" y="64909"/>
                    <a:pt x="44564" y="52905"/>
                    <a:pt x="40790" y="37849"/>
                  </a:cubicBezTo>
                  <a:lnTo>
                    <a:pt x="40790" y="37849"/>
                  </a:lnTo>
                  <a:cubicBezTo>
                    <a:pt x="43683" y="46316"/>
                    <a:pt x="50700" y="53086"/>
                    <a:pt x="59610" y="56014"/>
                  </a:cubicBezTo>
                  <a:cubicBezTo>
                    <a:pt x="52036" y="50884"/>
                    <a:pt x="46019" y="43872"/>
                    <a:pt x="42228" y="35752"/>
                  </a:cubicBezTo>
                  <a:lnTo>
                    <a:pt x="42228" y="35752"/>
                  </a:lnTo>
                  <a:cubicBezTo>
                    <a:pt x="47529" y="40903"/>
                    <a:pt x="53499" y="45523"/>
                    <a:pt x="60455" y="48683"/>
                  </a:cubicBezTo>
                  <a:lnTo>
                    <a:pt x="60454" y="48683"/>
                  </a:lnTo>
                  <a:cubicBezTo>
                    <a:pt x="66096" y="51238"/>
                    <a:pt x="72441" y="52802"/>
                    <a:pt x="79012" y="52802"/>
                  </a:cubicBezTo>
                  <a:cubicBezTo>
                    <a:pt x="80572" y="52802"/>
                    <a:pt x="82145" y="52714"/>
                    <a:pt x="83724" y="52530"/>
                  </a:cubicBezTo>
                  <a:cubicBezTo>
                    <a:pt x="67472" y="50087"/>
                    <a:pt x="52674" y="43295"/>
                    <a:pt x="41218" y="33262"/>
                  </a:cubicBezTo>
                  <a:cubicBezTo>
                    <a:pt x="38975" y="31303"/>
                    <a:pt x="36855" y="29210"/>
                    <a:pt x="34876" y="27002"/>
                  </a:cubicBezTo>
                  <a:lnTo>
                    <a:pt x="34876" y="27002"/>
                  </a:lnTo>
                  <a:cubicBezTo>
                    <a:pt x="38339" y="30543"/>
                    <a:pt x="43458" y="32562"/>
                    <a:pt x="48833" y="32562"/>
                  </a:cubicBezTo>
                  <a:cubicBezTo>
                    <a:pt x="49516" y="32562"/>
                    <a:pt x="50203" y="32529"/>
                    <a:pt x="50891" y="32463"/>
                  </a:cubicBezTo>
                  <a:cubicBezTo>
                    <a:pt x="47863" y="30076"/>
                    <a:pt x="43336" y="30112"/>
                    <a:pt x="39758" y="28513"/>
                  </a:cubicBezTo>
                  <a:cubicBezTo>
                    <a:pt x="33957" y="25915"/>
                    <a:pt x="31178" y="19326"/>
                    <a:pt x="26336" y="15670"/>
                  </a:cubicBezTo>
                  <a:cubicBezTo>
                    <a:pt x="26198" y="15340"/>
                    <a:pt x="26006" y="15036"/>
                    <a:pt x="25754" y="14777"/>
                  </a:cubicBezTo>
                  <a:cubicBezTo>
                    <a:pt x="25704" y="14721"/>
                    <a:pt x="25646" y="14653"/>
                    <a:pt x="25590" y="14613"/>
                  </a:cubicBezTo>
                  <a:lnTo>
                    <a:pt x="25590" y="14613"/>
                  </a:lnTo>
                  <a:cubicBezTo>
                    <a:pt x="27043" y="14973"/>
                    <a:pt x="28539" y="15217"/>
                    <a:pt x="30065" y="15350"/>
                  </a:cubicBezTo>
                  <a:cubicBezTo>
                    <a:pt x="26379" y="12684"/>
                    <a:pt x="21872" y="11060"/>
                    <a:pt x="17139" y="10673"/>
                  </a:cubicBezTo>
                  <a:cubicBezTo>
                    <a:pt x="16753" y="10642"/>
                    <a:pt x="16283" y="10575"/>
                    <a:pt x="16154" y="10219"/>
                  </a:cubicBezTo>
                  <a:cubicBezTo>
                    <a:pt x="16051" y="9940"/>
                    <a:pt x="16537" y="9456"/>
                    <a:pt x="16781" y="9456"/>
                  </a:cubicBezTo>
                  <a:cubicBezTo>
                    <a:pt x="16843" y="9456"/>
                    <a:pt x="16889" y="9487"/>
                    <a:pt x="16907" y="9560"/>
                  </a:cubicBezTo>
                  <a:cubicBezTo>
                    <a:pt x="19027" y="8575"/>
                    <a:pt x="21145" y="7585"/>
                    <a:pt x="23274" y="6589"/>
                  </a:cubicBezTo>
                  <a:lnTo>
                    <a:pt x="23274" y="6589"/>
                  </a:lnTo>
                  <a:cubicBezTo>
                    <a:pt x="17288" y="6606"/>
                    <a:pt x="11106" y="9627"/>
                    <a:pt x="7244" y="14401"/>
                  </a:cubicBezTo>
                  <a:cubicBezTo>
                    <a:pt x="7430" y="14046"/>
                    <a:pt x="7615" y="13684"/>
                    <a:pt x="7816" y="13339"/>
                  </a:cubicBezTo>
                  <a:cubicBezTo>
                    <a:pt x="8012" y="12984"/>
                    <a:pt x="8219" y="12638"/>
                    <a:pt x="8430" y="12292"/>
                  </a:cubicBezTo>
                  <a:cubicBezTo>
                    <a:pt x="8641" y="11942"/>
                    <a:pt x="8863" y="11601"/>
                    <a:pt x="9085" y="11261"/>
                  </a:cubicBezTo>
                  <a:cubicBezTo>
                    <a:pt x="9311" y="10921"/>
                    <a:pt x="9538" y="10586"/>
                    <a:pt x="9777" y="10255"/>
                  </a:cubicBezTo>
                  <a:cubicBezTo>
                    <a:pt x="9920" y="10049"/>
                    <a:pt x="10069" y="9849"/>
                    <a:pt x="10225" y="9643"/>
                  </a:cubicBezTo>
                  <a:cubicBezTo>
                    <a:pt x="10255" y="9600"/>
                    <a:pt x="10286" y="9570"/>
                    <a:pt x="10313" y="9534"/>
                  </a:cubicBezTo>
                  <a:cubicBezTo>
                    <a:pt x="10512" y="9270"/>
                    <a:pt x="10714" y="9013"/>
                    <a:pt x="10915" y="8754"/>
                  </a:cubicBezTo>
                  <a:cubicBezTo>
                    <a:pt x="10952" y="8709"/>
                    <a:pt x="10988" y="8663"/>
                    <a:pt x="11023" y="8626"/>
                  </a:cubicBezTo>
                  <a:cubicBezTo>
                    <a:pt x="11240" y="8353"/>
                    <a:pt x="11461" y="8095"/>
                    <a:pt x="11678" y="7838"/>
                  </a:cubicBezTo>
                  <a:cubicBezTo>
                    <a:pt x="11781" y="7719"/>
                    <a:pt x="11879" y="7606"/>
                    <a:pt x="11977" y="7492"/>
                  </a:cubicBezTo>
                  <a:cubicBezTo>
                    <a:pt x="12060" y="7399"/>
                    <a:pt x="12143" y="7306"/>
                    <a:pt x="12219" y="7223"/>
                  </a:cubicBezTo>
                  <a:cubicBezTo>
                    <a:pt x="12272" y="7161"/>
                    <a:pt x="12312" y="7120"/>
                    <a:pt x="12360" y="7070"/>
                  </a:cubicBezTo>
                  <a:cubicBezTo>
                    <a:pt x="12509" y="6899"/>
                    <a:pt x="12657" y="6745"/>
                    <a:pt x="12808" y="6584"/>
                  </a:cubicBezTo>
                  <a:cubicBezTo>
                    <a:pt x="12921" y="6471"/>
                    <a:pt x="13025" y="6357"/>
                    <a:pt x="13138" y="6244"/>
                  </a:cubicBezTo>
                  <a:cubicBezTo>
                    <a:pt x="13329" y="6043"/>
                    <a:pt x="13519" y="5852"/>
                    <a:pt x="13715" y="5662"/>
                  </a:cubicBezTo>
                  <a:cubicBezTo>
                    <a:pt x="13798" y="5584"/>
                    <a:pt x="13881" y="5501"/>
                    <a:pt x="13962" y="5429"/>
                  </a:cubicBezTo>
                  <a:cubicBezTo>
                    <a:pt x="13974" y="5418"/>
                    <a:pt x="13979" y="5408"/>
                    <a:pt x="13989" y="5398"/>
                  </a:cubicBezTo>
                  <a:cubicBezTo>
                    <a:pt x="14070" y="5322"/>
                    <a:pt x="14143" y="5249"/>
                    <a:pt x="14226" y="5177"/>
                  </a:cubicBezTo>
                  <a:cubicBezTo>
                    <a:pt x="14236" y="5171"/>
                    <a:pt x="14246" y="5156"/>
                    <a:pt x="14256" y="5151"/>
                  </a:cubicBezTo>
                  <a:cubicBezTo>
                    <a:pt x="14287" y="5116"/>
                    <a:pt x="14324" y="5089"/>
                    <a:pt x="14354" y="5058"/>
                  </a:cubicBezTo>
                  <a:cubicBezTo>
                    <a:pt x="14452" y="4955"/>
                    <a:pt x="14561" y="4862"/>
                    <a:pt x="14664" y="4764"/>
                  </a:cubicBezTo>
                  <a:cubicBezTo>
                    <a:pt x="14747" y="4693"/>
                    <a:pt x="14823" y="4620"/>
                    <a:pt x="14906" y="4552"/>
                  </a:cubicBezTo>
                  <a:cubicBezTo>
                    <a:pt x="14931" y="4527"/>
                    <a:pt x="14963" y="4502"/>
                    <a:pt x="14994" y="4476"/>
                  </a:cubicBezTo>
                  <a:cubicBezTo>
                    <a:pt x="15175" y="4310"/>
                    <a:pt x="15364" y="4146"/>
                    <a:pt x="15550" y="3986"/>
                  </a:cubicBezTo>
                  <a:cubicBezTo>
                    <a:pt x="15623" y="3930"/>
                    <a:pt x="15689" y="3867"/>
                    <a:pt x="15762" y="3810"/>
                  </a:cubicBezTo>
                  <a:cubicBezTo>
                    <a:pt x="15782" y="3789"/>
                    <a:pt x="15814" y="3769"/>
                    <a:pt x="15834" y="3754"/>
                  </a:cubicBezTo>
                  <a:cubicBezTo>
                    <a:pt x="15983" y="3620"/>
                    <a:pt x="16134" y="3495"/>
                    <a:pt x="16288" y="3382"/>
                  </a:cubicBezTo>
                  <a:cubicBezTo>
                    <a:pt x="16318" y="3351"/>
                    <a:pt x="16355" y="3331"/>
                    <a:pt x="16386" y="3306"/>
                  </a:cubicBezTo>
                  <a:cubicBezTo>
                    <a:pt x="16504" y="3202"/>
                    <a:pt x="16623" y="3104"/>
                    <a:pt x="16746" y="3011"/>
                  </a:cubicBezTo>
                  <a:cubicBezTo>
                    <a:pt x="16937" y="2857"/>
                    <a:pt x="17134" y="2712"/>
                    <a:pt x="17330" y="2568"/>
                  </a:cubicBezTo>
                  <a:cubicBezTo>
                    <a:pt x="17489" y="2450"/>
                    <a:pt x="17645" y="2326"/>
                    <a:pt x="17809" y="2218"/>
                  </a:cubicBezTo>
                  <a:cubicBezTo>
                    <a:pt x="17824" y="2201"/>
                    <a:pt x="17839" y="2196"/>
                    <a:pt x="17856" y="2181"/>
                  </a:cubicBezTo>
                  <a:cubicBezTo>
                    <a:pt x="18015" y="2067"/>
                    <a:pt x="18181" y="1944"/>
                    <a:pt x="18350" y="1836"/>
                  </a:cubicBezTo>
                  <a:lnTo>
                    <a:pt x="18473" y="1758"/>
                  </a:lnTo>
                  <a:cubicBezTo>
                    <a:pt x="18556" y="1692"/>
                    <a:pt x="18634" y="1634"/>
                    <a:pt x="18717" y="1583"/>
                  </a:cubicBezTo>
                  <a:cubicBezTo>
                    <a:pt x="19020" y="1377"/>
                    <a:pt x="19329" y="1181"/>
                    <a:pt x="19639" y="985"/>
                  </a:cubicBezTo>
                  <a:cubicBezTo>
                    <a:pt x="19644" y="980"/>
                    <a:pt x="19654" y="980"/>
                    <a:pt x="19659" y="974"/>
                  </a:cubicBezTo>
                  <a:cubicBezTo>
                    <a:pt x="19681" y="954"/>
                    <a:pt x="19691" y="939"/>
                    <a:pt x="19712" y="939"/>
                  </a:cubicBezTo>
                  <a:lnTo>
                    <a:pt x="19722" y="934"/>
                  </a:lnTo>
                  <a:cubicBezTo>
                    <a:pt x="19752" y="912"/>
                    <a:pt x="19783" y="892"/>
                    <a:pt x="19820" y="876"/>
                  </a:cubicBezTo>
                  <a:cubicBezTo>
                    <a:pt x="20135" y="680"/>
                    <a:pt x="20449" y="484"/>
                    <a:pt x="20769" y="305"/>
                  </a:cubicBezTo>
                  <a:cubicBezTo>
                    <a:pt x="20943" y="196"/>
                    <a:pt x="21119" y="98"/>
                    <a:pt x="21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4279375" y="637675"/>
              <a:ext cx="1280450" cy="1946925"/>
            </a:xfrm>
            <a:custGeom>
              <a:avLst/>
              <a:gdLst/>
              <a:ahLst/>
              <a:cxnLst/>
              <a:rect l="l" t="t" r="r" b="b"/>
              <a:pathLst>
                <a:path w="51218" h="77877" extrusionOk="0">
                  <a:moveTo>
                    <a:pt x="35428" y="30662"/>
                  </a:moveTo>
                  <a:cubicBezTo>
                    <a:pt x="35448" y="30683"/>
                    <a:pt x="35468" y="30703"/>
                    <a:pt x="35488" y="30723"/>
                  </a:cubicBezTo>
                  <a:cubicBezTo>
                    <a:pt x="35468" y="30703"/>
                    <a:pt x="35448" y="30682"/>
                    <a:pt x="35428" y="30662"/>
                  </a:cubicBezTo>
                  <a:close/>
                  <a:moveTo>
                    <a:pt x="21097" y="1"/>
                  </a:moveTo>
                  <a:lnTo>
                    <a:pt x="21097" y="1"/>
                  </a:lnTo>
                  <a:cubicBezTo>
                    <a:pt x="20515" y="150"/>
                    <a:pt x="19928" y="316"/>
                    <a:pt x="19343" y="493"/>
                  </a:cubicBezTo>
                  <a:cubicBezTo>
                    <a:pt x="19130" y="579"/>
                    <a:pt x="18918" y="667"/>
                    <a:pt x="18712" y="759"/>
                  </a:cubicBezTo>
                  <a:cubicBezTo>
                    <a:pt x="18500" y="852"/>
                    <a:pt x="18294" y="943"/>
                    <a:pt x="18088" y="1041"/>
                  </a:cubicBezTo>
                  <a:cubicBezTo>
                    <a:pt x="17934" y="1114"/>
                    <a:pt x="17778" y="1187"/>
                    <a:pt x="17622" y="1261"/>
                  </a:cubicBezTo>
                  <a:cubicBezTo>
                    <a:pt x="17433" y="1349"/>
                    <a:pt x="17245" y="1446"/>
                    <a:pt x="17057" y="1545"/>
                  </a:cubicBezTo>
                  <a:cubicBezTo>
                    <a:pt x="16785" y="1681"/>
                    <a:pt x="16521" y="1826"/>
                    <a:pt x="16257" y="1978"/>
                  </a:cubicBezTo>
                  <a:cubicBezTo>
                    <a:pt x="16113" y="2056"/>
                    <a:pt x="15965" y="2141"/>
                    <a:pt x="15822" y="2229"/>
                  </a:cubicBezTo>
                  <a:cubicBezTo>
                    <a:pt x="15552" y="2381"/>
                    <a:pt x="15284" y="2545"/>
                    <a:pt x="15015" y="2714"/>
                  </a:cubicBezTo>
                  <a:cubicBezTo>
                    <a:pt x="14812" y="2841"/>
                    <a:pt x="14611" y="2971"/>
                    <a:pt x="14410" y="3110"/>
                  </a:cubicBezTo>
                  <a:cubicBezTo>
                    <a:pt x="14246" y="3218"/>
                    <a:pt x="14087" y="3322"/>
                    <a:pt x="13929" y="3435"/>
                  </a:cubicBezTo>
                  <a:cubicBezTo>
                    <a:pt x="13782" y="3536"/>
                    <a:pt x="13637" y="3643"/>
                    <a:pt x="13485" y="3750"/>
                  </a:cubicBezTo>
                  <a:cubicBezTo>
                    <a:pt x="13376" y="3827"/>
                    <a:pt x="13268" y="3907"/>
                    <a:pt x="13153" y="3991"/>
                  </a:cubicBezTo>
                  <a:cubicBezTo>
                    <a:pt x="13138" y="4005"/>
                    <a:pt x="13116" y="4020"/>
                    <a:pt x="13099" y="4034"/>
                  </a:cubicBezTo>
                  <a:cubicBezTo>
                    <a:pt x="12867" y="4203"/>
                    <a:pt x="12640" y="4384"/>
                    <a:pt x="12414" y="4560"/>
                  </a:cubicBezTo>
                  <a:cubicBezTo>
                    <a:pt x="12202" y="4727"/>
                    <a:pt x="11998" y="4893"/>
                    <a:pt x="11788" y="5066"/>
                  </a:cubicBezTo>
                  <a:cubicBezTo>
                    <a:pt x="11365" y="5424"/>
                    <a:pt x="10947" y="5791"/>
                    <a:pt x="10538" y="6170"/>
                  </a:cubicBezTo>
                  <a:cubicBezTo>
                    <a:pt x="10350" y="6340"/>
                    <a:pt x="10164" y="6515"/>
                    <a:pt x="9984" y="6695"/>
                  </a:cubicBezTo>
                  <a:cubicBezTo>
                    <a:pt x="9798" y="6876"/>
                    <a:pt x="9612" y="7057"/>
                    <a:pt x="9428" y="7243"/>
                  </a:cubicBezTo>
                  <a:cubicBezTo>
                    <a:pt x="9174" y="7502"/>
                    <a:pt x="8927" y="7759"/>
                    <a:pt x="8685" y="8028"/>
                  </a:cubicBezTo>
                  <a:cubicBezTo>
                    <a:pt x="8553" y="8167"/>
                    <a:pt x="8428" y="8310"/>
                    <a:pt x="8303" y="8454"/>
                  </a:cubicBezTo>
                  <a:cubicBezTo>
                    <a:pt x="8073" y="8708"/>
                    <a:pt x="7848" y="8968"/>
                    <a:pt x="7630" y="9234"/>
                  </a:cubicBezTo>
                  <a:cubicBezTo>
                    <a:pt x="7411" y="9493"/>
                    <a:pt x="7198" y="9757"/>
                    <a:pt x="6987" y="10027"/>
                  </a:cubicBezTo>
                  <a:lnTo>
                    <a:pt x="6569" y="10565"/>
                  </a:lnTo>
                  <a:cubicBezTo>
                    <a:pt x="6430" y="10751"/>
                    <a:pt x="6297" y="10929"/>
                    <a:pt x="6170" y="11113"/>
                  </a:cubicBezTo>
                  <a:cubicBezTo>
                    <a:pt x="6016" y="11323"/>
                    <a:pt x="5867" y="11533"/>
                    <a:pt x="5725" y="11746"/>
                  </a:cubicBezTo>
                  <a:cubicBezTo>
                    <a:pt x="5628" y="11880"/>
                    <a:pt x="5537" y="12018"/>
                    <a:pt x="5446" y="12155"/>
                  </a:cubicBezTo>
                  <a:cubicBezTo>
                    <a:pt x="5299" y="12370"/>
                    <a:pt x="5162" y="12583"/>
                    <a:pt x="5025" y="12797"/>
                  </a:cubicBezTo>
                  <a:cubicBezTo>
                    <a:pt x="4904" y="12984"/>
                    <a:pt x="4789" y="13177"/>
                    <a:pt x="4668" y="13372"/>
                  </a:cubicBezTo>
                  <a:cubicBezTo>
                    <a:pt x="4448" y="13734"/>
                    <a:pt x="4233" y="14099"/>
                    <a:pt x="4030" y="14465"/>
                  </a:cubicBezTo>
                  <a:cubicBezTo>
                    <a:pt x="3911" y="14679"/>
                    <a:pt x="3793" y="14901"/>
                    <a:pt x="3680" y="15116"/>
                  </a:cubicBezTo>
                  <a:cubicBezTo>
                    <a:pt x="2108" y="18086"/>
                    <a:pt x="980" y="21265"/>
                    <a:pt x="714" y="24467"/>
                  </a:cubicBezTo>
                  <a:cubicBezTo>
                    <a:pt x="0" y="33049"/>
                    <a:pt x="5431" y="40259"/>
                    <a:pt x="8266" y="48037"/>
                  </a:cubicBezTo>
                  <a:cubicBezTo>
                    <a:pt x="9232" y="50671"/>
                    <a:pt x="9883" y="53640"/>
                    <a:pt x="8750" y="56365"/>
                  </a:cubicBezTo>
                  <a:cubicBezTo>
                    <a:pt x="8707" y="56470"/>
                    <a:pt x="8660" y="56575"/>
                    <a:pt x="8606" y="56675"/>
                  </a:cubicBezTo>
                  <a:cubicBezTo>
                    <a:pt x="8558" y="56775"/>
                    <a:pt x="8499" y="56880"/>
                    <a:pt x="8445" y="56974"/>
                  </a:cubicBezTo>
                  <a:cubicBezTo>
                    <a:pt x="7845" y="58035"/>
                    <a:pt x="6879" y="58955"/>
                    <a:pt x="5791" y="59546"/>
                  </a:cubicBezTo>
                  <a:cubicBezTo>
                    <a:pt x="5706" y="59588"/>
                    <a:pt x="5627" y="59635"/>
                    <a:pt x="5540" y="59671"/>
                  </a:cubicBezTo>
                  <a:cubicBezTo>
                    <a:pt x="5376" y="59756"/>
                    <a:pt x="5206" y="59828"/>
                    <a:pt x="5033" y="59891"/>
                  </a:cubicBezTo>
                  <a:cubicBezTo>
                    <a:pt x="4931" y="59928"/>
                    <a:pt x="4830" y="59967"/>
                    <a:pt x="4722" y="60001"/>
                  </a:cubicBezTo>
                  <a:cubicBezTo>
                    <a:pt x="4635" y="60026"/>
                    <a:pt x="4554" y="60052"/>
                    <a:pt x="4473" y="60070"/>
                  </a:cubicBezTo>
                  <a:cubicBezTo>
                    <a:pt x="4424" y="60087"/>
                    <a:pt x="4377" y="60097"/>
                    <a:pt x="4333" y="60102"/>
                  </a:cubicBezTo>
                  <a:cubicBezTo>
                    <a:pt x="4306" y="60111"/>
                    <a:pt x="4278" y="60119"/>
                    <a:pt x="4251" y="60126"/>
                  </a:cubicBezTo>
                  <a:cubicBezTo>
                    <a:pt x="4224" y="60129"/>
                    <a:pt x="4197" y="60138"/>
                    <a:pt x="4163" y="60141"/>
                  </a:cubicBezTo>
                  <a:cubicBezTo>
                    <a:pt x="4018" y="60173"/>
                    <a:pt x="3871" y="60194"/>
                    <a:pt x="3724" y="60209"/>
                  </a:cubicBezTo>
                  <a:cubicBezTo>
                    <a:pt x="3572" y="60225"/>
                    <a:pt x="3424" y="60234"/>
                    <a:pt x="3278" y="60234"/>
                  </a:cubicBezTo>
                  <a:cubicBezTo>
                    <a:pt x="3196" y="60234"/>
                    <a:pt x="3116" y="60231"/>
                    <a:pt x="3035" y="60226"/>
                  </a:cubicBezTo>
                  <a:cubicBezTo>
                    <a:pt x="3028" y="60226"/>
                    <a:pt x="3021" y="60226"/>
                    <a:pt x="3014" y="60226"/>
                  </a:cubicBezTo>
                  <a:cubicBezTo>
                    <a:pt x="2966" y="60226"/>
                    <a:pt x="2918" y="60222"/>
                    <a:pt x="2869" y="60216"/>
                  </a:cubicBezTo>
                  <a:cubicBezTo>
                    <a:pt x="2409" y="60172"/>
                    <a:pt x="1964" y="60052"/>
                    <a:pt x="1552" y="59837"/>
                  </a:cubicBezTo>
                  <a:lnTo>
                    <a:pt x="1552" y="59837"/>
                  </a:lnTo>
                  <a:cubicBezTo>
                    <a:pt x="1650" y="59959"/>
                    <a:pt x="1746" y="60080"/>
                    <a:pt x="1844" y="60202"/>
                  </a:cubicBezTo>
                  <a:cubicBezTo>
                    <a:pt x="1881" y="60248"/>
                    <a:pt x="1917" y="60300"/>
                    <a:pt x="1959" y="60344"/>
                  </a:cubicBezTo>
                  <a:cubicBezTo>
                    <a:pt x="2369" y="60853"/>
                    <a:pt x="2783" y="61366"/>
                    <a:pt x="3203" y="61884"/>
                  </a:cubicBezTo>
                  <a:cubicBezTo>
                    <a:pt x="3659" y="62449"/>
                    <a:pt x="4128" y="63015"/>
                    <a:pt x="4597" y="63579"/>
                  </a:cubicBezTo>
                  <a:cubicBezTo>
                    <a:pt x="5228" y="64338"/>
                    <a:pt x="5865" y="65103"/>
                    <a:pt x="6513" y="65856"/>
                  </a:cubicBezTo>
                  <a:cubicBezTo>
                    <a:pt x="8245" y="67889"/>
                    <a:pt x="10030" y="69889"/>
                    <a:pt x="11818" y="71799"/>
                  </a:cubicBezTo>
                  <a:cubicBezTo>
                    <a:pt x="12035" y="72030"/>
                    <a:pt x="12251" y="72255"/>
                    <a:pt x="12466" y="72480"/>
                  </a:cubicBezTo>
                  <a:cubicBezTo>
                    <a:pt x="12718" y="72746"/>
                    <a:pt x="12970" y="73011"/>
                    <a:pt x="13221" y="73272"/>
                  </a:cubicBezTo>
                  <a:cubicBezTo>
                    <a:pt x="13312" y="73372"/>
                    <a:pt x="13402" y="73467"/>
                    <a:pt x="13496" y="73561"/>
                  </a:cubicBezTo>
                  <a:cubicBezTo>
                    <a:pt x="14317" y="74407"/>
                    <a:pt x="15122" y="75280"/>
                    <a:pt x="15892" y="76180"/>
                  </a:cubicBezTo>
                  <a:cubicBezTo>
                    <a:pt x="15934" y="76148"/>
                    <a:pt x="15970" y="76112"/>
                    <a:pt x="16005" y="76070"/>
                  </a:cubicBezTo>
                  <a:cubicBezTo>
                    <a:pt x="16162" y="75881"/>
                    <a:pt x="16154" y="75608"/>
                    <a:pt x="16142" y="75363"/>
                  </a:cubicBezTo>
                  <a:cubicBezTo>
                    <a:pt x="16056" y="74052"/>
                    <a:pt x="15971" y="72734"/>
                    <a:pt x="15887" y="71415"/>
                  </a:cubicBezTo>
                  <a:lnTo>
                    <a:pt x="15887" y="71415"/>
                  </a:lnTo>
                  <a:cubicBezTo>
                    <a:pt x="16568" y="72110"/>
                    <a:pt x="17501" y="72556"/>
                    <a:pt x="18485" y="72668"/>
                  </a:cubicBezTo>
                  <a:cubicBezTo>
                    <a:pt x="18685" y="71337"/>
                    <a:pt x="18575" y="69961"/>
                    <a:pt x="18160" y="68688"/>
                  </a:cubicBezTo>
                  <a:lnTo>
                    <a:pt x="18160" y="68688"/>
                  </a:lnTo>
                  <a:cubicBezTo>
                    <a:pt x="21127" y="69793"/>
                    <a:pt x="23566" y="71164"/>
                    <a:pt x="25154" y="71164"/>
                  </a:cubicBezTo>
                  <a:cubicBezTo>
                    <a:pt x="25460" y="71164"/>
                    <a:pt x="25734" y="71113"/>
                    <a:pt x="25974" y="71000"/>
                  </a:cubicBezTo>
                  <a:cubicBezTo>
                    <a:pt x="27468" y="70295"/>
                    <a:pt x="24220" y="64098"/>
                    <a:pt x="21073" y="61885"/>
                  </a:cubicBezTo>
                  <a:lnTo>
                    <a:pt x="21073" y="61885"/>
                  </a:lnTo>
                  <a:cubicBezTo>
                    <a:pt x="22193" y="62298"/>
                    <a:pt x="23320" y="62709"/>
                    <a:pt x="24443" y="63115"/>
                  </a:cubicBezTo>
                  <a:cubicBezTo>
                    <a:pt x="24066" y="61721"/>
                    <a:pt x="23428" y="60403"/>
                    <a:pt x="22579" y="59246"/>
                  </a:cubicBezTo>
                  <a:lnTo>
                    <a:pt x="22579" y="59246"/>
                  </a:lnTo>
                  <a:cubicBezTo>
                    <a:pt x="23191" y="59573"/>
                    <a:pt x="23788" y="59916"/>
                    <a:pt x="24370" y="60290"/>
                  </a:cubicBezTo>
                  <a:cubicBezTo>
                    <a:pt x="24440" y="60321"/>
                    <a:pt x="24511" y="60370"/>
                    <a:pt x="24582" y="60419"/>
                  </a:cubicBezTo>
                  <a:cubicBezTo>
                    <a:pt x="28057" y="62630"/>
                    <a:pt x="31066" y="65551"/>
                    <a:pt x="33350" y="68957"/>
                  </a:cubicBezTo>
                  <a:cubicBezTo>
                    <a:pt x="32044" y="62193"/>
                    <a:pt x="29589" y="55653"/>
                    <a:pt x="26121" y="49707"/>
                  </a:cubicBezTo>
                  <a:lnTo>
                    <a:pt x="26121" y="49707"/>
                  </a:lnTo>
                  <a:cubicBezTo>
                    <a:pt x="34168" y="56941"/>
                    <a:pt x="39406" y="67123"/>
                    <a:pt x="40642" y="77877"/>
                  </a:cubicBezTo>
                  <a:cubicBezTo>
                    <a:pt x="40512" y="72233"/>
                    <a:pt x="39979" y="66509"/>
                    <a:pt x="38029" y="61217"/>
                  </a:cubicBezTo>
                  <a:cubicBezTo>
                    <a:pt x="35561" y="54511"/>
                    <a:pt x="30934" y="48800"/>
                    <a:pt x="28537" y="42025"/>
                  </a:cubicBezTo>
                  <a:lnTo>
                    <a:pt x="28537" y="42025"/>
                  </a:lnTo>
                  <a:cubicBezTo>
                    <a:pt x="29829" y="44493"/>
                    <a:pt x="31739" y="46610"/>
                    <a:pt x="34060" y="48137"/>
                  </a:cubicBezTo>
                  <a:cubicBezTo>
                    <a:pt x="32746" y="45380"/>
                    <a:pt x="31220" y="42732"/>
                    <a:pt x="29503" y="40210"/>
                  </a:cubicBezTo>
                  <a:lnTo>
                    <a:pt x="29503" y="40210"/>
                  </a:lnTo>
                  <a:cubicBezTo>
                    <a:pt x="31443" y="42830"/>
                    <a:pt x="34573" y="44525"/>
                    <a:pt x="37904" y="44752"/>
                  </a:cubicBezTo>
                  <a:cubicBezTo>
                    <a:pt x="34284" y="40772"/>
                    <a:pt x="31242" y="36245"/>
                    <a:pt x="28911" y="31349"/>
                  </a:cubicBezTo>
                  <a:lnTo>
                    <a:pt x="28911" y="31349"/>
                  </a:lnTo>
                  <a:cubicBezTo>
                    <a:pt x="32935" y="32540"/>
                    <a:pt x="35300" y="36473"/>
                    <a:pt x="37310" y="40110"/>
                  </a:cubicBezTo>
                  <a:cubicBezTo>
                    <a:pt x="34343" y="34186"/>
                    <a:pt x="31118" y="28375"/>
                    <a:pt x="27659" y="22713"/>
                  </a:cubicBezTo>
                  <a:lnTo>
                    <a:pt x="27659" y="22713"/>
                  </a:lnTo>
                  <a:cubicBezTo>
                    <a:pt x="30248" y="25359"/>
                    <a:pt x="32838" y="28011"/>
                    <a:pt x="35428" y="30662"/>
                  </a:cubicBezTo>
                  <a:lnTo>
                    <a:pt x="35428" y="30662"/>
                  </a:lnTo>
                  <a:cubicBezTo>
                    <a:pt x="34320" y="29518"/>
                    <a:pt x="33479" y="28119"/>
                    <a:pt x="32978" y="26590"/>
                  </a:cubicBezTo>
                  <a:lnTo>
                    <a:pt x="32978" y="26590"/>
                  </a:lnTo>
                  <a:cubicBezTo>
                    <a:pt x="35480" y="29150"/>
                    <a:pt x="38187" y="31821"/>
                    <a:pt x="41546" y="32960"/>
                  </a:cubicBezTo>
                  <a:cubicBezTo>
                    <a:pt x="39299" y="30997"/>
                    <a:pt x="37183" y="28905"/>
                    <a:pt x="35205" y="26699"/>
                  </a:cubicBezTo>
                  <a:lnTo>
                    <a:pt x="35205" y="26699"/>
                  </a:lnTo>
                  <a:cubicBezTo>
                    <a:pt x="38667" y="30241"/>
                    <a:pt x="43783" y="32257"/>
                    <a:pt x="49153" y="32257"/>
                  </a:cubicBezTo>
                  <a:cubicBezTo>
                    <a:pt x="49838" y="32257"/>
                    <a:pt x="50527" y="32224"/>
                    <a:pt x="51217" y="32158"/>
                  </a:cubicBezTo>
                  <a:cubicBezTo>
                    <a:pt x="48189" y="29776"/>
                    <a:pt x="43662" y="29806"/>
                    <a:pt x="40084" y="28211"/>
                  </a:cubicBezTo>
                  <a:cubicBezTo>
                    <a:pt x="34284" y="25614"/>
                    <a:pt x="31504" y="19024"/>
                    <a:pt x="26664" y="15366"/>
                  </a:cubicBezTo>
                  <a:cubicBezTo>
                    <a:pt x="25774" y="14686"/>
                    <a:pt x="24812" y="14119"/>
                    <a:pt x="23755" y="13692"/>
                  </a:cubicBezTo>
                  <a:lnTo>
                    <a:pt x="23755" y="13692"/>
                  </a:lnTo>
                  <a:cubicBezTo>
                    <a:pt x="24384" y="13906"/>
                    <a:pt x="25028" y="14092"/>
                    <a:pt x="25676" y="14253"/>
                  </a:cubicBezTo>
                  <a:cubicBezTo>
                    <a:pt x="25758" y="14277"/>
                    <a:pt x="25834" y="14295"/>
                    <a:pt x="25915" y="14309"/>
                  </a:cubicBezTo>
                  <a:cubicBezTo>
                    <a:pt x="27371" y="14669"/>
                    <a:pt x="28867" y="14915"/>
                    <a:pt x="30391" y="15048"/>
                  </a:cubicBezTo>
                  <a:cubicBezTo>
                    <a:pt x="26707" y="12384"/>
                    <a:pt x="22200" y="10756"/>
                    <a:pt x="17468" y="10369"/>
                  </a:cubicBezTo>
                  <a:cubicBezTo>
                    <a:pt x="17078" y="10339"/>
                    <a:pt x="16611" y="10271"/>
                    <a:pt x="16482" y="9917"/>
                  </a:cubicBezTo>
                  <a:cubicBezTo>
                    <a:pt x="16381" y="9636"/>
                    <a:pt x="16864" y="9153"/>
                    <a:pt x="17108" y="9153"/>
                  </a:cubicBezTo>
                  <a:cubicBezTo>
                    <a:pt x="17170" y="9153"/>
                    <a:pt x="17217" y="9184"/>
                    <a:pt x="17235" y="9258"/>
                  </a:cubicBezTo>
                  <a:cubicBezTo>
                    <a:pt x="19351" y="8271"/>
                    <a:pt x="21473" y="7280"/>
                    <a:pt x="23601" y="6287"/>
                  </a:cubicBezTo>
                  <a:lnTo>
                    <a:pt x="23601" y="6287"/>
                  </a:lnTo>
                  <a:cubicBezTo>
                    <a:pt x="17616" y="6302"/>
                    <a:pt x="11433" y="9322"/>
                    <a:pt x="7574" y="14098"/>
                  </a:cubicBezTo>
                  <a:cubicBezTo>
                    <a:pt x="7757" y="13741"/>
                    <a:pt x="7944" y="13389"/>
                    <a:pt x="8146" y="13035"/>
                  </a:cubicBezTo>
                  <a:cubicBezTo>
                    <a:pt x="8338" y="12682"/>
                    <a:pt x="8545" y="12333"/>
                    <a:pt x="8758" y="11988"/>
                  </a:cubicBezTo>
                  <a:cubicBezTo>
                    <a:pt x="8964" y="11640"/>
                    <a:pt x="9188" y="11299"/>
                    <a:pt x="9413" y="10959"/>
                  </a:cubicBezTo>
                  <a:cubicBezTo>
                    <a:pt x="9638" y="10618"/>
                    <a:pt x="9868" y="10283"/>
                    <a:pt x="10105" y="9951"/>
                  </a:cubicBezTo>
                  <a:cubicBezTo>
                    <a:pt x="10248" y="9748"/>
                    <a:pt x="10397" y="9544"/>
                    <a:pt x="10553" y="9339"/>
                  </a:cubicBezTo>
                  <a:cubicBezTo>
                    <a:pt x="10585" y="9300"/>
                    <a:pt x="10615" y="9268"/>
                    <a:pt x="10641" y="9229"/>
                  </a:cubicBezTo>
                  <a:cubicBezTo>
                    <a:pt x="10839" y="8967"/>
                    <a:pt x="11042" y="8710"/>
                    <a:pt x="11243" y="8451"/>
                  </a:cubicBezTo>
                  <a:cubicBezTo>
                    <a:pt x="11280" y="8405"/>
                    <a:pt x="11318" y="8361"/>
                    <a:pt x="11353" y="8320"/>
                  </a:cubicBezTo>
                  <a:cubicBezTo>
                    <a:pt x="11568" y="8050"/>
                    <a:pt x="11788" y="7789"/>
                    <a:pt x="12008" y="7536"/>
                  </a:cubicBezTo>
                  <a:cubicBezTo>
                    <a:pt x="12108" y="7417"/>
                    <a:pt x="12207" y="7300"/>
                    <a:pt x="12307" y="7189"/>
                  </a:cubicBezTo>
                  <a:cubicBezTo>
                    <a:pt x="12385" y="7097"/>
                    <a:pt x="12470" y="7006"/>
                    <a:pt x="12549" y="6920"/>
                  </a:cubicBezTo>
                  <a:cubicBezTo>
                    <a:pt x="12596" y="6862"/>
                    <a:pt x="12639" y="6815"/>
                    <a:pt x="12686" y="6769"/>
                  </a:cubicBezTo>
                  <a:cubicBezTo>
                    <a:pt x="12833" y="6598"/>
                    <a:pt x="12987" y="6439"/>
                    <a:pt x="13136" y="6280"/>
                  </a:cubicBezTo>
                  <a:cubicBezTo>
                    <a:pt x="13248" y="6167"/>
                    <a:pt x="13353" y="6055"/>
                    <a:pt x="13464" y="5942"/>
                  </a:cubicBezTo>
                  <a:cubicBezTo>
                    <a:pt x="13655" y="5742"/>
                    <a:pt x="13847" y="5550"/>
                    <a:pt x="14044" y="5360"/>
                  </a:cubicBezTo>
                  <a:cubicBezTo>
                    <a:pt x="14124" y="5281"/>
                    <a:pt x="14210" y="5199"/>
                    <a:pt x="14290" y="5125"/>
                  </a:cubicBezTo>
                  <a:cubicBezTo>
                    <a:pt x="14302" y="5118"/>
                    <a:pt x="14307" y="5105"/>
                    <a:pt x="14317" y="5098"/>
                  </a:cubicBezTo>
                  <a:cubicBezTo>
                    <a:pt x="14391" y="5018"/>
                    <a:pt x="14472" y="4944"/>
                    <a:pt x="14552" y="4876"/>
                  </a:cubicBezTo>
                  <a:cubicBezTo>
                    <a:pt x="14564" y="4868"/>
                    <a:pt x="14574" y="4856"/>
                    <a:pt x="14584" y="4847"/>
                  </a:cubicBezTo>
                  <a:cubicBezTo>
                    <a:pt x="14616" y="4815"/>
                    <a:pt x="14648" y="4787"/>
                    <a:pt x="14681" y="4754"/>
                  </a:cubicBezTo>
                  <a:cubicBezTo>
                    <a:pt x="14782" y="4653"/>
                    <a:pt x="14890" y="4558"/>
                    <a:pt x="14992" y="4463"/>
                  </a:cubicBezTo>
                  <a:cubicBezTo>
                    <a:pt x="15073" y="4389"/>
                    <a:pt x="15153" y="4320"/>
                    <a:pt x="15234" y="4250"/>
                  </a:cubicBezTo>
                  <a:cubicBezTo>
                    <a:pt x="15261" y="4225"/>
                    <a:pt x="15293" y="4196"/>
                    <a:pt x="15320" y="4176"/>
                  </a:cubicBezTo>
                  <a:cubicBezTo>
                    <a:pt x="15503" y="4007"/>
                    <a:pt x="15690" y="3841"/>
                    <a:pt x="15880" y="3682"/>
                  </a:cubicBezTo>
                  <a:cubicBezTo>
                    <a:pt x="15949" y="3626"/>
                    <a:pt x="16020" y="3565"/>
                    <a:pt x="16090" y="3509"/>
                  </a:cubicBezTo>
                  <a:cubicBezTo>
                    <a:pt x="16112" y="3489"/>
                    <a:pt x="16139" y="3469"/>
                    <a:pt x="16161" y="3454"/>
                  </a:cubicBezTo>
                  <a:cubicBezTo>
                    <a:pt x="16311" y="3323"/>
                    <a:pt x="16464" y="3198"/>
                    <a:pt x="16616" y="3078"/>
                  </a:cubicBezTo>
                  <a:cubicBezTo>
                    <a:pt x="16648" y="3051"/>
                    <a:pt x="16680" y="3029"/>
                    <a:pt x="16712" y="3002"/>
                  </a:cubicBezTo>
                  <a:cubicBezTo>
                    <a:pt x="16832" y="2899"/>
                    <a:pt x="16951" y="2801"/>
                    <a:pt x="17076" y="2709"/>
                  </a:cubicBezTo>
                  <a:cubicBezTo>
                    <a:pt x="17265" y="2555"/>
                    <a:pt x="17462" y="2406"/>
                    <a:pt x="17658" y="2264"/>
                  </a:cubicBezTo>
                  <a:cubicBezTo>
                    <a:pt x="17815" y="2144"/>
                    <a:pt x="17974" y="2024"/>
                    <a:pt x="18138" y="1914"/>
                  </a:cubicBezTo>
                  <a:cubicBezTo>
                    <a:pt x="18154" y="1901"/>
                    <a:pt x="18165" y="1894"/>
                    <a:pt x="18182" y="1880"/>
                  </a:cubicBezTo>
                  <a:cubicBezTo>
                    <a:pt x="18345" y="1758"/>
                    <a:pt x="18509" y="1643"/>
                    <a:pt x="18680" y="1534"/>
                  </a:cubicBezTo>
                  <a:cubicBezTo>
                    <a:pt x="18719" y="1505"/>
                    <a:pt x="18763" y="1481"/>
                    <a:pt x="18800" y="1454"/>
                  </a:cubicBezTo>
                  <a:cubicBezTo>
                    <a:pt x="18883" y="1390"/>
                    <a:pt x="18964" y="1332"/>
                    <a:pt x="19047" y="1280"/>
                  </a:cubicBezTo>
                  <a:cubicBezTo>
                    <a:pt x="19348" y="1077"/>
                    <a:pt x="19651" y="872"/>
                    <a:pt x="19965" y="684"/>
                  </a:cubicBezTo>
                  <a:cubicBezTo>
                    <a:pt x="19970" y="678"/>
                    <a:pt x="19982" y="676"/>
                    <a:pt x="19987" y="671"/>
                  </a:cubicBezTo>
                  <a:cubicBezTo>
                    <a:pt x="20009" y="649"/>
                    <a:pt x="20019" y="637"/>
                    <a:pt x="20041" y="634"/>
                  </a:cubicBezTo>
                  <a:lnTo>
                    <a:pt x="20048" y="632"/>
                  </a:lnTo>
                  <a:cubicBezTo>
                    <a:pt x="20080" y="610"/>
                    <a:pt x="20114" y="588"/>
                    <a:pt x="20146" y="573"/>
                  </a:cubicBezTo>
                  <a:cubicBezTo>
                    <a:pt x="20461" y="378"/>
                    <a:pt x="20776" y="185"/>
                    <a:pt x="21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4290950" y="630075"/>
              <a:ext cx="748300" cy="1666950"/>
            </a:xfrm>
            <a:custGeom>
              <a:avLst/>
              <a:gdLst/>
              <a:ahLst/>
              <a:cxnLst/>
              <a:rect l="l" t="t" r="r" b="b"/>
              <a:pathLst>
                <a:path w="29932" h="66678" extrusionOk="0">
                  <a:moveTo>
                    <a:pt x="26440" y="16746"/>
                  </a:moveTo>
                  <a:cubicBezTo>
                    <a:pt x="26440" y="16746"/>
                    <a:pt x="26440" y="16747"/>
                    <a:pt x="26440" y="16748"/>
                  </a:cubicBezTo>
                  <a:lnTo>
                    <a:pt x="26441" y="16746"/>
                  </a:lnTo>
                  <a:cubicBezTo>
                    <a:pt x="26441" y="16746"/>
                    <a:pt x="26440" y="16746"/>
                    <a:pt x="26440" y="16746"/>
                  </a:cubicBezTo>
                  <a:close/>
                  <a:moveTo>
                    <a:pt x="21160" y="0"/>
                  </a:moveTo>
                  <a:lnTo>
                    <a:pt x="21160" y="0"/>
                  </a:lnTo>
                  <a:cubicBezTo>
                    <a:pt x="20387" y="227"/>
                    <a:pt x="19629" y="496"/>
                    <a:pt x="18881" y="799"/>
                  </a:cubicBezTo>
                  <a:cubicBezTo>
                    <a:pt x="18665" y="887"/>
                    <a:pt x="18453" y="970"/>
                    <a:pt x="18247" y="1063"/>
                  </a:cubicBezTo>
                  <a:cubicBezTo>
                    <a:pt x="18036" y="1156"/>
                    <a:pt x="17829" y="1249"/>
                    <a:pt x="17623" y="1347"/>
                  </a:cubicBezTo>
                  <a:cubicBezTo>
                    <a:pt x="17469" y="1418"/>
                    <a:pt x="17313" y="1491"/>
                    <a:pt x="17159" y="1563"/>
                  </a:cubicBezTo>
                  <a:cubicBezTo>
                    <a:pt x="16968" y="1655"/>
                    <a:pt x="16782" y="1748"/>
                    <a:pt x="16591" y="1851"/>
                  </a:cubicBezTo>
                  <a:cubicBezTo>
                    <a:pt x="16324" y="1985"/>
                    <a:pt x="16055" y="2130"/>
                    <a:pt x="15792" y="2284"/>
                  </a:cubicBezTo>
                  <a:cubicBezTo>
                    <a:pt x="15649" y="2362"/>
                    <a:pt x="15503" y="2445"/>
                    <a:pt x="15359" y="2531"/>
                  </a:cubicBezTo>
                  <a:cubicBezTo>
                    <a:pt x="15090" y="2687"/>
                    <a:pt x="14818" y="2851"/>
                    <a:pt x="14549" y="3022"/>
                  </a:cubicBezTo>
                  <a:cubicBezTo>
                    <a:pt x="14349" y="3145"/>
                    <a:pt x="14148" y="3274"/>
                    <a:pt x="13947" y="3414"/>
                  </a:cubicBezTo>
                  <a:cubicBezTo>
                    <a:pt x="13781" y="3522"/>
                    <a:pt x="13622" y="3624"/>
                    <a:pt x="13466" y="3739"/>
                  </a:cubicBezTo>
                  <a:cubicBezTo>
                    <a:pt x="13318" y="3840"/>
                    <a:pt x="13174" y="3944"/>
                    <a:pt x="13018" y="4052"/>
                  </a:cubicBezTo>
                  <a:cubicBezTo>
                    <a:pt x="12910" y="4130"/>
                    <a:pt x="12802" y="4213"/>
                    <a:pt x="12688" y="4295"/>
                  </a:cubicBezTo>
                  <a:cubicBezTo>
                    <a:pt x="12673" y="4311"/>
                    <a:pt x="12653" y="4326"/>
                    <a:pt x="12638" y="4336"/>
                  </a:cubicBezTo>
                  <a:cubicBezTo>
                    <a:pt x="12406" y="4507"/>
                    <a:pt x="12177" y="4686"/>
                    <a:pt x="11951" y="4862"/>
                  </a:cubicBezTo>
                  <a:cubicBezTo>
                    <a:pt x="11739" y="5033"/>
                    <a:pt x="11533" y="5197"/>
                    <a:pt x="11328" y="5373"/>
                  </a:cubicBezTo>
                  <a:cubicBezTo>
                    <a:pt x="10900" y="5728"/>
                    <a:pt x="10482" y="6094"/>
                    <a:pt x="10075" y="6476"/>
                  </a:cubicBezTo>
                  <a:cubicBezTo>
                    <a:pt x="9889" y="6647"/>
                    <a:pt x="9704" y="6816"/>
                    <a:pt x="9523" y="6997"/>
                  </a:cubicBezTo>
                  <a:cubicBezTo>
                    <a:pt x="9337" y="7176"/>
                    <a:pt x="9151" y="7357"/>
                    <a:pt x="8967" y="7549"/>
                  </a:cubicBezTo>
                  <a:cubicBezTo>
                    <a:pt x="8713" y="7806"/>
                    <a:pt x="8466" y="8065"/>
                    <a:pt x="8224" y="8332"/>
                  </a:cubicBezTo>
                  <a:cubicBezTo>
                    <a:pt x="8090" y="8472"/>
                    <a:pt x="7965" y="8616"/>
                    <a:pt x="7842" y="8755"/>
                  </a:cubicBezTo>
                  <a:cubicBezTo>
                    <a:pt x="7610" y="9014"/>
                    <a:pt x="7383" y="9271"/>
                    <a:pt x="7167" y="9538"/>
                  </a:cubicBezTo>
                  <a:cubicBezTo>
                    <a:pt x="6950" y="9797"/>
                    <a:pt x="6734" y="10059"/>
                    <a:pt x="6522" y="10333"/>
                  </a:cubicBezTo>
                  <a:cubicBezTo>
                    <a:pt x="6383" y="10514"/>
                    <a:pt x="6243" y="10688"/>
                    <a:pt x="6104" y="10869"/>
                  </a:cubicBezTo>
                  <a:cubicBezTo>
                    <a:pt x="5966" y="11055"/>
                    <a:pt x="5832" y="11235"/>
                    <a:pt x="5708" y="11416"/>
                  </a:cubicBezTo>
                  <a:cubicBezTo>
                    <a:pt x="5553" y="11627"/>
                    <a:pt x="5404" y="11839"/>
                    <a:pt x="5264" y="12050"/>
                  </a:cubicBezTo>
                  <a:cubicBezTo>
                    <a:pt x="5167" y="12184"/>
                    <a:pt x="5074" y="12322"/>
                    <a:pt x="4981" y="12463"/>
                  </a:cubicBezTo>
                  <a:cubicBezTo>
                    <a:pt x="4836" y="12674"/>
                    <a:pt x="4697" y="12891"/>
                    <a:pt x="4563" y="13102"/>
                  </a:cubicBezTo>
                  <a:cubicBezTo>
                    <a:pt x="4440" y="13287"/>
                    <a:pt x="4326" y="13483"/>
                    <a:pt x="4208" y="13674"/>
                  </a:cubicBezTo>
                  <a:cubicBezTo>
                    <a:pt x="3986" y="14034"/>
                    <a:pt x="3770" y="14402"/>
                    <a:pt x="3569" y="14767"/>
                  </a:cubicBezTo>
                  <a:cubicBezTo>
                    <a:pt x="3450" y="14983"/>
                    <a:pt x="3332" y="15205"/>
                    <a:pt x="3217" y="15422"/>
                  </a:cubicBezTo>
                  <a:cubicBezTo>
                    <a:pt x="1645" y="18392"/>
                    <a:pt x="515" y="21567"/>
                    <a:pt x="253" y="24770"/>
                  </a:cubicBezTo>
                  <a:cubicBezTo>
                    <a:pt x="1" y="27811"/>
                    <a:pt x="515" y="30684"/>
                    <a:pt x="1418" y="33468"/>
                  </a:cubicBezTo>
                  <a:cubicBezTo>
                    <a:pt x="3022" y="38418"/>
                    <a:pt x="5837" y="43094"/>
                    <a:pt x="7667" y="47988"/>
                  </a:cubicBezTo>
                  <a:cubicBezTo>
                    <a:pt x="7713" y="48106"/>
                    <a:pt x="7760" y="48225"/>
                    <a:pt x="7801" y="48338"/>
                  </a:cubicBezTo>
                  <a:cubicBezTo>
                    <a:pt x="8770" y="50972"/>
                    <a:pt x="9420" y="53943"/>
                    <a:pt x="8287" y="56669"/>
                  </a:cubicBezTo>
                  <a:cubicBezTo>
                    <a:pt x="8244" y="56773"/>
                    <a:pt x="8199" y="56876"/>
                    <a:pt x="8141" y="56979"/>
                  </a:cubicBezTo>
                  <a:cubicBezTo>
                    <a:pt x="8095" y="57077"/>
                    <a:pt x="8038" y="57180"/>
                    <a:pt x="7982" y="57278"/>
                  </a:cubicBezTo>
                  <a:cubicBezTo>
                    <a:pt x="7383" y="58336"/>
                    <a:pt x="6419" y="59258"/>
                    <a:pt x="5331" y="59846"/>
                  </a:cubicBezTo>
                  <a:cubicBezTo>
                    <a:pt x="5243" y="59892"/>
                    <a:pt x="5167" y="59939"/>
                    <a:pt x="5079" y="59975"/>
                  </a:cubicBezTo>
                  <a:cubicBezTo>
                    <a:pt x="4913" y="60058"/>
                    <a:pt x="4749" y="60129"/>
                    <a:pt x="4573" y="60192"/>
                  </a:cubicBezTo>
                  <a:cubicBezTo>
                    <a:pt x="4470" y="60232"/>
                    <a:pt x="4367" y="60269"/>
                    <a:pt x="4259" y="60305"/>
                  </a:cubicBezTo>
                  <a:cubicBezTo>
                    <a:pt x="4172" y="60330"/>
                    <a:pt x="4095" y="60351"/>
                    <a:pt x="4012" y="60373"/>
                  </a:cubicBezTo>
                  <a:cubicBezTo>
                    <a:pt x="3961" y="60393"/>
                    <a:pt x="3914" y="60403"/>
                    <a:pt x="3868" y="60408"/>
                  </a:cubicBezTo>
                  <a:cubicBezTo>
                    <a:pt x="3836" y="60413"/>
                    <a:pt x="3805" y="60423"/>
                    <a:pt x="3770" y="60423"/>
                  </a:cubicBezTo>
                  <a:cubicBezTo>
                    <a:pt x="3728" y="60433"/>
                    <a:pt x="3687" y="60438"/>
                    <a:pt x="3646" y="60449"/>
                  </a:cubicBezTo>
                  <a:cubicBezTo>
                    <a:pt x="3640" y="60454"/>
                    <a:pt x="3629" y="60454"/>
                    <a:pt x="3624" y="60459"/>
                  </a:cubicBezTo>
                  <a:cubicBezTo>
                    <a:pt x="3506" y="60481"/>
                    <a:pt x="3382" y="60501"/>
                    <a:pt x="3259" y="60511"/>
                  </a:cubicBezTo>
                  <a:cubicBezTo>
                    <a:pt x="3100" y="60526"/>
                    <a:pt x="2944" y="60537"/>
                    <a:pt x="2790" y="60537"/>
                  </a:cubicBezTo>
                  <a:cubicBezTo>
                    <a:pt x="2718" y="60537"/>
                    <a:pt x="2645" y="60537"/>
                    <a:pt x="2574" y="60532"/>
                  </a:cubicBezTo>
                  <a:cubicBezTo>
                    <a:pt x="2516" y="60532"/>
                    <a:pt x="2460" y="60526"/>
                    <a:pt x="2408" y="60521"/>
                  </a:cubicBezTo>
                  <a:cubicBezTo>
                    <a:pt x="2176" y="60501"/>
                    <a:pt x="1950" y="60460"/>
                    <a:pt x="1728" y="60393"/>
                  </a:cubicBezTo>
                  <a:cubicBezTo>
                    <a:pt x="1506" y="60330"/>
                    <a:pt x="1295" y="60249"/>
                    <a:pt x="1089" y="60141"/>
                  </a:cubicBezTo>
                  <a:lnTo>
                    <a:pt x="1089" y="60141"/>
                  </a:lnTo>
                  <a:cubicBezTo>
                    <a:pt x="1187" y="60259"/>
                    <a:pt x="1285" y="60383"/>
                    <a:pt x="1383" y="60506"/>
                  </a:cubicBezTo>
                  <a:cubicBezTo>
                    <a:pt x="1418" y="60552"/>
                    <a:pt x="1454" y="60604"/>
                    <a:pt x="1496" y="60645"/>
                  </a:cubicBezTo>
                  <a:cubicBezTo>
                    <a:pt x="1703" y="60904"/>
                    <a:pt x="1909" y="61156"/>
                    <a:pt x="2115" y="61413"/>
                  </a:cubicBezTo>
                  <a:cubicBezTo>
                    <a:pt x="2320" y="61672"/>
                    <a:pt x="2526" y="61929"/>
                    <a:pt x="2738" y="62186"/>
                  </a:cubicBezTo>
                  <a:cubicBezTo>
                    <a:pt x="2965" y="62470"/>
                    <a:pt x="3198" y="62749"/>
                    <a:pt x="3435" y="63032"/>
                  </a:cubicBezTo>
                  <a:cubicBezTo>
                    <a:pt x="3667" y="63316"/>
                    <a:pt x="3898" y="63600"/>
                    <a:pt x="4135" y="63883"/>
                  </a:cubicBezTo>
                  <a:cubicBezTo>
                    <a:pt x="4193" y="63903"/>
                    <a:pt x="4254" y="63920"/>
                    <a:pt x="4311" y="63935"/>
                  </a:cubicBezTo>
                  <a:cubicBezTo>
                    <a:pt x="4450" y="63965"/>
                    <a:pt x="4597" y="63987"/>
                    <a:pt x="4743" y="63987"/>
                  </a:cubicBezTo>
                  <a:cubicBezTo>
                    <a:pt x="4891" y="63987"/>
                    <a:pt x="5037" y="63965"/>
                    <a:pt x="5172" y="63908"/>
                  </a:cubicBezTo>
                  <a:cubicBezTo>
                    <a:pt x="5590" y="64414"/>
                    <a:pt x="6079" y="64872"/>
                    <a:pt x="6630" y="65245"/>
                  </a:cubicBezTo>
                  <a:cubicBezTo>
                    <a:pt x="7141" y="65585"/>
                    <a:pt x="7678" y="65889"/>
                    <a:pt x="8261" y="66101"/>
                  </a:cubicBezTo>
                  <a:cubicBezTo>
                    <a:pt x="8701" y="66263"/>
                    <a:pt x="9177" y="66420"/>
                    <a:pt x="9655" y="66420"/>
                  </a:cubicBezTo>
                  <a:cubicBezTo>
                    <a:pt x="9859" y="66420"/>
                    <a:pt x="10064" y="66392"/>
                    <a:pt x="10266" y="66322"/>
                  </a:cubicBezTo>
                  <a:cubicBezTo>
                    <a:pt x="11255" y="65977"/>
                    <a:pt x="11381" y="65172"/>
                    <a:pt x="11152" y="64378"/>
                  </a:cubicBezTo>
                  <a:lnTo>
                    <a:pt x="11152" y="64378"/>
                  </a:lnTo>
                  <a:cubicBezTo>
                    <a:pt x="11499" y="64641"/>
                    <a:pt x="11849" y="64894"/>
                    <a:pt x="12220" y="65116"/>
                  </a:cubicBezTo>
                  <a:cubicBezTo>
                    <a:pt x="13411" y="65816"/>
                    <a:pt x="14747" y="66282"/>
                    <a:pt x="16124" y="66481"/>
                  </a:cubicBezTo>
                  <a:cubicBezTo>
                    <a:pt x="16152" y="66486"/>
                    <a:pt x="16180" y="66488"/>
                    <a:pt x="16207" y="66488"/>
                  </a:cubicBezTo>
                  <a:cubicBezTo>
                    <a:pt x="16304" y="66488"/>
                    <a:pt x="16394" y="66460"/>
                    <a:pt x="16474" y="66420"/>
                  </a:cubicBezTo>
                  <a:cubicBezTo>
                    <a:pt x="16747" y="66503"/>
                    <a:pt x="17026" y="66584"/>
                    <a:pt x="17300" y="66677"/>
                  </a:cubicBezTo>
                  <a:cubicBezTo>
                    <a:pt x="16691" y="65224"/>
                    <a:pt x="15820" y="63893"/>
                    <a:pt x="14722" y="62754"/>
                  </a:cubicBezTo>
                  <a:lnTo>
                    <a:pt x="14722" y="62754"/>
                  </a:lnTo>
                  <a:cubicBezTo>
                    <a:pt x="15566" y="63605"/>
                    <a:pt x="16557" y="64331"/>
                    <a:pt x="17650" y="64883"/>
                  </a:cubicBezTo>
                  <a:cubicBezTo>
                    <a:pt x="17613" y="62939"/>
                    <a:pt x="17114" y="61037"/>
                    <a:pt x="16205" y="59356"/>
                  </a:cubicBezTo>
                  <a:lnTo>
                    <a:pt x="16205" y="59356"/>
                  </a:lnTo>
                  <a:cubicBezTo>
                    <a:pt x="16850" y="59774"/>
                    <a:pt x="17494" y="60186"/>
                    <a:pt x="18139" y="60609"/>
                  </a:cubicBezTo>
                  <a:cubicBezTo>
                    <a:pt x="17778" y="58845"/>
                    <a:pt x="17278" y="57113"/>
                    <a:pt x="16643" y="55433"/>
                  </a:cubicBezTo>
                  <a:cubicBezTo>
                    <a:pt x="16056" y="53890"/>
                    <a:pt x="15359" y="52395"/>
                    <a:pt x="14551" y="50962"/>
                  </a:cubicBezTo>
                  <a:cubicBezTo>
                    <a:pt x="14226" y="50370"/>
                    <a:pt x="13876" y="49786"/>
                    <a:pt x="13509" y="49214"/>
                  </a:cubicBezTo>
                  <a:lnTo>
                    <a:pt x="13509" y="49214"/>
                  </a:lnTo>
                  <a:cubicBezTo>
                    <a:pt x="14679" y="49879"/>
                    <a:pt x="15742" y="50657"/>
                    <a:pt x="16726" y="51523"/>
                  </a:cubicBezTo>
                  <a:cubicBezTo>
                    <a:pt x="19614" y="54066"/>
                    <a:pt x="21810" y="57361"/>
                    <a:pt x="23909" y="60594"/>
                  </a:cubicBezTo>
                  <a:cubicBezTo>
                    <a:pt x="23982" y="60702"/>
                    <a:pt x="24053" y="60806"/>
                    <a:pt x="24121" y="60919"/>
                  </a:cubicBezTo>
                  <a:lnTo>
                    <a:pt x="24121" y="60723"/>
                  </a:lnTo>
                  <a:cubicBezTo>
                    <a:pt x="24131" y="54056"/>
                    <a:pt x="19707" y="48517"/>
                    <a:pt x="15480" y="43486"/>
                  </a:cubicBezTo>
                  <a:lnTo>
                    <a:pt x="15480" y="43486"/>
                  </a:lnTo>
                  <a:cubicBezTo>
                    <a:pt x="16809" y="44131"/>
                    <a:pt x="18139" y="44764"/>
                    <a:pt x="19475" y="45408"/>
                  </a:cubicBezTo>
                  <a:cubicBezTo>
                    <a:pt x="19017" y="43449"/>
                    <a:pt x="18217" y="41588"/>
                    <a:pt x="17119" y="39917"/>
                  </a:cubicBezTo>
                  <a:lnTo>
                    <a:pt x="17119" y="39917"/>
                  </a:lnTo>
                  <a:cubicBezTo>
                    <a:pt x="18078" y="41037"/>
                    <a:pt x="19470" y="41790"/>
                    <a:pt x="21006" y="42016"/>
                  </a:cubicBezTo>
                  <a:cubicBezTo>
                    <a:pt x="21610" y="39464"/>
                    <a:pt x="21059" y="36772"/>
                    <a:pt x="19521" y="34783"/>
                  </a:cubicBezTo>
                  <a:lnTo>
                    <a:pt x="19521" y="34783"/>
                  </a:lnTo>
                  <a:cubicBezTo>
                    <a:pt x="20283" y="35761"/>
                    <a:pt x="21402" y="36805"/>
                    <a:pt x="22604" y="36805"/>
                  </a:cubicBezTo>
                  <a:cubicBezTo>
                    <a:pt x="22915" y="36805"/>
                    <a:pt x="23231" y="36735"/>
                    <a:pt x="23549" y="36576"/>
                  </a:cubicBezTo>
                  <a:cubicBezTo>
                    <a:pt x="24415" y="36128"/>
                    <a:pt x="24858" y="35113"/>
                    <a:pt x="24828" y="34204"/>
                  </a:cubicBezTo>
                  <a:cubicBezTo>
                    <a:pt x="24801" y="33302"/>
                    <a:pt x="24378" y="32487"/>
                    <a:pt x="23945" y="31719"/>
                  </a:cubicBezTo>
                  <a:cubicBezTo>
                    <a:pt x="21558" y="27564"/>
                    <a:pt x="18196" y="23997"/>
                    <a:pt x="14163" y="21315"/>
                  </a:cubicBezTo>
                  <a:lnTo>
                    <a:pt x="14163" y="21315"/>
                  </a:lnTo>
                  <a:cubicBezTo>
                    <a:pt x="16716" y="21588"/>
                    <a:pt x="19238" y="22053"/>
                    <a:pt x="21703" y="22697"/>
                  </a:cubicBezTo>
                  <a:cubicBezTo>
                    <a:pt x="20563" y="20840"/>
                    <a:pt x="19103" y="19201"/>
                    <a:pt x="17386" y="17844"/>
                  </a:cubicBezTo>
                  <a:lnTo>
                    <a:pt x="17386" y="17844"/>
                  </a:lnTo>
                  <a:cubicBezTo>
                    <a:pt x="19057" y="18020"/>
                    <a:pt x="20739" y="18211"/>
                    <a:pt x="22414" y="18397"/>
                  </a:cubicBezTo>
                  <a:cubicBezTo>
                    <a:pt x="21192" y="17169"/>
                    <a:pt x="20120" y="15797"/>
                    <a:pt x="19238" y="14303"/>
                  </a:cubicBezTo>
                  <a:lnTo>
                    <a:pt x="19238" y="14303"/>
                  </a:lnTo>
                  <a:cubicBezTo>
                    <a:pt x="21496" y="15391"/>
                    <a:pt x="23918" y="16210"/>
                    <a:pt x="26440" y="16746"/>
                  </a:cubicBezTo>
                  <a:lnTo>
                    <a:pt x="26440" y="16746"/>
                  </a:lnTo>
                  <a:cubicBezTo>
                    <a:pt x="26429" y="16369"/>
                    <a:pt x="26346" y="16005"/>
                    <a:pt x="26203" y="15670"/>
                  </a:cubicBezTo>
                  <a:cubicBezTo>
                    <a:pt x="26064" y="15340"/>
                    <a:pt x="25873" y="15036"/>
                    <a:pt x="25619" y="14777"/>
                  </a:cubicBezTo>
                  <a:cubicBezTo>
                    <a:pt x="25569" y="14721"/>
                    <a:pt x="25511" y="14659"/>
                    <a:pt x="25455" y="14613"/>
                  </a:cubicBezTo>
                  <a:lnTo>
                    <a:pt x="25455" y="14613"/>
                  </a:lnTo>
                  <a:cubicBezTo>
                    <a:pt x="26910" y="14973"/>
                    <a:pt x="28404" y="15222"/>
                    <a:pt x="29931" y="15351"/>
                  </a:cubicBezTo>
                  <a:cubicBezTo>
                    <a:pt x="26244" y="12690"/>
                    <a:pt x="21737" y="11060"/>
                    <a:pt x="17004" y="10673"/>
                  </a:cubicBezTo>
                  <a:cubicBezTo>
                    <a:pt x="16613" y="10643"/>
                    <a:pt x="16149" y="10575"/>
                    <a:pt x="16019" y="10225"/>
                  </a:cubicBezTo>
                  <a:cubicBezTo>
                    <a:pt x="15917" y="9942"/>
                    <a:pt x="16399" y="9459"/>
                    <a:pt x="16644" y="9459"/>
                  </a:cubicBezTo>
                  <a:cubicBezTo>
                    <a:pt x="16707" y="9459"/>
                    <a:pt x="16754" y="9491"/>
                    <a:pt x="16772" y="9565"/>
                  </a:cubicBezTo>
                  <a:cubicBezTo>
                    <a:pt x="18887" y="8575"/>
                    <a:pt x="21011" y="7586"/>
                    <a:pt x="23141" y="6589"/>
                  </a:cubicBezTo>
                  <a:lnTo>
                    <a:pt x="23141" y="6589"/>
                  </a:lnTo>
                  <a:cubicBezTo>
                    <a:pt x="17154" y="6606"/>
                    <a:pt x="10971" y="9628"/>
                    <a:pt x="7111" y="14402"/>
                  </a:cubicBezTo>
                  <a:cubicBezTo>
                    <a:pt x="7295" y="14046"/>
                    <a:pt x="7481" y="13694"/>
                    <a:pt x="7683" y="13339"/>
                  </a:cubicBezTo>
                  <a:cubicBezTo>
                    <a:pt x="7879" y="12989"/>
                    <a:pt x="8085" y="12639"/>
                    <a:pt x="8297" y="12292"/>
                  </a:cubicBezTo>
                  <a:cubicBezTo>
                    <a:pt x="8503" y="11942"/>
                    <a:pt x="8725" y="11602"/>
                    <a:pt x="8951" y="11262"/>
                  </a:cubicBezTo>
                  <a:cubicBezTo>
                    <a:pt x="9168" y="10922"/>
                    <a:pt x="9405" y="10587"/>
                    <a:pt x="9642" y="10255"/>
                  </a:cubicBezTo>
                  <a:cubicBezTo>
                    <a:pt x="9785" y="10056"/>
                    <a:pt x="9936" y="9849"/>
                    <a:pt x="10090" y="9643"/>
                  </a:cubicBezTo>
                  <a:cubicBezTo>
                    <a:pt x="10122" y="9606"/>
                    <a:pt x="10152" y="9570"/>
                    <a:pt x="10178" y="9535"/>
                  </a:cubicBezTo>
                  <a:cubicBezTo>
                    <a:pt x="10374" y="9271"/>
                    <a:pt x="10580" y="9014"/>
                    <a:pt x="10782" y="8755"/>
                  </a:cubicBezTo>
                  <a:cubicBezTo>
                    <a:pt x="10817" y="8709"/>
                    <a:pt x="10853" y="8668"/>
                    <a:pt x="10890" y="8626"/>
                  </a:cubicBezTo>
                  <a:cubicBezTo>
                    <a:pt x="11107" y="8354"/>
                    <a:pt x="11323" y="8095"/>
                    <a:pt x="11545" y="7838"/>
                  </a:cubicBezTo>
                  <a:cubicBezTo>
                    <a:pt x="11643" y="7725"/>
                    <a:pt x="11746" y="7606"/>
                    <a:pt x="11844" y="7493"/>
                  </a:cubicBezTo>
                  <a:cubicBezTo>
                    <a:pt x="11920" y="7405"/>
                    <a:pt x="12008" y="7312"/>
                    <a:pt x="12086" y="7224"/>
                  </a:cubicBezTo>
                  <a:cubicBezTo>
                    <a:pt x="12132" y="7168"/>
                    <a:pt x="12179" y="7121"/>
                    <a:pt x="12225" y="7075"/>
                  </a:cubicBezTo>
                  <a:cubicBezTo>
                    <a:pt x="12369" y="6904"/>
                    <a:pt x="12524" y="6745"/>
                    <a:pt x="12673" y="6584"/>
                  </a:cubicBezTo>
                  <a:cubicBezTo>
                    <a:pt x="12786" y="6471"/>
                    <a:pt x="12890" y="6358"/>
                    <a:pt x="13003" y="6244"/>
                  </a:cubicBezTo>
                  <a:cubicBezTo>
                    <a:pt x="13194" y="6048"/>
                    <a:pt x="13385" y="5852"/>
                    <a:pt x="13581" y="5667"/>
                  </a:cubicBezTo>
                  <a:cubicBezTo>
                    <a:pt x="13663" y="5585"/>
                    <a:pt x="13746" y="5502"/>
                    <a:pt x="13828" y="5429"/>
                  </a:cubicBezTo>
                  <a:cubicBezTo>
                    <a:pt x="13839" y="5424"/>
                    <a:pt x="13844" y="5409"/>
                    <a:pt x="13854" y="5404"/>
                  </a:cubicBezTo>
                  <a:cubicBezTo>
                    <a:pt x="13927" y="5321"/>
                    <a:pt x="14009" y="5250"/>
                    <a:pt x="14091" y="5182"/>
                  </a:cubicBezTo>
                  <a:cubicBezTo>
                    <a:pt x="14101" y="5172"/>
                    <a:pt x="14111" y="5162"/>
                    <a:pt x="14123" y="5151"/>
                  </a:cubicBezTo>
                  <a:cubicBezTo>
                    <a:pt x="14153" y="5121"/>
                    <a:pt x="14184" y="5089"/>
                    <a:pt x="14219" y="5058"/>
                  </a:cubicBezTo>
                  <a:cubicBezTo>
                    <a:pt x="14317" y="4955"/>
                    <a:pt x="14426" y="4862"/>
                    <a:pt x="14529" y="4769"/>
                  </a:cubicBezTo>
                  <a:cubicBezTo>
                    <a:pt x="14607" y="4693"/>
                    <a:pt x="14690" y="4625"/>
                    <a:pt x="14772" y="4553"/>
                  </a:cubicBezTo>
                  <a:cubicBezTo>
                    <a:pt x="14798" y="4527"/>
                    <a:pt x="14828" y="4502"/>
                    <a:pt x="14854" y="4482"/>
                  </a:cubicBezTo>
                  <a:cubicBezTo>
                    <a:pt x="15040" y="4311"/>
                    <a:pt x="15226" y="4147"/>
                    <a:pt x="15417" y="3986"/>
                  </a:cubicBezTo>
                  <a:cubicBezTo>
                    <a:pt x="15488" y="3930"/>
                    <a:pt x="15556" y="3868"/>
                    <a:pt x="15628" y="3817"/>
                  </a:cubicBezTo>
                  <a:cubicBezTo>
                    <a:pt x="15649" y="3795"/>
                    <a:pt x="15674" y="3774"/>
                    <a:pt x="15699" y="3759"/>
                  </a:cubicBezTo>
                  <a:cubicBezTo>
                    <a:pt x="15850" y="3626"/>
                    <a:pt x="15999" y="3502"/>
                    <a:pt x="16154" y="3384"/>
                  </a:cubicBezTo>
                  <a:cubicBezTo>
                    <a:pt x="16185" y="3357"/>
                    <a:pt x="16215" y="3336"/>
                    <a:pt x="16251" y="3306"/>
                  </a:cubicBezTo>
                  <a:cubicBezTo>
                    <a:pt x="16371" y="3203"/>
                    <a:pt x="16489" y="3105"/>
                    <a:pt x="16613" y="3012"/>
                  </a:cubicBezTo>
                  <a:cubicBezTo>
                    <a:pt x="16804" y="2863"/>
                    <a:pt x="16999" y="2712"/>
                    <a:pt x="17195" y="2568"/>
                  </a:cubicBezTo>
                  <a:cubicBezTo>
                    <a:pt x="17356" y="2450"/>
                    <a:pt x="17510" y="2331"/>
                    <a:pt x="17675" y="2218"/>
                  </a:cubicBezTo>
                  <a:cubicBezTo>
                    <a:pt x="17691" y="2208"/>
                    <a:pt x="17701" y="2198"/>
                    <a:pt x="17716" y="2186"/>
                  </a:cubicBezTo>
                  <a:cubicBezTo>
                    <a:pt x="17882" y="2062"/>
                    <a:pt x="18046" y="1949"/>
                    <a:pt x="18217" y="1836"/>
                  </a:cubicBezTo>
                  <a:lnTo>
                    <a:pt x="18340" y="1758"/>
                  </a:lnTo>
                  <a:cubicBezTo>
                    <a:pt x="18418" y="1697"/>
                    <a:pt x="18499" y="1635"/>
                    <a:pt x="18582" y="1584"/>
                  </a:cubicBezTo>
                  <a:cubicBezTo>
                    <a:pt x="18887" y="1382"/>
                    <a:pt x="19186" y="1176"/>
                    <a:pt x="19501" y="990"/>
                  </a:cubicBezTo>
                  <a:cubicBezTo>
                    <a:pt x="19506" y="980"/>
                    <a:pt x="19521" y="980"/>
                    <a:pt x="19526" y="975"/>
                  </a:cubicBezTo>
                  <a:cubicBezTo>
                    <a:pt x="19546" y="954"/>
                    <a:pt x="19556" y="939"/>
                    <a:pt x="19577" y="939"/>
                  </a:cubicBezTo>
                  <a:lnTo>
                    <a:pt x="19582" y="939"/>
                  </a:lnTo>
                  <a:cubicBezTo>
                    <a:pt x="19619" y="914"/>
                    <a:pt x="19649" y="892"/>
                    <a:pt x="19685" y="877"/>
                  </a:cubicBezTo>
                  <a:cubicBezTo>
                    <a:pt x="20000" y="675"/>
                    <a:pt x="20314" y="491"/>
                    <a:pt x="20634" y="305"/>
                  </a:cubicBezTo>
                  <a:cubicBezTo>
                    <a:pt x="20810" y="202"/>
                    <a:pt x="20984" y="104"/>
                    <a:pt x="21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2"/>
            <p:cNvSpPr/>
            <p:nvPr/>
          </p:nvSpPr>
          <p:spPr>
            <a:xfrm>
              <a:off x="4961875" y="3186975"/>
              <a:ext cx="65625" cy="288750"/>
            </a:xfrm>
            <a:custGeom>
              <a:avLst/>
              <a:gdLst/>
              <a:ahLst/>
              <a:cxnLst/>
              <a:rect l="l" t="t" r="r" b="b"/>
              <a:pathLst>
                <a:path w="2625" h="11550" extrusionOk="0">
                  <a:moveTo>
                    <a:pt x="1459" y="1"/>
                  </a:moveTo>
                  <a:cubicBezTo>
                    <a:pt x="887" y="980"/>
                    <a:pt x="577" y="2063"/>
                    <a:pt x="428" y="3183"/>
                  </a:cubicBezTo>
                  <a:cubicBezTo>
                    <a:pt x="263" y="2569"/>
                    <a:pt x="257" y="1552"/>
                    <a:pt x="129" y="625"/>
                  </a:cubicBezTo>
                  <a:lnTo>
                    <a:pt x="129" y="625"/>
                  </a:lnTo>
                  <a:cubicBezTo>
                    <a:pt x="0" y="4533"/>
                    <a:pt x="592" y="8302"/>
                    <a:pt x="2624" y="11550"/>
                  </a:cubicBezTo>
                  <a:cubicBezTo>
                    <a:pt x="1794" y="8637"/>
                    <a:pt x="1614" y="5533"/>
                    <a:pt x="2047" y="2460"/>
                  </a:cubicBezTo>
                  <a:cubicBezTo>
                    <a:pt x="1851" y="1640"/>
                    <a:pt x="1655" y="821"/>
                    <a:pt x="1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2"/>
            <p:cNvSpPr/>
            <p:nvPr/>
          </p:nvSpPr>
          <p:spPr>
            <a:xfrm>
              <a:off x="5109350" y="3079725"/>
              <a:ext cx="680750" cy="1255800"/>
            </a:xfrm>
            <a:custGeom>
              <a:avLst/>
              <a:gdLst/>
              <a:ahLst/>
              <a:cxnLst/>
              <a:rect l="l" t="t" r="r" b="b"/>
              <a:pathLst>
                <a:path w="27230" h="50232" extrusionOk="0">
                  <a:moveTo>
                    <a:pt x="20434" y="1"/>
                  </a:moveTo>
                  <a:lnTo>
                    <a:pt x="20434" y="1"/>
                  </a:lnTo>
                  <a:cubicBezTo>
                    <a:pt x="21479" y="3683"/>
                    <a:pt x="22521" y="7359"/>
                    <a:pt x="23568" y="11041"/>
                  </a:cubicBezTo>
                  <a:cubicBezTo>
                    <a:pt x="21912" y="7468"/>
                    <a:pt x="20258" y="3900"/>
                    <a:pt x="18603" y="331"/>
                  </a:cubicBezTo>
                  <a:lnTo>
                    <a:pt x="18603" y="331"/>
                  </a:lnTo>
                  <a:cubicBezTo>
                    <a:pt x="20222" y="6597"/>
                    <a:pt x="21841" y="12856"/>
                    <a:pt x="23460" y="19115"/>
                  </a:cubicBezTo>
                  <a:cubicBezTo>
                    <a:pt x="23052" y="18795"/>
                    <a:pt x="22645" y="18475"/>
                    <a:pt x="22237" y="18161"/>
                  </a:cubicBezTo>
                  <a:lnTo>
                    <a:pt x="22237" y="18161"/>
                  </a:lnTo>
                  <a:cubicBezTo>
                    <a:pt x="22476" y="20079"/>
                    <a:pt x="22712" y="21997"/>
                    <a:pt x="22949" y="23916"/>
                  </a:cubicBezTo>
                  <a:cubicBezTo>
                    <a:pt x="22697" y="23173"/>
                    <a:pt x="22217" y="22507"/>
                    <a:pt x="21582" y="22038"/>
                  </a:cubicBezTo>
                  <a:lnTo>
                    <a:pt x="21582" y="22038"/>
                  </a:lnTo>
                  <a:cubicBezTo>
                    <a:pt x="21768" y="25198"/>
                    <a:pt x="21960" y="28360"/>
                    <a:pt x="22149" y="31515"/>
                  </a:cubicBezTo>
                  <a:cubicBezTo>
                    <a:pt x="20865" y="26411"/>
                    <a:pt x="19576" y="21306"/>
                    <a:pt x="18294" y="16202"/>
                  </a:cubicBezTo>
                  <a:lnTo>
                    <a:pt x="18294" y="16202"/>
                  </a:lnTo>
                  <a:cubicBezTo>
                    <a:pt x="18448" y="22924"/>
                    <a:pt x="17752" y="29906"/>
                    <a:pt x="14422" y="35749"/>
                  </a:cubicBezTo>
                  <a:cubicBezTo>
                    <a:pt x="14498" y="34382"/>
                    <a:pt x="14576" y="33015"/>
                    <a:pt x="14653" y="31648"/>
                  </a:cubicBezTo>
                  <a:lnTo>
                    <a:pt x="14653" y="31648"/>
                  </a:lnTo>
                  <a:cubicBezTo>
                    <a:pt x="12043" y="33619"/>
                    <a:pt x="10111" y="36465"/>
                    <a:pt x="9238" y="39614"/>
                  </a:cubicBezTo>
                  <a:cubicBezTo>
                    <a:pt x="10311" y="29835"/>
                    <a:pt x="8130" y="19724"/>
                    <a:pt x="3115" y="11262"/>
                  </a:cubicBezTo>
                  <a:lnTo>
                    <a:pt x="3115" y="11262"/>
                  </a:lnTo>
                  <a:cubicBezTo>
                    <a:pt x="3104" y="14263"/>
                    <a:pt x="3362" y="17269"/>
                    <a:pt x="3877" y="20223"/>
                  </a:cubicBezTo>
                  <a:cubicBezTo>
                    <a:pt x="3783" y="20138"/>
                    <a:pt x="3687" y="20100"/>
                    <a:pt x="3591" y="20100"/>
                  </a:cubicBezTo>
                  <a:cubicBezTo>
                    <a:pt x="3167" y="20100"/>
                    <a:pt x="2765" y="20835"/>
                    <a:pt x="2732" y="21399"/>
                  </a:cubicBezTo>
                  <a:cubicBezTo>
                    <a:pt x="2113" y="18954"/>
                    <a:pt x="1257" y="16577"/>
                    <a:pt x="174" y="14304"/>
                  </a:cubicBezTo>
                  <a:cubicBezTo>
                    <a:pt x="119" y="14727"/>
                    <a:pt x="56" y="15155"/>
                    <a:pt x="0" y="15578"/>
                  </a:cubicBezTo>
                  <a:cubicBezTo>
                    <a:pt x="159" y="16134"/>
                    <a:pt x="330" y="16686"/>
                    <a:pt x="509" y="17232"/>
                  </a:cubicBezTo>
                  <a:cubicBezTo>
                    <a:pt x="1463" y="20115"/>
                    <a:pt x="2722" y="22904"/>
                    <a:pt x="3284" y="25870"/>
                  </a:cubicBezTo>
                  <a:cubicBezTo>
                    <a:pt x="3845" y="28839"/>
                    <a:pt x="3656" y="32092"/>
                    <a:pt x="1886" y="34732"/>
                  </a:cubicBezTo>
                  <a:cubicBezTo>
                    <a:pt x="5356" y="30168"/>
                    <a:pt x="4945" y="21162"/>
                    <a:pt x="3923" y="14412"/>
                  </a:cubicBezTo>
                  <a:lnTo>
                    <a:pt x="3923" y="14412"/>
                  </a:lnTo>
                  <a:cubicBezTo>
                    <a:pt x="9369" y="23574"/>
                    <a:pt x="9270" y="35428"/>
                    <a:pt x="3759" y="44936"/>
                  </a:cubicBezTo>
                  <a:cubicBezTo>
                    <a:pt x="7234" y="44023"/>
                    <a:pt x="10137" y="41271"/>
                    <a:pt x="10982" y="38083"/>
                  </a:cubicBezTo>
                  <a:lnTo>
                    <a:pt x="10982" y="38083"/>
                  </a:lnTo>
                  <a:cubicBezTo>
                    <a:pt x="11353" y="42424"/>
                    <a:pt x="9575" y="46968"/>
                    <a:pt x="6249" y="50231"/>
                  </a:cubicBezTo>
                  <a:cubicBezTo>
                    <a:pt x="9842" y="48958"/>
                    <a:pt x="13508" y="47638"/>
                    <a:pt x="16628" y="45478"/>
                  </a:cubicBezTo>
                  <a:cubicBezTo>
                    <a:pt x="23042" y="41032"/>
                    <a:pt x="26223" y="33526"/>
                    <a:pt x="26718" y="26313"/>
                  </a:cubicBezTo>
                  <a:cubicBezTo>
                    <a:pt x="27229" y="19057"/>
                    <a:pt x="25382" y="11962"/>
                    <a:pt x="23629" y="4930"/>
                  </a:cubicBezTo>
                  <a:cubicBezTo>
                    <a:pt x="23619" y="4879"/>
                    <a:pt x="23604" y="4827"/>
                    <a:pt x="23594" y="4776"/>
                  </a:cubicBezTo>
                  <a:cubicBezTo>
                    <a:pt x="22537" y="3183"/>
                    <a:pt x="21484" y="1594"/>
                    <a:pt x="20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5869825" y="2766400"/>
              <a:ext cx="80350" cy="182675"/>
            </a:xfrm>
            <a:custGeom>
              <a:avLst/>
              <a:gdLst/>
              <a:ahLst/>
              <a:cxnLst/>
              <a:rect l="l" t="t" r="r" b="b"/>
              <a:pathLst>
                <a:path w="3214" h="7307" extrusionOk="0">
                  <a:moveTo>
                    <a:pt x="1" y="0"/>
                  </a:moveTo>
                  <a:lnTo>
                    <a:pt x="1" y="0"/>
                  </a:lnTo>
                  <a:cubicBezTo>
                    <a:pt x="645" y="2593"/>
                    <a:pt x="1743" y="5068"/>
                    <a:pt x="3213" y="7306"/>
                  </a:cubicBezTo>
                  <a:cubicBezTo>
                    <a:pt x="2476" y="4744"/>
                    <a:pt x="1393" y="227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5631525" y="2802350"/>
              <a:ext cx="467250" cy="1288000"/>
            </a:xfrm>
            <a:custGeom>
              <a:avLst/>
              <a:gdLst/>
              <a:ahLst/>
              <a:cxnLst/>
              <a:rect l="l" t="t" r="r" b="b"/>
              <a:pathLst>
                <a:path w="18690" h="51520" extrusionOk="0">
                  <a:moveTo>
                    <a:pt x="0" y="0"/>
                  </a:moveTo>
                  <a:lnTo>
                    <a:pt x="0" y="0"/>
                  </a:lnTo>
                  <a:cubicBezTo>
                    <a:pt x="46" y="222"/>
                    <a:pt x="91" y="448"/>
                    <a:pt x="144" y="670"/>
                  </a:cubicBezTo>
                  <a:cubicBezTo>
                    <a:pt x="4185" y="8039"/>
                    <a:pt x="10874" y="14653"/>
                    <a:pt x="11915" y="23007"/>
                  </a:cubicBezTo>
                  <a:cubicBezTo>
                    <a:pt x="12380" y="26811"/>
                    <a:pt x="11637" y="30709"/>
                    <a:pt x="10884" y="34530"/>
                  </a:cubicBezTo>
                  <a:cubicBezTo>
                    <a:pt x="13941" y="26615"/>
                    <a:pt x="11806" y="22992"/>
                    <a:pt x="12271" y="17181"/>
                  </a:cubicBezTo>
                  <a:lnTo>
                    <a:pt x="12271" y="17181"/>
                  </a:lnTo>
                  <a:cubicBezTo>
                    <a:pt x="16200" y="28163"/>
                    <a:pt x="15406" y="40641"/>
                    <a:pt x="10177" y="51520"/>
                  </a:cubicBezTo>
                  <a:cubicBezTo>
                    <a:pt x="15354" y="46127"/>
                    <a:pt x="17798" y="38949"/>
                    <a:pt x="18241" y="31947"/>
                  </a:cubicBezTo>
                  <a:cubicBezTo>
                    <a:pt x="18690" y="24898"/>
                    <a:pt x="17267" y="17964"/>
                    <a:pt x="15592" y="11143"/>
                  </a:cubicBezTo>
                  <a:cubicBezTo>
                    <a:pt x="15411" y="10400"/>
                    <a:pt x="15245" y="9643"/>
                    <a:pt x="15086" y="8885"/>
                  </a:cubicBezTo>
                  <a:cubicBezTo>
                    <a:pt x="14220" y="7946"/>
                    <a:pt x="13442" y="6934"/>
                    <a:pt x="12745" y="5868"/>
                  </a:cubicBezTo>
                  <a:lnTo>
                    <a:pt x="12745" y="5868"/>
                  </a:lnTo>
                  <a:cubicBezTo>
                    <a:pt x="12972" y="6662"/>
                    <a:pt x="13163" y="7465"/>
                    <a:pt x="13322" y="8276"/>
                  </a:cubicBezTo>
                  <a:cubicBezTo>
                    <a:pt x="12662" y="8095"/>
                    <a:pt x="12153" y="7460"/>
                    <a:pt x="12121" y="6775"/>
                  </a:cubicBezTo>
                  <a:lnTo>
                    <a:pt x="12121" y="6775"/>
                  </a:lnTo>
                  <a:cubicBezTo>
                    <a:pt x="12151" y="7981"/>
                    <a:pt x="12184" y="9193"/>
                    <a:pt x="12209" y="10400"/>
                  </a:cubicBezTo>
                  <a:cubicBezTo>
                    <a:pt x="11224" y="9477"/>
                    <a:pt x="10404" y="8374"/>
                    <a:pt x="9822" y="7158"/>
                  </a:cubicBezTo>
                  <a:lnTo>
                    <a:pt x="9822" y="7158"/>
                  </a:lnTo>
                  <a:cubicBezTo>
                    <a:pt x="10147" y="10081"/>
                    <a:pt x="10466" y="13009"/>
                    <a:pt x="10791" y="15932"/>
                  </a:cubicBezTo>
                  <a:cubicBezTo>
                    <a:pt x="7027" y="10735"/>
                    <a:pt x="3427" y="542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6015725" y="2847725"/>
              <a:ext cx="222650" cy="393025"/>
            </a:xfrm>
            <a:custGeom>
              <a:avLst/>
              <a:gdLst/>
              <a:ahLst/>
              <a:cxnLst/>
              <a:rect l="l" t="t" r="r" b="b"/>
              <a:pathLst>
                <a:path w="8906" h="15721" extrusionOk="0">
                  <a:moveTo>
                    <a:pt x="1" y="0"/>
                  </a:moveTo>
                  <a:lnTo>
                    <a:pt x="1" y="0"/>
                  </a:lnTo>
                  <a:cubicBezTo>
                    <a:pt x="146" y="511"/>
                    <a:pt x="285" y="1025"/>
                    <a:pt x="429" y="1536"/>
                  </a:cubicBezTo>
                  <a:cubicBezTo>
                    <a:pt x="4095" y="5759"/>
                    <a:pt x="6977" y="10570"/>
                    <a:pt x="8906" y="15721"/>
                  </a:cubicBezTo>
                  <a:cubicBezTo>
                    <a:pt x="8118" y="10947"/>
                    <a:pt x="6277" y="6604"/>
                    <a:pt x="3895" y="2470"/>
                  </a:cubicBezTo>
                  <a:lnTo>
                    <a:pt x="3895" y="2470"/>
                  </a:lnTo>
                  <a:cubicBezTo>
                    <a:pt x="3910" y="2702"/>
                    <a:pt x="3931" y="2934"/>
                    <a:pt x="3961" y="3160"/>
                  </a:cubicBezTo>
                  <a:cubicBezTo>
                    <a:pt x="2291" y="2697"/>
                    <a:pt x="821" y="152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4318150" y="1466775"/>
              <a:ext cx="494750" cy="1050800"/>
            </a:xfrm>
            <a:custGeom>
              <a:avLst/>
              <a:gdLst/>
              <a:ahLst/>
              <a:cxnLst/>
              <a:rect l="l" t="t" r="r" b="b"/>
              <a:pathLst>
                <a:path w="19790" h="42032" extrusionOk="0">
                  <a:moveTo>
                    <a:pt x="330" y="0"/>
                  </a:moveTo>
                  <a:lnTo>
                    <a:pt x="330" y="0"/>
                  </a:lnTo>
                  <a:cubicBezTo>
                    <a:pt x="1934" y="4950"/>
                    <a:pt x="4749" y="9626"/>
                    <a:pt x="6579" y="14520"/>
                  </a:cubicBezTo>
                  <a:cubicBezTo>
                    <a:pt x="6625" y="14638"/>
                    <a:pt x="6672" y="14757"/>
                    <a:pt x="6713" y="14870"/>
                  </a:cubicBezTo>
                  <a:cubicBezTo>
                    <a:pt x="7682" y="17506"/>
                    <a:pt x="8332" y="20475"/>
                    <a:pt x="7199" y="23201"/>
                  </a:cubicBezTo>
                  <a:cubicBezTo>
                    <a:pt x="7156" y="23305"/>
                    <a:pt x="7111" y="23408"/>
                    <a:pt x="7053" y="23511"/>
                  </a:cubicBezTo>
                  <a:cubicBezTo>
                    <a:pt x="7007" y="23609"/>
                    <a:pt x="6950" y="23712"/>
                    <a:pt x="6894" y="23810"/>
                  </a:cubicBezTo>
                  <a:cubicBezTo>
                    <a:pt x="6295" y="24868"/>
                    <a:pt x="5331" y="25790"/>
                    <a:pt x="4243" y="26378"/>
                  </a:cubicBezTo>
                  <a:cubicBezTo>
                    <a:pt x="4155" y="26424"/>
                    <a:pt x="4079" y="26471"/>
                    <a:pt x="3991" y="26507"/>
                  </a:cubicBezTo>
                  <a:cubicBezTo>
                    <a:pt x="3825" y="26590"/>
                    <a:pt x="3656" y="26661"/>
                    <a:pt x="3485" y="26724"/>
                  </a:cubicBezTo>
                  <a:cubicBezTo>
                    <a:pt x="3382" y="26764"/>
                    <a:pt x="3279" y="26801"/>
                    <a:pt x="3171" y="26837"/>
                  </a:cubicBezTo>
                  <a:cubicBezTo>
                    <a:pt x="3083" y="26862"/>
                    <a:pt x="3007" y="26883"/>
                    <a:pt x="2924" y="26905"/>
                  </a:cubicBezTo>
                  <a:cubicBezTo>
                    <a:pt x="2878" y="26920"/>
                    <a:pt x="2826" y="26930"/>
                    <a:pt x="2785" y="26935"/>
                  </a:cubicBezTo>
                  <a:cubicBezTo>
                    <a:pt x="2748" y="26945"/>
                    <a:pt x="2717" y="26950"/>
                    <a:pt x="2682" y="26955"/>
                  </a:cubicBezTo>
                  <a:cubicBezTo>
                    <a:pt x="2640" y="26965"/>
                    <a:pt x="2599" y="26970"/>
                    <a:pt x="2558" y="26981"/>
                  </a:cubicBezTo>
                  <a:cubicBezTo>
                    <a:pt x="2552" y="26987"/>
                    <a:pt x="2541" y="26987"/>
                    <a:pt x="2536" y="26992"/>
                  </a:cubicBezTo>
                  <a:cubicBezTo>
                    <a:pt x="2418" y="27013"/>
                    <a:pt x="2294" y="27033"/>
                    <a:pt x="2171" y="27043"/>
                  </a:cubicBezTo>
                  <a:cubicBezTo>
                    <a:pt x="2010" y="27058"/>
                    <a:pt x="1856" y="27069"/>
                    <a:pt x="1702" y="27069"/>
                  </a:cubicBezTo>
                  <a:cubicBezTo>
                    <a:pt x="1630" y="27069"/>
                    <a:pt x="1557" y="27064"/>
                    <a:pt x="1486" y="27058"/>
                  </a:cubicBezTo>
                  <a:cubicBezTo>
                    <a:pt x="1475" y="27059"/>
                    <a:pt x="1464" y="27060"/>
                    <a:pt x="1454" y="27060"/>
                  </a:cubicBezTo>
                  <a:cubicBezTo>
                    <a:pt x="1409" y="27060"/>
                    <a:pt x="1367" y="27052"/>
                    <a:pt x="1320" y="27048"/>
                  </a:cubicBezTo>
                  <a:cubicBezTo>
                    <a:pt x="1088" y="27028"/>
                    <a:pt x="862" y="26987"/>
                    <a:pt x="640" y="26925"/>
                  </a:cubicBezTo>
                  <a:cubicBezTo>
                    <a:pt x="418" y="26862"/>
                    <a:pt x="207" y="26781"/>
                    <a:pt x="1" y="26673"/>
                  </a:cubicBezTo>
                  <a:lnTo>
                    <a:pt x="1" y="26673"/>
                  </a:lnTo>
                  <a:cubicBezTo>
                    <a:pt x="99" y="26791"/>
                    <a:pt x="197" y="26915"/>
                    <a:pt x="295" y="27038"/>
                  </a:cubicBezTo>
                  <a:cubicBezTo>
                    <a:pt x="330" y="27084"/>
                    <a:pt x="366" y="27136"/>
                    <a:pt x="408" y="27177"/>
                  </a:cubicBezTo>
                  <a:cubicBezTo>
                    <a:pt x="615" y="27436"/>
                    <a:pt x="821" y="27688"/>
                    <a:pt x="1026" y="27945"/>
                  </a:cubicBezTo>
                  <a:cubicBezTo>
                    <a:pt x="1232" y="28199"/>
                    <a:pt x="1444" y="28456"/>
                    <a:pt x="1655" y="28718"/>
                  </a:cubicBezTo>
                  <a:cubicBezTo>
                    <a:pt x="1882" y="29002"/>
                    <a:pt x="2115" y="29281"/>
                    <a:pt x="2347" y="29564"/>
                  </a:cubicBezTo>
                  <a:cubicBezTo>
                    <a:pt x="2579" y="29848"/>
                    <a:pt x="2810" y="30132"/>
                    <a:pt x="3047" y="30415"/>
                  </a:cubicBezTo>
                  <a:cubicBezTo>
                    <a:pt x="3671" y="31173"/>
                    <a:pt x="4316" y="31930"/>
                    <a:pt x="4960" y="32688"/>
                  </a:cubicBezTo>
                  <a:cubicBezTo>
                    <a:pt x="6693" y="34720"/>
                    <a:pt x="8483" y="36721"/>
                    <a:pt x="10271" y="38635"/>
                  </a:cubicBezTo>
                  <a:cubicBezTo>
                    <a:pt x="10482" y="38866"/>
                    <a:pt x="10699" y="39088"/>
                    <a:pt x="10915" y="39315"/>
                  </a:cubicBezTo>
                  <a:cubicBezTo>
                    <a:pt x="11169" y="39577"/>
                    <a:pt x="11421" y="39846"/>
                    <a:pt x="11673" y="40103"/>
                  </a:cubicBezTo>
                  <a:cubicBezTo>
                    <a:pt x="11761" y="40206"/>
                    <a:pt x="11854" y="40299"/>
                    <a:pt x="11947" y="40397"/>
                  </a:cubicBezTo>
                  <a:cubicBezTo>
                    <a:pt x="12463" y="40934"/>
                    <a:pt x="12967" y="41480"/>
                    <a:pt x="13468" y="42031"/>
                  </a:cubicBezTo>
                  <a:cubicBezTo>
                    <a:pt x="13876" y="41140"/>
                    <a:pt x="13818" y="39737"/>
                    <a:pt x="13617" y="38773"/>
                  </a:cubicBezTo>
                  <a:cubicBezTo>
                    <a:pt x="13495" y="38190"/>
                    <a:pt x="13937" y="37665"/>
                    <a:pt x="14471" y="37665"/>
                  </a:cubicBezTo>
                  <a:cubicBezTo>
                    <a:pt x="14613" y="37665"/>
                    <a:pt x="14760" y="37702"/>
                    <a:pt x="14906" y="37784"/>
                  </a:cubicBezTo>
                  <a:cubicBezTo>
                    <a:pt x="15404" y="38066"/>
                    <a:pt x="15759" y="38188"/>
                    <a:pt x="16007" y="38188"/>
                  </a:cubicBezTo>
                  <a:cubicBezTo>
                    <a:pt x="16651" y="38188"/>
                    <a:pt x="16585" y="37371"/>
                    <a:pt x="16474" y="36412"/>
                  </a:cubicBezTo>
                  <a:cubicBezTo>
                    <a:pt x="16381" y="35606"/>
                    <a:pt x="16237" y="34808"/>
                    <a:pt x="16139" y="34004"/>
                  </a:cubicBezTo>
                  <a:cubicBezTo>
                    <a:pt x="16077" y="33468"/>
                    <a:pt x="16623" y="33034"/>
                    <a:pt x="17128" y="33034"/>
                  </a:cubicBezTo>
                  <a:cubicBezTo>
                    <a:pt x="17211" y="33034"/>
                    <a:pt x="17293" y="33046"/>
                    <a:pt x="17371" y="33071"/>
                  </a:cubicBezTo>
                  <a:cubicBezTo>
                    <a:pt x="17806" y="33207"/>
                    <a:pt x="18238" y="33354"/>
                    <a:pt x="18615" y="33354"/>
                  </a:cubicBezTo>
                  <a:cubicBezTo>
                    <a:pt x="19054" y="33354"/>
                    <a:pt x="19419" y="33154"/>
                    <a:pt x="19629" y="32499"/>
                  </a:cubicBezTo>
                  <a:cubicBezTo>
                    <a:pt x="19790" y="32005"/>
                    <a:pt x="19573" y="31303"/>
                    <a:pt x="19490" y="30812"/>
                  </a:cubicBezTo>
                  <a:cubicBezTo>
                    <a:pt x="19269" y="29513"/>
                    <a:pt x="18851" y="28261"/>
                    <a:pt x="18345" y="27043"/>
                  </a:cubicBezTo>
                  <a:cubicBezTo>
                    <a:pt x="17602" y="25260"/>
                    <a:pt x="16660" y="23558"/>
                    <a:pt x="15555" y="21965"/>
                  </a:cubicBezTo>
                  <a:cubicBezTo>
                    <a:pt x="14870" y="20975"/>
                    <a:pt x="14123" y="20026"/>
                    <a:pt x="13324" y="19130"/>
                  </a:cubicBezTo>
                  <a:cubicBezTo>
                    <a:pt x="12864" y="18614"/>
                    <a:pt x="13035" y="17871"/>
                    <a:pt x="13463" y="17495"/>
                  </a:cubicBezTo>
                  <a:cubicBezTo>
                    <a:pt x="13633" y="17348"/>
                    <a:pt x="13842" y="17257"/>
                    <a:pt x="14069" y="17257"/>
                  </a:cubicBezTo>
                  <a:cubicBezTo>
                    <a:pt x="14248" y="17257"/>
                    <a:pt x="14438" y="17313"/>
                    <a:pt x="14628" y="17443"/>
                  </a:cubicBezTo>
                  <a:cubicBezTo>
                    <a:pt x="14880" y="17619"/>
                    <a:pt x="15263" y="17856"/>
                    <a:pt x="15638" y="18057"/>
                  </a:cubicBezTo>
                  <a:cubicBezTo>
                    <a:pt x="16015" y="18254"/>
                    <a:pt x="16387" y="18409"/>
                    <a:pt x="16618" y="18409"/>
                  </a:cubicBezTo>
                  <a:cubicBezTo>
                    <a:pt x="16931" y="18409"/>
                    <a:pt x="16989" y="18126"/>
                    <a:pt x="16459" y="17279"/>
                  </a:cubicBezTo>
                  <a:cubicBezTo>
                    <a:pt x="15794" y="16212"/>
                    <a:pt x="14880" y="15308"/>
                    <a:pt x="14040" y="14381"/>
                  </a:cubicBezTo>
                  <a:cubicBezTo>
                    <a:pt x="13525" y="13813"/>
                    <a:pt x="13659" y="13173"/>
                    <a:pt x="14082" y="12803"/>
                  </a:cubicBezTo>
                  <a:cubicBezTo>
                    <a:pt x="12705" y="11972"/>
                    <a:pt x="11421" y="10993"/>
                    <a:pt x="10250" y="9885"/>
                  </a:cubicBezTo>
                  <a:lnTo>
                    <a:pt x="10250" y="9885"/>
                  </a:lnTo>
                  <a:cubicBezTo>
                    <a:pt x="10565" y="10112"/>
                    <a:pt x="10951" y="10238"/>
                    <a:pt x="11338" y="10238"/>
                  </a:cubicBezTo>
                  <a:cubicBezTo>
                    <a:pt x="11452" y="10238"/>
                    <a:pt x="11566" y="10227"/>
                    <a:pt x="11678" y="10204"/>
                  </a:cubicBezTo>
                  <a:cubicBezTo>
                    <a:pt x="9878" y="9260"/>
                    <a:pt x="8080" y="8322"/>
                    <a:pt x="6285" y="7384"/>
                  </a:cubicBezTo>
                  <a:cubicBezTo>
                    <a:pt x="6949" y="7110"/>
                    <a:pt x="7664" y="6966"/>
                    <a:pt x="8377" y="6966"/>
                  </a:cubicBezTo>
                  <a:cubicBezTo>
                    <a:pt x="8402" y="6966"/>
                    <a:pt x="8426" y="6966"/>
                    <a:pt x="8450" y="6967"/>
                  </a:cubicBezTo>
                  <a:cubicBezTo>
                    <a:pt x="6554" y="6161"/>
                    <a:pt x="5316" y="2057"/>
                    <a:pt x="3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4408625" y="1217150"/>
              <a:ext cx="78600" cy="26400"/>
            </a:xfrm>
            <a:custGeom>
              <a:avLst/>
              <a:gdLst/>
              <a:ahLst/>
              <a:cxnLst/>
              <a:rect l="l" t="t" r="r" b="b"/>
              <a:pathLst>
                <a:path w="3144" h="1056" extrusionOk="0">
                  <a:moveTo>
                    <a:pt x="789" y="0"/>
                  </a:moveTo>
                  <a:cubicBezTo>
                    <a:pt x="583" y="0"/>
                    <a:pt x="377" y="22"/>
                    <a:pt x="179" y="77"/>
                  </a:cubicBezTo>
                  <a:cubicBezTo>
                    <a:pt x="0" y="126"/>
                    <a:pt x="52" y="368"/>
                    <a:pt x="222" y="385"/>
                  </a:cubicBezTo>
                  <a:cubicBezTo>
                    <a:pt x="670" y="431"/>
                    <a:pt x="1115" y="441"/>
                    <a:pt x="1553" y="559"/>
                  </a:cubicBezTo>
                  <a:cubicBezTo>
                    <a:pt x="1759" y="613"/>
                    <a:pt x="1961" y="683"/>
                    <a:pt x="2155" y="767"/>
                  </a:cubicBezTo>
                  <a:cubicBezTo>
                    <a:pt x="2255" y="811"/>
                    <a:pt x="2356" y="854"/>
                    <a:pt x="2455" y="901"/>
                  </a:cubicBezTo>
                  <a:cubicBezTo>
                    <a:pt x="2559" y="950"/>
                    <a:pt x="2642" y="1003"/>
                    <a:pt x="2746" y="1009"/>
                  </a:cubicBezTo>
                  <a:cubicBezTo>
                    <a:pt x="2816" y="1029"/>
                    <a:pt x="2888" y="1056"/>
                    <a:pt x="2961" y="1056"/>
                  </a:cubicBezTo>
                  <a:cubicBezTo>
                    <a:pt x="2968" y="1056"/>
                    <a:pt x="2976" y="1056"/>
                    <a:pt x="2984" y="1055"/>
                  </a:cubicBezTo>
                  <a:cubicBezTo>
                    <a:pt x="3064" y="1048"/>
                    <a:pt x="3143" y="975"/>
                    <a:pt x="3113" y="887"/>
                  </a:cubicBezTo>
                  <a:cubicBezTo>
                    <a:pt x="3081" y="796"/>
                    <a:pt x="3016" y="733"/>
                    <a:pt x="2950" y="666"/>
                  </a:cubicBezTo>
                  <a:lnTo>
                    <a:pt x="2950" y="666"/>
                  </a:lnTo>
                  <a:cubicBezTo>
                    <a:pt x="2829" y="482"/>
                    <a:pt x="2541" y="382"/>
                    <a:pt x="2350" y="307"/>
                  </a:cubicBezTo>
                  <a:cubicBezTo>
                    <a:pt x="2125" y="219"/>
                    <a:pt x="1891" y="152"/>
                    <a:pt x="1654" y="103"/>
                  </a:cubicBezTo>
                  <a:cubicBezTo>
                    <a:pt x="1374" y="44"/>
                    <a:pt x="1081" y="0"/>
                    <a:pt x="7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4543275" y="1007475"/>
              <a:ext cx="82350" cy="15800"/>
            </a:xfrm>
            <a:custGeom>
              <a:avLst/>
              <a:gdLst/>
              <a:ahLst/>
              <a:cxnLst/>
              <a:rect l="l" t="t" r="r" b="b"/>
              <a:pathLst>
                <a:path w="3294" h="632" extrusionOk="0">
                  <a:moveTo>
                    <a:pt x="1688" y="0"/>
                  </a:moveTo>
                  <a:cubicBezTo>
                    <a:pt x="1153" y="0"/>
                    <a:pt x="638" y="122"/>
                    <a:pt x="144" y="321"/>
                  </a:cubicBezTo>
                  <a:cubicBezTo>
                    <a:pt x="0" y="378"/>
                    <a:pt x="37" y="580"/>
                    <a:pt x="178" y="580"/>
                  </a:cubicBezTo>
                  <a:cubicBezTo>
                    <a:pt x="190" y="580"/>
                    <a:pt x="202" y="579"/>
                    <a:pt x="215" y="576"/>
                  </a:cubicBezTo>
                  <a:cubicBezTo>
                    <a:pt x="616" y="486"/>
                    <a:pt x="1028" y="453"/>
                    <a:pt x="1438" y="453"/>
                  </a:cubicBezTo>
                  <a:cubicBezTo>
                    <a:pt x="1530" y="453"/>
                    <a:pt x="1622" y="454"/>
                    <a:pt x="1714" y="458"/>
                  </a:cubicBezTo>
                  <a:cubicBezTo>
                    <a:pt x="1961" y="466"/>
                    <a:pt x="2208" y="493"/>
                    <a:pt x="2450" y="542"/>
                  </a:cubicBezTo>
                  <a:cubicBezTo>
                    <a:pt x="2616" y="577"/>
                    <a:pt x="2790" y="632"/>
                    <a:pt x="2961" y="632"/>
                  </a:cubicBezTo>
                  <a:cubicBezTo>
                    <a:pt x="3031" y="632"/>
                    <a:pt x="3100" y="623"/>
                    <a:pt x="3169" y="600"/>
                  </a:cubicBezTo>
                  <a:cubicBezTo>
                    <a:pt x="3241" y="576"/>
                    <a:pt x="3294" y="485"/>
                    <a:pt x="3245" y="414"/>
                  </a:cubicBezTo>
                  <a:cubicBezTo>
                    <a:pt x="3093" y="192"/>
                    <a:pt x="2827" y="129"/>
                    <a:pt x="2577" y="84"/>
                  </a:cubicBezTo>
                  <a:cubicBezTo>
                    <a:pt x="2301" y="35"/>
                    <a:pt x="2020" y="4"/>
                    <a:pt x="1741" y="1"/>
                  </a:cubicBezTo>
                  <a:cubicBezTo>
                    <a:pt x="1723" y="1"/>
                    <a:pt x="1705" y="0"/>
                    <a:pt x="16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4598775" y="986025"/>
              <a:ext cx="47150" cy="16200"/>
            </a:xfrm>
            <a:custGeom>
              <a:avLst/>
              <a:gdLst/>
              <a:ahLst/>
              <a:cxnLst/>
              <a:rect l="l" t="t" r="r" b="b"/>
              <a:pathLst>
                <a:path w="1886" h="648" extrusionOk="0">
                  <a:moveTo>
                    <a:pt x="221" y="1"/>
                  </a:moveTo>
                  <a:cubicBezTo>
                    <a:pt x="60" y="1"/>
                    <a:pt x="0" y="251"/>
                    <a:pt x="177" y="295"/>
                  </a:cubicBezTo>
                  <a:cubicBezTo>
                    <a:pt x="450" y="365"/>
                    <a:pt x="722" y="432"/>
                    <a:pt x="994" y="502"/>
                  </a:cubicBezTo>
                  <a:lnTo>
                    <a:pt x="1395" y="602"/>
                  </a:lnTo>
                  <a:cubicBezTo>
                    <a:pt x="1473" y="622"/>
                    <a:pt x="1566" y="648"/>
                    <a:pt x="1654" y="648"/>
                  </a:cubicBezTo>
                  <a:cubicBezTo>
                    <a:pt x="1714" y="648"/>
                    <a:pt x="1772" y="635"/>
                    <a:pt x="1820" y="600"/>
                  </a:cubicBezTo>
                  <a:cubicBezTo>
                    <a:pt x="1867" y="566"/>
                    <a:pt x="1886" y="514"/>
                    <a:pt x="1857" y="460"/>
                  </a:cubicBezTo>
                  <a:cubicBezTo>
                    <a:pt x="1791" y="329"/>
                    <a:pt x="1620" y="295"/>
                    <a:pt x="1487" y="268"/>
                  </a:cubicBezTo>
                  <a:cubicBezTo>
                    <a:pt x="1351" y="238"/>
                    <a:pt x="1218" y="209"/>
                    <a:pt x="1082" y="180"/>
                  </a:cubicBezTo>
                  <a:lnTo>
                    <a:pt x="257" y="4"/>
                  </a:lnTo>
                  <a:cubicBezTo>
                    <a:pt x="244" y="2"/>
                    <a:pt x="23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4641450" y="1562850"/>
              <a:ext cx="29425" cy="33225"/>
            </a:xfrm>
            <a:custGeom>
              <a:avLst/>
              <a:gdLst/>
              <a:ahLst/>
              <a:cxnLst/>
              <a:rect l="l" t="t" r="r" b="b"/>
              <a:pathLst>
                <a:path w="1177" h="1329" extrusionOk="0">
                  <a:moveTo>
                    <a:pt x="70" y="1"/>
                  </a:moveTo>
                  <a:cubicBezTo>
                    <a:pt x="28" y="1"/>
                    <a:pt x="1" y="63"/>
                    <a:pt x="45" y="90"/>
                  </a:cubicBezTo>
                  <a:cubicBezTo>
                    <a:pt x="270" y="234"/>
                    <a:pt x="468" y="415"/>
                    <a:pt x="634" y="623"/>
                  </a:cubicBezTo>
                  <a:cubicBezTo>
                    <a:pt x="715" y="725"/>
                    <a:pt x="786" y="835"/>
                    <a:pt x="849" y="948"/>
                  </a:cubicBezTo>
                  <a:cubicBezTo>
                    <a:pt x="879" y="1004"/>
                    <a:pt x="906" y="1063"/>
                    <a:pt x="935" y="1119"/>
                  </a:cubicBezTo>
                  <a:cubicBezTo>
                    <a:pt x="966" y="1180"/>
                    <a:pt x="1010" y="1236"/>
                    <a:pt x="1045" y="1297"/>
                  </a:cubicBezTo>
                  <a:cubicBezTo>
                    <a:pt x="1058" y="1319"/>
                    <a:pt x="1078" y="1328"/>
                    <a:pt x="1098" y="1328"/>
                  </a:cubicBezTo>
                  <a:cubicBezTo>
                    <a:pt x="1137" y="1328"/>
                    <a:pt x="1177" y="1292"/>
                    <a:pt x="1167" y="1244"/>
                  </a:cubicBezTo>
                  <a:cubicBezTo>
                    <a:pt x="1152" y="1176"/>
                    <a:pt x="1138" y="1102"/>
                    <a:pt x="1109" y="1039"/>
                  </a:cubicBezTo>
                  <a:cubicBezTo>
                    <a:pt x="1081" y="975"/>
                    <a:pt x="1042" y="916"/>
                    <a:pt x="1004" y="857"/>
                  </a:cubicBezTo>
                  <a:cubicBezTo>
                    <a:pt x="928" y="740"/>
                    <a:pt x="842" y="627"/>
                    <a:pt x="747" y="523"/>
                  </a:cubicBezTo>
                  <a:cubicBezTo>
                    <a:pt x="561" y="315"/>
                    <a:pt x="338" y="141"/>
                    <a:pt x="94" y="8"/>
                  </a:cubicBezTo>
                  <a:cubicBezTo>
                    <a:pt x="86" y="3"/>
                    <a:pt x="78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4665150" y="1557450"/>
              <a:ext cx="36775" cy="39175"/>
            </a:xfrm>
            <a:custGeom>
              <a:avLst/>
              <a:gdLst/>
              <a:ahLst/>
              <a:cxnLst/>
              <a:rect l="l" t="t" r="r" b="b"/>
              <a:pathLst>
                <a:path w="1471" h="1567" extrusionOk="0">
                  <a:moveTo>
                    <a:pt x="158" y="0"/>
                  </a:moveTo>
                  <a:cubicBezTo>
                    <a:pt x="64" y="0"/>
                    <a:pt x="0" y="136"/>
                    <a:pt x="102" y="190"/>
                  </a:cubicBezTo>
                  <a:cubicBezTo>
                    <a:pt x="373" y="333"/>
                    <a:pt x="611" y="525"/>
                    <a:pt x="811" y="756"/>
                  </a:cubicBezTo>
                  <a:cubicBezTo>
                    <a:pt x="907" y="868"/>
                    <a:pt x="994" y="990"/>
                    <a:pt x="1066" y="1118"/>
                  </a:cubicBezTo>
                  <a:cubicBezTo>
                    <a:pt x="1105" y="1186"/>
                    <a:pt x="1141" y="1254"/>
                    <a:pt x="1175" y="1325"/>
                  </a:cubicBezTo>
                  <a:cubicBezTo>
                    <a:pt x="1205" y="1394"/>
                    <a:pt x="1254" y="1455"/>
                    <a:pt x="1295" y="1521"/>
                  </a:cubicBezTo>
                  <a:cubicBezTo>
                    <a:pt x="1314" y="1553"/>
                    <a:pt x="1341" y="1566"/>
                    <a:pt x="1368" y="1566"/>
                  </a:cubicBezTo>
                  <a:cubicBezTo>
                    <a:pt x="1420" y="1566"/>
                    <a:pt x="1471" y="1516"/>
                    <a:pt x="1461" y="1452"/>
                  </a:cubicBezTo>
                  <a:cubicBezTo>
                    <a:pt x="1447" y="1367"/>
                    <a:pt x="1433" y="1284"/>
                    <a:pt x="1396" y="1206"/>
                  </a:cubicBezTo>
                  <a:cubicBezTo>
                    <a:pt x="1361" y="1134"/>
                    <a:pt x="1322" y="1063"/>
                    <a:pt x="1280" y="995"/>
                  </a:cubicBezTo>
                  <a:cubicBezTo>
                    <a:pt x="1193" y="854"/>
                    <a:pt x="1092" y="721"/>
                    <a:pt x="982" y="599"/>
                  </a:cubicBezTo>
                  <a:cubicBezTo>
                    <a:pt x="764" y="357"/>
                    <a:pt x="498" y="158"/>
                    <a:pt x="205" y="12"/>
                  </a:cubicBezTo>
                  <a:cubicBezTo>
                    <a:pt x="189" y="4"/>
                    <a:pt x="173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4449350" y="1259025"/>
              <a:ext cx="49075" cy="25825"/>
            </a:xfrm>
            <a:custGeom>
              <a:avLst/>
              <a:gdLst/>
              <a:ahLst/>
              <a:cxnLst/>
              <a:rect l="l" t="t" r="r" b="b"/>
              <a:pathLst>
                <a:path w="1963" h="1033" extrusionOk="0">
                  <a:moveTo>
                    <a:pt x="138" y="0"/>
                  </a:moveTo>
                  <a:cubicBezTo>
                    <a:pt x="0" y="0"/>
                    <a:pt x="5" y="219"/>
                    <a:pt x="147" y="231"/>
                  </a:cubicBezTo>
                  <a:cubicBezTo>
                    <a:pt x="465" y="256"/>
                    <a:pt x="777" y="346"/>
                    <a:pt x="1061" y="491"/>
                  </a:cubicBezTo>
                  <a:cubicBezTo>
                    <a:pt x="1199" y="561"/>
                    <a:pt x="1331" y="645"/>
                    <a:pt x="1455" y="740"/>
                  </a:cubicBezTo>
                  <a:cubicBezTo>
                    <a:pt x="1519" y="789"/>
                    <a:pt x="1577" y="847"/>
                    <a:pt x="1639" y="897"/>
                  </a:cubicBezTo>
                  <a:cubicBezTo>
                    <a:pt x="1702" y="948"/>
                    <a:pt x="1781" y="980"/>
                    <a:pt x="1849" y="1023"/>
                  </a:cubicBezTo>
                  <a:cubicBezTo>
                    <a:pt x="1861" y="1030"/>
                    <a:pt x="1872" y="1033"/>
                    <a:pt x="1883" y="1033"/>
                  </a:cubicBezTo>
                  <a:cubicBezTo>
                    <a:pt x="1929" y="1033"/>
                    <a:pt x="1962" y="978"/>
                    <a:pt x="1940" y="931"/>
                  </a:cubicBezTo>
                  <a:cubicBezTo>
                    <a:pt x="1903" y="857"/>
                    <a:pt x="1868" y="769"/>
                    <a:pt x="1808" y="710"/>
                  </a:cubicBezTo>
                  <a:cubicBezTo>
                    <a:pt x="1748" y="647"/>
                    <a:pt x="1673" y="593"/>
                    <a:pt x="1604" y="540"/>
                  </a:cubicBezTo>
                  <a:cubicBezTo>
                    <a:pt x="1465" y="436"/>
                    <a:pt x="1316" y="344"/>
                    <a:pt x="1159" y="268"/>
                  </a:cubicBezTo>
                  <a:cubicBezTo>
                    <a:pt x="841" y="116"/>
                    <a:pt x="499" y="26"/>
                    <a:pt x="147" y="1"/>
                  </a:cubicBezTo>
                  <a:cubicBezTo>
                    <a:pt x="144" y="1"/>
                    <a:pt x="141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4790850" y="1392300"/>
              <a:ext cx="54825" cy="56600"/>
            </a:xfrm>
            <a:custGeom>
              <a:avLst/>
              <a:gdLst/>
              <a:ahLst/>
              <a:cxnLst/>
              <a:rect l="l" t="t" r="r" b="b"/>
              <a:pathLst>
                <a:path w="2193" h="2264" extrusionOk="0">
                  <a:moveTo>
                    <a:pt x="164" y="1"/>
                  </a:moveTo>
                  <a:cubicBezTo>
                    <a:pt x="77" y="1"/>
                    <a:pt x="0" y="115"/>
                    <a:pt x="78" y="198"/>
                  </a:cubicBezTo>
                  <a:cubicBezTo>
                    <a:pt x="410" y="558"/>
                    <a:pt x="741" y="917"/>
                    <a:pt x="1073" y="1277"/>
                  </a:cubicBezTo>
                  <a:cubicBezTo>
                    <a:pt x="1235" y="1452"/>
                    <a:pt x="1396" y="1626"/>
                    <a:pt x="1557" y="1802"/>
                  </a:cubicBezTo>
                  <a:cubicBezTo>
                    <a:pt x="1641" y="1892"/>
                    <a:pt x="1724" y="1981"/>
                    <a:pt x="1807" y="2071"/>
                  </a:cubicBezTo>
                  <a:cubicBezTo>
                    <a:pt x="1883" y="2154"/>
                    <a:pt x="1954" y="2264"/>
                    <a:pt x="2076" y="2264"/>
                  </a:cubicBezTo>
                  <a:cubicBezTo>
                    <a:pt x="2079" y="2264"/>
                    <a:pt x="2082" y="2264"/>
                    <a:pt x="2084" y="2264"/>
                  </a:cubicBezTo>
                  <a:cubicBezTo>
                    <a:pt x="2140" y="2262"/>
                    <a:pt x="2177" y="2221"/>
                    <a:pt x="2181" y="2167"/>
                  </a:cubicBezTo>
                  <a:cubicBezTo>
                    <a:pt x="2193" y="2047"/>
                    <a:pt x="2089" y="1969"/>
                    <a:pt x="2015" y="1892"/>
                  </a:cubicBezTo>
                  <a:cubicBezTo>
                    <a:pt x="1930" y="1804"/>
                    <a:pt x="1846" y="1716"/>
                    <a:pt x="1761" y="1626"/>
                  </a:cubicBezTo>
                  <a:cubicBezTo>
                    <a:pt x="1592" y="1450"/>
                    <a:pt x="1423" y="1272"/>
                    <a:pt x="1254" y="1096"/>
                  </a:cubicBezTo>
                  <a:cubicBezTo>
                    <a:pt x="915" y="743"/>
                    <a:pt x="577" y="389"/>
                    <a:pt x="240" y="36"/>
                  </a:cubicBezTo>
                  <a:cubicBezTo>
                    <a:pt x="217" y="11"/>
                    <a:pt x="190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4911000" y="1128850"/>
              <a:ext cx="46600" cy="40425"/>
            </a:xfrm>
            <a:custGeom>
              <a:avLst/>
              <a:gdLst/>
              <a:ahLst/>
              <a:cxnLst/>
              <a:rect l="l" t="t" r="r" b="b"/>
              <a:pathLst>
                <a:path w="1864" h="1617" extrusionOk="0">
                  <a:moveTo>
                    <a:pt x="157" y="0"/>
                  </a:moveTo>
                  <a:cubicBezTo>
                    <a:pt x="122" y="0"/>
                    <a:pt x="87" y="13"/>
                    <a:pt x="59" y="41"/>
                  </a:cubicBezTo>
                  <a:cubicBezTo>
                    <a:pt x="7" y="94"/>
                    <a:pt x="0" y="194"/>
                    <a:pt x="59" y="246"/>
                  </a:cubicBezTo>
                  <a:cubicBezTo>
                    <a:pt x="327" y="483"/>
                    <a:pt x="594" y="718"/>
                    <a:pt x="861" y="955"/>
                  </a:cubicBezTo>
                  <a:lnTo>
                    <a:pt x="1257" y="1305"/>
                  </a:lnTo>
                  <a:cubicBezTo>
                    <a:pt x="1323" y="1363"/>
                    <a:pt x="1387" y="1422"/>
                    <a:pt x="1457" y="1478"/>
                  </a:cubicBezTo>
                  <a:cubicBezTo>
                    <a:pt x="1489" y="1505"/>
                    <a:pt x="1524" y="1539"/>
                    <a:pt x="1562" y="1561"/>
                  </a:cubicBezTo>
                  <a:cubicBezTo>
                    <a:pt x="1602" y="1584"/>
                    <a:pt x="1660" y="1596"/>
                    <a:pt x="1705" y="1611"/>
                  </a:cubicBezTo>
                  <a:cubicBezTo>
                    <a:pt x="1717" y="1615"/>
                    <a:pt x="1727" y="1616"/>
                    <a:pt x="1737" y="1616"/>
                  </a:cubicBezTo>
                  <a:cubicBezTo>
                    <a:pt x="1816" y="1616"/>
                    <a:pt x="1863" y="1521"/>
                    <a:pt x="1829" y="1451"/>
                  </a:cubicBezTo>
                  <a:cubicBezTo>
                    <a:pt x="1812" y="1417"/>
                    <a:pt x="1797" y="1378"/>
                    <a:pt x="1777" y="1346"/>
                  </a:cubicBezTo>
                  <a:cubicBezTo>
                    <a:pt x="1751" y="1305"/>
                    <a:pt x="1709" y="1271"/>
                    <a:pt x="1673" y="1239"/>
                  </a:cubicBezTo>
                  <a:cubicBezTo>
                    <a:pt x="1609" y="1178"/>
                    <a:pt x="1540" y="1124"/>
                    <a:pt x="1472" y="1067"/>
                  </a:cubicBezTo>
                  <a:lnTo>
                    <a:pt x="1069" y="725"/>
                  </a:lnTo>
                  <a:lnTo>
                    <a:pt x="264" y="41"/>
                  </a:lnTo>
                  <a:cubicBezTo>
                    <a:pt x="233" y="15"/>
                    <a:pt x="195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4954275" y="1141950"/>
              <a:ext cx="32525" cy="35575"/>
            </a:xfrm>
            <a:custGeom>
              <a:avLst/>
              <a:gdLst/>
              <a:ahLst/>
              <a:cxnLst/>
              <a:rect l="l" t="t" r="r" b="b"/>
              <a:pathLst>
                <a:path w="1301" h="1423" extrusionOk="0">
                  <a:moveTo>
                    <a:pt x="170" y="1"/>
                  </a:moveTo>
                  <a:cubicBezTo>
                    <a:pt x="67" y="1"/>
                    <a:pt x="1" y="158"/>
                    <a:pt x="110" y="228"/>
                  </a:cubicBezTo>
                  <a:cubicBezTo>
                    <a:pt x="331" y="370"/>
                    <a:pt x="529" y="544"/>
                    <a:pt x="700" y="746"/>
                  </a:cubicBezTo>
                  <a:cubicBezTo>
                    <a:pt x="781" y="844"/>
                    <a:pt x="856" y="947"/>
                    <a:pt x="922" y="1055"/>
                  </a:cubicBezTo>
                  <a:cubicBezTo>
                    <a:pt x="956" y="1111"/>
                    <a:pt x="991" y="1163"/>
                    <a:pt x="1023" y="1219"/>
                  </a:cubicBezTo>
                  <a:cubicBezTo>
                    <a:pt x="1062" y="1282"/>
                    <a:pt x="1091" y="1346"/>
                    <a:pt x="1145" y="1397"/>
                  </a:cubicBezTo>
                  <a:cubicBezTo>
                    <a:pt x="1162" y="1414"/>
                    <a:pt x="1185" y="1422"/>
                    <a:pt x="1207" y="1422"/>
                  </a:cubicBezTo>
                  <a:cubicBezTo>
                    <a:pt x="1254" y="1422"/>
                    <a:pt x="1300" y="1387"/>
                    <a:pt x="1299" y="1333"/>
                  </a:cubicBezTo>
                  <a:cubicBezTo>
                    <a:pt x="1297" y="1255"/>
                    <a:pt x="1267" y="1189"/>
                    <a:pt x="1236" y="1118"/>
                  </a:cubicBezTo>
                  <a:cubicBezTo>
                    <a:pt x="1208" y="1052"/>
                    <a:pt x="1177" y="989"/>
                    <a:pt x="1140" y="928"/>
                  </a:cubicBezTo>
                  <a:cubicBezTo>
                    <a:pt x="1064" y="805"/>
                    <a:pt x="976" y="686"/>
                    <a:pt x="883" y="576"/>
                  </a:cubicBezTo>
                  <a:cubicBezTo>
                    <a:pt x="697" y="358"/>
                    <a:pt x="475" y="170"/>
                    <a:pt x="232" y="20"/>
                  </a:cubicBezTo>
                  <a:cubicBezTo>
                    <a:pt x="210" y="7"/>
                    <a:pt x="189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986775" y="1849000"/>
              <a:ext cx="35900" cy="45350"/>
            </a:xfrm>
            <a:custGeom>
              <a:avLst/>
              <a:gdLst/>
              <a:ahLst/>
              <a:cxnLst/>
              <a:rect l="l" t="t" r="r" b="b"/>
              <a:pathLst>
                <a:path w="1436" h="1814" extrusionOk="0">
                  <a:moveTo>
                    <a:pt x="231" y="0"/>
                  </a:moveTo>
                  <a:cubicBezTo>
                    <a:pt x="199" y="0"/>
                    <a:pt x="166" y="9"/>
                    <a:pt x="134" y="28"/>
                  </a:cubicBezTo>
                  <a:cubicBezTo>
                    <a:pt x="46" y="78"/>
                    <a:pt x="1" y="210"/>
                    <a:pt x="62" y="300"/>
                  </a:cubicBezTo>
                  <a:cubicBezTo>
                    <a:pt x="244" y="559"/>
                    <a:pt x="425" y="818"/>
                    <a:pt x="608" y="1076"/>
                  </a:cubicBezTo>
                  <a:cubicBezTo>
                    <a:pt x="701" y="1210"/>
                    <a:pt x="799" y="1337"/>
                    <a:pt x="902" y="1464"/>
                  </a:cubicBezTo>
                  <a:cubicBezTo>
                    <a:pt x="953" y="1528"/>
                    <a:pt x="999" y="1589"/>
                    <a:pt x="1063" y="1640"/>
                  </a:cubicBezTo>
                  <a:cubicBezTo>
                    <a:pt x="1124" y="1691"/>
                    <a:pt x="1187" y="1741"/>
                    <a:pt x="1247" y="1790"/>
                  </a:cubicBezTo>
                  <a:cubicBezTo>
                    <a:pt x="1267" y="1806"/>
                    <a:pt x="1292" y="1814"/>
                    <a:pt x="1316" y="1814"/>
                  </a:cubicBezTo>
                  <a:cubicBezTo>
                    <a:pt x="1376" y="1814"/>
                    <a:pt x="1435" y="1768"/>
                    <a:pt x="1410" y="1697"/>
                  </a:cubicBezTo>
                  <a:cubicBezTo>
                    <a:pt x="1354" y="1545"/>
                    <a:pt x="1303" y="1396"/>
                    <a:pt x="1217" y="1259"/>
                  </a:cubicBezTo>
                  <a:cubicBezTo>
                    <a:pt x="1134" y="1127"/>
                    <a:pt x="1051" y="997"/>
                    <a:pt x="960" y="870"/>
                  </a:cubicBezTo>
                  <a:cubicBezTo>
                    <a:pt x="776" y="613"/>
                    <a:pt x="591" y="356"/>
                    <a:pt x="407" y="99"/>
                  </a:cubicBezTo>
                  <a:cubicBezTo>
                    <a:pt x="364" y="39"/>
                    <a:pt x="299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5024150" y="1872650"/>
              <a:ext cx="40950" cy="56525"/>
            </a:xfrm>
            <a:custGeom>
              <a:avLst/>
              <a:gdLst/>
              <a:ahLst/>
              <a:cxnLst/>
              <a:rect l="l" t="t" r="r" b="b"/>
              <a:pathLst>
                <a:path w="1638" h="2261" extrusionOk="0">
                  <a:moveTo>
                    <a:pt x="142" y="1"/>
                  </a:moveTo>
                  <a:cubicBezTo>
                    <a:pt x="67" y="1"/>
                    <a:pt x="0" y="103"/>
                    <a:pt x="64" y="180"/>
                  </a:cubicBezTo>
                  <a:cubicBezTo>
                    <a:pt x="329" y="496"/>
                    <a:pt x="576" y="829"/>
                    <a:pt x="801" y="1174"/>
                  </a:cubicBezTo>
                  <a:cubicBezTo>
                    <a:pt x="910" y="1342"/>
                    <a:pt x="1013" y="1511"/>
                    <a:pt x="1113" y="1683"/>
                  </a:cubicBezTo>
                  <a:cubicBezTo>
                    <a:pt x="1165" y="1775"/>
                    <a:pt x="1211" y="1871"/>
                    <a:pt x="1265" y="1961"/>
                  </a:cubicBezTo>
                  <a:cubicBezTo>
                    <a:pt x="1319" y="2050"/>
                    <a:pt x="1388" y="2135"/>
                    <a:pt x="1449" y="2220"/>
                  </a:cubicBezTo>
                  <a:cubicBezTo>
                    <a:pt x="1469" y="2248"/>
                    <a:pt x="1500" y="2260"/>
                    <a:pt x="1530" y="2260"/>
                  </a:cubicBezTo>
                  <a:cubicBezTo>
                    <a:pt x="1585" y="2260"/>
                    <a:pt x="1638" y="2218"/>
                    <a:pt x="1615" y="2150"/>
                  </a:cubicBezTo>
                  <a:cubicBezTo>
                    <a:pt x="1583" y="2054"/>
                    <a:pt x="1552" y="1954"/>
                    <a:pt x="1510" y="1859"/>
                  </a:cubicBezTo>
                  <a:cubicBezTo>
                    <a:pt x="1468" y="1765"/>
                    <a:pt x="1407" y="1675"/>
                    <a:pt x="1353" y="1587"/>
                  </a:cubicBezTo>
                  <a:cubicBezTo>
                    <a:pt x="1241" y="1399"/>
                    <a:pt x="1123" y="1216"/>
                    <a:pt x="999" y="1039"/>
                  </a:cubicBezTo>
                  <a:cubicBezTo>
                    <a:pt x="756" y="689"/>
                    <a:pt x="492" y="354"/>
                    <a:pt x="209" y="34"/>
                  </a:cubicBezTo>
                  <a:cubicBezTo>
                    <a:pt x="188" y="10"/>
                    <a:pt x="165" y="1"/>
                    <a:pt x="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4943650" y="2058700"/>
              <a:ext cx="29850" cy="47250"/>
            </a:xfrm>
            <a:custGeom>
              <a:avLst/>
              <a:gdLst/>
              <a:ahLst/>
              <a:cxnLst/>
              <a:rect l="l" t="t" r="r" b="b"/>
              <a:pathLst>
                <a:path w="1194" h="1890" extrusionOk="0">
                  <a:moveTo>
                    <a:pt x="105" y="1"/>
                  </a:moveTo>
                  <a:cubicBezTo>
                    <a:pt x="52" y="1"/>
                    <a:pt x="0" y="56"/>
                    <a:pt x="34" y="118"/>
                  </a:cubicBezTo>
                  <a:lnTo>
                    <a:pt x="521" y="1020"/>
                  </a:lnTo>
                  <a:cubicBezTo>
                    <a:pt x="601" y="1169"/>
                    <a:pt x="680" y="1316"/>
                    <a:pt x="761" y="1463"/>
                  </a:cubicBezTo>
                  <a:cubicBezTo>
                    <a:pt x="841" y="1612"/>
                    <a:pt x="961" y="1739"/>
                    <a:pt x="1066" y="1869"/>
                  </a:cubicBezTo>
                  <a:cubicBezTo>
                    <a:pt x="1077" y="1883"/>
                    <a:pt x="1093" y="1889"/>
                    <a:pt x="1108" y="1889"/>
                  </a:cubicBezTo>
                  <a:cubicBezTo>
                    <a:pt x="1149" y="1889"/>
                    <a:pt x="1193" y="1849"/>
                    <a:pt x="1176" y="1805"/>
                  </a:cubicBezTo>
                  <a:cubicBezTo>
                    <a:pt x="1115" y="1649"/>
                    <a:pt x="1064" y="1482"/>
                    <a:pt x="976" y="1338"/>
                  </a:cubicBezTo>
                  <a:lnTo>
                    <a:pt x="711" y="910"/>
                  </a:lnTo>
                  <a:lnTo>
                    <a:pt x="169" y="39"/>
                  </a:lnTo>
                  <a:cubicBezTo>
                    <a:pt x="153" y="12"/>
                    <a:pt x="129" y="1"/>
                    <a:pt x="1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4794000" y="1798775"/>
              <a:ext cx="54050" cy="48475"/>
            </a:xfrm>
            <a:custGeom>
              <a:avLst/>
              <a:gdLst/>
              <a:ahLst/>
              <a:cxnLst/>
              <a:rect l="l" t="t" r="r" b="b"/>
              <a:pathLst>
                <a:path w="2162" h="1939" extrusionOk="0">
                  <a:moveTo>
                    <a:pt x="186" y="0"/>
                  </a:moveTo>
                  <a:cubicBezTo>
                    <a:pt x="73" y="0"/>
                    <a:pt x="0" y="166"/>
                    <a:pt x="120" y="235"/>
                  </a:cubicBezTo>
                  <a:cubicBezTo>
                    <a:pt x="493" y="452"/>
                    <a:pt x="840" y="707"/>
                    <a:pt x="1153" y="1003"/>
                  </a:cubicBezTo>
                  <a:cubicBezTo>
                    <a:pt x="1307" y="1150"/>
                    <a:pt x="1453" y="1306"/>
                    <a:pt x="1590" y="1468"/>
                  </a:cubicBezTo>
                  <a:cubicBezTo>
                    <a:pt x="1723" y="1627"/>
                    <a:pt x="1864" y="1805"/>
                    <a:pt x="2035" y="1927"/>
                  </a:cubicBezTo>
                  <a:cubicBezTo>
                    <a:pt x="2047" y="1935"/>
                    <a:pt x="2060" y="1939"/>
                    <a:pt x="2073" y="1939"/>
                  </a:cubicBezTo>
                  <a:cubicBezTo>
                    <a:pt x="2120" y="1939"/>
                    <a:pt x="2162" y="1886"/>
                    <a:pt x="2150" y="1837"/>
                  </a:cubicBezTo>
                  <a:cubicBezTo>
                    <a:pt x="2097" y="1627"/>
                    <a:pt x="1950" y="1429"/>
                    <a:pt x="1811" y="1270"/>
                  </a:cubicBezTo>
                  <a:cubicBezTo>
                    <a:pt x="1664" y="1101"/>
                    <a:pt x="1507" y="942"/>
                    <a:pt x="1341" y="793"/>
                  </a:cubicBezTo>
                  <a:cubicBezTo>
                    <a:pt x="1009" y="492"/>
                    <a:pt x="641" y="232"/>
                    <a:pt x="248" y="17"/>
                  </a:cubicBezTo>
                  <a:cubicBezTo>
                    <a:pt x="227" y="5"/>
                    <a:pt x="206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4842850" y="1803550"/>
              <a:ext cx="40675" cy="35050"/>
            </a:xfrm>
            <a:custGeom>
              <a:avLst/>
              <a:gdLst/>
              <a:ahLst/>
              <a:cxnLst/>
              <a:rect l="l" t="t" r="r" b="b"/>
              <a:pathLst>
                <a:path w="1627" h="1402" extrusionOk="0">
                  <a:moveTo>
                    <a:pt x="146" y="0"/>
                  </a:moveTo>
                  <a:cubicBezTo>
                    <a:pt x="69" y="0"/>
                    <a:pt x="0" y="97"/>
                    <a:pt x="72" y="162"/>
                  </a:cubicBezTo>
                  <a:cubicBezTo>
                    <a:pt x="304" y="370"/>
                    <a:pt x="534" y="579"/>
                    <a:pt x="766" y="787"/>
                  </a:cubicBezTo>
                  <a:lnTo>
                    <a:pt x="1107" y="1093"/>
                  </a:lnTo>
                  <a:cubicBezTo>
                    <a:pt x="1221" y="1196"/>
                    <a:pt x="1332" y="1321"/>
                    <a:pt x="1468" y="1392"/>
                  </a:cubicBezTo>
                  <a:cubicBezTo>
                    <a:pt x="1480" y="1398"/>
                    <a:pt x="1493" y="1401"/>
                    <a:pt x="1506" y="1401"/>
                  </a:cubicBezTo>
                  <a:cubicBezTo>
                    <a:pt x="1568" y="1401"/>
                    <a:pt x="1626" y="1337"/>
                    <a:pt x="1584" y="1276"/>
                  </a:cubicBezTo>
                  <a:cubicBezTo>
                    <a:pt x="1500" y="1150"/>
                    <a:pt x="1373" y="1059"/>
                    <a:pt x="1261" y="959"/>
                  </a:cubicBezTo>
                  <a:cubicBezTo>
                    <a:pt x="1143" y="854"/>
                    <a:pt x="1024" y="749"/>
                    <a:pt x="906" y="645"/>
                  </a:cubicBezTo>
                  <a:cubicBezTo>
                    <a:pt x="674" y="438"/>
                    <a:pt x="443" y="232"/>
                    <a:pt x="209" y="25"/>
                  </a:cubicBezTo>
                  <a:cubicBezTo>
                    <a:pt x="189" y="8"/>
                    <a:pt x="167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5196600" y="2900000"/>
              <a:ext cx="32050" cy="83000"/>
            </a:xfrm>
            <a:custGeom>
              <a:avLst/>
              <a:gdLst/>
              <a:ahLst/>
              <a:cxnLst/>
              <a:rect l="l" t="t" r="r" b="b"/>
              <a:pathLst>
                <a:path w="1282" h="3320" extrusionOk="0">
                  <a:moveTo>
                    <a:pt x="179" y="1"/>
                  </a:moveTo>
                  <a:cubicBezTo>
                    <a:pt x="91" y="1"/>
                    <a:pt x="0" y="97"/>
                    <a:pt x="53" y="201"/>
                  </a:cubicBezTo>
                  <a:cubicBezTo>
                    <a:pt x="294" y="692"/>
                    <a:pt x="501" y="1200"/>
                    <a:pt x="668" y="1721"/>
                  </a:cubicBezTo>
                  <a:cubicBezTo>
                    <a:pt x="748" y="1973"/>
                    <a:pt x="821" y="2228"/>
                    <a:pt x="881" y="2485"/>
                  </a:cubicBezTo>
                  <a:cubicBezTo>
                    <a:pt x="947" y="2756"/>
                    <a:pt x="1046" y="3006"/>
                    <a:pt x="1139" y="3268"/>
                  </a:cubicBezTo>
                  <a:cubicBezTo>
                    <a:pt x="1151" y="3302"/>
                    <a:pt x="1182" y="3319"/>
                    <a:pt x="1212" y="3319"/>
                  </a:cubicBezTo>
                  <a:cubicBezTo>
                    <a:pt x="1247" y="3319"/>
                    <a:pt x="1282" y="3295"/>
                    <a:pt x="1281" y="3248"/>
                  </a:cubicBezTo>
                  <a:cubicBezTo>
                    <a:pt x="1281" y="2969"/>
                    <a:pt x="1271" y="2700"/>
                    <a:pt x="1199" y="2428"/>
                  </a:cubicBezTo>
                  <a:cubicBezTo>
                    <a:pt x="1127" y="2154"/>
                    <a:pt x="1046" y="1881"/>
                    <a:pt x="951" y="1612"/>
                  </a:cubicBezTo>
                  <a:cubicBezTo>
                    <a:pt x="768" y="1081"/>
                    <a:pt x="543" y="565"/>
                    <a:pt x="283" y="68"/>
                  </a:cubicBezTo>
                  <a:cubicBezTo>
                    <a:pt x="258" y="20"/>
                    <a:pt x="219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5243450" y="2957550"/>
              <a:ext cx="17700" cy="55775"/>
            </a:xfrm>
            <a:custGeom>
              <a:avLst/>
              <a:gdLst/>
              <a:ahLst/>
              <a:cxnLst/>
              <a:rect l="l" t="t" r="r" b="b"/>
              <a:pathLst>
                <a:path w="708" h="2231" extrusionOk="0">
                  <a:moveTo>
                    <a:pt x="149" y="1"/>
                  </a:moveTo>
                  <a:cubicBezTo>
                    <a:pt x="76" y="1"/>
                    <a:pt x="1" y="79"/>
                    <a:pt x="46" y="165"/>
                  </a:cubicBezTo>
                  <a:cubicBezTo>
                    <a:pt x="209" y="469"/>
                    <a:pt x="324" y="794"/>
                    <a:pt x="388" y="1132"/>
                  </a:cubicBezTo>
                  <a:cubicBezTo>
                    <a:pt x="452" y="1474"/>
                    <a:pt x="430" y="1816"/>
                    <a:pt x="455" y="2159"/>
                  </a:cubicBezTo>
                  <a:cubicBezTo>
                    <a:pt x="458" y="2204"/>
                    <a:pt x="494" y="2230"/>
                    <a:pt x="530" y="2230"/>
                  </a:cubicBezTo>
                  <a:cubicBezTo>
                    <a:pt x="558" y="2230"/>
                    <a:pt x="586" y="2214"/>
                    <a:pt x="598" y="2178"/>
                  </a:cubicBezTo>
                  <a:cubicBezTo>
                    <a:pt x="708" y="1834"/>
                    <a:pt x="665" y="1442"/>
                    <a:pt x="601" y="1093"/>
                  </a:cubicBezTo>
                  <a:cubicBezTo>
                    <a:pt x="533" y="730"/>
                    <a:pt x="408" y="379"/>
                    <a:pt x="234" y="55"/>
                  </a:cubicBezTo>
                  <a:cubicBezTo>
                    <a:pt x="213" y="16"/>
                    <a:pt x="181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5222100" y="2860700"/>
              <a:ext cx="16125" cy="36900"/>
            </a:xfrm>
            <a:custGeom>
              <a:avLst/>
              <a:gdLst/>
              <a:ahLst/>
              <a:cxnLst/>
              <a:rect l="l" t="t" r="r" b="b"/>
              <a:pathLst>
                <a:path w="645" h="1476" extrusionOk="0">
                  <a:moveTo>
                    <a:pt x="161" y="1"/>
                  </a:moveTo>
                  <a:cubicBezTo>
                    <a:pt x="78" y="1"/>
                    <a:pt x="0" y="73"/>
                    <a:pt x="4" y="158"/>
                  </a:cubicBezTo>
                  <a:cubicBezTo>
                    <a:pt x="12" y="391"/>
                    <a:pt x="49" y="623"/>
                    <a:pt x="119" y="846"/>
                  </a:cubicBezTo>
                  <a:cubicBezTo>
                    <a:pt x="154" y="961"/>
                    <a:pt x="198" y="1073"/>
                    <a:pt x="247" y="1183"/>
                  </a:cubicBezTo>
                  <a:cubicBezTo>
                    <a:pt x="269" y="1234"/>
                    <a:pt x="294" y="1286"/>
                    <a:pt x="322" y="1335"/>
                  </a:cubicBezTo>
                  <a:cubicBezTo>
                    <a:pt x="359" y="1398"/>
                    <a:pt x="404" y="1430"/>
                    <a:pt x="469" y="1462"/>
                  </a:cubicBezTo>
                  <a:cubicBezTo>
                    <a:pt x="487" y="1471"/>
                    <a:pt x="506" y="1475"/>
                    <a:pt x="525" y="1475"/>
                  </a:cubicBezTo>
                  <a:cubicBezTo>
                    <a:pt x="585" y="1475"/>
                    <a:pt x="639" y="1432"/>
                    <a:pt x="641" y="1362"/>
                  </a:cubicBezTo>
                  <a:cubicBezTo>
                    <a:pt x="641" y="1339"/>
                    <a:pt x="645" y="1313"/>
                    <a:pt x="645" y="1290"/>
                  </a:cubicBezTo>
                  <a:cubicBezTo>
                    <a:pt x="643" y="1246"/>
                    <a:pt x="623" y="1208"/>
                    <a:pt x="604" y="1170"/>
                  </a:cubicBezTo>
                  <a:lnTo>
                    <a:pt x="604" y="1171"/>
                  </a:lnTo>
                  <a:cubicBezTo>
                    <a:pt x="580" y="1127"/>
                    <a:pt x="557" y="1083"/>
                    <a:pt x="536" y="1038"/>
                  </a:cubicBezTo>
                  <a:cubicBezTo>
                    <a:pt x="492" y="948"/>
                    <a:pt x="457" y="857"/>
                    <a:pt x="428" y="762"/>
                  </a:cubicBezTo>
                  <a:cubicBezTo>
                    <a:pt x="366" y="566"/>
                    <a:pt x="328" y="363"/>
                    <a:pt x="318" y="158"/>
                  </a:cubicBezTo>
                  <a:cubicBezTo>
                    <a:pt x="315" y="73"/>
                    <a:pt x="249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5356050" y="1950525"/>
              <a:ext cx="51050" cy="64875"/>
            </a:xfrm>
            <a:custGeom>
              <a:avLst/>
              <a:gdLst/>
              <a:ahLst/>
              <a:cxnLst/>
              <a:rect l="l" t="t" r="r" b="b"/>
              <a:pathLst>
                <a:path w="2042" h="2595" extrusionOk="0">
                  <a:moveTo>
                    <a:pt x="163" y="1"/>
                  </a:moveTo>
                  <a:cubicBezTo>
                    <a:pt x="80" y="1"/>
                    <a:pt x="1" y="81"/>
                    <a:pt x="62" y="165"/>
                  </a:cubicBezTo>
                  <a:cubicBezTo>
                    <a:pt x="362" y="578"/>
                    <a:pt x="663" y="991"/>
                    <a:pt x="964" y="1405"/>
                  </a:cubicBezTo>
                  <a:cubicBezTo>
                    <a:pt x="1111" y="1608"/>
                    <a:pt x="1260" y="1811"/>
                    <a:pt x="1407" y="2014"/>
                  </a:cubicBezTo>
                  <a:cubicBezTo>
                    <a:pt x="1549" y="2211"/>
                    <a:pt x="1676" y="2449"/>
                    <a:pt x="1882" y="2581"/>
                  </a:cubicBezTo>
                  <a:cubicBezTo>
                    <a:pt x="1897" y="2591"/>
                    <a:pt x="1913" y="2595"/>
                    <a:pt x="1929" y="2595"/>
                  </a:cubicBezTo>
                  <a:cubicBezTo>
                    <a:pt x="1987" y="2595"/>
                    <a:pt x="2042" y="2534"/>
                    <a:pt x="2025" y="2471"/>
                  </a:cubicBezTo>
                  <a:cubicBezTo>
                    <a:pt x="1959" y="2239"/>
                    <a:pt x="1767" y="2050"/>
                    <a:pt x="1625" y="1860"/>
                  </a:cubicBezTo>
                  <a:cubicBezTo>
                    <a:pt x="1473" y="1659"/>
                    <a:pt x="1321" y="1458"/>
                    <a:pt x="1170" y="1256"/>
                  </a:cubicBezTo>
                  <a:cubicBezTo>
                    <a:pt x="866" y="854"/>
                    <a:pt x="563" y="453"/>
                    <a:pt x="260" y="50"/>
                  </a:cubicBezTo>
                  <a:cubicBezTo>
                    <a:pt x="234" y="15"/>
                    <a:pt x="198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5420650" y="1986650"/>
              <a:ext cx="31375" cy="41725"/>
            </a:xfrm>
            <a:custGeom>
              <a:avLst/>
              <a:gdLst/>
              <a:ahLst/>
              <a:cxnLst/>
              <a:rect l="l" t="t" r="r" b="b"/>
              <a:pathLst>
                <a:path w="1255" h="1669" extrusionOk="0">
                  <a:moveTo>
                    <a:pt x="120" y="0"/>
                  </a:moveTo>
                  <a:cubicBezTo>
                    <a:pt x="60" y="0"/>
                    <a:pt x="1" y="62"/>
                    <a:pt x="44" y="124"/>
                  </a:cubicBezTo>
                  <a:cubicBezTo>
                    <a:pt x="227" y="383"/>
                    <a:pt x="408" y="642"/>
                    <a:pt x="591" y="901"/>
                  </a:cubicBezTo>
                  <a:cubicBezTo>
                    <a:pt x="770" y="1155"/>
                    <a:pt x="936" y="1425"/>
                    <a:pt x="1149" y="1652"/>
                  </a:cubicBezTo>
                  <a:cubicBezTo>
                    <a:pt x="1160" y="1663"/>
                    <a:pt x="1173" y="1668"/>
                    <a:pt x="1185" y="1668"/>
                  </a:cubicBezTo>
                  <a:cubicBezTo>
                    <a:pt x="1221" y="1668"/>
                    <a:pt x="1254" y="1625"/>
                    <a:pt x="1235" y="1586"/>
                  </a:cubicBezTo>
                  <a:cubicBezTo>
                    <a:pt x="1095" y="1309"/>
                    <a:pt x="899" y="1060"/>
                    <a:pt x="723" y="806"/>
                  </a:cubicBezTo>
                  <a:cubicBezTo>
                    <a:pt x="545" y="551"/>
                    <a:pt x="368" y="294"/>
                    <a:pt x="190" y="38"/>
                  </a:cubicBezTo>
                  <a:cubicBezTo>
                    <a:pt x="172" y="11"/>
                    <a:pt x="146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5387025" y="1929500"/>
              <a:ext cx="27050" cy="25525"/>
            </a:xfrm>
            <a:custGeom>
              <a:avLst/>
              <a:gdLst/>
              <a:ahLst/>
              <a:cxnLst/>
              <a:rect l="l" t="t" r="r" b="b"/>
              <a:pathLst>
                <a:path w="1082" h="1021" extrusionOk="0">
                  <a:moveTo>
                    <a:pt x="132" y="1"/>
                  </a:moveTo>
                  <a:cubicBezTo>
                    <a:pt x="62" y="1"/>
                    <a:pt x="0" y="91"/>
                    <a:pt x="63" y="155"/>
                  </a:cubicBezTo>
                  <a:cubicBezTo>
                    <a:pt x="207" y="301"/>
                    <a:pt x="351" y="445"/>
                    <a:pt x="493" y="590"/>
                  </a:cubicBezTo>
                  <a:cubicBezTo>
                    <a:pt x="564" y="661"/>
                    <a:pt x="632" y="737"/>
                    <a:pt x="704" y="805"/>
                  </a:cubicBezTo>
                  <a:cubicBezTo>
                    <a:pt x="780" y="874"/>
                    <a:pt x="865" y="937"/>
                    <a:pt x="945" y="1003"/>
                  </a:cubicBezTo>
                  <a:cubicBezTo>
                    <a:pt x="960" y="1015"/>
                    <a:pt x="976" y="1020"/>
                    <a:pt x="991" y="1020"/>
                  </a:cubicBezTo>
                  <a:cubicBezTo>
                    <a:pt x="1042" y="1020"/>
                    <a:pt x="1081" y="959"/>
                    <a:pt x="1039" y="908"/>
                  </a:cubicBezTo>
                  <a:cubicBezTo>
                    <a:pt x="975" y="830"/>
                    <a:pt x="914" y="749"/>
                    <a:pt x="846" y="675"/>
                  </a:cubicBezTo>
                  <a:cubicBezTo>
                    <a:pt x="779" y="599"/>
                    <a:pt x="701" y="529"/>
                    <a:pt x="627" y="457"/>
                  </a:cubicBezTo>
                  <a:cubicBezTo>
                    <a:pt x="483" y="313"/>
                    <a:pt x="337" y="171"/>
                    <a:pt x="192" y="27"/>
                  </a:cubicBezTo>
                  <a:cubicBezTo>
                    <a:pt x="173" y="8"/>
                    <a:pt x="152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5216600" y="1542925"/>
              <a:ext cx="43125" cy="41575"/>
            </a:xfrm>
            <a:custGeom>
              <a:avLst/>
              <a:gdLst/>
              <a:ahLst/>
              <a:cxnLst/>
              <a:rect l="l" t="t" r="r" b="b"/>
              <a:pathLst>
                <a:path w="1725" h="1663" extrusionOk="0">
                  <a:moveTo>
                    <a:pt x="226" y="1"/>
                  </a:moveTo>
                  <a:cubicBezTo>
                    <a:pt x="106" y="1"/>
                    <a:pt x="0" y="157"/>
                    <a:pt x="108" y="268"/>
                  </a:cubicBezTo>
                  <a:cubicBezTo>
                    <a:pt x="347" y="512"/>
                    <a:pt x="586" y="754"/>
                    <a:pt x="822" y="997"/>
                  </a:cubicBezTo>
                  <a:cubicBezTo>
                    <a:pt x="939" y="1114"/>
                    <a:pt x="1054" y="1232"/>
                    <a:pt x="1169" y="1351"/>
                  </a:cubicBezTo>
                  <a:cubicBezTo>
                    <a:pt x="1232" y="1414"/>
                    <a:pt x="1293" y="1474"/>
                    <a:pt x="1354" y="1537"/>
                  </a:cubicBezTo>
                  <a:cubicBezTo>
                    <a:pt x="1386" y="1569"/>
                    <a:pt x="1416" y="1610"/>
                    <a:pt x="1457" y="1633"/>
                  </a:cubicBezTo>
                  <a:cubicBezTo>
                    <a:pt x="1501" y="1659"/>
                    <a:pt x="1553" y="1660"/>
                    <a:pt x="1602" y="1662"/>
                  </a:cubicBezTo>
                  <a:cubicBezTo>
                    <a:pt x="1667" y="1662"/>
                    <a:pt x="1724" y="1605"/>
                    <a:pt x="1724" y="1540"/>
                  </a:cubicBezTo>
                  <a:cubicBezTo>
                    <a:pt x="1722" y="1498"/>
                    <a:pt x="1721" y="1454"/>
                    <a:pt x="1704" y="1415"/>
                  </a:cubicBezTo>
                  <a:cubicBezTo>
                    <a:pt x="1685" y="1368"/>
                    <a:pt x="1645" y="1334"/>
                    <a:pt x="1609" y="1300"/>
                  </a:cubicBezTo>
                  <a:cubicBezTo>
                    <a:pt x="1546" y="1239"/>
                    <a:pt x="1486" y="1178"/>
                    <a:pt x="1423" y="1117"/>
                  </a:cubicBezTo>
                  <a:cubicBezTo>
                    <a:pt x="1301" y="997"/>
                    <a:pt x="1179" y="879"/>
                    <a:pt x="1059" y="761"/>
                  </a:cubicBezTo>
                  <a:cubicBezTo>
                    <a:pt x="816" y="522"/>
                    <a:pt x="574" y="285"/>
                    <a:pt x="332" y="47"/>
                  </a:cubicBezTo>
                  <a:cubicBezTo>
                    <a:pt x="299" y="14"/>
                    <a:pt x="262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5273525" y="1552275"/>
              <a:ext cx="43825" cy="43650"/>
            </a:xfrm>
            <a:custGeom>
              <a:avLst/>
              <a:gdLst/>
              <a:ahLst/>
              <a:cxnLst/>
              <a:rect l="l" t="t" r="r" b="b"/>
              <a:pathLst>
                <a:path w="1753" h="1746" extrusionOk="0">
                  <a:moveTo>
                    <a:pt x="184" y="0"/>
                  </a:moveTo>
                  <a:cubicBezTo>
                    <a:pt x="71" y="0"/>
                    <a:pt x="1" y="172"/>
                    <a:pt x="119" y="251"/>
                  </a:cubicBezTo>
                  <a:cubicBezTo>
                    <a:pt x="410" y="446"/>
                    <a:pt x="675" y="674"/>
                    <a:pt x="912" y="931"/>
                  </a:cubicBezTo>
                  <a:cubicBezTo>
                    <a:pt x="1027" y="1055"/>
                    <a:pt x="1134" y="1185"/>
                    <a:pt x="1233" y="1322"/>
                  </a:cubicBezTo>
                  <a:cubicBezTo>
                    <a:pt x="1288" y="1396"/>
                    <a:pt x="1333" y="1481"/>
                    <a:pt x="1392" y="1552"/>
                  </a:cubicBezTo>
                  <a:cubicBezTo>
                    <a:pt x="1448" y="1618"/>
                    <a:pt x="1521" y="1682"/>
                    <a:pt x="1592" y="1731"/>
                  </a:cubicBezTo>
                  <a:cubicBezTo>
                    <a:pt x="1607" y="1741"/>
                    <a:pt x="1624" y="1746"/>
                    <a:pt x="1641" y="1746"/>
                  </a:cubicBezTo>
                  <a:cubicBezTo>
                    <a:pt x="1695" y="1746"/>
                    <a:pt x="1752" y="1701"/>
                    <a:pt x="1746" y="1643"/>
                  </a:cubicBezTo>
                  <a:cubicBezTo>
                    <a:pt x="1738" y="1552"/>
                    <a:pt x="1710" y="1449"/>
                    <a:pt x="1670" y="1368"/>
                  </a:cubicBezTo>
                  <a:cubicBezTo>
                    <a:pt x="1626" y="1285"/>
                    <a:pt x="1557" y="1207"/>
                    <a:pt x="1499" y="1133"/>
                  </a:cubicBezTo>
                  <a:cubicBezTo>
                    <a:pt x="1384" y="985"/>
                    <a:pt x="1260" y="845"/>
                    <a:pt x="1130" y="713"/>
                  </a:cubicBezTo>
                  <a:cubicBezTo>
                    <a:pt x="866" y="449"/>
                    <a:pt x="570" y="216"/>
                    <a:pt x="252" y="21"/>
                  </a:cubicBezTo>
                  <a:cubicBezTo>
                    <a:pt x="229" y="7"/>
                    <a:pt x="20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5227325" y="1496450"/>
              <a:ext cx="28200" cy="34500"/>
            </a:xfrm>
            <a:custGeom>
              <a:avLst/>
              <a:gdLst/>
              <a:ahLst/>
              <a:cxnLst/>
              <a:rect l="l" t="t" r="r" b="b"/>
              <a:pathLst>
                <a:path w="1128" h="1380" extrusionOk="0">
                  <a:moveTo>
                    <a:pt x="135" y="1"/>
                  </a:moveTo>
                  <a:cubicBezTo>
                    <a:pt x="117" y="1"/>
                    <a:pt x="99" y="5"/>
                    <a:pt x="80" y="16"/>
                  </a:cubicBezTo>
                  <a:cubicBezTo>
                    <a:pt x="31" y="43"/>
                    <a:pt x="1" y="123"/>
                    <a:pt x="40" y="172"/>
                  </a:cubicBezTo>
                  <a:lnTo>
                    <a:pt x="502" y="784"/>
                  </a:lnTo>
                  <a:cubicBezTo>
                    <a:pt x="578" y="884"/>
                    <a:pt x="654" y="985"/>
                    <a:pt x="730" y="1085"/>
                  </a:cubicBezTo>
                  <a:cubicBezTo>
                    <a:pt x="767" y="1134"/>
                    <a:pt x="804" y="1185"/>
                    <a:pt x="843" y="1236"/>
                  </a:cubicBezTo>
                  <a:cubicBezTo>
                    <a:pt x="886" y="1292"/>
                    <a:pt x="938" y="1327"/>
                    <a:pt x="996" y="1368"/>
                  </a:cubicBezTo>
                  <a:cubicBezTo>
                    <a:pt x="1007" y="1376"/>
                    <a:pt x="1020" y="1380"/>
                    <a:pt x="1032" y="1380"/>
                  </a:cubicBezTo>
                  <a:cubicBezTo>
                    <a:pt x="1080" y="1380"/>
                    <a:pt x="1128" y="1329"/>
                    <a:pt x="1111" y="1278"/>
                  </a:cubicBezTo>
                  <a:cubicBezTo>
                    <a:pt x="1089" y="1219"/>
                    <a:pt x="1073" y="1161"/>
                    <a:pt x="1035" y="1111"/>
                  </a:cubicBezTo>
                  <a:cubicBezTo>
                    <a:pt x="996" y="1060"/>
                    <a:pt x="958" y="1009"/>
                    <a:pt x="921" y="960"/>
                  </a:cubicBezTo>
                  <a:cubicBezTo>
                    <a:pt x="845" y="858"/>
                    <a:pt x="769" y="759"/>
                    <a:pt x="693" y="659"/>
                  </a:cubicBezTo>
                  <a:lnTo>
                    <a:pt x="238" y="57"/>
                  </a:lnTo>
                  <a:cubicBezTo>
                    <a:pt x="212" y="23"/>
                    <a:pt x="175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5347600" y="2421525"/>
              <a:ext cx="28300" cy="56925"/>
            </a:xfrm>
            <a:custGeom>
              <a:avLst/>
              <a:gdLst/>
              <a:ahLst/>
              <a:cxnLst/>
              <a:rect l="l" t="t" r="r" b="b"/>
              <a:pathLst>
                <a:path w="1132" h="2277" extrusionOk="0">
                  <a:moveTo>
                    <a:pt x="146" y="0"/>
                  </a:moveTo>
                  <a:cubicBezTo>
                    <a:pt x="77" y="0"/>
                    <a:pt x="0" y="62"/>
                    <a:pt x="31" y="138"/>
                  </a:cubicBezTo>
                  <a:lnTo>
                    <a:pt x="478" y="1233"/>
                  </a:lnTo>
                  <a:cubicBezTo>
                    <a:pt x="549" y="1410"/>
                    <a:pt x="622" y="1586"/>
                    <a:pt x="693" y="1762"/>
                  </a:cubicBezTo>
                  <a:cubicBezTo>
                    <a:pt x="759" y="1925"/>
                    <a:pt x="808" y="2160"/>
                    <a:pt x="958" y="2263"/>
                  </a:cubicBezTo>
                  <a:cubicBezTo>
                    <a:pt x="972" y="2273"/>
                    <a:pt x="988" y="2277"/>
                    <a:pt x="1004" y="2277"/>
                  </a:cubicBezTo>
                  <a:cubicBezTo>
                    <a:pt x="1047" y="2277"/>
                    <a:pt x="1093" y="2248"/>
                    <a:pt x="1101" y="2206"/>
                  </a:cubicBezTo>
                  <a:cubicBezTo>
                    <a:pt x="1131" y="2025"/>
                    <a:pt x="999" y="1827"/>
                    <a:pt x="928" y="1664"/>
                  </a:cubicBezTo>
                  <a:lnTo>
                    <a:pt x="700" y="1140"/>
                  </a:lnTo>
                  <a:cubicBezTo>
                    <a:pt x="544" y="778"/>
                    <a:pt x="387" y="416"/>
                    <a:pt x="229" y="54"/>
                  </a:cubicBezTo>
                  <a:cubicBezTo>
                    <a:pt x="213" y="16"/>
                    <a:pt x="181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5399425" y="2472900"/>
              <a:ext cx="25050" cy="56450"/>
            </a:xfrm>
            <a:custGeom>
              <a:avLst/>
              <a:gdLst/>
              <a:ahLst/>
              <a:cxnLst/>
              <a:rect l="l" t="t" r="r" b="b"/>
              <a:pathLst>
                <a:path w="1002" h="2258" extrusionOk="0">
                  <a:moveTo>
                    <a:pt x="167" y="0"/>
                  </a:moveTo>
                  <a:cubicBezTo>
                    <a:pt x="84" y="0"/>
                    <a:pt x="1" y="87"/>
                    <a:pt x="56" y="181"/>
                  </a:cubicBezTo>
                  <a:cubicBezTo>
                    <a:pt x="241" y="499"/>
                    <a:pt x="396" y="836"/>
                    <a:pt x="513" y="1186"/>
                  </a:cubicBezTo>
                  <a:cubicBezTo>
                    <a:pt x="626" y="1526"/>
                    <a:pt x="674" y="1893"/>
                    <a:pt x="817" y="2223"/>
                  </a:cubicBezTo>
                  <a:cubicBezTo>
                    <a:pt x="828" y="2247"/>
                    <a:pt x="853" y="2258"/>
                    <a:pt x="878" y="2258"/>
                  </a:cubicBezTo>
                  <a:cubicBezTo>
                    <a:pt x="911" y="2258"/>
                    <a:pt x="945" y="2239"/>
                    <a:pt x="949" y="2206"/>
                  </a:cubicBezTo>
                  <a:cubicBezTo>
                    <a:pt x="1002" y="1832"/>
                    <a:pt x="877" y="1448"/>
                    <a:pt x="755" y="1100"/>
                  </a:cubicBezTo>
                  <a:lnTo>
                    <a:pt x="753" y="1100"/>
                  </a:lnTo>
                  <a:cubicBezTo>
                    <a:pt x="626" y="738"/>
                    <a:pt x="462" y="387"/>
                    <a:pt x="264" y="58"/>
                  </a:cubicBezTo>
                  <a:cubicBezTo>
                    <a:pt x="240" y="17"/>
                    <a:pt x="204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4817025" y="2619825"/>
              <a:ext cx="22950" cy="39525"/>
            </a:xfrm>
            <a:custGeom>
              <a:avLst/>
              <a:gdLst/>
              <a:ahLst/>
              <a:cxnLst/>
              <a:rect l="l" t="t" r="r" b="b"/>
              <a:pathLst>
                <a:path w="918" h="1581" extrusionOk="0">
                  <a:moveTo>
                    <a:pt x="146" y="0"/>
                  </a:moveTo>
                  <a:cubicBezTo>
                    <a:pt x="75" y="0"/>
                    <a:pt x="1" y="79"/>
                    <a:pt x="43" y="166"/>
                  </a:cubicBezTo>
                  <a:lnTo>
                    <a:pt x="395" y="885"/>
                  </a:lnTo>
                  <a:cubicBezTo>
                    <a:pt x="452" y="1001"/>
                    <a:pt x="508" y="1116"/>
                    <a:pt x="565" y="1233"/>
                  </a:cubicBezTo>
                  <a:cubicBezTo>
                    <a:pt x="592" y="1291"/>
                    <a:pt x="621" y="1348"/>
                    <a:pt x="650" y="1406"/>
                  </a:cubicBezTo>
                  <a:cubicBezTo>
                    <a:pt x="667" y="1439"/>
                    <a:pt x="680" y="1477"/>
                    <a:pt x="706" y="1505"/>
                  </a:cubicBezTo>
                  <a:cubicBezTo>
                    <a:pt x="728" y="1529"/>
                    <a:pt x="758" y="1548"/>
                    <a:pt x="785" y="1566"/>
                  </a:cubicBezTo>
                  <a:cubicBezTo>
                    <a:pt x="798" y="1576"/>
                    <a:pt x="813" y="1580"/>
                    <a:pt x="826" y="1580"/>
                  </a:cubicBezTo>
                  <a:cubicBezTo>
                    <a:pt x="870" y="1580"/>
                    <a:pt x="911" y="1538"/>
                    <a:pt x="912" y="1494"/>
                  </a:cubicBezTo>
                  <a:cubicBezTo>
                    <a:pt x="914" y="1460"/>
                    <a:pt x="917" y="1421"/>
                    <a:pt x="907" y="1389"/>
                  </a:cubicBezTo>
                  <a:cubicBezTo>
                    <a:pt x="899" y="1357"/>
                    <a:pt x="878" y="1326"/>
                    <a:pt x="863" y="1297"/>
                  </a:cubicBezTo>
                  <a:cubicBezTo>
                    <a:pt x="833" y="1236"/>
                    <a:pt x="801" y="1174"/>
                    <a:pt x="770" y="1113"/>
                  </a:cubicBezTo>
                  <a:cubicBezTo>
                    <a:pt x="711" y="998"/>
                    <a:pt x="653" y="883"/>
                    <a:pt x="594" y="770"/>
                  </a:cubicBezTo>
                  <a:cubicBezTo>
                    <a:pt x="472" y="531"/>
                    <a:pt x="352" y="294"/>
                    <a:pt x="230" y="56"/>
                  </a:cubicBezTo>
                  <a:cubicBezTo>
                    <a:pt x="210" y="17"/>
                    <a:pt x="179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4824475" y="2564300"/>
              <a:ext cx="20950" cy="34100"/>
            </a:xfrm>
            <a:custGeom>
              <a:avLst/>
              <a:gdLst/>
              <a:ahLst/>
              <a:cxnLst/>
              <a:rect l="l" t="t" r="r" b="b"/>
              <a:pathLst>
                <a:path w="838" h="1364" extrusionOk="0">
                  <a:moveTo>
                    <a:pt x="146" y="0"/>
                  </a:moveTo>
                  <a:cubicBezTo>
                    <a:pt x="75" y="0"/>
                    <a:pt x="0" y="79"/>
                    <a:pt x="42" y="165"/>
                  </a:cubicBezTo>
                  <a:cubicBezTo>
                    <a:pt x="146" y="370"/>
                    <a:pt x="249" y="577"/>
                    <a:pt x="352" y="783"/>
                  </a:cubicBezTo>
                  <a:cubicBezTo>
                    <a:pt x="403" y="886"/>
                    <a:pt x="453" y="991"/>
                    <a:pt x="506" y="1093"/>
                  </a:cubicBezTo>
                  <a:cubicBezTo>
                    <a:pt x="531" y="1140"/>
                    <a:pt x="562" y="1186"/>
                    <a:pt x="589" y="1231"/>
                  </a:cubicBezTo>
                  <a:cubicBezTo>
                    <a:pt x="624" y="1287"/>
                    <a:pt x="650" y="1336"/>
                    <a:pt x="714" y="1360"/>
                  </a:cubicBezTo>
                  <a:cubicBezTo>
                    <a:pt x="721" y="1362"/>
                    <a:pt x="729" y="1364"/>
                    <a:pt x="736" y="1364"/>
                  </a:cubicBezTo>
                  <a:cubicBezTo>
                    <a:pt x="773" y="1364"/>
                    <a:pt x="808" y="1334"/>
                    <a:pt x="819" y="1301"/>
                  </a:cubicBezTo>
                  <a:cubicBezTo>
                    <a:pt x="838" y="1236"/>
                    <a:pt x="805" y="1184"/>
                    <a:pt x="782" y="1125"/>
                  </a:cubicBezTo>
                  <a:cubicBezTo>
                    <a:pt x="760" y="1074"/>
                    <a:pt x="739" y="1021"/>
                    <a:pt x="714" y="971"/>
                  </a:cubicBezTo>
                  <a:cubicBezTo>
                    <a:pt x="663" y="869"/>
                    <a:pt x="607" y="768"/>
                    <a:pt x="553" y="666"/>
                  </a:cubicBezTo>
                  <a:lnTo>
                    <a:pt x="230" y="56"/>
                  </a:lnTo>
                  <a:cubicBezTo>
                    <a:pt x="210" y="17"/>
                    <a:pt x="178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4869550" y="2637800"/>
              <a:ext cx="13925" cy="25425"/>
            </a:xfrm>
            <a:custGeom>
              <a:avLst/>
              <a:gdLst/>
              <a:ahLst/>
              <a:cxnLst/>
              <a:rect l="l" t="t" r="r" b="b"/>
              <a:pathLst>
                <a:path w="557" h="1017" extrusionOk="0">
                  <a:moveTo>
                    <a:pt x="98" y="1"/>
                  </a:moveTo>
                  <a:cubicBezTo>
                    <a:pt x="76" y="1"/>
                    <a:pt x="55" y="9"/>
                    <a:pt x="38" y="27"/>
                  </a:cubicBezTo>
                  <a:cubicBezTo>
                    <a:pt x="4" y="59"/>
                    <a:pt x="0" y="122"/>
                    <a:pt x="38" y="154"/>
                  </a:cubicBezTo>
                  <a:cubicBezTo>
                    <a:pt x="149" y="252"/>
                    <a:pt x="241" y="375"/>
                    <a:pt x="295" y="516"/>
                  </a:cubicBezTo>
                  <a:cubicBezTo>
                    <a:pt x="322" y="587"/>
                    <a:pt x="342" y="661"/>
                    <a:pt x="354" y="736"/>
                  </a:cubicBezTo>
                  <a:cubicBezTo>
                    <a:pt x="359" y="775"/>
                    <a:pt x="357" y="817"/>
                    <a:pt x="366" y="856"/>
                  </a:cubicBezTo>
                  <a:cubicBezTo>
                    <a:pt x="373" y="893"/>
                    <a:pt x="384" y="930"/>
                    <a:pt x="391" y="969"/>
                  </a:cubicBezTo>
                  <a:cubicBezTo>
                    <a:pt x="396" y="1002"/>
                    <a:pt x="421" y="1016"/>
                    <a:pt x="447" y="1016"/>
                  </a:cubicBezTo>
                  <a:cubicBezTo>
                    <a:pt x="476" y="1016"/>
                    <a:pt x="508" y="999"/>
                    <a:pt x="518" y="969"/>
                  </a:cubicBezTo>
                  <a:cubicBezTo>
                    <a:pt x="532" y="929"/>
                    <a:pt x="545" y="886"/>
                    <a:pt x="552" y="842"/>
                  </a:cubicBezTo>
                  <a:cubicBezTo>
                    <a:pt x="557" y="797"/>
                    <a:pt x="547" y="744"/>
                    <a:pt x="540" y="698"/>
                  </a:cubicBezTo>
                  <a:cubicBezTo>
                    <a:pt x="527" y="614"/>
                    <a:pt x="505" y="533"/>
                    <a:pt x="471" y="453"/>
                  </a:cubicBezTo>
                  <a:cubicBezTo>
                    <a:pt x="403" y="289"/>
                    <a:pt x="300" y="142"/>
                    <a:pt x="165" y="27"/>
                  </a:cubicBezTo>
                  <a:cubicBezTo>
                    <a:pt x="145" y="10"/>
                    <a:pt x="121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5120150" y="2422850"/>
              <a:ext cx="22600" cy="45500"/>
            </a:xfrm>
            <a:custGeom>
              <a:avLst/>
              <a:gdLst/>
              <a:ahLst/>
              <a:cxnLst/>
              <a:rect l="l" t="t" r="r" b="b"/>
              <a:pathLst>
                <a:path w="904" h="1820" extrusionOk="0">
                  <a:moveTo>
                    <a:pt x="86" y="0"/>
                  </a:moveTo>
                  <a:cubicBezTo>
                    <a:pt x="43" y="0"/>
                    <a:pt x="1" y="42"/>
                    <a:pt x="32" y="87"/>
                  </a:cubicBezTo>
                  <a:cubicBezTo>
                    <a:pt x="206" y="346"/>
                    <a:pt x="356" y="620"/>
                    <a:pt x="477" y="906"/>
                  </a:cubicBezTo>
                  <a:cubicBezTo>
                    <a:pt x="534" y="1043"/>
                    <a:pt x="585" y="1183"/>
                    <a:pt x="629" y="1325"/>
                  </a:cubicBezTo>
                  <a:cubicBezTo>
                    <a:pt x="676" y="1479"/>
                    <a:pt x="725" y="1626"/>
                    <a:pt x="781" y="1777"/>
                  </a:cubicBezTo>
                  <a:cubicBezTo>
                    <a:pt x="791" y="1805"/>
                    <a:pt x="819" y="1819"/>
                    <a:pt x="846" y="1819"/>
                  </a:cubicBezTo>
                  <a:cubicBezTo>
                    <a:pt x="876" y="1819"/>
                    <a:pt x="903" y="1800"/>
                    <a:pt x="900" y="1762"/>
                  </a:cubicBezTo>
                  <a:cubicBezTo>
                    <a:pt x="886" y="1601"/>
                    <a:pt x="857" y="1459"/>
                    <a:pt x="805" y="1308"/>
                  </a:cubicBezTo>
                  <a:cubicBezTo>
                    <a:pt x="752" y="1156"/>
                    <a:pt x="691" y="1007"/>
                    <a:pt x="625" y="860"/>
                  </a:cubicBezTo>
                  <a:cubicBezTo>
                    <a:pt x="490" y="566"/>
                    <a:pt x="326" y="288"/>
                    <a:pt x="137" y="26"/>
                  </a:cubicBezTo>
                  <a:cubicBezTo>
                    <a:pt x="123" y="8"/>
                    <a:pt x="105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5154525" y="2447625"/>
              <a:ext cx="21425" cy="42450"/>
            </a:xfrm>
            <a:custGeom>
              <a:avLst/>
              <a:gdLst/>
              <a:ahLst/>
              <a:cxnLst/>
              <a:rect l="l" t="t" r="r" b="b"/>
              <a:pathLst>
                <a:path w="857" h="1698" extrusionOk="0">
                  <a:moveTo>
                    <a:pt x="116" y="1"/>
                  </a:moveTo>
                  <a:cubicBezTo>
                    <a:pt x="57" y="1"/>
                    <a:pt x="1" y="85"/>
                    <a:pt x="52" y="148"/>
                  </a:cubicBezTo>
                  <a:cubicBezTo>
                    <a:pt x="228" y="366"/>
                    <a:pt x="374" y="608"/>
                    <a:pt x="487" y="864"/>
                  </a:cubicBezTo>
                  <a:cubicBezTo>
                    <a:pt x="543" y="991"/>
                    <a:pt x="590" y="1121"/>
                    <a:pt x="629" y="1255"/>
                  </a:cubicBezTo>
                  <a:cubicBezTo>
                    <a:pt x="668" y="1390"/>
                    <a:pt x="710" y="1524"/>
                    <a:pt x="749" y="1659"/>
                  </a:cubicBezTo>
                  <a:cubicBezTo>
                    <a:pt x="757" y="1685"/>
                    <a:pt x="780" y="1698"/>
                    <a:pt x="803" y="1698"/>
                  </a:cubicBezTo>
                  <a:cubicBezTo>
                    <a:pt x="830" y="1698"/>
                    <a:pt x="857" y="1680"/>
                    <a:pt x="856" y="1645"/>
                  </a:cubicBezTo>
                  <a:cubicBezTo>
                    <a:pt x="852" y="1493"/>
                    <a:pt x="834" y="1354"/>
                    <a:pt x="792" y="1209"/>
                  </a:cubicBezTo>
                  <a:cubicBezTo>
                    <a:pt x="751" y="1067"/>
                    <a:pt x="699" y="926"/>
                    <a:pt x="639" y="791"/>
                  </a:cubicBezTo>
                  <a:cubicBezTo>
                    <a:pt x="518" y="517"/>
                    <a:pt x="360" y="262"/>
                    <a:pt x="171" y="30"/>
                  </a:cubicBezTo>
                  <a:cubicBezTo>
                    <a:pt x="154" y="9"/>
                    <a:pt x="135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4154775" y="3472925"/>
              <a:ext cx="512825" cy="837900"/>
            </a:xfrm>
            <a:custGeom>
              <a:avLst/>
              <a:gdLst/>
              <a:ahLst/>
              <a:cxnLst/>
              <a:rect l="l" t="t" r="r" b="b"/>
              <a:pathLst>
                <a:path w="20513" h="33516" extrusionOk="0">
                  <a:moveTo>
                    <a:pt x="2025" y="1"/>
                  </a:moveTo>
                  <a:cubicBezTo>
                    <a:pt x="1633" y="1"/>
                    <a:pt x="1292" y="113"/>
                    <a:pt x="1043" y="389"/>
                  </a:cubicBezTo>
                  <a:cubicBezTo>
                    <a:pt x="1" y="1541"/>
                    <a:pt x="3274" y="4339"/>
                    <a:pt x="4656" y="6569"/>
                  </a:cubicBezTo>
                  <a:cubicBezTo>
                    <a:pt x="5131" y="7337"/>
                    <a:pt x="5641" y="8086"/>
                    <a:pt x="6148" y="8837"/>
                  </a:cubicBezTo>
                  <a:cubicBezTo>
                    <a:pt x="5974" y="8959"/>
                    <a:pt x="5818" y="9127"/>
                    <a:pt x="5703" y="9301"/>
                  </a:cubicBezTo>
                  <a:cubicBezTo>
                    <a:pt x="5411" y="9742"/>
                    <a:pt x="5224" y="10267"/>
                    <a:pt x="5255" y="10793"/>
                  </a:cubicBezTo>
                  <a:cubicBezTo>
                    <a:pt x="5285" y="11319"/>
                    <a:pt x="5551" y="11845"/>
                    <a:pt x="6006" y="12133"/>
                  </a:cubicBezTo>
                  <a:cubicBezTo>
                    <a:pt x="5864" y="11676"/>
                    <a:pt x="5940" y="11160"/>
                    <a:pt x="6211" y="10764"/>
                  </a:cubicBezTo>
                  <a:cubicBezTo>
                    <a:pt x="6404" y="10480"/>
                    <a:pt x="6695" y="10267"/>
                    <a:pt x="7023" y="10147"/>
                  </a:cubicBezTo>
                  <a:cubicBezTo>
                    <a:pt x="7674" y="11145"/>
                    <a:pt x="8293" y="12160"/>
                    <a:pt x="8794" y="13234"/>
                  </a:cubicBezTo>
                  <a:cubicBezTo>
                    <a:pt x="9836" y="15467"/>
                    <a:pt x="10357" y="17923"/>
                    <a:pt x="10305" y="20359"/>
                  </a:cubicBezTo>
                  <a:cubicBezTo>
                    <a:pt x="10271" y="21963"/>
                    <a:pt x="9910" y="23702"/>
                    <a:pt x="8642" y="24710"/>
                  </a:cubicBezTo>
                  <a:cubicBezTo>
                    <a:pt x="10113" y="24027"/>
                    <a:pt x="11296" y="22780"/>
                    <a:pt x="11881" y="21297"/>
                  </a:cubicBezTo>
                  <a:cubicBezTo>
                    <a:pt x="12236" y="23267"/>
                    <a:pt x="12590" y="25294"/>
                    <a:pt x="12162" y="27238"/>
                  </a:cubicBezTo>
                  <a:cubicBezTo>
                    <a:pt x="11736" y="29176"/>
                    <a:pt x="10338" y="31037"/>
                    <a:pt x="8337" y="31435"/>
                  </a:cubicBezTo>
                  <a:cubicBezTo>
                    <a:pt x="8488" y="31446"/>
                    <a:pt x="8638" y="31452"/>
                    <a:pt x="8788" y="31452"/>
                  </a:cubicBezTo>
                  <a:cubicBezTo>
                    <a:pt x="12161" y="31452"/>
                    <a:pt x="15284" y="28517"/>
                    <a:pt x="15266" y="25214"/>
                  </a:cubicBezTo>
                  <a:lnTo>
                    <a:pt x="15266" y="25214"/>
                  </a:lnTo>
                  <a:cubicBezTo>
                    <a:pt x="16153" y="26602"/>
                    <a:pt x="16951" y="28126"/>
                    <a:pt x="16954" y="29746"/>
                  </a:cubicBezTo>
                  <a:cubicBezTo>
                    <a:pt x="16958" y="31365"/>
                    <a:pt x="15939" y="33072"/>
                    <a:pt x="14304" y="33400"/>
                  </a:cubicBezTo>
                  <a:cubicBezTo>
                    <a:pt x="14609" y="33478"/>
                    <a:pt x="14918" y="33515"/>
                    <a:pt x="15227" y="33515"/>
                  </a:cubicBezTo>
                  <a:cubicBezTo>
                    <a:pt x="16804" y="33515"/>
                    <a:pt x="18356" y="32552"/>
                    <a:pt x="19147" y="31206"/>
                  </a:cubicBezTo>
                  <a:cubicBezTo>
                    <a:pt x="20098" y="29594"/>
                    <a:pt x="20096" y="27578"/>
                    <a:pt x="19556" y="25779"/>
                  </a:cubicBezTo>
                  <a:cubicBezTo>
                    <a:pt x="19017" y="23981"/>
                    <a:pt x="17988" y="22355"/>
                    <a:pt x="16948" y="20769"/>
                  </a:cubicBezTo>
                  <a:cubicBezTo>
                    <a:pt x="13111" y="14910"/>
                    <a:pt x="8965" y="9230"/>
                    <a:pt x="4531" y="3764"/>
                  </a:cubicBezTo>
                  <a:lnTo>
                    <a:pt x="4531" y="3764"/>
                  </a:lnTo>
                  <a:cubicBezTo>
                    <a:pt x="7754" y="4737"/>
                    <a:pt x="10983" y="5711"/>
                    <a:pt x="14221" y="6689"/>
                  </a:cubicBezTo>
                  <a:cubicBezTo>
                    <a:pt x="15055" y="6941"/>
                    <a:pt x="16107" y="7211"/>
                    <a:pt x="17095" y="7211"/>
                  </a:cubicBezTo>
                  <a:cubicBezTo>
                    <a:pt x="18233" y="7211"/>
                    <a:pt x="19286" y="6852"/>
                    <a:pt x="19825" y="5694"/>
                  </a:cubicBezTo>
                  <a:cubicBezTo>
                    <a:pt x="20512" y="4219"/>
                    <a:pt x="19412" y="3377"/>
                    <a:pt x="18083" y="2874"/>
                  </a:cubicBezTo>
                  <a:cubicBezTo>
                    <a:pt x="17165" y="2528"/>
                    <a:pt x="16194" y="2417"/>
                    <a:pt x="15201" y="2417"/>
                  </a:cubicBezTo>
                  <a:cubicBezTo>
                    <a:pt x="13421" y="2417"/>
                    <a:pt x="11569" y="2774"/>
                    <a:pt x="9821" y="2774"/>
                  </a:cubicBezTo>
                  <a:cubicBezTo>
                    <a:pt x="8464" y="2774"/>
                    <a:pt x="7170" y="2559"/>
                    <a:pt x="6021" y="1795"/>
                  </a:cubicBezTo>
                  <a:cubicBezTo>
                    <a:pt x="5043" y="1145"/>
                    <a:pt x="3274" y="1"/>
                    <a:pt x="2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4431575" y="2836325"/>
              <a:ext cx="436900" cy="898525"/>
            </a:xfrm>
            <a:custGeom>
              <a:avLst/>
              <a:gdLst/>
              <a:ahLst/>
              <a:cxnLst/>
              <a:rect l="l" t="t" r="r" b="b"/>
              <a:pathLst>
                <a:path w="17476" h="35941" extrusionOk="0">
                  <a:moveTo>
                    <a:pt x="7293" y="0"/>
                  </a:moveTo>
                  <a:cubicBezTo>
                    <a:pt x="6389" y="0"/>
                    <a:pt x="5007" y="3248"/>
                    <a:pt x="4690" y="3858"/>
                  </a:cubicBezTo>
                  <a:cubicBezTo>
                    <a:pt x="2893" y="7326"/>
                    <a:pt x="1449" y="10982"/>
                    <a:pt x="818" y="14796"/>
                  </a:cubicBezTo>
                  <a:cubicBezTo>
                    <a:pt x="1" y="19745"/>
                    <a:pt x="643" y="25023"/>
                    <a:pt x="3360" y="29216"/>
                  </a:cubicBezTo>
                  <a:cubicBezTo>
                    <a:pt x="2986" y="28073"/>
                    <a:pt x="2915" y="26834"/>
                    <a:pt x="3159" y="25654"/>
                  </a:cubicBezTo>
                  <a:lnTo>
                    <a:pt x="3159" y="25654"/>
                  </a:lnTo>
                  <a:cubicBezTo>
                    <a:pt x="3370" y="28639"/>
                    <a:pt x="4950" y="31502"/>
                    <a:pt x="7385" y="33310"/>
                  </a:cubicBezTo>
                  <a:cubicBezTo>
                    <a:pt x="7875" y="33675"/>
                    <a:pt x="8449" y="34011"/>
                    <a:pt x="9057" y="34011"/>
                  </a:cubicBezTo>
                  <a:cubicBezTo>
                    <a:pt x="9114" y="34011"/>
                    <a:pt x="9172" y="34008"/>
                    <a:pt x="9230" y="34002"/>
                  </a:cubicBezTo>
                  <a:cubicBezTo>
                    <a:pt x="9905" y="33929"/>
                    <a:pt x="10518" y="33207"/>
                    <a:pt x="10222" y="32615"/>
                  </a:cubicBezTo>
                  <a:lnTo>
                    <a:pt x="10222" y="32615"/>
                  </a:lnTo>
                  <a:cubicBezTo>
                    <a:pt x="11216" y="33430"/>
                    <a:pt x="11824" y="34675"/>
                    <a:pt x="11841" y="35941"/>
                  </a:cubicBezTo>
                  <a:cubicBezTo>
                    <a:pt x="14202" y="33747"/>
                    <a:pt x="15354" y="30380"/>
                    <a:pt x="14809" y="27244"/>
                  </a:cubicBezTo>
                  <a:lnTo>
                    <a:pt x="14809" y="27244"/>
                  </a:lnTo>
                  <a:cubicBezTo>
                    <a:pt x="15596" y="28353"/>
                    <a:pt x="16383" y="29463"/>
                    <a:pt x="17169" y="30573"/>
                  </a:cubicBezTo>
                  <a:cubicBezTo>
                    <a:pt x="17475" y="27254"/>
                    <a:pt x="16136" y="24003"/>
                    <a:pt x="14502" y="21076"/>
                  </a:cubicBezTo>
                  <a:cubicBezTo>
                    <a:pt x="12867" y="18144"/>
                    <a:pt x="10900" y="15356"/>
                    <a:pt x="9777" y="12191"/>
                  </a:cubicBezTo>
                  <a:lnTo>
                    <a:pt x="9777" y="12191"/>
                  </a:lnTo>
                  <a:cubicBezTo>
                    <a:pt x="10981" y="13582"/>
                    <a:pt x="12399" y="14793"/>
                    <a:pt x="13972" y="15771"/>
                  </a:cubicBezTo>
                  <a:cubicBezTo>
                    <a:pt x="10582" y="12841"/>
                    <a:pt x="8254" y="8752"/>
                    <a:pt x="7471" y="4354"/>
                  </a:cubicBezTo>
                  <a:cubicBezTo>
                    <a:pt x="7339" y="3604"/>
                    <a:pt x="8121" y="372"/>
                    <a:pt x="7454" y="38"/>
                  </a:cubicBezTo>
                  <a:cubicBezTo>
                    <a:pt x="7402" y="13"/>
                    <a:pt x="7349" y="0"/>
                    <a:pt x="7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2771200" y="2950825"/>
              <a:ext cx="2769375" cy="2525550"/>
            </a:xfrm>
            <a:custGeom>
              <a:avLst/>
              <a:gdLst/>
              <a:ahLst/>
              <a:cxnLst/>
              <a:rect l="l" t="t" r="r" b="b"/>
              <a:pathLst>
                <a:path w="110775" h="101022" extrusionOk="0">
                  <a:moveTo>
                    <a:pt x="56502" y="0"/>
                  </a:moveTo>
                  <a:cubicBezTo>
                    <a:pt x="55565" y="0"/>
                    <a:pt x="55964" y="4828"/>
                    <a:pt x="56105" y="6975"/>
                  </a:cubicBezTo>
                  <a:cubicBezTo>
                    <a:pt x="56460" y="12343"/>
                    <a:pt x="55635" y="17809"/>
                    <a:pt x="53222" y="22603"/>
                  </a:cubicBezTo>
                  <a:cubicBezTo>
                    <a:pt x="49076" y="30848"/>
                    <a:pt x="40919" y="36200"/>
                    <a:pt x="32794" y="40304"/>
                  </a:cubicBezTo>
                  <a:cubicBezTo>
                    <a:pt x="32618" y="40392"/>
                    <a:pt x="32444" y="40479"/>
                    <a:pt x="32268" y="40567"/>
                  </a:cubicBezTo>
                  <a:lnTo>
                    <a:pt x="32263" y="40567"/>
                  </a:lnTo>
                  <a:cubicBezTo>
                    <a:pt x="25503" y="43950"/>
                    <a:pt x="18455" y="46848"/>
                    <a:pt x="12489" y="51126"/>
                  </a:cubicBezTo>
                  <a:cubicBezTo>
                    <a:pt x="11504" y="51828"/>
                    <a:pt x="10555" y="52571"/>
                    <a:pt x="9638" y="53359"/>
                  </a:cubicBezTo>
                  <a:cubicBezTo>
                    <a:pt x="6570" y="55995"/>
                    <a:pt x="3941" y="59319"/>
                    <a:pt x="2254" y="62976"/>
                  </a:cubicBezTo>
                  <a:cubicBezTo>
                    <a:pt x="1672" y="64238"/>
                    <a:pt x="1197" y="65542"/>
                    <a:pt x="862" y="66869"/>
                  </a:cubicBezTo>
                  <a:cubicBezTo>
                    <a:pt x="84" y="69910"/>
                    <a:pt x="1" y="73086"/>
                    <a:pt x="867" y="76210"/>
                  </a:cubicBezTo>
                  <a:cubicBezTo>
                    <a:pt x="1965" y="80191"/>
                    <a:pt x="4477" y="83728"/>
                    <a:pt x="7327" y="86822"/>
                  </a:cubicBezTo>
                  <a:cubicBezTo>
                    <a:pt x="7994" y="87539"/>
                    <a:pt x="8674" y="88239"/>
                    <a:pt x="9379" y="88914"/>
                  </a:cubicBezTo>
                  <a:cubicBezTo>
                    <a:pt x="13412" y="92814"/>
                    <a:pt x="18103" y="96072"/>
                    <a:pt x="23199" y="98496"/>
                  </a:cubicBezTo>
                  <a:cubicBezTo>
                    <a:pt x="19528" y="95515"/>
                    <a:pt x="16660" y="91596"/>
                    <a:pt x="14984" y="87280"/>
                  </a:cubicBezTo>
                  <a:cubicBezTo>
                    <a:pt x="14898" y="87049"/>
                    <a:pt x="14810" y="86817"/>
                    <a:pt x="14727" y="86585"/>
                  </a:cubicBezTo>
                  <a:lnTo>
                    <a:pt x="14727" y="86585"/>
                  </a:lnTo>
                  <a:cubicBezTo>
                    <a:pt x="15134" y="87101"/>
                    <a:pt x="15562" y="87600"/>
                    <a:pt x="16001" y="88096"/>
                  </a:cubicBezTo>
                  <a:cubicBezTo>
                    <a:pt x="23118" y="96097"/>
                    <a:pt x="33939" y="101022"/>
                    <a:pt x="44715" y="101022"/>
                  </a:cubicBezTo>
                  <a:cubicBezTo>
                    <a:pt x="44742" y="101022"/>
                    <a:pt x="44770" y="101022"/>
                    <a:pt x="44798" y="101022"/>
                  </a:cubicBezTo>
                  <a:cubicBezTo>
                    <a:pt x="42100" y="99795"/>
                    <a:pt x="39408" y="98572"/>
                    <a:pt x="36717" y="97351"/>
                  </a:cubicBezTo>
                  <a:lnTo>
                    <a:pt x="36717" y="97351"/>
                  </a:lnTo>
                  <a:cubicBezTo>
                    <a:pt x="37995" y="97788"/>
                    <a:pt x="39334" y="97987"/>
                    <a:pt x="40687" y="97987"/>
                  </a:cubicBezTo>
                  <a:cubicBezTo>
                    <a:pt x="44309" y="97987"/>
                    <a:pt x="48035" y="96567"/>
                    <a:pt x="50974" y="94509"/>
                  </a:cubicBezTo>
                  <a:cubicBezTo>
                    <a:pt x="55630" y="91251"/>
                    <a:pt x="59079" y="86621"/>
                    <a:pt x="63518" y="82970"/>
                  </a:cubicBezTo>
                  <a:cubicBezTo>
                    <a:pt x="64746" y="81965"/>
                    <a:pt x="66101" y="81031"/>
                    <a:pt x="67546" y="80243"/>
                  </a:cubicBezTo>
                  <a:cubicBezTo>
                    <a:pt x="70200" y="78791"/>
                    <a:pt x="73148" y="77839"/>
                    <a:pt x="76109" y="77839"/>
                  </a:cubicBezTo>
                  <a:cubicBezTo>
                    <a:pt x="77409" y="77839"/>
                    <a:pt x="78711" y="78022"/>
                    <a:pt x="79991" y="78428"/>
                  </a:cubicBezTo>
                  <a:cubicBezTo>
                    <a:pt x="79050" y="76564"/>
                    <a:pt x="76688" y="75926"/>
                    <a:pt x="74466" y="75926"/>
                  </a:cubicBezTo>
                  <a:cubicBezTo>
                    <a:pt x="74107" y="75926"/>
                    <a:pt x="73752" y="75942"/>
                    <a:pt x="73407" y="75973"/>
                  </a:cubicBezTo>
                  <a:cubicBezTo>
                    <a:pt x="72561" y="76046"/>
                    <a:pt x="71727" y="76175"/>
                    <a:pt x="70907" y="76344"/>
                  </a:cubicBezTo>
                  <a:cubicBezTo>
                    <a:pt x="66879" y="77201"/>
                    <a:pt x="63183" y="79226"/>
                    <a:pt x="60471" y="82104"/>
                  </a:cubicBezTo>
                  <a:cubicBezTo>
                    <a:pt x="64324" y="72503"/>
                    <a:pt x="75036" y="65949"/>
                    <a:pt x="86040" y="65949"/>
                  </a:cubicBezTo>
                  <a:cubicBezTo>
                    <a:pt x="87770" y="65949"/>
                    <a:pt x="89508" y="66111"/>
                    <a:pt x="91227" y="66449"/>
                  </a:cubicBezTo>
                  <a:cubicBezTo>
                    <a:pt x="91319" y="66471"/>
                    <a:pt x="91407" y="66486"/>
                    <a:pt x="91500" y="66507"/>
                  </a:cubicBezTo>
                  <a:cubicBezTo>
                    <a:pt x="93675" y="66960"/>
                    <a:pt x="95830" y="67682"/>
                    <a:pt x="97625" y="68941"/>
                  </a:cubicBezTo>
                  <a:cubicBezTo>
                    <a:pt x="100007" y="70606"/>
                    <a:pt x="101626" y="73123"/>
                    <a:pt x="102492" y="75782"/>
                  </a:cubicBezTo>
                  <a:cubicBezTo>
                    <a:pt x="103740" y="79634"/>
                    <a:pt x="103451" y="83939"/>
                    <a:pt x="101404" y="87404"/>
                  </a:cubicBezTo>
                  <a:cubicBezTo>
                    <a:pt x="99367" y="90848"/>
                    <a:pt x="95538" y="93350"/>
                    <a:pt x="91351" y="93653"/>
                  </a:cubicBezTo>
                  <a:cubicBezTo>
                    <a:pt x="92255" y="93912"/>
                    <a:pt x="93176" y="94033"/>
                    <a:pt x="94093" y="94033"/>
                  </a:cubicBezTo>
                  <a:cubicBezTo>
                    <a:pt x="98533" y="94033"/>
                    <a:pt x="102888" y="91193"/>
                    <a:pt x="104854" y="87343"/>
                  </a:cubicBezTo>
                  <a:cubicBezTo>
                    <a:pt x="107240" y="82665"/>
                    <a:pt x="106643" y="77010"/>
                    <a:pt x="104627" y="72096"/>
                  </a:cubicBezTo>
                  <a:lnTo>
                    <a:pt x="104629" y="72096"/>
                  </a:lnTo>
                  <a:cubicBezTo>
                    <a:pt x="107826" y="74153"/>
                    <a:pt x="109836" y="77748"/>
                    <a:pt x="109810" y="81361"/>
                  </a:cubicBezTo>
                  <a:cubicBezTo>
                    <a:pt x="110774" y="76021"/>
                    <a:pt x="107912" y="70683"/>
                    <a:pt x="103433" y="67106"/>
                  </a:cubicBezTo>
                  <a:cubicBezTo>
                    <a:pt x="101705" y="65723"/>
                    <a:pt x="99741" y="64604"/>
                    <a:pt x="97657" y="63841"/>
                  </a:cubicBezTo>
                  <a:cubicBezTo>
                    <a:pt x="94512" y="62692"/>
                    <a:pt x="91212" y="62215"/>
                    <a:pt x="87886" y="62215"/>
                  </a:cubicBezTo>
                  <a:cubicBezTo>
                    <a:pt x="83329" y="62215"/>
                    <a:pt x="78726" y="63112"/>
                    <a:pt x="74419" y="64409"/>
                  </a:cubicBezTo>
                  <a:cubicBezTo>
                    <a:pt x="77337" y="63455"/>
                    <a:pt x="79869" y="61516"/>
                    <a:pt x="81591" y="59051"/>
                  </a:cubicBezTo>
                  <a:cubicBezTo>
                    <a:pt x="82591" y="57617"/>
                    <a:pt x="83314" y="56010"/>
                    <a:pt x="83679" y="54313"/>
                  </a:cubicBezTo>
                  <a:lnTo>
                    <a:pt x="83679" y="54313"/>
                  </a:lnTo>
                  <a:cubicBezTo>
                    <a:pt x="80194" y="58437"/>
                    <a:pt x="75265" y="61016"/>
                    <a:pt x="70670" y="63934"/>
                  </a:cubicBezTo>
                  <a:cubicBezTo>
                    <a:pt x="69222" y="64852"/>
                    <a:pt x="67804" y="65811"/>
                    <a:pt x="66478" y="66857"/>
                  </a:cubicBezTo>
                  <a:cubicBezTo>
                    <a:pt x="58436" y="73214"/>
                    <a:pt x="53821" y="82912"/>
                    <a:pt x="45339" y="88275"/>
                  </a:cubicBezTo>
                  <a:cubicBezTo>
                    <a:pt x="49614" y="85543"/>
                    <a:pt x="51877" y="80180"/>
                    <a:pt x="50840" y="75175"/>
                  </a:cubicBezTo>
                  <a:lnTo>
                    <a:pt x="50840" y="75175"/>
                  </a:lnTo>
                  <a:cubicBezTo>
                    <a:pt x="50747" y="80324"/>
                    <a:pt x="46550" y="84614"/>
                    <a:pt x="41646" y="86374"/>
                  </a:cubicBezTo>
                  <a:cubicBezTo>
                    <a:pt x="38976" y="87334"/>
                    <a:pt x="36131" y="87680"/>
                    <a:pt x="33249" y="87680"/>
                  </a:cubicBezTo>
                  <a:cubicBezTo>
                    <a:pt x="30873" y="87680"/>
                    <a:pt x="28472" y="87445"/>
                    <a:pt x="26122" y="87126"/>
                  </a:cubicBezTo>
                  <a:cubicBezTo>
                    <a:pt x="24647" y="86925"/>
                    <a:pt x="23153" y="86683"/>
                    <a:pt x="21786" y="86089"/>
                  </a:cubicBezTo>
                  <a:cubicBezTo>
                    <a:pt x="21620" y="86017"/>
                    <a:pt x="21456" y="85941"/>
                    <a:pt x="21290" y="85858"/>
                  </a:cubicBezTo>
                  <a:cubicBezTo>
                    <a:pt x="20780" y="85595"/>
                    <a:pt x="20301" y="85281"/>
                    <a:pt x="19853" y="84924"/>
                  </a:cubicBezTo>
                  <a:cubicBezTo>
                    <a:pt x="19533" y="84677"/>
                    <a:pt x="19228" y="84403"/>
                    <a:pt x="18939" y="84120"/>
                  </a:cubicBezTo>
                  <a:cubicBezTo>
                    <a:pt x="18327" y="83521"/>
                    <a:pt x="17775" y="82867"/>
                    <a:pt x="17259" y="82192"/>
                  </a:cubicBezTo>
                  <a:cubicBezTo>
                    <a:pt x="16491" y="81182"/>
                    <a:pt x="15799" y="80109"/>
                    <a:pt x="15202" y="78989"/>
                  </a:cubicBezTo>
                  <a:cubicBezTo>
                    <a:pt x="14603" y="77871"/>
                    <a:pt x="14097" y="76706"/>
                    <a:pt x="13712" y="75515"/>
                  </a:cubicBezTo>
                  <a:cubicBezTo>
                    <a:pt x="13083" y="73591"/>
                    <a:pt x="12753" y="71590"/>
                    <a:pt x="12798" y="69596"/>
                  </a:cubicBezTo>
                  <a:cubicBezTo>
                    <a:pt x="12808" y="69049"/>
                    <a:pt x="12856" y="68498"/>
                    <a:pt x="12929" y="67956"/>
                  </a:cubicBezTo>
                  <a:cubicBezTo>
                    <a:pt x="13088" y="66806"/>
                    <a:pt x="13382" y="65683"/>
                    <a:pt x="13800" y="64605"/>
                  </a:cubicBezTo>
                  <a:cubicBezTo>
                    <a:pt x="14490" y="62841"/>
                    <a:pt x="15522" y="61222"/>
                    <a:pt x="16867" y="59907"/>
                  </a:cubicBezTo>
                  <a:cubicBezTo>
                    <a:pt x="17486" y="59298"/>
                    <a:pt x="18171" y="58757"/>
                    <a:pt x="18924" y="58294"/>
                  </a:cubicBezTo>
                  <a:lnTo>
                    <a:pt x="18924" y="58294"/>
                  </a:lnTo>
                  <a:cubicBezTo>
                    <a:pt x="18002" y="59454"/>
                    <a:pt x="17166" y="60696"/>
                    <a:pt x="16496" y="62017"/>
                  </a:cubicBezTo>
                  <a:cubicBezTo>
                    <a:pt x="15804" y="63377"/>
                    <a:pt x="15294" y="64822"/>
                    <a:pt x="15062" y="66337"/>
                  </a:cubicBezTo>
                  <a:cubicBezTo>
                    <a:pt x="14882" y="67518"/>
                    <a:pt x="14888" y="68750"/>
                    <a:pt x="15099" y="69946"/>
                  </a:cubicBezTo>
                  <a:cubicBezTo>
                    <a:pt x="15414" y="71756"/>
                    <a:pt x="16187" y="73493"/>
                    <a:pt x="17466" y="74860"/>
                  </a:cubicBezTo>
                  <a:cubicBezTo>
                    <a:pt x="18928" y="76419"/>
                    <a:pt x="21104" y="77371"/>
                    <a:pt x="23196" y="77371"/>
                  </a:cubicBezTo>
                  <a:cubicBezTo>
                    <a:pt x="24149" y="77371"/>
                    <a:pt x="25084" y="77174"/>
                    <a:pt x="25926" y="76746"/>
                  </a:cubicBezTo>
                  <a:cubicBezTo>
                    <a:pt x="28634" y="75376"/>
                    <a:pt x="29712" y="71477"/>
                    <a:pt x="27751" y="69039"/>
                  </a:cubicBezTo>
                  <a:lnTo>
                    <a:pt x="27751" y="69039"/>
                  </a:lnTo>
                  <a:cubicBezTo>
                    <a:pt x="27869" y="70781"/>
                    <a:pt x="26638" y="72307"/>
                    <a:pt x="25044" y="72962"/>
                  </a:cubicBezTo>
                  <a:cubicBezTo>
                    <a:pt x="24515" y="73179"/>
                    <a:pt x="23945" y="73300"/>
                    <a:pt x="23373" y="73300"/>
                  </a:cubicBezTo>
                  <a:cubicBezTo>
                    <a:pt x="22870" y="73300"/>
                    <a:pt x="22366" y="73207"/>
                    <a:pt x="21884" y="73004"/>
                  </a:cubicBezTo>
                  <a:cubicBezTo>
                    <a:pt x="21817" y="72977"/>
                    <a:pt x="21756" y="72947"/>
                    <a:pt x="21693" y="72911"/>
                  </a:cubicBezTo>
                  <a:cubicBezTo>
                    <a:pt x="19765" y="71993"/>
                    <a:pt x="18687" y="69750"/>
                    <a:pt x="18682" y="67667"/>
                  </a:cubicBezTo>
                  <a:cubicBezTo>
                    <a:pt x="18682" y="67234"/>
                    <a:pt x="18717" y="66806"/>
                    <a:pt x="18790" y="66388"/>
                  </a:cubicBezTo>
                  <a:cubicBezTo>
                    <a:pt x="19037" y="64852"/>
                    <a:pt x="19709" y="63392"/>
                    <a:pt x="20487" y="62032"/>
                  </a:cubicBezTo>
                  <a:cubicBezTo>
                    <a:pt x="20558" y="61907"/>
                    <a:pt x="20636" y="61778"/>
                    <a:pt x="20709" y="61655"/>
                  </a:cubicBezTo>
                  <a:cubicBezTo>
                    <a:pt x="21348" y="60577"/>
                    <a:pt x="22053" y="59530"/>
                    <a:pt x="22811" y="58525"/>
                  </a:cubicBezTo>
                  <a:cubicBezTo>
                    <a:pt x="24966" y="55670"/>
                    <a:pt x="27582" y="53127"/>
                    <a:pt x="30530" y="51018"/>
                  </a:cubicBezTo>
                  <a:cubicBezTo>
                    <a:pt x="32061" y="49920"/>
                    <a:pt x="33685" y="48935"/>
                    <a:pt x="35387" y="48089"/>
                  </a:cubicBezTo>
                  <a:lnTo>
                    <a:pt x="35387" y="48089"/>
                  </a:lnTo>
                  <a:cubicBezTo>
                    <a:pt x="32861" y="49431"/>
                    <a:pt x="31107" y="51838"/>
                    <a:pt x="30314" y="54540"/>
                  </a:cubicBezTo>
                  <a:cubicBezTo>
                    <a:pt x="30148" y="55101"/>
                    <a:pt x="30025" y="55685"/>
                    <a:pt x="29942" y="56267"/>
                  </a:cubicBezTo>
                  <a:cubicBezTo>
                    <a:pt x="29566" y="58948"/>
                    <a:pt x="30112" y="61758"/>
                    <a:pt x="31731" y="64017"/>
                  </a:cubicBezTo>
                  <a:cubicBezTo>
                    <a:pt x="30762" y="60598"/>
                    <a:pt x="31938" y="57098"/>
                    <a:pt x="34030" y="54179"/>
                  </a:cubicBezTo>
                  <a:cubicBezTo>
                    <a:pt x="34800" y="53107"/>
                    <a:pt x="35692" y="52117"/>
                    <a:pt x="36646" y="51234"/>
                  </a:cubicBezTo>
                  <a:cubicBezTo>
                    <a:pt x="40224" y="47936"/>
                    <a:pt x="44710" y="45635"/>
                    <a:pt x="48355" y="42314"/>
                  </a:cubicBezTo>
                  <a:cubicBezTo>
                    <a:pt x="52872" y="38205"/>
                    <a:pt x="55970" y="32560"/>
                    <a:pt x="57017" y="26500"/>
                  </a:cubicBezTo>
                  <a:cubicBezTo>
                    <a:pt x="58986" y="30383"/>
                    <a:pt x="58135" y="34982"/>
                    <a:pt x="57248" y="39179"/>
                  </a:cubicBezTo>
                  <a:cubicBezTo>
                    <a:pt x="57981" y="35720"/>
                    <a:pt x="60080" y="32472"/>
                    <a:pt x="61033" y="28889"/>
                  </a:cubicBezTo>
                  <a:cubicBezTo>
                    <a:pt x="61136" y="28507"/>
                    <a:pt x="61229" y="28124"/>
                    <a:pt x="61302" y="27734"/>
                  </a:cubicBezTo>
                  <a:cubicBezTo>
                    <a:pt x="61667" y="25800"/>
                    <a:pt x="61889" y="23841"/>
                    <a:pt x="61977" y="21865"/>
                  </a:cubicBezTo>
                  <a:cubicBezTo>
                    <a:pt x="62075" y="19566"/>
                    <a:pt x="61987" y="17257"/>
                    <a:pt x="61714" y="14962"/>
                  </a:cubicBezTo>
                  <a:cubicBezTo>
                    <a:pt x="61214" y="10770"/>
                    <a:pt x="60090" y="6635"/>
                    <a:pt x="58351" y="2758"/>
                  </a:cubicBezTo>
                  <a:cubicBezTo>
                    <a:pt x="57457" y="763"/>
                    <a:pt x="56874" y="0"/>
                    <a:pt x="56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2"/>
            <p:cNvSpPr/>
            <p:nvPr/>
          </p:nvSpPr>
          <p:spPr>
            <a:xfrm>
              <a:off x="2729000" y="3950500"/>
              <a:ext cx="1123875" cy="1485875"/>
            </a:xfrm>
            <a:custGeom>
              <a:avLst/>
              <a:gdLst/>
              <a:ahLst/>
              <a:cxnLst/>
              <a:rect l="l" t="t" r="r" b="b"/>
              <a:pathLst>
                <a:path w="44955" h="59435" extrusionOk="0">
                  <a:moveTo>
                    <a:pt x="39089" y="0"/>
                  </a:moveTo>
                  <a:cubicBezTo>
                    <a:pt x="35632" y="0"/>
                    <a:pt x="32203" y="838"/>
                    <a:pt x="29043" y="2128"/>
                  </a:cubicBezTo>
                  <a:cubicBezTo>
                    <a:pt x="25061" y="3753"/>
                    <a:pt x="21454" y="6074"/>
                    <a:pt x="17936" y="8429"/>
                  </a:cubicBezTo>
                  <a:cubicBezTo>
                    <a:pt x="16090" y="9664"/>
                    <a:pt x="14253" y="10919"/>
                    <a:pt x="12685" y="12464"/>
                  </a:cubicBezTo>
                  <a:cubicBezTo>
                    <a:pt x="10805" y="14314"/>
                    <a:pt x="9357" y="16532"/>
                    <a:pt x="7774" y="18616"/>
                  </a:cubicBezTo>
                  <a:cubicBezTo>
                    <a:pt x="4448" y="22993"/>
                    <a:pt x="1" y="25528"/>
                    <a:pt x="684" y="31639"/>
                  </a:cubicBezTo>
                  <a:lnTo>
                    <a:pt x="682" y="31640"/>
                  </a:lnTo>
                  <a:cubicBezTo>
                    <a:pt x="912" y="33687"/>
                    <a:pt x="1523" y="35695"/>
                    <a:pt x="1738" y="37737"/>
                  </a:cubicBezTo>
                  <a:cubicBezTo>
                    <a:pt x="2009" y="40312"/>
                    <a:pt x="1630" y="42910"/>
                    <a:pt x="648" y="45226"/>
                  </a:cubicBezTo>
                  <a:cubicBezTo>
                    <a:pt x="1650" y="44558"/>
                    <a:pt x="2249" y="43358"/>
                    <a:pt x="2191" y="42130"/>
                  </a:cubicBezTo>
                  <a:lnTo>
                    <a:pt x="2191" y="42130"/>
                  </a:lnTo>
                  <a:cubicBezTo>
                    <a:pt x="5477" y="50526"/>
                    <a:pt x="13292" y="57286"/>
                    <a:pt x="22207" y="59434"/>
                  </a:cubicBezTo>
                  <a:cubicBezTo>
                    <a:pt x="16332" y="56606"/>
                    <a:pt x="11614" y="51419"/>
                    <a:pt x="9471" y="45427"/>
                  </a:cubicBezTo>
                  <a:lnTo>
                    <a:pt x="9471" y="45427"/>
                  </a:lnTo>
                  <a:cubicBezTo>
                    <a:pt x="11776" y="47518"/>
                    <a:pt x="14606" y="49051"/>
                    <a:pt x="17611" y="49834"/>
                  </a:cubicBezTo>
                  <a:cubicBezTo>
                    <a:pt x="16511" y="48856"/>
                    <a:pt x="15726" y="47544"/>
                    <a:pt x="15408" y="46150"/>
                  </a:cubicBezTo>
                  <a:lnTo>
                    <a:pt x="15408" y="46150"/>
                  </a:lnTo>
                  <a:cubicBezTo>
                    <a:pt x="20306" y="50898"/>
                    <a:pt x="27166" y="53691"/>
                    <a:pt x="33959" y="53691"/>
                  </a:cubicBezTo>
                  <a:cubicBezTo>
                    <a:pt x="33998" y="53691"/>
                    <a:pt x="34037" y="53691"/>
                    <a:pt x="34076" y="53691"/>
                  </a:cubicBezTo>
                  <a:cubicBezTo>
                    <a:pt x="35297" y="53686"/>
                    <a:pt x="36711" y="53480"/>
                    <a:pt x="37268" y="52456"/>
                  </a:cubicBezTo>
                  <a:cubicBezTo>
                    <a:pt x="30970" y="50267"/>
                    <a:pt x="24961" y="47276"/>
                    <a:pt x="19448" y="43587"/>
                  </a:cubicBezTo>
                  <a:lnTo>
                    <a:pt x="19448" y="43587"/>
                  </a:lnTo>
                  <a:cubicBezTo>
                    <a:pt x="21501" y="44660"/>
                    <a:pt x="23809" y="45186"/>
                    <a:pt x="26099" y="45186"/>
                  </a:cubicBezTo>
                  <a:cubicBezTo>
                    <a:pt x="29211" y="45186"/>
                    <a:pt x="32290" y="44215"/>
                    <a:pt x="34654" y="42323"/>
                  </a:cubicBezTo>
                  <a:lnTo>
                    <a:pt x="34654" y="42323"/>
                  </a:lnTo>
                  <a:cubicBezTo>
                    <a:pt x="33045" y="42939"/>
                    <a:pt x="31326" y="43201"/>
                    <a:pt x="29579" y="43201"/>
                  </a:cubicBezTo>
                  <a:cubicBezTo>
                    <a:pt x="27393" y="43201"/>
                    <a:pt x="25163" y="42791"/>
                    <a:pt x="23051" y="42152"/>
                  </a:cubicBezTo>
                  <a:cubicBezTo>
                    <a:pt x="20795" y="41471"/>
                    <a:pt x="18562" y="40506"/>
                    <a:pt x="16809" y="38928"/>
                  </a:cubicBezTo>
                  <a:cubicBezTo>
                    <a:pt x="14964" y="37267"/>
                    <a:pt x="13812" y="35095"/>
                    <a:pt x="12966" y="32775"/>
                  </a:cubicBezTo>
                  <a:lnTo>
                    <a:pt x="12966" y="32775"/>
                  </a:lnTo>
                  <a:cubicBezTo>
                    <a:pt x="14301" y="34837"/>
                    <a:pt x="16444" y="36571"/>
                    <a:pt x="18638" y="37801"/>
                  </a:cubicBezTo>
                  <a:cubicBezTo>
                    <a:pt x="14566" y="34063"/>
                    <a:pt x="13397" y="27631"/>
                    <a:pt x="15968" y="22991"/>
                  </a:cubicBezTo>
                  <a:lnTo>
                    <a:pt x="15968" y="22991"/>
                  </a:lnTo>
                  <a:cubicBezTo>
                    <a:pt x="14403" y="26337"/>
                    <a:pt x="16386" y="30583"/>
                    <a:pt x="19465" y="32906"/>
                  </a:cubicBezTo>
                  <a:cubicBezTo>
                    <a:pt x="20985" y="34051"/>
                    <a:pt x="22824" y="34884"/>
                    <a:pt x="24705" y="34884"/>
                  </a:cubicBezTo>
                  <a:cubicBezTo>
                    <a:pt x="24730" y="34884"/>
                    <a:pt x="24754" y="34884"/>
                    <a:pt x="24778" y="34883"/>
                  </a:cubicBezTo>
                  <a:cubicBezTo>
                    <a:pt x="26687" y="34863"/>
                    <a:pt x="28605" y="33846"/>
                    <a:pt x="29304" y="32133"/>
                  </a:cubicBezTo>
                  <a:lnTo>
                    <a:pt x="29304" y="32133"/>
                  </a:lnTo>
                  <a:cubicBezTo>
                    <a:pt x="28813" y="32725"/>
                    <a:pt x="28028" y="33008"/>
                    <a:pt x="27225" y="33008"/>
                  </a:cubicBezTo>
                  <a:cubicBezTo>
                    <a:pt x="26887" y="33008"/>
                    <a:pt x="26546" y="32958"/>
                    <a:pt x="26223" y="32860"/>
                  </a:cubicBezTo>
                  <a:cubicBezTo>
                    <a:pt x="25134" y="32528"/>
                    <a:pt x="24229" y="31737"/>
                    <a:pt x="23523" y="30849"/>
                  </a:cubicBezTo>
                  <a:cubicBezTo>
                    <a:pt x="22029" y="28967"/>
                    <a:pt x="21288" y="26540"/>
                    <a:pt x="21500" y="24216"/>
                  </a:cubicBezTo>
                  <a:lnTo>
                    <a:pt x="21500" y="24216"/>
                  </a:lnTo>
                  <a:cubicBezTo>
                    <a:pt x="21664" y="26589"/>
                    <a:pt x="23726" y="28773"/>
                    <a:pt x="26133" y="29127"/>
                  </a:cubicBezTo>
                  <a:cubicBezTo>
                    <a:pt x="25071" y="28245"/>
                    <a:pt x="24169" y="27179"/>
                    <a:pt x="23486" y="25995"/>
                  </a:cubicBezTo>
                  <a:lnTo>
                    <a:pt x="23486" y="25995"/>
                  </a:lnTo>
                  <a:cubicBezTo>
                    <a:pt x="24196" y="26740"/>
                    <a:pt x="25073" y="27335"/>
                    <a:pt x="26029" y="27721"/>
                  </a:cubicBezTo>
                  <a:cubicBezTo>
                    <a:pt x="24284" y="26687"/>
                    <a:pt x="23814" y="24293"/>
                    <a:pt x="24442" y="22450"/>
                  </a:cubicBezTo>
                  <a:cubicBezTo>
                    <a:pt x="25069" y="20601"/>
                    <a:pt x="26526" y="19174"/>
                    <a:pt x="27940" y="17811"/>
                  </a:cubicBezTo>
                  <a:lnTo>
                    <a:pt x="27940" y="17811"/>
                  </a:lnTo>
                  <a:cubicBezTo>
                    <a:pt x="27094" y="19525"/>
                    <a:pt x="27082" y="21631"/>
                    <a:pt x="27906" y="23405"/>
                  </a:cubicBezTo>
                  <a:cubicBezTo>
                    <a:pt x="28733" y="19288"/>
                    <a:pt x="31628" y="15911"/>
                    <a:pt x="34769" y="13057"/>
                  </a:cubicBezTo>
                  <a:cubicBezTo>
                    <a:pt x="37929" y="10188"/>
                    <a:pt x="41465" y="7622"/>
                    <a:pt x="44087" y="4212"/>
                  </a:cubicBezTo>
                  <a:cubicBezTo>
                    <a:pt x="44525" y="3642"/>
                    <a:pt x="44955" y="2982"/>
                    <a:pt x="44880" y="2265"/>
                  </a:cubicBezTo>
                  <a:cubicBezTo>
                    <a:pt x="44745" y="972"/>
                    <a:pt x="43172" y="368"/>
                    <a:pt x="41862" y="187"/>
                  </a:cubicBezTo>
                  <a:cubicBezTo>
                    <a:pt x="40939" y="60"/>
                    <a:pt x="40013" y="0"/>
                    <a:pt x="390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2709375" y="2870550"/>
              <a:ext cx="1718475" cy="2226475"/>
            </a:xfrm>
            <a:custGeom>
              <a:avLst/>
              <a:gdLst/>
              <a:ahLst/>
              <a:cxnLst/>
              <a:rect l="l" t="t" r="r" b="b"/>
              <a:pathLst>
                <a:path w="68739" h="89059" extrusionOk="0">
                  <a:moveTo>
                    <a:pt x="58954" y="0"/>
                  </a:moveTo>
                  <a:cubicBezTo>
                    <a:pt x="58871" y="0"/>
                    <a:pt x="58787" y="4"/>
                    <a:pt x="58701" y="11"/>
                  </a:cubicBezTo>
                  <a:cubicBezTo>
                    <a:pt x="56937" y="158"/>
                    <a:pt x="55998" y="1400"/>
                    <a:pt x="55895" y="3015"/>
                  </a:cubicBezTo>
                  <a:cubicBezTo>
                    <a:pt x="55587" y="7826"/>
                    <a:pt x="56421" y="12470"/>
                    <a:pt x="55606" y="17274"/>
                  </a:cubicBezTo>
                  <a:cubicBezTo>
                    <a:pt x="55129" y="20082"/>
                    <a:pt x="54320" y="22830"/>
                    <a:pt x="53087" y="25382"/>
                  </a:cubicBezTo>
                  <a:lnTo>
                    <a:pt x="53087" y="25384"/>
                  </a:lnTo>
                  <a:cubicBezTo>
                    <a:pt x="49923" y="31934"/>
                    <a:pt x="43271" y="37143"/>
                    <a:pt x="36110" y="37143"/>
                  </a:cubicBezTo>
                  <a:cubicBezTo>
                    <a:pt x="35514" y="37143"/>
                    <a:pt x="34915" y="37107"/>
                    <a:pt x="34314" y="37033"/>
                  </a:cubicBezTo>
                  <a:lnTo>
                    <a:pt x="34314" y="37033"/>
                  </a:lnTo>
                  <a:cubicBezTo>
                    <a:pt x="36226" y="38378"/>
                    <a:pt x="38550" y="39139"/>
                    <a:pt x="40885" y="39183"/>
                  </a:cubicBezTo>
                  <a:cubicBezTo>
                    <a:pt x="33964" y="42864"/>
                    <a:pt x="26406" y="45249"/>
                    <a:pt x="18695" y="46209"/>
                  </a:cubicBezTo>
                  <a:cubicBezTo>
                    <a:pt x="21564" y="46251"/>
                    <a:pt x="24442" y="46293"/>
                    <a:pt x="27326" y="46335"/>
                  </a:cubicBezTo>
                  <a:cubicBezTo>
                    <a:pt x="20565" y="49553"/>
                    <a:pt x="13808" y="52933"/>
                    <a:pt x="8613" y="58059"/>
                  </a:cubicBezTo>
                  <a:cubicBezTo>
                    <a:pt x="3470" y="63135"/>
                    <a:pt x="1" y="70262"/>
                    <a:pt x="1044" y="77487"/>
                  </a:cubicBezTo>
                  <a:cubicBezTo>
                    <a:pt x="1555" y="73005"/>
                    <a:pt x="3524" y="68745"/>
                    <a:pt x="6610" y="65473"/>
                  </a:cubicBezTo>
                  <a:lnTo>
                    <a:pt x="6610" y="65473"/>
                  </a:lnTo>
                  <a:cubicBezTo>
                    <a:pt x="4485" y="69584"/>
                    <a:pt x="4274" y="74659"/>
                    <a:pt x="6028" y="79083"/>
                  </a:cubicBezTo>
                  <a:cubicBezTo>
                    <a:pt x="7777" y="83496"/>
                    <a:pt x="11463" y="87215"/>
                    <a:pt x="15921" y="89058"/>
                  </a:cubicBezTo>
                  <a:cubicBezTo>
                    <a:pt x="12081" y="86695"/>
                    <a:pt x="9853" y="82302"/>
                    <a:pt x="9306" y="77961"/>
                  </a:cubicBezTo>
                  <a:cubicBezTo>
                    <a:pt x="8841" y="74265"/>
                    <a:pt x="9443" y="70572"/>
                    <a:pt x="10400" y="66992"/>
                  </a:cubicBezTo>
                  <a:lnTo>
                    <a:pt x="10400" y="66992"/>
                  </a:lnTo>
                  <a:cubicBezTo>
                    <a:pt x="9732" y="70730"/>
                    <a:pt x="11120" y="74808"/>
                    <a:pt x="12500" y="78531"/>
                  </a:cubicBezTo>
                  <a:cubicBezTo>
                    <a:pt x="10379" y="70125"/>
                    <a:pt x="14590" y="60764"/>
                    <a:pt x="22339" y="56858"/>
                  </a:cubicBezTo>
                  <a:lnTo>
                    <a:pt x="22339" y="56858"/>
                  </a:lnTo>
                  <a:cubicBezTo>
                    <a:pt x="20204" y="59828"/>
                    <a:pt x="18753" y="63391"/>
                    <a:pt x="18910" y="67069"/>
                  </a:cubicBezTo>
                  <a:cubicBezTo>
                    <a:pt x="19069" y="70734"/>
                    <a:pt x="21028" y="74498"/>
                    <a:pt x="24342" y="76317"/>
                  </a:cubicBezTo>
                  <a:cubicBezTo>
                    <a:pt x="20400" y="72160"/>
                    <a:pt x="20115" y="65255"/>
                    <a:pt x="23536" y="60952"/>
                  </a:cubicBezTo>
                  <a:lnTo>
                    <a:pt x="23536" y="60952"/>
                  </a:lnTo>
                  <a:cubicBezTo>
                    <a:pt x="22462" y="62535"/>
                    <a:pt x="22416" y="64810"/>
                    <a:pt x="23549" y="66451"/>
                  </a:cubicBezTo>
                  <a:cubicBezTo>
                    <a:pt x="24508" y="67842"/>
                    <a:pt x="26231" y="68650"/>
                    <a:pt x="27906" y="68650"/>
                  </a:cubicBezTo>
                  <a:cubicBezTo>
                    <a:pt x="28599" y="68650"/>
                    <a:pt x="29283" y="68511"/>
                    <a:pt x="29903" y="68219"/>
                  </a:cubicBezTo>
                  <a:lnTo>
                    <a:pt x="29903" y="68219"/>
                  </a:lnTo>
                  <a:cubicBezTo>
                    <a:pt x="29664" y="68287"/>
                    <a:pt x="29425" y="68318"/>
                    <a:pt x="29189" y="68318"/>
                  </a:cubicBezTo>
                  <a:cubicBezTo>
                    <a:pt x="27367" y="68318"/>
                    <a:pt x="25706" y="66423"/>
                    <a:pt x="25316" y="64548"/>
                  </a:cubicBezTo>
                  <a:cubicBezTo>
                    <a:pt x="24751" y="61836"/>
                    <a:pt x="25839" y="59047"/>
                    <a:pt x="27576" y="56932"/>
                  </a:cubicBezTo>
                  <a:cubicBezTo>
                    <a:pt x="29321" y="54809"/>
                    <a:pt x="31667" y="53248"/>
                    <a:pt x="33986" y="51712"/>
                  </a:cubicBezTo>
                  <a:lnTo>
                    <a:pt x="33986" y="51712"/>
                  </a:lnTo>
                  <a:cubicBezTo>
                    <a:pt x="32379" y="54516"/>
                    <a:pt x="32295" y="58128"/>
                    <a:pt x="33761" y="61077"/>
                  </a:cubicBezTo>
                  <a:cubicBezTo>
                    <a:pt x="33430" y="58505"/>
                    <a:pt x="34803" y="55844"/>
                    <a:pt x="37102" y="54621"/>
                  </a:cubicBezTo>
                  <a:lnTo>
                    <a:pt x="37102" y="54621"/>
                  </a:lnTo>
                  <a:cubicBezTo>
                    <a:pt x="35938" y="57734"/>
                    <a:pt x="36392" y="61410"/>
                    <a:pt x="38281" y="64235"/>
                  </a:cubicBezTo>
                  <a:cubicBezTo>
                    <a:pt x="37141" y="62278"/>
                    <a:pt x="37710" y="59767"/>
                    <a:pt x="39000" y="57964"/>
                  </a:cubicBezTo>
                  <a:cubicBezTo>
                    <a:pt x="40296" y="56156"/>
                    <a:pt x="42203" y="54868"/>
                    <a:pt x="43970" y="53476"/>
                  </a:cubicBezTo>
                  <a:cubicBezTo>
                    <a:pt x="48081" y="50242"/>
                    <a:pt x="51615" y="46261"/>
                    <a:pt x="54357" y="41766"/>
                  </a:cubicBezTo>
                  <a:lnTo>
                    <a:pt x="54357" y="41766"/>
                  </a:lnTo>
                  <a:cubicBezTo>
                    <a:pt x="54002" y="44377"/>
                    <a:pt x="52977" y="46878"/>
                    <a:pt x="51405" y="48981"/>
                  </a:cubicBezTo>
                  <a:cubicBezTo>
                    <a:pt x="56022" y="45507"/>
                    <a:pt x="57532" y="39406"/>
                    <a:pt x="58761" y="33741"/>
                  </a:cubicBezTo>
                  <a:lnTo>
                    <a:pt x="58761" y="33741"/>
                  </a:lnTo>
                  <a:cubicBezTo>
                    <a:pt x="60056" y="37767"/>
                    <a:pt x="59344" y="42331"/>
                    <a:pt x="56903" y="45735"/>
                  </a:cubicBezTo>
                  <a:cubicBezTo>
                    <a:pt x="60901" y="43377"/>
                    <a:pt x="63013" y="38714"/>
                    <a:pt x="63419" y="34111"/>
                  </a:cubicBezTo>
                  <a:cubicBezTo>
                    <a:pt x="63825" y="29488"/>
                    <a:pt x="62755" y="24853"/>
                    <a:pt x="61687" y="20294"/>
                  </a:cubicBezTo>
                  <a:lnTo>
                    <a:pt x="61687" y="20294"/>
                  </a:lnTo>
                  <a:cubicBezTo>
                    <a:pt x="63609" y="24058"/>
                    <a:pt x="65979" y="27595"/>
                    <a:pt x="68738" y="30809"/>
                  </a:cubicBezTo>
                  <a:cubicBezTo>
                    <a:pt x="64651" y="22561"/>
                    <a:pt x="66378" y="12472"/>
                    <a:pt x="62929" y="3832"/>
                  </a:cubicBezTo>
                  <a:cubicBezTo>
                    <a:pt x="62254" y="2139"/>
                    <a:pt x="61022" y="0"/>
                    <a:pt x="58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4459825" y="4848950"/>
              <a:ext cx="311175" cy="107950"/>
            </a:xfrm>
            <a:custGeom>
              <a:avLst/>
              <a:gdLst/>
              <a:ahLst/>
              <a:cxnLst/>
              <a:rect l="l" t="t" r="r" b="b"/>
              <a:pathLst>
                <a:path w="12447" h="4318" extrusionOk="0">
                  <a:moveTo>
                    <a:pt x="6921" y="1"/>
                  </a:moveTo>
                  <a:cubicBezTo>
                    <a:pt x="6562" y="1"/>
                    <a:pt x="6207" y="17"/>
                    <a:pt x="5862" y="48"/>
                  </a:cubicBezTo>
                  <a:cubicBezTo>
                    <a:pt x="5016" y="121"/>
                    <a:pt x="4182" y="250"/>
                    <a:pt x="3362" y="420"/>
                  </a:cubicBezTo>
                  <a:cubicBezTo>
                    <a:pt x="2785" y="853"/>
                    <a:pt x="2212" y="1302"/>
                    <a:pt x="1645" y="1745"/>
                  </a:cubicBezTo>
                  <a:cubicBezTo>
                    <a:pt x="2398" y="1682"/>
                    <a:pt x="3156" y="1616"/>
                    <a:pt x="3913" y="1549"/>
                  </a:cubicBezTo>
                  <a:lnTo>
                    <a:pt x="3913" y="1549"/>
                  </a:lnTo>
                  <a:cubicBezTo>
                    <a:pt x="2408" y="2127"/>
                    <a:pt x="1046" y="3090"/>
                    <a:pt x="1" y="4318"/>
                  </a:cubicBezTo>
                  <a:cubicBezTo>
                    <a:pt x="2656" y="2867"/>
                    <a:pt x="5605" y="1914"/>
                    <a:pt x="8566" y="1914"/>
                  </a:cubicBezTo>
                  <a:cubicBezTo>
                    <a:pt x="9865" y="1914"/>
                    <a:pt x="11166" y="2097"/>
                    <a:pt x="12446" y="2503"/>
                  </a:cubicBezTo>
                  <a:cubicBezTo>
                    <a:pt x="11505" y="639"/>
                    <a:pt x="9143" y="1"/>
                    <a:pt x="69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4417925" y="4308650"/>
              <a:ext cx="445250" cy="344575"/>
            </a:xfrm>
            <a:custGeom>
              <a:avLst/>
              <a:gdLst/>
              <a:ahLst/>
              <a:cxnLst/>
              <a:rect l="l" t="t" r="r" b="b"/>
              <a:pathLst>
                <a:path w="17810" h="13783" extrusionOk="0">
                  <a:moveTo>
                    <a:pt x="17810" y="0"/>
                  </a:moveTo>
                  <a:lnTo>
                    <a:pt x="17810" y="0"/>
                  </a:lnTo>
                  <a:cubicBezTo>
                    <a:pt x="14323" y="4124"/>
                    <a:pt x="9394" y="6703"/>
                    <a:pt x="4801" y="9621"/>
                  </a:cubicBezTo>
                  <a:cubicBezTo>
                    <a:pt x="3326" y="11141"/>
                    <a:pt x="1712" y="12534"/>
                    <a:pt x="0" y="13782"/>
                  </a:cubicBezTo>
                  <a:cubicBezTo>
                    <a:pt x="5265" y="10801"/>
                    <a:pt x="10504" y="7785"/>
                    <a:pt x="15721" y="4738"/>
                  </a:cubicBezTo>
                  <a:cubicBezTo>
                    <a:pt x="16721" y="3306"/>
                    <a:pt x="17443" y="1697"/>
                    <a:pt x="17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4925800" y="4573400"/>
              <a:ext cx="614725" cy="728250"/>
            </a:xfrm>
            <a:custGeom>
              <a:avLst/>
              <a:gdLst/>
              <a:ahLst/>
              <a:cxnLst/>
              <a:rect l="l" t="t" r="r" b="b"/>
              <a:pathLst>
                <a:path w="24589" h="29130" extrusionOk="0">
                  <a:moveTo>
                    <a:pt x="1209" y="0"/>
                  </a:moveTo>
                  <a:cubicBezTo>
                    <a:pt x="806" y="0"/>
                    <a:pt x="403" y="5"/>
                    <a:pt x="0" y="15"/>
                  </a:cubicBezTo>
                  <a:cubicBezTo>
                    <a:pt x="1856" y="166"/>
                    <a:pt x="3676" y="717"/>
                    <a:pt x="5316" y="1604"/>
                  </a:cubicBezTo>
                  <a:cubicBezTo>
                    <a:pt x="7491" y="2057"/>
                    <a:pt x="9646" y="2779"/>
                    <a:pt x="11441" y="4038"/>
                  </a:cubicBezTo>
                  <a:cubicBezTo>
                    <a:pt x="13823" y="5703"/>
                    <a:pt x="15442" y="8220"/>
                    <a:pt x="16308" y="10879"/>
                  </a:cubicBezTo>
                  <a:cubicBezTo>
                    <a:pt x="17556" y="14731"/>
                    <a:pt x="17267" y="19036"/>
                    <a:pt x="15220" y="22501"/>
                  </a:cubicBezTo>
                  <a:cubicBezTo>
                    <a:pt x="13183" y="25945"/>
                    <a:pt x="9354" y="28447"/>
                    <a:pt x="5167" y="28750"/>
                  </a:cubicBezTo>
                  <a:cubicBezTo>
                    <a:pt x="6071" y="29009"/>
                    <a:pt x="6992" y="29130"/>
                    <a:pt x="7909" y="29130"/>
                  </a:cubicBezTo>
                  <a:cubicBezTo>
                    <a:pt x="12349" y="29130"/>
                    <a:pt x="16704" y="26290"/>
                    <a:pt x="18670" y="22440"/>
                  </a:cubicBezTo>
                  <a:cubicBezTo>
                    <a:pt x="21056" y="17762"/>
                    <a:pt x="20459" y="12107"/>
                    <a:pt x="18443" y="7193"/>
                  </a:cubicBezTo>
                  <a:lnTo>
                    <a:pt x="18443" y="7193"/>
                  </a:lnTo>
                  <a:cubicBezTo>
                    <a:pt x="21640" y="9250"/>
                    <a:pt x="23650" y="12843"/>
                    <a:pt x="23624" y="16458"/>
                  </a:cubicBezTo>
                  <a:cubicBezTo>
                    <a:pt x="24589" y="11116"/>
                    <a:pt x="21728" y="5780"/>
                    <a:pt x="17247" y="2201"/>
                  </a:cubicBezTo>
                  <a:lnTo>
                    <a:pt x="17247" y="2201"/>
                  </a:lnTo>
                  <a:cubicBezTo>
                    <a:pt x="17282" y="2351"/>
                    <a:pt x="17315" y="2510"/>
                    <a:pt x="17325" y="2671"/>
                  </a:cubicBezTo>
                  <a:cubicBezTo>
                    <a:pt x="12147" y="908"/>
                    <a:pt x="6679" y="0"/>
                    <a:pt x="1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3689275" y="3996725"/>
              <a:ext cx="55650" cy="47025"/>
            </a:xfrm>
            <a:custGeom>
              <a:avLst/>
              <a:gdLst/>
              <a:ahLst/>
              <a:cxnLst/>
              <a:rect l="l" t="t" r="r" b="b"/>
              <a:pathLst>
                <a:path w="2226" h="1881" extrusionOk="0">
                  <a:moveTo>
                    <a:pt x="2106" y="0"/>
                  </a:moveTo>
                  <a:cubicBezTo>
                    <a:pt x="2096" y="0"/>
                    <a:pt x="2085" y="2"/>
                    <a:pt x="2074" y="6"/>
                  </a:cubicBezTo>
                  <a:cubicBezTo>
                    <a:pt x="1883" y="81"/>
                    <a:pt x="1726" y="211"/>
                    <a:pt x="1564" y="333"/>
                  </a:cubicBezTo>
                  <a:cubicBezTo>
                    <a:pt x="1389" y="463"/>
                    <a:pt x="1234" y="619"/>
                    <a:pt x="1071" y="764"/>
                  </a:cubicBezTo>
                  <a:cubicBezTo>
                    <a:pt x="757" y="1045"/>
                    <a:pt x="440" y="1327"/>
                    <a:pt x="126" y="1608"/>
                  </a:cubicBezTo>
                  <a:cubicBezTo>
                    <a:pt x="1" y="1720"/>
                    <a:pt x="116" y="1881"/>
                    <a:pt x="248" y="1881"/>
                  </a:cubicBezTo>
                  <a:cubicBezTo>
                    <a:pt x="284" y="1881"/>
                    <a:pt x="321" y="1869"/>
                    <a:pt x="356" y="1840"/>
                  </a:cubicBezTo>
                  <a:cubicBezTo>
                    <a:pt x="675" y="1569"/>
                    <a:pt x="994" y="1300"/>
                    <a:pt x="1312" y="1030"/>
                  </a:cubicBezTo>
                  <a:cubicBezTo>
                    <a:pt x="1465" y="899"/>
                    <a:pt x="1628" y="774"/>
                    <a:pt x="1775" y="635"/>
                  </a:cubicBezTo>
                  <a:cubicBezTo>
                    <a:pt x="1924" y="493"/>
                    <a:pt x="2090" y="339"/>
                    <a:pt x="2190" y="157"/>
                  </a:cubicBezTo>
                  <a:cubicBezTo>
                    <a:pt x="2225" y="95"/>
                    <a:pt x="2178" y="0"/>
                    <a:pt x="2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3755675" y="3980025"/>
              <a:ext cx="58600" cy="48175"/>
            </a:xfrm>
            <a:custGeom>
              <a:avLst/>
              <a:gdLst/>
              <a:ahLst/>
              <a:cxnLst/>
              <a:rect l="l" t="t" r="r" b="b"/>
              <a:pathLst>
                <a:path w="2344" h="1927" extrusionOk="0">
                  <a:moveTo>
                    <a:pt x="2234" y="0"/>
                  </a:moveTo>
                  <a:cubicBezTo>
                    <a:pt x="2220" y="0"/>
                    <a:pt x="2205" y="4"/>
                    <a:pt x="2191" y="13"/>
                  </a:cubicBezTo>
                  <a:lnTo>
                    <a:pt x="2193" y="13"/>
                  </a:lnTo>
                  <a:cubicBezTo>
                    <a:pt x="2008" y="133"/>
                    <a:pt x="1848" y="304"/>
                    <a:pt x="1694" y="459"/>
                  </a:cubicBezTo>
                  <a:cubicBezTo>
                    <a:pt x="1538" y="617"/>
                    <a:pt x="1372" y="766"/>
                    <a:pt x="1210" y="914"/>
                  </a:cubicBezTo>
                  <a:cubicBezTo>
                    <a:pt x="880" y="1216"/>
                    <a:pt x="515" y="1476"/>
                    <a:pt x="126" y="1694"/>
                  </a:cubicBezTo>
                  <a:cubicBezTo>
                    <a:pt x="0" y="1764"/>
                    <a:pt x="77" y="1926"/>
                    <a:pt x="194" y="1926"/>
                  </a:cubicBezTo>
                  <a:cubicBezTo>
                    <a:pt x="213" y="1926"/>
                    <a:pt x="234" y="1922"/>
                    <a:pt x="254" y="1912"/>
                  </a:cubicBezTo>
                  <a:cubicBezTo>
                    <a:pt x="680" y="1715"/>
                    <a:pt x="1078" y="1466"/>
                    <a:pt x="1448" y="1177"/>
                  </a:cubicBezTo>
                  <a:cubicBezTo>
                    <a:pt x="1629" y="1036"/>
                    <a:pt x="1790" y="881"/>
                    <a:pt x="1944" y="710"/>
                  </a:cubicBezTo>
                  <a:cubicBezTo>
                    <a:pt x="2098" y="541"/>
                    <a:pt x="2255" y="334"/>
                    <a:pt x="2325" y="114"/>
                  </a:cubicBezTo>
                  <a:cubicBezTo>
                    <a:pt x="2344" y="57"/>
                    <a:pt x="2290" y="0"/>
                    <a:pt x="2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4210875" y="3603200"/>
              <a:ext cx="15900" cy="47750"/>
            </a:xfrm>
            <a:custGeom>
              <a:avLst/>
              <a:gdLst/>
              <a:ahLst/>
              <a:cxnLst/>
              <a:rect l="l" t="t" r="r" b="b"/>
              <a:pathLst>
                <a:path w="636" h="1910" extrusionOk="0">
                  <a:moveTo>
                    <a:pt x="209" y="1"/>
                  </a:moveTo>
                  <a:cubicBezTo>
                    <a:pt x="107" y="1"/>
                    <a:pt x="0" y="73"/>
                    <a:pt x="12" y="186"/>
                  </a:cubicBezTo>
                  <a:cubicBezTo>
                    <a:pt x="27" y="336"/>
                    <a:pt x="27" y="487"/>
                    <a:pt x="49" y="636"/>
                  </a:cubicBezTo>
                  <a:cubicBezTo>
                    <a:pt x="73" y="776"/>
                    <a:pt x="86" y="874"/>
                    <a:pt x="98" y="1018"/>
                  </a:cubicBezTo>
                  <a:cubicBezTo>
                    <a:pt x="110" y="1157"/>
                    <a:pt x="120" y="1324"/>
                    <a:pt x="133" y="1441"/>
                  </a:cubicBezTo>
                  <a:cubicBezTo>
                    <a:pt x="150" y="1578"/>
                    <a:pt x="166" y="1767"/>
                    <a:pt x="270" y="1870"/>
                  </a:cubicBezTo>
                  <a:cubicBezTo>
                    <a:pt x="299" y="1898"/>
                    <a:pt x="331" y="1910"/>
                    <a:pt x="364" y="1910"/>
                  </a:cubicBezTo>
                  <a:cubicBezTo>
                    <a:pt x="400" y="1910"/>
                    <a:pt x="436" y="1895"/>
                    <a:pt x="467" y="1870"/>
                  </a:cubicBezTo>
                  <a:cubicBezTo>
                    <a:pt x="526" y="1825"/>
                    <a:pt x="550" y="1742"/>
                    <a:pt x="577" y="1676"/>
                  </a:cubicBezTo>
                  <a:cubicBezTo>
                    <a:pt x="610" y="1593"/>
                    <a:pt x="614" y="1500"/>
                    <a:pt x="622" y="1410"/>
                  </a:cubicBezTo>
                  <a:cubicBezTo>
                    <a:pt x="636" y="1268"/>
                    <a:pt x="622" y="1129"/>
                    <a:pt x="605" y="987"/>
                  </a:cubicBezTo>
                  <a:cubicBezTo>
                    <a:pt x="588" y="835"/>
                    <a:pt x="566" y="683"/>
                    <a:pt x="534" y="532"/>
                  </a:cubicBezTo>
                  <a:cubicBezTo>
                    <a:pt x="502" y="380"/>
                    <a:pt x="426" y="231"/>
                    <a:pt x="360" y="91"/>
                  </a:cubicBezTo>
                  <a:cubicBezTo>
                    <a:pt x="331" y="28"/>
                    <a:pt x="271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4238350" y="3619700"/>
              <a:ext cx="10425" cy="40850"/>
            </a:xfrm>
            <a:custGeom>
              <a:avLst/>
              <a:gdLst/>
              <a:ahLst/>
              <a:cxnLst/>
              <a:rect l="l" t="t" r="r" b="b"/>
              <a:pathLst>
                <a:path w="417" h="1634" extrusionOk="0">
                  <a:moveTo>
                    <a:pt x="116" y="1"/>
                  </a:moveTo>
                  <a:cubicBezTo>
                    <a:pt x="97" y="1"/>
                    <a:pt x="78" y="5"/>
                    <a:pt x="61" y="14"/>
                  </a:cubicBezTo>
                  <a:cubicBezTo>
                    <a:pt x="5" y="47"/>
                    <a:pt x="0" y="111"/>
                    <a:pt x="22" y="163"/>
                  </a:cubicBezTo>
                  <a:cubicBezTo>
                    <a:pt x="117" y="380"/>
                    <a:pt x="161" y="617"/>
                    <a:pt x="161" y="853"/>
                  </a:cubicBezTo>
                  <a:cubicBezTo>
                    <a:pt x="159" y="967"/>
                    <a:pt x="144" y="1077"/>
                    <a:pt x="127" y="1188"/>
                  </a:cubicBezTo>
                  <a:cubicBezTo>
                    <a:pt x="119" y="1246"/>
                    <a:pt x="117" y="1303"/>
                    <a:pt x="107" y="1363"/>
                  </a:cubicBezTo>
                  <a:cubicBezTo>
                    <a:pt x="97" y="1427"/>
                    <a:pt x="76" y="1490"/>
                    <a:pt x="80" y="1556"/>
                  </a:cubicBezTo>
                  <a:cubicBezTo>
                    <a:pt x="82" y="1602"/>
                    <a:pt x="121" y="1634"/>
                    <a:pt x="161" y="1634"/>
                  </a:cubicBezTo>
                  <a:cubicBezTo>
                    <a:pt x="179" y="1634"/>
                    <a:pt x="198" y="1627"/>
                    <a:pt x="214" y="1611"/>
                  </a:cubicBezTo>
                  <a:cubicBezTo>
                    <a:pt x="300" y="1527"/>
                    <a:pt x="352" y="1375"/>
                    <a:pt x="381" y="1258"/>
                  </a:cubicBezTo>
                  <a:cubicBezTo>
                    <a:pt x="415" y="1126"/>
                    <a:pt x="417" y="975"/>
                    <a:pt x="410" y="840"/>
                  </a:cubicBezTo>
                  <a:cubicBezTo>
                    <a:pt x="398" y="566"/>
                    <a:pt x="330" y="300"/>
                    <a:pt x="210" y="53"/>
                  </a:cubicBezTo>
                  <a:cubicBezTo>
                    <a:pt x="193" y="19"/>
                    <a:pt x="155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3349975" y="4107675"/>
              <a:ext cx="44125" cy="28300"/>
            </a:xfrm>
            <a:custGeom>
              <a:avLst/>
              <a:gdLst/>
              <a:ahLst/>
              <a:cxnLst/>
              <a:rect l="l" t="t" r="r" b="b"/>
              <a:pathLst>
                <a:path w="1765" h="1132" extrusionOk="0">
                  <a:moveTo>
                    <a:pt x="1586" y="1"/>
                  </a:moveTo>
                  <a:cubicBezTo>
                    <a:pt x="1529" y="1"/>
                    <a:pt x="1478" y="30"/>
                    <a:pt x="1425" y="53"/>
                  </a:cubicBezTo>
                  <a:cubicBezTo>
                    <a:pt x="1206" y="146"/>
                    <a:pt x="1007" y="290"/>
                    <a:pt x="811" y="422"/>
                  </a:cubicBezTo>
                  <a:cubicBezTo>
                    <a:pt x="581" y="576"/>
                    <a:pt x="350" y="729"/>
                    <a:pt x="120" y="883"/>
                  </a:cubicBezTo>
                  <a:cubicBezTo>
                    <a:pt x="0" y="963"/>
                    <a:pt x="71" y="1132"/>
                    <a:pt x="187" y="1132"/>
                  </a:cubicBezTo>
                  <a:cubicBezTo>
                    <a:pt x="208" y="1132"/>
                    <a:pt x="231" y="1126"/>
                    <a:pt x="254" y="1113"/>
                  </a:cubicBezTo>
                  <a:cubicBezTo>
                    <a:pt x="675" y="882"/>
                    <a:pt x="1112" y="667"/>
                    <a:pt x="1511" y="398"/>
                  </a:cubicBezTo>
                  <a:cubicBezTo>
                    <a:pt x="1606" y="335"/>
                    <a:pt x="1765" y="235"/>
                    <a:pt x="1731" y="100"/>
                  </a:cubicBezTo>
                  <a:cubicBezTo>
                    <a:pt x="1719" y="51"/>
                    <a:pt x="1678" y="21"/>
                    <a:pt x="1631" y="7"/>
                  </a:cubicBezTo>
                  <a:cubicBezTo>
                    <a:pt x="1615" y="3"/>
                    <a:pt x="1600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3302550" y="4114600"/>
              <a:ext cx="52425" cy="35800"/>
            </a:xfrm>
            <a:custGeom>
              <a:avLst/>
              <a:gdLst/>
              <a:ahLst/>
              <a:cxnLst/>
              <a:rect l="l" t="t" r="r" b="b"/>
              <a:pathLst>
                <a:path w="2097" h="1432" extrusionOk="0">
                  <a:moveTo>
                    <a:pt x="1862" y="1"/>
                  </a:moveTo>
                  <a:cubicBezTo>
                    <a:pt x="1771" y="1"/>
                    <a:pt x="1668" y="32"/>
                    <a:pt x="1601" y="45"/>
                  </a:cubicBezTo>
                  <a:cubicBezTo>
                    <a:pt x="1454" y="75"/>
                    <a:pt x="1309" y="151"/>
                    <a:pt x="1177" y="221"/>
                  </a:cubicBezTo>
                  <a:cubicBezTo>
                    <a:pt x="1038" y="293"/>
                    <a:pt x="906" y="375"/>
                    <a:pt x="779" y="466"/>
                  </a:cubicBezTo>
                  <a:cubicBezTo>
                    <a:pt x="493" y="674"/>
                    <a:pt x="260" y="924"/>
                    <a:pt x="65" y="1220"/>
                  </a:cubicBezTo>
                  <a:cubicBezTo>
                    <a:pt x="1" y="1317"/>
                    <a:pt x="97" y="1431"/>
                    <a:pt x="193" y="1431"/>
                  </a:cubicBezTo>
                  <a:cubicBezTo>
                    <a:pt x="226" y="1431"/>
                    <a:pt x="258" y="1418"/>
                    <a:pt x="283" y="1388"/>
                  </a:cubicBezTo>
                  <a:cubicBezTo>
                    <a:pt x="473" y="1163"/>
                    <a:pt x="698" y="962"/>
                    <a:pt x="938" y="791"/>
                  </a:cubicBezTo>
                  <a:cubicBezTo>
                    <a:pt x="1062" y="705"/>
                    <a:pt x="1190" y="625"/>
                    <a:pt x="1326" y="557"/>
                  </a:cubicBezTo>
                  <a:cubicBezTo>
                    <a:pt x="1459" y="488"/>
                    <a:pt x="1605" y="441"/>
                    <a:pt x="1738" y="373"/>
                  </a:cubicBezTo>
                  <a:cubicBezTo>
                    <a:pt x="1843" y="320"/>
                    <a:pt x="2097" y="258"/>
                    <a:pt x="2033" y="94"/>
                  </a:cubicBezTo>
                  <a:cubicBezTo>
                    <a:pt x="2004" y="22"/>
                    <a:pt x="1938" y="1"/>
                    <a:pt x="1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2915025" y="4484125"/>
              <a:ext cx="15475" cy="46375"/>
            </a:xfrm>
            <a:custGeom>
              <a:avLst/>
              <a:gdLst/>
              <a:ahLst/>
              <a:cxnLst/>
              <a:rect l="l" t="t" r="r" b="b"/>
              <a:pathLst>
                <a:path w="619" h="1855" extrusionOk="0">
                  <a:moveTo>
                    <a:pt x="482" y="0"/>
                  </a:moveTo>
                  <a:cubicBezTo>
                    <a:pt x="423" y="0"/>
                    <a:pt x="364" y="39"/>
                    <a:pt x="351" y="98"/>
                  </a:cubicBezTo>
                  <a:cubicBezTo>
                    <a:pt x="292" y="360"/>
                    <a:pt x="235" y="624"/>
                    <a:pt x="175" y="886"/>
                  </a:cubicBezTo>
                  <a:cubicBezTo>
                    <a:pt x="116" y="1152"/>
                    <a:pt x="35" y="1423"/>
                    <a:pt x="10" y="1692"/>
                  </a:cubicBezTo>
                  <a:cubicBezTo>
                    <a:pt x="0" y="1798"/>
                    <a:pt x="85" y="1855"/>
                    <a:pt x="173" y="1855"/>
                  </a:cubicBezTo>
                  <a:cubicBezTo>
                    <a:pt x="244" y="1855"/>
                    <a:pt x="318" y="1817"/>
                    <a:pt x="341" y="1737"/>
                  </a:cubicBezTo>
                  <a:cubicBezTo>
                    <a:pt x="378" y="1610"/>
                    <a:pt x="392" y="1477"/>
                    <a:pt x="414" y="1346"/>
                  </a:cubicBezTo>
                  <a:cubicBezTo>
                    <a:pt x="436" y="1216"/>
                    <a:pt x="458" y="1084"/>
                    <a:pt x="478" y="954"/>
                  </a:cubicBezTo>
                  <a:lnTo>
                    <a:pt x="607" y="169"/>
                  </a:lnTo>
                  <a:cubicBezTo>
                    <a:pt x="619" y="98"/>
                    <a:pt x="590" y="25"/>
                    <a:pt x="515" y="5"/>
                  </a:cubicBezTo>
                  <a:cubicBezTo>
                    <a:pt x="504" y="2"/>
                    <a:pt x="493" y="0"/>
                    <a:pt x="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2941425" y="4462500"/>
              <a:ext cx="21850" cy="45750"/>
            </a:xfrm>
            <a:custGeom>
              <a:avLst/>
              <a:gdLst/>
              <a:ahLst/>
              <a:cxnLst/>
              <a:rect l="l" t="t" r="r" b="b"/>
              <a:pathLst>
                <a:path w="874" h="1830" extrusionOk="0">
                  <a:moveTo>
                    <a:pt x="729" y="1"/>
                  </a:moveTo>
                  <a:cubicBezTo>
                    <a:pt x="673" y="1"/>
                    <a:pt x="629" y="41"/>
                    <a:pt x="608" y="93"/>
                  </a:cubicBezTo>
                  <a:cubicBezTo>
                    <a:pt x="496" y="366"/>
                    <a:pt x="383" y="638"/>
                    <a:pt x="273" y="911"/>
                  </a:cubicBezTo>
                  <a:cubicBezTo>
                    <a:pt x="216" y="1048"/>
                    <a:pt x="163" y="1181"/>
                    <a:pt x="119" y="1323"/>
                  </a:cubicBezTo>
                  <a:cubicBezTo>
                    <a:pt x="79" y="1457"/>
                    <a:pt x="1" y="1611"/>
                    <a:pt x="46" y="1750"/>
                  </a:cubicBezTo>
                  <a:cubicBezTo>
                    <a:pt x="62" y="1796"/>
                    <a:pt x="107" y="1829"/>
                    <a:pt x="154" y="1829"/>
                  </a:cubicBezTo>
                  <a:cubicBezTo>
                    <a:pt x="172" y="1829"/>
                    <a:pt x="190" y="1825"/>
                    <a:pt x="207" y="1814"/>
                  </a:cubicBezTo>
                  <a:cubicBezTo>
                    <a:pt x="282" y="1770"/>
                    <a:pt x="310" y="1723"/>
                    <a:pt x="344" y="1643"/>
                  </a:cubicBezTo>
                  <a:lnTo>
                    <a:pt x="429" y="1440"/>
                  </a:lnTo>
                  <a:cubicBezTo>
                    <a:pt x="488" y="1298"/>
                    <a:pt x="537" y="1158"/>
                    <a:pt x="584" y="1012"/>
                  </a:cubicBezTo>
                  <a:cubicBezTo>
                    <a:pt x="674" y="728"/>
                    <a:pt x="762" y="444"/>
                    <a:pt x="852" y="161"/>
                  </a:cubicBezTo>
                  <a:cubicBezTo>
                    <a:pt x="874" y="95"/>
                    <a:pt x="828" y="22"/>
                    <a:pt x="764" y="4"/>
                  </a:cubicBezTo>
                  <a:lnTo>
                    <a:pt x="764" y="5"/>
                  </a:lnTo>
                  <a:cubicBezTo>
                    <a:pt x="752" y="2"/>
                    <a:pt x="740" y="1"/>
                    <a:pt x="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2931675" y="4427650"/>
              <a:ext cx="19775" cy="30350"/>
            </a:xfrm>
            <a:custGeom>
              <a:avLst/>
              <a:gdLst/>
              <a:ahLst/>
              <a:cxnLst/>
              <a:rect l="l" t="t" r="r" b="b"/>
              <a:pathLst>
                <a:path w="791" h="1214" extrusionOk="0">
                  <a:moveTo>
                    <a:pt x="696" y="1"/>
                  </a:moveTo>
                  <a:cubicBezTo>
                    <a:pt x="591" y="1"/>
                    <a:pt x="494" y="97"/>
                    <a:pt x="430" y="168"/>
                  </a:cubicBezTo>
                  <a:cubicBezTo>
                    <a:pt x="354" y="253"/>
                    <a:pt x="286" y="346"/>
                    <a:pt x="227" y="444"/>
                  </a:cubicBezTo>
                  <a:cubicBezTo>
                    <a:pt x="115" y="631"/>
                    <a:pt x="39" y="843"/>
                    <a:pt x="8" y="1061"/>
                  </a:cubicBezTo>
                  <a:cubicBezTo>
                    <a:pt x="0" y="1125"/>
                    <a:pt x="25" y="1191"/>
                    <a:pt x="93" y="1210"/>
                  </a:cubicBezTo>
                  <a:cubicBezTo>
                    <a:pt x="102" y="1212"/>
                    <a:pt x="112" y="1214"/>
                    <a:pt x="121" y="1214"/>
                  </a:cubicBezTo>
                  <a:cubicBezTo>
                    <a:pt x="174" y="1214"/>
                    <a:pt x="233" y="1180"/>
                    <a:pt x="242" y="1125"/>
                  </a:cubicBezTo>
                  <a:cubicBezTo>
                    <a:pt x="272" y="929"/>
                    <a:pt x="337" y="745"/>
                    <a:pt x="438" y="576"/>
                  </a:cubicBezTo>
                  <a:cubicBezTo>
                    <a:pt x="487" y="496"/>
                    <a:pt x="541" y="422"/>
                    <a:pt x="604" y="352"/>
                  </a:cubicBezTo>
                  <a:cubicBezTo>
                    <a:pt x="641" y="312"/>
                    <a:pt x="682" y="275"/>
                    <a:pt x="716" y="229"/>
                  </a:cubicBezTo>
                  <a:cubicBezTo>
                    <a:pt x="748" y="183"/>
                    <a:pt x="787" y="144"/>
                    <a:pt x="788" y="85"/>
                  </a:cubicBezTo>
                  <a:cubicBezTo>
                    <a:pt x="790" y="50"/>
                    <a:pt x="763" y="9"/>
                    <a:pt x="727" y="2"/>
                  </a:cubicBezTo>
                  <a:lnTo>
                    <a:pt x="727" y="4"/>
                  </a:lnTo>
                  <a:cubicBezTo>
                    <a:pt x="717" y="2"/>
                    <a:pt x="707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3110650" y="4970975"/>
              <a:ext cx="43150" cy="37750"/>
            </a:xfrm>
            <a:custGeom>
              <a:avLst/>
              <a:gdLst/>
              <a:ahLst/>
              <a:cxnLst/>
              <a:rect l="l" t="t" r="r" b="b"/>
              <a:pathLst>
                <a:path w="1726" h="1510" extrusionOk="0">
                  <a:moveTo>
                    <a:pt x="170" y="0"/>
                  </a:moveTo>
                  <a:cubicBezTo>
                    <a:pt x="79" y="0"/>
                    <a:pt x="0" y="113"/>
                    <a:pt x="85" y="193"/>
                  </a:cubicBezTo>
                  <a:cubicBezTo>
                    <a:pt x="328" y="422"/>
                    <a:pt x="570" y="650"/>
                    <a:pt x="814" y="880"/>
                  </a:cubicBezTo>
                  <a:cubicBezTo>
                    <a:pt x="932" y="990"/>
                    <a:pt x="1051" y="1102"/>
                    <a:pt x="1167" y="1213"/>
                  </a:cubicBezTo>
                  <a:cubicBezTo>
                    <a:pt x="1232" y="1272"/>
                    <a:pt x="1296" y="1328"/>
                    <a:pt x="1362" y="1382"/>
                  </a:cubicBezTo>
                  <a:cubicBezTo>
                    <a:pt x="1392" y="1408"/>
                    <a:pt x="1421" y="1431"/>
                    <a:pt x="1452" y="1455"/>
                  </a:cubicBezTo>
                  <a:cubicBezTo>
                    <a:pt x="1494" y="1489"/>
                    <a:pt x="1536" y="1499"/>
                    <a:pt x="1589" y="1508"/>
                  </a:cubicBezTo>
                  <a:cubicBezTo>
                    <a:pt x="1595" y="1509"/>
                    <a:pt x="1602" y="1509"/>
                    <a:pt x="1608" y="1509"/>
                  </a:cubicBezTo>
                  <a:cubicBezTo>
                    <a:pt x="1671" y="1509"/>
                    <a:pt x="1725" y="1458"/>
                    <a:pt x="1707" y="1389"/>
                  </a:cubicBezTo>
                  <a:cubicBezTo>
                    <a:pt x="1683" y="1300"/>
                    <a:pt x="1641" y="1250"/>
                    <a:pt x="1577" y="1188"/>
                  </a:cubicBezTo>
                  <a:cubicBezTo>
                    <a:pt x="1516" y="1127"/>
                    <a:pt x="1455" y="1068"/>
                    <a:pt x="1389" y="1012"/>
                  </a:cubicBezTo>
                  <a:cubicBezTo>
                    <a:pt x="1262" y="904"/>
                    <a:pt x="1135" y="794"/>
                    <a:pt x="1008" y="685"/>
                  </a:cubicBezTo>
                  <a:cubicBezTo>
                    <a:pt x="755" y="467"/>
                    <a:pt x="501" y="249"/>
                    <a:pt x="247" y="31"/>
                  </a:cubicBezTo>
                  <a:cubicBezTo>
                    <a:pt x="223" y="9"/>
                    <a:pt x="196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3159025" y="4991125"/>
              <a:ext cx="54050" cy="23550"/>
            </a:xfrm>
            <a:custGeom>
              <a:avLst/>
              <a:gdLst/>
              <a:ahLst/>
              <a:cxnLst/>
              <a:rect l="l" t="t" r="r" b="b"/>
              <a:pathLst>
                <a:path w="2162" h="942" extrusionOk="0">
                  <a:moveTo>
                    <a:pt x="150" y="0"/>
                  </a:moveTo>
                  <a:cubicBezTo>
                    <a:pt x="93" y="0"/>
                    <a:pt x="38" y="45"/>
                    <a:pt x="22" y="99"/>
                  </a:cubicBezTo>
                  <a:cubicBezTo>
                    <a:pt x="0" y="175"/>
                    <a:pt x="49" y="235"/>
                    <a:pt x="115" y="262"/>
                  </a:cubicBezTo>
                  <a:cubicBezTo>
                    <a:pt x="432" y="394"/>
                    <a:pt x="750" y="524"/>
                    <a:pt x="1068" y="654"/>
                  </a:cubicBezTo>
                  <a:cubicBezTo>
                    <a:pt x="1225" y="718"/>
                    <a:pt x="1379" y="779"/>
                    <a:pt x="1542" y="827"/>
                  </a:cubicBezTo>
                  <a:cubicBezTo>
                    <a:pt x="1706" y="876"/>
                    <a:pt x="1863" y="932"/>
                    <a:pt x="2035" y="942"/>
                  </a:cubicBezTo>
                  <a:cubicBezTo>
                    <a:pt x="2037" y="942"/>
                    <a:pt x="2038" y="942"/>
                    <a:pt x="2039" y="942"/>
                  </a:cubicBezTo>
                  <a:cubicBezTo>
                    <a:pt x="2111" y="942"/>
                    <a:pt x="2161" y="834"/>
                    <a:pt x="2100" y="786"/>
                  </a:cubicBezTo>
                  <a:cubicBezTo>
                    <a:pt x="1964" y="681"/>
                    <a:pt x="1816" y="617"/>
                    <a:pt x="1660" y="546"/>
                  </a:cubicBezTo>
                  <a:cubicBezTo>
                    <a:pt x="1499" y="470"/>
                    <a:pt x="1339" y="409"/>
                    <a:pt x="1171" y="350"/>
                  </a:cubicBezTo>
                  <a:cubicBezTo>
                    <a:pt x="843" y="236"/>
                    <a:pt x="515" y="121"/>
                    <a:pt x="185" y="6"/>
                  </a:cubicBezTo>
                  <a:cubicBezTo>
                    <a:pt x="173" y="2"/>
                    <a:pt x="161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3349200" y="5178825"/>
              <a:ext cx="52775" cy="32875"/>
            </a:xfrm>
            <a:custGeom>
              <a:avLst/>
              <a:gdLst/>
              <a:ahLst/>
              <a:cxnLst/>
              <a:rect l="l" t="t" r="r" b="b"/>
              <a:pathLst>
                <a:path w="2111" h="1315" extrusionOk="0">
                  <a:moveTo>
                    <a:pt x="229" y="0"/>
                  </a:moveTo>
                  <a:cubicBezTo>
                    <a:pt x="117" y="0"/>
                    <a:pt x="0" y="129"/>
                    <a:pt x="82" y="238"/>
                  </a:cubicBezTo>
                  <a:cubicBezTo>
                    <a:pt x="310" y="539"/>
                    <a:pt x="586" y="798"/>
                    <a:pt x="909" y="997"/>
                  </a:cubicBezTo>
                  <a:cubicBezTo>
                    <a:pt x="1068" y="1097"/>
                    <a:pt x="1237" y="1178"/>
                    <a:pt x="1412" y="1246"/>
                  </a:cubicBezTo>
                  <a:cubicBezTo>
                    <a:pt x="1505" y="1283"/>
                    <a:pt x="1603" y="1293"/>
                    <a:pt x="1704" y="1307"/>
                  </a:cubicBezTo>
                  <a:cubicBezTo>
                    <a:pt x="1744" y="1311"/>
                    <a:pt x="1781" y="1314"/>
                    <a:pt x="1818" y="1314"/>
                  </a:cubicBezTo>
                  <a:cubicBezTo>
                    <a:pt x="1876" y="1314"/>
                    <a:pt x="1932" y="1307"/>
                    <a:pt x="1994" y="1285"/>
                  </a:cubicBezTo>
                  <a:cubicBezTo>
                    <a:pt x="2104" y="1248"/>
                    <a:pt x="2110" y="1119"/>
                    <a:pt x="2024" y="1053"/>
                  </a:cubicBezTo>
                  <a:lnTo>
                    <a:pt x="2022" y="1053"/>
                  </a:lnTo>
                  <a:cubicBezTo>
                    <a:pt x="1950" y="999"/>
                    <a:pt x="1880" y="970"/>
                    <a:pt x="1794" y="938"/>
                  </a:cubicBezTo>
                  <a:cubicBezTo>
                    <a:pt x="1713" y="906"/>
                    <a:pt x="1635" y="865"/>
                    <a:pt x="1552" y="840"/>
                  </a:cubicBezTo>
                  <a:cubicBezTo>
                    <a:pt x="1396" y="794"/>
                    <a:pt x="1249" y="733"/>
                    <a:pt x="1107" y="659"/>
                  </a:cubicBezTo>
                  <a:cubicBezTo>
                    <a:pt x="809" y="505"/>
                    <a:pt x="549" y="299"/>
                    <a:pt x="329" y="47"/>
                  </a:cubicBezTo>
                  <a:cubicBezTo>
                    <a:pt x="301" y="14"/>
                    <a:pt x="265" y="0"/>
                    <a:pt x="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3431850" y="5213225"/>
              <a:ext cx="33175" cy="10375"/>
            </a:xfrm>
            <a:custGeom>
              <a:avLst/>
              <a:gdLst/>
              <a:ahLst/>
              <a:cxnLst/>
              <a:rect l="l" t="t" r="r" b="b"/>
              <a:pathLst>
                <a:path w="1327" h="415" extrusionOk="0">
                  <a:moveTo>
                    <a:pt x="102" y="1"/>
                  </a:moveTo>
                  <a:cubicBezTo>
                    <a:pt x="26" y="1"/>
                    <a:pt x="1" y="122"/>
                    <a:pt x="83" y="142"/>
                  </a:cubicBezTo>
                  <a:lnTo>
                    <a:pt x="675" y="286"/>
                  </a:lnTo>
                  <a:cubicBezTo>
                    <a:pt x="772" y="308"/>
                    <a:pt x="868" y="332"/>
                    <a:pt x="966" y="355"/>
                  </a:cubicBezTo>
                  <a:cubicBezTo>
                    <a:pt x="1049" y="375"/>
                    <a:pt x="1145" y="414"/>
                    <a:pt x="1233" y="414"/>
                  </a:cubicBezTo>
                  <a:cubicBezTo>
                    <a:pt x="1242" y="414"/>
                    <a:pt x="1251" y="414"/>
                    <a:pt x="1261" y="413"/>
                  </a:cubicBezTo>
                  <a:cubicBezTo>
                    <a:pt x="1308" y="410"/>
                    <a:pt x="1327" y="350"/>
                    <a:pt x="1286" y="323"/>
                  </a:cubicBezTo>
                  <a:cubicBezTo>
                    <a:pt x="1208" y="271"/>
                    <a:pt x="1098" y="261"/>
                    <a:pt x="1010" y="237"/>
                  </a:cubicBezTo>
                  <a:cubicBezTo>
                    <a:pt x="910" y="210"/>
                    <a:pt x="811" y="185"/>
                    <a:pt x="711" y="157"/>
                  </a:cubicBezTo>
                  <a:cubicBezTo>
                    <a:pt x="515" y="107"/>
                    <a:pt x="318" y="54"/>
                    <a:pt x="122" y="4"/>
                  </a:cubicBezTo>
                  <a:cubicBezTo>
                    <a:pt x="115" y="2"/>
                    <a:pt x="108" y="1"/>
                    <a:pt x="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2884475" y="5088700"/>
              <a:ext cx="25100" cy="45650"/>
            </a:xfrm>
            <a:custGeom>
              <a:avLst/>
              <a:gdLst/>
              <a:ahLst/>
              <a:cxnLst/>
              <a:rect l="l" t="t" r="r" b="b"/>
              <a:pathLst>
                <a:path w="1004" h="1826" extrusionOk="0">
                  <a:moveTo>
                    <a:pt x="144" y="0"/>
                  </a:moveTo>
                  <a:cubicBezTo>
                    <a:pt x="120" y="0"/>
                    <a:pt x="96" y="6"/>
                    <a:pt x="76" y="18"/>
                  </a:cubicBezTo>
                  <a:cubicBezTo>
                    <a:pt x="9" y="57"/>
                    <a:pt x="0" y="133"/>
                    <a:pt x="29" y="199"/>
                  </a:cubicBezTo>
                  <a:cubicBezTo>
                    <a:pt x="147" y="478"/>
                    <a:pt x="266" y="757"/>
                    <a:pt x="386" y="1036"/>
                  </a:cubicBezTo>
                  <a:cubicBezTo>
                    <a:pt x="442" y="1172"/>
                    <a:pt x="497" y="1307"/>
                    <a:pt x="557" y="1441"/>
                  </a:cubicBezTo>
                  <a:cubicBezTo>
                    <a:pt x="587" y="1506"/>
                    <a:pt x="626" y="1569"/>
                    <a:pt x="662" y="1632"/>
                  </a:cubicBezTo>
                  <a:cubicBezTo>
                    <a:pt x="684" y="1669"/>
                    <a:pt x="702" y="1713"/>
                    <a:pt x="733" y="1743"/>
                  </a:cubicBezTo>
                  <a:cubicBezTo>
                    <a:pt x="760" y="1772"/>
                    <a:pt x="797" y="1792"/>
                    <a:pt x="829" y="1811"/>
                  </a:cubicBezTo>
                  <a:cubicBezTo>
                    <a:pt x="844" y="1821"/>
                    <a:pt x="863" y="1825"/>
                    <a:pt x="883" y="1825"/>
                  </a:cubicBezTo>
                  <a:cubicBezTo>
                    <a:pt x="931" y="1825"/>
                    <a:pt x="983" y="1796"/>
                    <a:pt x="990" y="1747"/>
                  </a:cubicBezTo>
                  <a:cubicBezTo>
                    <a:pt x="995" y="1709"/>
                    <a:pt x="1003" y="1671"/>
                    <a:pt x="1002" y="1633"/>
                  </a:cubicBezTo>
                  <a:cubicBezTo>
                    <a:pt x="1000" y="1588"/>
                    <a:pt x="980" y="1545"/>
                    <a:pt x="964" y="1503"/>
                  </a:cubicBezTo>
                  <a:cubicBezTo>
                    <a:pt x="937" y="1432"/>
                    <a:pt x="914" y="1358"/>
                    <a:pt x="881" y="1287"/>
                  </a:cubicBezTo>
                  <a:cubicBezTo>
                    <a:pt x="819" y="1150"/>
                    <a:pt x="744" y="1018"/>
                    <a:pt x="677" y="884"/>
                  </a:cubicBezTo>
                  <a:cubicBezTo>
                    <a:pt x="536" y="612"/>
                    <a:pt x="398" y="338"/>
                    <a:pt x="259" y="65"/>
                  </a:cubicBezTo>
                  <a:cubicBezTo>
                    <a:pt x="238" y="23"/>
                    <a:pt x="190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2799450" y="4825050"/>
              <a:ext cx="11250" cy="48850"/>
            </a:xfrm>
            <a:custGeom>
              <a:avLst/>
              <a:gdLst/>
              <a:ahLst/>
              <a:cxnLst/>
              <a:rect l="l" t="t" r="r" b="b"/>
              <a:pathLst>
                <a:path w="450" h="1954" extrusionOk="0">
                  <a:moveTo>
                    <a:pt x="184" y="1"/>
                  </a:moveTo>
                  <a:cubicBezTo>
                    <a:pt x="123" y="1"/>
                    <a:pt x="65" y="34"/>
                    <a:pt x="52" y="108"/>
                  </a:cubicBezTo>
                  <a:cubicBezTo>
                    <a:pt x="1" y="402"/>
                    <a:pt x="21" y="710"/>
                    <a:pt x="57" y="1006"/>
                  </a:cubicBezTo>
                  <a:cubicBezTo>
                    <a:pt x="91" y="1302"/>
                    <a:pt x="150" y="1595"/>
                    <a:pt x="234" y="1880"/>
                  </a:cubicBezTo>
                  <a:cubicBezTo>
                    <a:pt x="249" y="1931"/>
                    <a:pt x="288" y="1953"/>
                    <a:pt x="328" y="1953"/>
                  </a:cubicBezTo>
                  <a:cubicBezTo>
                    <a:pt x="388" y="1953"/>
                    <a:pt x="450" y="1904"/>
                    <a:pt x="432" y="1826"/>
                  </a:cubicBezTo>
                  <a:cubicBezTo>
                    <a:pt x="373" y="1551"/>
                    <a:pt x="336" y="1271"/>
                    <a:pt x="326" y="991"/>
                  </a:cubicBezTo>
                  <a:cubicBezTo>
                    <a:pt x="314" y="708"/>
                    <a:pt x="344" y="429"/>
                    <a:pt x="344" y="147"/>
                  </a:cubicBezTo>
                  <a:cubicBezTo>
                    <a:pt x="345" y="55"/>
                    <a:pt x="262" y="1"/>
                    <a:pt x="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2826425" y="4864725"/>
              <a:ext cx="26875" cy="55975"/>
            </a:xfrm>
            <a:custGeom>
              <a:avLst/>
              <a:gdLst/>
              <a:ahLst/>
              <a:cxnLst/>
              <a:rect l="l" t="t" r="r" b="b"/>
              <a:pathLst>
                <a:path w="1075" h="2239" extrusionOk="0">
                  <a:moveTo>
                    <a:pt x="143" y="0"/>
                  </a:moveTo>
                  <a:cubicBezTo>
                    <a:pt x="72" y="0"/>
                    <a:pt x="0" y="59"/>
                    <a:pt x="21" y="150"/>
                  </a:cubicBezTo>
                  <a:cubicBezTo>
                    <a:pt x="108" y="522"/>
                    <a:pt x="218" y="886"/>
                    <a:pt x="355" y="1243"/>
                  </a:cubicBezTo>
                  <a:cubicBezTo>
                    <a:pt x="422" y="1415"/>
                    <a:pt x="493" y="1588"/>
                    <a:pt x="571" y="1757"/>
                  </a:cubicBezTo>
                  <a:cubicBezTo>
                    <a:pt x="614" y="1846"/>
                    <a:pt x="666" y="1929"/>
                    <a:pt x="720" y="2011"/>
                  </a:cubicBezTo>
                  <a:cubicBezTo>
                    <a:pt x="778" y="2099"/>
                    <a:pt x="844" y="2153"/>
                    <a:pt x="925" y="2217"/>
                  </a:cubicBezTo>
                  <a:cubicBezTo>
                    <a:pt x="944" y="2232"/>
                    <a:pt x="965" y="2239"/>
                    <a:pt x="984" y="2239"/>
                  </a:cubicBezTo>
                  <a:cubicBezTo>
                    <a:pt x="1033" y="2239"/>
                    <a:pt x="1075" y="2196"/>
                    <a:pt x="1065" y="2134"/>
                  </a:cubicBezTo>
                  <a:cubicBezTo>
                    <a:pt x="1050" y="2033"/>
                    <a:pt x="1035" y="1946"/>
                    <a:pt x="994" y="1852"/>
                  </a:cubicBezTo>
                  <a:cubicBezTo>
                    <a:pt x="959" y="1772"/>
                    <a:pt x="928" y="1693"/>
                    <a:pt x="888" y="1615"/>
                  </a:cubicBezTo>
                  <a:cubicBezTo>
                    <a:pt x="803" y="1452"/>
                    <a:pt x="717" y="1288"/>
                    <a:pt x="641" y="1121"/>
                  </a:cubicBezTo>
                  <a:cubicBezTo>
                    <a:pt x="487" y="786"/>
                    <a:pt x="360" y="439"/>
                    <a:pt x="253" y="85"/>
                  </a:cubicBezTo>
                  <a:cubicBezTo>
                    <a:pt x="236" y="26"/>
                    <a:pt x="190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3944000" y="5271025"/>
              <a:ext cx="62025" cy="23575"/>
            </a:xfrm>
            <a:custGeom>
              <a:avLst/>
              <a:gdLst/>
              <a:ahLst/>
              <a:cxnLst/>
              <a:rect l="l" t="t" r="r" b="b"/>
              <a:pathLst>
                <a:path w="2481" h="943" extrusionOk="0">
                  <a:moveTo>
                    <a:pt x="2359" y="0"/>
                  </a:moveTo>
                  <a:cubicBezTo>
                    <a:pt x="2351" y="0"/>
                    <a:pt x="2342" y="1"/>
                    <a:pt x="2333" y="4"/>
                  </a:cubicBezTo>
                  <a:cubicBezTo>
                    <a:pt x="2149" y="58"/>
                    <a:pt x="1990" y="168"/>
                    <a:pt x="1814" y="244"/>
                  </a:cubicBezTo>
                  <a:cubicBezTo>
                    <a:pt x="1643" y="320"/>
                    <a:pt x="1479" y="405"/>
                    <a:pt x="1303" y="468"/>
                  </a:cubicBezTo>
                  <a:cubicBezTo>
                    <a:pt x="941" y="596"/>
                    <a:pt x="564" y="660"/>
                    <a:pt x="181" y="660"/>
                  </a:cubicBezTo>
                  <a:cubicBezTo>
                    <a:pt x="181" y="660"/>
                    <a:pt x="180" y="660"/>
                    <a:pt x="180" y="660"/>
                  </a:cubicBezTo>
                  <a:cubicBezTo>
                    <a:pt x="0" y="660"/>
                    <a:pt x="4" y="928"/>
                    <a:pt x="181" y="938"/>
                  </a:cubicBezTo>
                  <a:cubicBezTo>
                    <a:pt x="244" y="941"/>
                    <a:pt x="307" y="943"/>
                    <a:pt x="370" y="943"/>
                  </a:cubicBezTo>
                  <a:cubicBezTo>
                    <a:pt x="721" y="943"/>
                    <a:pt x="1074" y="891"/>
                    <a:pt x="1410" y="789"/>
                  </a:cubicBezTo>
                  <a:cubicBezTo>
                    <a:pt x="1602" y="730"/>
                    <a:pt x="1802" y="660"/>
                    <a:pt x="1973" y="554"/>
                  </a:cubicBezTo>
                  <a:cubicBezTo>
                    <a:pt x="2147" y="442"/>
                    <a:pt x="2333" y="324"/>
                    <a:pt x="2443" y="146"/>
                  </a:cubicBezTo>
                  <a:cubicBezTo>
                    <a:pt x="2481" y="81"/>
                    <a:pt x="2428" y="0"/>
                    <a:pt x="23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3972625" y="5223750"/>
              <a:ext cx="51200" cy="31000"/>
            </a:xfrm>
            <a:custGeom>
              <a:avLst/>
              <a:gdLst/>
              <a:ahLst/>
              <a:cxnLst/>
              <a:rect l="l" t="t" r="r" b="b"/>
              <a:pathLst>
                <a:path w="2048" h="1240" extrusionOk="0">
                  <a:moveTo>
                    <a:pt x="1927" y="1"/>
                  </a:moveTo>
                  <a:cubicBezTo>
                    <a:pt x="1912" y="1"/>
                    <a:pt x="1896" y="5"/>
                    <a:pt x="1882" y="14"/>
                  </a:cubicBezTo>
                  <a:cubicBezTo>
                    <a:pt x="1816" y="55"/>
                    <a:pt x="1745" y="88"/>
                    <a:pt x="1679" y="129"/>
                  </a:cubicBezTo>
                  <a:cubicBezTo>
                    <a:pt x="1604" y="178"/>
                    <a:pt x="1530" y="246"/>
                    <a:pt x="1461" y="303"/>
                  </a:cubicBezTo>
                  <a:cubicBezTo>
                    <a:pt x="1337" y="406"/>
                    <a:pt x="1200" y="488"/>
                    <a:pt x="1061" y="572"/>
                  </a:cubicBezTo>
                  <a:cubicBezTo>
                    <a:pt x="774" y="748"/>
                    <a:pt x="483" y="883"/>
                    <a:pt x="153" y="954"/>
                  </a:cubicBezTo>
                  <a:cubicBezTo>
                    <a:pt x="0" y="987"/>
                    <a:pt x="26" y="1239"/>
                    <a:pt x="177" y="1239"/>
                  </a:cubicBezTo>
                  <a:cubicBezTo>
                    <a:pt x="182" y="1239"/>
                    <a:pt x="187" y="1239"/>
                    <a:pt x="192" y="1239"/>
                  </a:cubicBezTo>
                  <a:cubicBezTo>
                    <a:pt x="561" y="1203"/>
                    <a:pt x="940" y="1107"/>
                    <a:pt x="1268" y="926"/>
                  </a:cubicBezTo>
                  <a:cubicBezTo>
                    <a:pt x="1428" y="839"/>
                    <a:pt x="1579" y="718"/>
                    <a:pt x="1716" y="596"/>
                  </a:cubicBezTo>
                  <a:cubicBezTo>
                    <a:pt x="1785" y="533"/>
                    <a:pt x="1851" y="462"/>
                    <a:pt x="1905" y="388"/>
                  </a:cubicBezTo>
                  <a:cubicBezTo>
                    <a:pt x="1960" y="310"/>
                    <a:pt x="1992" y="210"/>
                    <a:pt x="2024" y="122"/>
                  </a:cubicBezTo>
                  <a:cubicBezTo>
                    <a:pt x="2048" y="59"/>
                    <a:pt x="1987" y="1"/>
                    <a:pt x="1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3870125" y="5292800"/>
              <a:ext cx="31375" cy="14975"/>
            </a:xfrm>
            <a:custGeom>
              <a:avLst/>
              <a:gdLst/>
              <a:ahLst/>
              <a:cxnLst/>
              <a:rect l="l" t="t" r="r" b="b"/>
              <a:pathLst>
                <a:path w="1255" h="599" extrusionOk="0">
                  <a:moveTo>
                    <a:pt x="1109" y="0"/>
                  </a:moveTo>
                  <a:cubicBezTo>
                    <a:pt x="1094" y="0"/>
                    <a:pt x="1079" y="4"/>
                    <a:pt x="1064" y="13"/>
                  </a:cubicBezTo>
                  <a:cubicBezTo>
                    <a:pt x="983" y="60"/>
                    <a:pt x="897" y="99"/>
                    <a:pt x="815" y="146"/>
                  </a:cubicBezTo>
                  <a:cubicBezTo>
                    <a:pt x="741" y="190"/>
                    <a:pt x="661" y="233"/>
                    <a:pt x="582" y="268"/>
                  </a:cubicBezTo>
                  <a:cubicBezTo>
                    <a:pt x="418" y="343"/>
                    <a:pt x="245" y="397"/>
                    <a:pt x="69" y="434"/>
                  </a:cubicBezTo>
                  <a:cubicBezTo>
                    <a:pt x="25" y="444"/>
                    <a:pt x="0" y="497"/>
                    <a:pt x="10" y="539"/>
                  </a:cubicBezTo>
                  <a:cubicBezTo>
                    <a:pt x="22" y="581"/>
                    <a:pt x="60" y="599"/>
                    <a:pt x="100" y="599"/>
                  </a:cubicBezTo>
                  <a:cubicBezTo>
                    <a:pt x="105" y="599"/>
                    <a:pt x="110" y="599"/>
                    <a:pt x="115" y="598"/>
                  </a:cubicBezTo>
                  <a:cubicBezTo>
                    <a:pt x="305" y="569"/>
                    <a:pt x="491" y="524"/>
                    <a:pt x="670" y="454"/>
                  </a:cubicBezTo>
                  <a:cubicBezTo>
                    <a:pt x="761" y="420"/>
                    <a:pt x="851" y="382"/>
                    <a:pt x="937" y="338"/>
                  </a:cubicBezTo>
                  <a:cubicBezTo>
                    <a:pt x="1027" y="294"/>
                    <a:pt x="1105" y="228"/>
                    <a:pt x="1181" y="165"/>
                  </a:cubicBezTo>
                  <a:cubicBezTo>
                    <a:pt x="1255" y="105"/>
                    <a:pt x="118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4202825" y="4912975"/>
              <a:ext cx="37675" cy="36725"/>
            </a:xfrm>
            <a:custGeom>
              <a:avLst/>
              <a:gdLst/>
              <a:ahLst/>
              <a:cxnLst/>
              <a:rect l="l" t="t" r="r" b="b"/>
              <a:pathLst>
                <a:path w="1507" h="1469" extrusionOk="0">
                  <a:moveTo>
                    <a:pt x="1419" y="1"/>
                  </a:moveTo>
                  <a:cubicBezTo>
                    <a:pt x="1412" y="1"/>
                    <a:pt x="1406" y="1"/>
                    <a:pt x="1399" y="3"/>
                  </a:cubicBezTo>
                  <a:cubicBezTo>
                    <a:pt x="1316" y="20"/>
                    <a:pt x="1271" y="72"/>
                    <a:pt x="1212" y="128"/>
                  </a:cubicBezTo>
                  <a:cubicBezTo>
                    <a:pt x="1154" y="180"/>
                    <a:pt x="1098" y="234"/>
                    <a:pt x="1041" y="287"/>
                  </a:cubicBezTo>
                  <a:cubicBezTo>
                    <a:pt x="924" y="397"/>
                    <a:pt x="814" y="512"/>
                    <a:pt x="704" y="630"/>
                  </a:cubicBezTo>
                  <a:cubicBezTo>
                    <a:pt x="489" y="862"/>
                    <a:pt x="274" y="1092"/>
                    <a:pt x="58" y="1324"/>
                  </a:cubicBezTo>
                  <a:cubicBezTo>
                    <a:pt x="0" y="1385"/>
                    <a:pt x="56" y="1468"/>
                    <a:pt x="121" y="1468"/>
                  </a:cubicBezTo>
                  <a:cubicBezTo>
                    <a:pt x="140" y="1468"/>
                    <a:pt x="160" y="1461"/>
                    <a:pt x="178" y="1444"/>
                  </a:cubicBezTo>
                  <a:cubicBezTo>
                    <a:pt x="408" y="1227"/>
                    <a:pt x="640" y="1011"/>
                    <a:pt x="870" y="796"/>
                  </a:cubicBezTo>
                  <a:cubicBezTo>
                    <a:pt x="983" y="690"/>
                    <a:pt x="1097" y="581"/>
                    <a:pt x="1203" y="468"/>
                  </a:cubicBezTo>
                  <a:cubicBezTo>
                    <a:pt x="1256" y="410"/>
                    <a:pt x="1310" y="353"/>
                    <a:pt x="1362" y="297"/>
                  </a:cubicBezTo>
                  <a:cubicBezTo>
                    <a:pt x="1420" y="234"/>
                    <a:pt x="1477" y="185"/>
                    <a:pt x="1496" y="99"/>
                  </a:cubicBezTo>
                  <a:cubicBezTo>
                    <a:pt x="1506" y="46"/>
                    <a:pt x="1469" y="1"/>
                    <a:pt x="1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4209450" y="4854925"/>
              <a:ext cx="41425" cy="49825"/>
            </a:xfrm>
            <a:custGeom>
              <a:avLst/>
              <a:gdLst/>
              <a:ahLst/>
              <a:cxnLst/>
              <a:rect l="l" t="t" r="r" b="b"/>
              <a:pathLst>
                <a:path w="1657" h="1993" extrusionOk="0">
                  <a:moveTo>
                    <a:pt x="1581" y="0"/>
                  </a:moveTo>
                  <a:cubicBezTo>
                    <a:pt x="1569" y="0"/>
                    <a:pt x="1556" y="4"/>
                    <a:pt x="1544" y="14"/>
                  </a:cubicBezTo>
                  <a:cubicBezTo>
                    <a:pt x="1463" y="75"/>
                    <a:pt x="1385" y="126"/>
                    <a:pt x="1324" y="208"/>
                  </a:cubicBezTo>
                  <a:cubicBezTo>
                    <a:pt x="1268" y="285"/>
                    <a:pt x="1212" y="361"/>
                    <a:pt x="1153" y="435"/>
                  </a:cubicBezTo>
                  <a:cubicBezTo>
                    <a:pt x="1023" y="599"/>
                    <a:pt x="911" y="775"/>
                    <a:pt x="784" y="943"/>
                  </a:cubicBezTo>
                  <a:cubicBezTo>
                    <a:pt x="666" y="1102"/>
                    <a:pt x="541" y="1256"/>
                    <a:pt x="410" y="1404"/>
                  </a:cubicBezTo>
                  <a:cubicBezTo>
                    <a:pt x="346" y="1479"/>
                    <a:pt x="277" y="1548"/>
                    <a:pt x="214" y="1623"/>
                  </a:cubicBezTo>
                  <a:cubicBezTo>
                    <a:pt x="146" y="1702"/>
                    <a:pt x="94" y="1799"/>
                    <a:pt x="35" y="1885"/>
                  </a:cubicBezTo>
                  <a:cubicBezTo>
                    <a:pt x="0" y="1935"/>
                    <a:pt x="49" y="1992"/>
                    <a:pt x="101" y="1992"/>
                  </a:cubicBezTo>
                  <a:cubicBezTo>
                    <a:pt x="112" y="1992"/>
                    <a:pt x="124" y="1989"/>
                    <a:pt x="135" y="1983"/>
                  </a:cubicBezTo>
                  <a:cubicBezTo>
                    <a:pt x="219" y="1932"/>
                    <a:pt x="311" y="1883"/>
                    <a:pt x="388" y="1821"/>
                  </a:cubicBezTo>
                  <a:cubicBezTo>
                    <a:pt x="468" y="1756"/>
                    <a:pt x="539" y="1679"/>
                    <a:pt x="610" y="1606"/>
                  </a:cubicBezTo>
                  <a:cubicBezTo>
                    <a:pt x="755" y="1459"/>
                    <a:pt x="894" y="1308"/>
                    <a:pt x="1026" y="1151"/>
                  </a:cubicBezTo>
                  <a:cubicBezTo>
                    <a:pt x="1158" y="997"/>
                    <a:pt x="1297" y="841"/>
                    <a:pt x="1402" y="669"/>
                  </a:cubicBezTo>
                  <a:cubicBezTo>
                    <a:pt x="1456" y="581"/>
                    <a:pt x="1507" y="491"/>
                    <a:pt x="1557" y="401"/>
                  </a:cubicBezTo>
                  <a:cubicBezTo>
                    <a:pt x="1613" y="300"/>
                    <a:pt x="1633" y="210"/>
                    <a:pt x="1650" y="95"/>
                  </a:cubicBezTo>
                  <a:cubicBezTo>
                    <a:pt x="1657" y="53"/>
                    <a:pt x="1623" y="0"/>
                    <a:pt x="1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4567650" y="4625525"/>
              <a:ext cx="39450" cy="27875"/>
            </a:xfrm>
            <a:custGeom>
              <a:avLst/>
              <a:gdLst/>
              <a:ahLst/>
              <a:cxnLst/>
              <a:rect l="l" t="t" r="r" b="b"/>
              <a:pathLst>
                <a:path w="1578" h="1115" extrusionOk="0">
                  <a:moveTo>
                    <a:pt x="1383" y="0"/>
                  </a:moveTo>
                  <a:cubicBezTo>
                    <a:pt x="1315" y="0"/>
                    <a:pt x="1243" y="22"/>
                    <a:pt x="1186" y="40"/>
                  </a:cubicBezTo>
                  <a:cubicBezTo>
                    <a:pt x="964" y="104"/>
                    <a:pt x="751" y="238"/>
                    <a:pt x="570" y="378"/>
                  </a:cubicBezTo>
                  <a:cubicBezTo>
                    <a:pt x="367" y="535"/>
                    <a:pt x="193" y="728"/>
                    <a:pt x="55" y="946"/>
                  </a:cubicBezTo>
                  <a:cubicBezTo>
                    <a:pt x="0" y="1036"/>
                    <a:pt x="77" y="1114"/>
                    <a:pt x="157" y="1114"/>
                  </a:cubicBezTo>
                  <a:cubicBezTo>
                    <a:pt x="192" y="1114"/>
                    <a:pt x="228" y="1099"/>
                    <a:pt x="253" y="1063"/>
                  </a:cubicBezTo>
                  <a:cubicBezTo>
                    <a:pt x="379" y="889"/>
                    <a:pt x="536" y="733"/>
                    <a:pt x="712" y="611"/>
                  </a:cubicBezTo>
                  <a:cubicBezTo>
                    <a:pt x="805" y="547"/>
                    <a:pt x="903" y="490"/>
                    <a:pt x="1006" y="441"/>
                  </a:cubicBezTo>
                  <a:cubicBezTo>
                    <a:pt x="1101" y="397"/>
                    <a:pt x="1199" y="366"/>
                    <a:pt x="1295" y="329"/>
                  </a:cubicBezTo>
                  <a:cubicBezTo>
                    <a:pt x="1350" y="309"/>
                    <a:pt x="1414" y="299"/>
                    <a:pt x="1463" y="270"/>
                  </a:cubicBezTo>
                  <a:cubicBezTo>
                    <a:pt x="1526" y="234"/>
                    <a:pt x="1578" y="148"/>
                    <a:pt x="1537" y="79"/>
                  </a:cubicBezTo>
                  <a:cubicBezTo>
                    <a:pt x="1502" y="19"/>
                    <a:pt x="1445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4531475" y="4632125"/>
              <a:ext cx="28475" cy="21700"/>
            </a:xfrm>
            <a:custGeom>
              <a:avLst/>
              <a:gdLst/>
              <a:ahLst/>
              <a:cxnLst/>
              <a:rect l="l" t="t" r="r" b="b"/>
              <a:pathLst>
                <a:path w="1139" h="868" extrusionOk="0">
                  <a:moveTo>
                    <a:pt x="939" y="0"/>
                  </a:moveTo>
                  <a:cubicBezTo>
                    <a:pt x="936" y="0"/>
                    <a:pt x="932" y="1"/>
                    <a:pt x="929" y="1"/>
                  </a:cubicBezTo>
                  <a:cubicBezTo>
                    <a:pt x="907" y="1"/>
                    <a:pt x="883" y="2"/>
                    <a:pt x="860" y="4"/>
                  </a:cubicBezTo>
                  <a:cubicBezTo>
                    <a:pt x="792" y="11"/>
                    <a:pt x="738" y="31"/>
                    <a:pt x="677" y="57"/>
                  </a:cubicBezTo>
                  <a:cubicBezTo>
                    <a:pt x="586" y="95"/>
                    <a:pt x="499" y="143"/>
                    <a:pt x="420" y="202"/>
                  </a:cubicBezTo>
                  <a:cubicBezTo>
                    <a:pt x="256" y="325"/>
                    <a:pt x="117" y="481"/>
                    <a:pt x="31" y="667"/>
                  </a:cubicBezTo>
                  <a:cubicBezTo>
                    <a:pt x="0" y="731"/>
                    <a:pt x="12" y="811"/>
                    <a:pt x="78" y="850"/>
                  </a:cubicBezTo>
                  <a:cubicBezTo>
                    <a:pt x="99" y="862"/>
                    <a:pt x="121" y="867"/>
                    <a:pt x="142" y="867"/>
                  </a:cubicBezTo>
                  <a:cubicBezTo>
                    <a:pt x="189" y="867"/>
                    <a:pt x="234" y="842"/>
                    <a:pt x="259" y="801"/>
                  </a:cubicBezTo>
                  <a:cubicBezTo>
                    <a:pt x="271" y="782"/>
                    <a:pt x="283" y="765"/>
                    <a:pt x="296" y="747"/>
                  </a:cubicBezTo>
                  <a:cubicBezTo>
                    <a:pt x="297" y="746"/>
                    <a:pt x="305" y="735"/>
                    <a:pt x="309" y="730"/>
                  </a:cubicBezTo>
                  <a:lnTo>
                    <a:pt x="309" y="730"/>
                  </a:lnTo>
                  <a:cubicBezTo>
                    <a:pt x="313" y="724"/>
                    <a:pt x="322" y="713"/>
                    <a:pt x="322" y="713"/>
                  </a:cubicBezTo>
                  <a:cubicBezTo>
                    <a:pt x="347" y="681"/>
                    <a:pt x="376" y="652"/>
                    <a:pt x="405" y="623"/>
                  </a:cubicBezTo>
                  <a:cubicBezTo>
                    <a:pt x="420" y="610"/>
                    <a:pt x="433" y="596"/>
                    <a:pt x="449" y="583"/>
                  </a:cubicBezTo>
                  <a:cubicBezTo>
                    <a:pt x="459" y="574"/>
                    <a:pt x="469" y="566"/>
                    <a:pt x="479" y="559"/>
                  </a:cubicBezTo>
                  <a:cubicBezTo>
                    <a:pt x="484" y="554"/>
                    <a:pt x="487" y="552"/>
                    <a:pt x="487" y="552"/>
                  </a:cubicBezTo>
                  <a:lnTo>
                    <a:pt x="487" y="552"/>
                  </a:lnTo>
                  <a:cubicBezTo>
                    <a:pt x="519" y="529"/>
                    <a:pt x="552" y="506"/>
                    <a:pt x="586" y="488"/>
                  </a:cubicBezTo>
                  <a:cubicBezTo>
                    <a:pt x="621" y="466"/>
                    <a:pt x="658" y="449"/>
                    <a:pt x="696" y="430"/>
                  </a:cubicBezTo>
                  <a:lnTo>
                    <a:pt x="697" y="430"/>
                  </a:lnTo>
                  <a:cubicBezTo>
                    <a:pt x="707" y="427"/>
                    <a:pt x="718" y="424"/>
                    <a:pt x="728" y="419"/>
                  </a:cubicBezTo>
                  <a:cubicBezTo>
                    <a:pt x="746" y="413"/>
                    <a:pt x="765" y="407"/>
                    <a:pt x="784" y="402"/>
                  </a:cubicBezTo>
                  <a:cubicBezTo>
                    <a:pt x="824" y="388"/>
                    <a:pt x="868" y="383"/>
                    <a:pt x="909" y="368"/>
                  </a:cubicBezTo>
                  <a:cubicBezTo>
                    <a:pt x="954" y="351"/>
                    <a:pt x="1019" y="339"/>
                    <a:pt x="1058" y="310"/>
                  </a:cubicBezTo>
                  <a:cubicBezTo>
                    <a:pt x="1105" y="273"/>
                    <a:pt x="1139" y="232"/>
                    <a:pt x="1139" y="168"/>
                  </a:cubicBezTo>
                  <a:cubicBezTo>
                    <a:pt x="1139" y="117"/>
                    <a:pt x="1108" y="50"/>
                    <a:pt x="1058" y="28"/>
                  </a:cubicBezTo>
                  <a:cubicBezTo>
                    <a:pt x="1018" y="10"/>
                    <a:pt x="982" y="0"/>
                    <a:pt x="9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3627150" y="5182800"/>
              <a:ext cx="52725" cy="14075"/>
            </a:xfrm>
            <a:custGeom>
              <a:avLst/>
              <a:gdLst/>
              <a:ahLst/>
              <a:cxnLst/>
              <a:rect l="l" t="t" r="r" b="b"/>
              <a:pathLst>
                <a:path w="2109" h="563" extrusionOk="0">
                  <a:moveTo>
                    <a:pt x="1791" y="1"/>
                  </a:moveTo>
                  <a:cubicBezTo>
                    <a:pt x="1721" y="1"/>
                    <a:pt x="1649" y="15"/>
                    <a:pt x="1580" y="18"/>
                  </a:cubicBezTo>
                  <a:cubicBezTo>
                    <a:pt x="1435" y="25"/>
                    <a:pt x="1291" y="31"/>
                    <a:pt x="1146" y="45"/>
                  </a:cubicBezTo>
                  <a:cubicBezTo>
                    <a:pt x="1015" y="57"/>
                    <a:pt x="884" y="64"/>
                    <a:pt x="752" y="64"/>
                  </a:cubicBezTo>
                  <a:cubicBezTo>
                    <a:pt x="737" y="64"/>
                    <a:pt x="722" y="64"/>
                    <a:pt x="708" y="63"/>
                  </a:cubicBezTo>
                  <a:cubicBezTo>
                    <a:pt x="696" y="63"/>
                    <a:pt x="685" y="63"/>
                    <a:pt x="673" y="63"/>
                  </a:cubicBezTo>
                  <a:cubicBezTo>
                    <a:pt x="533" y="63"/>
                    <a:pt x="397" y="81"/>
                    <a:pt x="254" y="91"/>
                  </a:cubicBezTo>
                  <a:cubicBezTo>
                    <a:pt x="44" y="104"/>
                    <a:pt x="0" y="390"/>
                    <a:pt x="205" y="458"/>
                  </a:cubicBezTo>
                  <a:cubicBezTo>
                    <a:pt x="373" y="513"/>
                    <a:pt x="530" y="556"/>
                    <a:pt x="708" y="561"/>
                  </a:cubicBezTo>
                  <a:cubicBezTo>
                    <a:pt x="744" y="562"/>
                    <a:pt x="779" y="562"/>
                    <a:pt x="815" y="562"/>
                  </a:cubicBezTo>
                  <a:cubicBezTo>
                    <a:pt x="932" y="562"/>
                    <a:pt x="1048" y="558"/>
                    <a:pt x="1163" y="547"/>
                  </a:cubicBezTo>
                  <a:cubicBezTo>
                    <a:pt x="1328" y="534"/>
                    <a:pt x="1481" y="503"/>
                    <a:pt x="1638" y="449"/>
                  </a:cubicBezTo>
                  <a:cubicBezTo>
                    <a:pt x="1711" y="424"/>
                    <a:pt x="1782" y="398"/>
                    <a:pt x="1853" y="370"/>
                  </a:cubicBezTo>
                  <a:cubicBezTo>
                    <a:pt x="1934" y="336"/>
                    <a:pt x="1997" y="266"/>
                    <a:pt x="2059" y="206"/>
                  </a:cubicBezTo>
                  <a:cubicBezTo>
                    <a:pt x="2108" y="156"/>
                    <a:pt x="2088" y="58"/>
                    <a:pt x="2015" y="43"/>
                  </a:cubicBezTo>
                  <a:cubicBezTo>
                    <a:pt x="1948" y="30"/>
                    <a:pt x="1873" y="3"/>
                    <a:pt x="1802" y="1"/>
                  </a:cubicBezTo>
                  <a:cubicBezTo>
                    <a:pt x="1798" y="1"/>
                    <a:pt x="1794" y="1"/>
                    <a:pt x="1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3579275" y="5160725"/>
              <a:ext cx="71325" cy="7825"/>
            </a:xfrm>
            <a:custGeom>
              <a:avLst/>
              <a:gdLst/>
              <a:ahLst/>
              <a:cxnLst/>
              <a:rect l="l" t="t" r="r" b="b"/>
              <a:pathLst>
                <a:path w="2853" h="313" extrusionOk="0">
                  <a:moveTo>
                    <a:pt x="2430" y="0"/>
                  </a:moveTo>
                  <a:cubicBezTo>
                    <a:pt x="2345" y="0"/>
                    <a:pt x="2260" y="6"/>
                    <a:pt x="2186" y="8"/>
                  </a:cubicBezTo>
                  <a:cubicBezTo>
                    <a:pt x="1956" y="13"/>
                    <a:pt x="1726" y="18"/>
                    <a:pt x="1496" y="21"/>
                  </a:cubicBezTo>
                  <a:cubicBezTo>
                    <a:pt x="1044" y="30"/>
                    <a:pt x="593" y="40"/>
                    <a:pt x="141" y="46"/>
                  </a:cubicBezTo>
                  <a:cubicBezTo>
                    <a:pt x="0" y="50"/>
                    <a:pt x="0" y="261"/>
                    <a:pt x="141" y="265"/>
                  </a:cubicBezTo>
                  <a:cubicBezTo>
                    <a:pt x="593" y="273"/>
                    <a:pt x="1044" y="282"/>
                    <a:pt x="1496" y="290"/>
                  </a:cubicBezTo>
                  <a:cubicBezTo>
                    <a:pt x="1718" y="295"/>
                    <a:pt x="1939" y="299"/>
                    <a:pt x="2161" y="304"/>
                  </a:cubicBezTo>
                  <a:cubicBezTo>
                    <a:pt x="2242" y="305"/>
                    <a:pt x="2337" y="312"/>
                    <a:pt x="2431" y="312"/>
                  </a:cubicBezTo>
                  <a:cubicBezTo>
                    <a:pt x="2563" y="312"/>
                    <a:pt x="2695" y="298"/>
                    <a:pt x="2793" y="234"/>
                  </a:cubicBezTo>
                  <a:cubicBezTo>
                    <a:pt x="2853" y="197"/>
                    <a:pt x="2853" y="116"/>
                    <a:pt x="2793" y="79"/>
                  </a:cubicBezTo>
                  <a:cubicBezTo>
                    <a:pt x="2694" y="14"/>
                    <a:pt x="2561" y="0"/>
                    <a:pt x="2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3561000" y="5357500"/>
              <a:ext cx="56650" cy="16725"/>
            </a:xfrm>
            <a:custGeom>
              <a:avLst/>
              <a:gdLst/>
              <a:ahLst/>
              <a:cxnLst/>
              <a:rect l="l" t="t" r="r" b="b"/>
              <a:pathLst>
                <a:path w="2266" h="669" extrusionOk="0">
                  <a:moveTo>
                    <a:pt x="152" y="0"/>
                  </a:moveTo>
                  <a:cubicBezTo>
                    <a:pt x="42" y="0"/>
                    <a:pt x="1" y="171"/>
                    <a:pt x="121" y="202"/>
                  </a:cubicBezTo>
                  <a:cubicBezTo>
                    <a:pt x="469" y="292"/>
                    <a:pt x="816" y="380"/>
                    <a:pt x="1163" y="470"/>
                  </a:cubicBezTo>
                  <a:cubicBezTo>
                    <a:pt x="1330" y="514"/>
                    <a:pt x="1498" y="556"/>
                    <a:pt x="1665" y="600"/>
                  </a:cubicBezTo>
                  <a:cubicBezTo>
                    <a:pt x="1755" y="624"/>
                    <a:pt x="1840" y="641"/>
                    <a:pt x="1933" y="651"/>
                  </a:cubicBezTo>
                  <a:cubicBezTo>
                    <a:pt x="1991" y="658"/>
                    <a:pt x="2050" y="669"/>
                    <a:pt x="2108" y="669"/>
                  </a:cubicBezTo>
                  <a:cubicBezTo>
                    <a:pt x="2134" y="669"/>
                    <a:pt x="2160" y="667"/>
                    <a:pt x="2186" y="661"/>
                  </a:cubicBezTo>
                  <a:cubicBezTo>
                    <a:pt x="2240" y="649"/>
                    <a:pt x="2266" y="568"/>
                    <a:pt x="2220" y="531"/>
                  </a:cubicBezTo>
                  <a:cubicBezTo>
                    <a:pt x="2093" y="426"/>
                    <a:pt x="1892" y="383"/>
                    <a:pt x="1735" y="348"/>
                  </a:cubicBezTo>
                  <a:cubicBezTo>
                    <a:pt x="1565" y="311"/>
                    <a:pt x="1396" y="273"/>
                    <a:pt x="1227" y="236"/>
                  </a:cubicBezTo>
                  <a:cubicBezTo>
                    <a:pt x="877" y="158"/>
                    <a:pt x="527" y="81"/>
                    <a:pt x="177" y="3"/>
                  </a:cubicBezTo>
                  <a:cubicBezTo>
                    <a:pt x="168" y="1"/>
                    <a:pt x="160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3602300" y="5344725"/>
              <a:ext cx="61375" cy="17475"/>
            </a:xfrm>
            <a:custGeom>
              <a:avLst/>
              <a:gdLst/>
              <a:ahLst/>
              <a:cxnLst/>
              <a:rect l="l" t="t" r="r" b="b"/>
              <a:pathLst>
                <a:path w="2455" h="699" extrusionOk="0">
                  <a:moveTo>
                    <a:pt x="224" y="0"/>
                  </a:moveTo>
                  <a:cubicBezTo>
                    <a:pt x="51" y="0"/>
                    <a:pt x="1" y="276"/>
                    <a:pt x="189" y="346"/>
                  </a:cubicBezTo>
                  <a:cubicBezTo>
                    <a:pt x="516" y="470"/>
                    <a:pt x="854" y="565"/>
                    <a:pt x="1199" y="624"/>
                  </a:cubicBezTo>
                  <a:cubicBezTo>
                    <a:pt x="1421" y="661"/>
                    <a:pt x="1653" y="699"/>
                    <a:pt x="1882" y="699"/>
                  </a:cubicBezTo>
                  <a:cubicBezTo>
                    <a:pt x="2013" y="699"/>
                    <a:pt x="2144" y="686"/>
                    <a:pt x="2272" y="654"/>
                  </a:cubicBezTo>
                  <a:cubicBezTo>
                    <a:pt x="2439" y="610"/>
                    <a:pt x="2454" y="333"/>
                    <a:pt x="2272" y="301"/>
                  </a:cubicBezTo>
                  <a:lnTo>
                    <a:pt x="2272" y="299"/>
                  </a:lnTo>
                  <a:cubicBezTo>
                    <a:pt x="1937" y="238"/>
                    <a:pt x="1592" y="260"/>
                    <a:pt x="1253" y="221"/>
                  </a:cubicBezTo>
                  <a:cubicBezTo>
                    <a:pt x="923" y="184"/>
                    <a:pt x="599" y="108"/>
                    <a:pt x="282" y="10"/>
                  </a:cubicBezTo>
                  <a:cubicBezTo>
                    <a:pt x="262" y="3"/>
                    <a:pt x="242" y="0"/>
                    <a:pt x="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3634175" y="5314300"/>
              <a:ext cx="40625" cy="4850"/>
            </a:xfrm>
            <a:custGeom>
              <a:avLst/>
              <a:gdLst/>
              <a:ahLst/>
              <a:cxnLst/>
              <a:rect l="l" t="t" r="r" b="b"/>
              <a:pathLst>
                <a:path w="1625" h="194" extrusionOk="0">
                  <a:moveTo>
                    <a:pt x="1237" y="0"/>
                  </a:moveTo>
                  <a:cubicBezTo>
                    <a:pt x="1233" y="0"/>
                    <a:pt x="1229" y="0"/>
                    <a:pt x="1225" y="0"/>
                  </a:cubicBezTo>
                  <a:lnTo>
                    <a:pt x="856" y="2"/>
                  </a:lnTo>
                  <a:cubicBezTo>
                    <a:pt x="609" y="4"/>
                    <a:pt x="364" y="4"/>
                    <a:pt x="117" y="5"/>
                  </a:cubicBezTo>
                  <a:cubicBezTo>
                    <a:pt x="0" y="7"/>
                    <a:pt x="0" y="186"/>
                    <a:pt x="117" y="186"/>
                  </a:cubicBezTo>
                  <a:cubicBezTo>
                    <a:pt x="364" y="188"/>
                    <a:pt x="609" y="190"/>
                    <a:pt x="856" y="190"/>
                  </a:cubicBezTo>
                  <a:lnTo>
                    <a:pt x="1225" y="193"/>
                  </a:lnTo>
                  <a:cubicBezTo>
                    <a:pt x="1349" y="193"/>
                    <a:pt x="1458" y="168"/>
                    <a:pt x="1579" y="142"/>
                  </a:cubicBezTo>
                  <a:cubicBezTo>
                    <a:pt x="1624" y="134"/>
                    <a:pt x="1624" y="59"/>
                    <a:pt x="1579" y="49"/>
                  </a:cubicBezTo>
                  <a:cubicBezTo>
                    <a:pt x="1462" y="25"/>
                    <a:pt x="1356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3816625" y="1910100"/>
              <a:ext cx="1021475" cy="1621625"/>
            </a:xfrm>
            <a:custGeom>
              <a:avLst/>
              <a:gdLst/>
              <a:ahLst/>
              <a:cxnLst/>
              <a:rect l="l" t="t" r="r" b="b"/>
              <a:pathLst>
                <a:path w="40859" h="64865" extrusionOk="0">
                  <a:moveTo>
                    <a:pt x="17113" y="0"/>
                  </a:moveTo>
                  <a:cubicBezTo>
                    <a:pt x="10648" y="0"/>
                    <a:pt x="3752" y="2646"/>
                    <a:pt x="1404" y="9244"/>
                  </a:cubicBezTo>
                  <a:cubicBezTo>
                    <a:pt x="548" y="11650"/>
                    <a:pt x="1098" y="14108"/>
                    <a:pt x="1007" y="16578"/>
                  </a:cubicBezTo>
                  <a:cubicBezTo>
                    <a:pt x="851" y="20822"/>
                    <a:pt x="0" y="24965"/>
                    <a:pt x="49" y="29203"/>
                  </a:cubicBezTo>
                  <a:cubicBezTo>
                    <a:pt x="117" y="35199"/>
                    <a:pt x="1352" y="41281"/>
                    <a:pt x="4544" y="46297"/>
                  </a:cubicBezTo>
                  <a:cubicBezTo>
                    <a:pt x="3537" y="43978"/>
                    <a:pt x="3339" y="41313"/>
                    <a:pt x="3994" y="38859"/>
                  </a:cubicBezTo>
                  <a:lnTo>
                    <a:pt x="3994" y="38859"/>
                  </a:lnTo>
                  <a:cubicBezTo>
                    <a:pt x="6899" y="44834"/>
                    <a:pt x="8364" y="51472"/>
                    <a:pt x="8240" y="58051"/>
                  </a:cubicBezTo>
                  <a:cubicBezTo>
                    <a:pt x="9754" y="56080"/>
                    <a:pt x="10761" y="53720"/>
                    <a:pt x="11133" y="51257"/>
                  </a:cubicBezTo>
                  <a:cubicBezTo>
                    <a:pt x="11404" y="56152"/>
                    <a:pt x="13153" y="60942"/>
                    <a:pt x="16096" y="64865"/>
                  </a:cubicBezTo>
                  <a:cubicBezTo>
                    <a:pt x="15831" y="63860"/>
                    <a:pt x="15717" y="62819"/>
                    <a:pt x="15743" y="61781"/>
                  </a:cubicBezTo>
                  <a:cubicBezTo>
                    <a:pt x="15746" y="61770"/>
                    <a:pt x="15751" y="61762"/>
                    <a:pt x="15755" y="61752"/>
                  </a:cubicBezTo>
                  <a:cubicBezTo>
                    <a:pt x="15985" y="61231"/>
                    <a:pt x="16215" y="60708"/>
                    <a:pt x="16445" y="60185"/>
                  </a:cubicBezTo>
                  <a:lnTo>
                    <a:pt x="16445" y="60185"/>
                  </a:lnTo>
                  <a:cubicBezTo>
                    <a:pt x="16389" y="60720"/>
                    <a:pt x="16460" y="61265"/>
                    <a:pt x="16646" y="61770"/>
                  </a:cubicBezTo>
                  <a:cubicBezTo>
                    <a:pt x="17047" y="61326"/>
                    <a:pt x="17336" y="60813"/>
                    <a:pt x="17583" y="60275"/>
                  </a:cubicBezTo>
                  <a:cubicBezTo>
                    <a:pt x="17962" y="61146"/>
                    <a:pt x="18221" y="62068"/>
                    <a:pt x="18339" y="63007"/>
                  </a:cubicBezTo>
                  <a:cubicBezTo>
                    <a:pt x="18454" y="62190"/>
                    <a:pt x="18659" y="61386"/>
                    <a:pt x="18932" y="60605"/>
                  </a:cubicBezTo>
                  <a:cubicBezTo>
                    <a:pt x="18935" y="60896"/>
                    <a:pt x="18938" y="61189"/>
                    <a:pt x="18942" y="61481"/>
                  </a:cubicBezTo>
                  <a:cubicBezTo>
                    <a:pt x="18943" y="61583"/>
                    <a:pt x="18960" y="61706"/>
                    <a:pt x="19057" y="61742"/>
                  </a:cubicBezTo>
                  <a:cubicBezTo>
                    <a:pt x="19073" y="61748"/>
                    <a:pt x="19089" y="61750"/>
                    <a:pt x="19104" y="61750"/>
                  </a:cubicBezTo>
                  <a:cubicBezTo>
                    <a:pt x="19191" y="61750"/>
                    <a:pt x="19271" y="61667"/>
                    <a:pt x="19327" y="61591"/>
                  </a:cubicBezTo>
                  <a:cubicBezTo>
                    <a:pt x="19781" y="60974"/>
                    <a:pt x="20236" y="60356"/>
                    <a:pt x="20687" y="59735"/>
                  </a:cubicBezTo>
                  <a:cubicBezTo>
                    <a:pt x="21016" y="59289"/>
                    <a:pt x="21351" y="58805"/>
                    <a:pt x="21442" y="58270"/>
                  </a:cubicBezTo>
                  <a:lnTo>
                    <a:pt x="21442" y="58270"/>
                  </a:lnTo>
                  <a:cubicBezTo>
                    <a:pt x="21439" y="58516"/>
                    <a:pt x="21484" y="58761"/>
                    <a:pt x="21582" y="58986"/>
                  </a:cubicBezTo>
                  <a:cubicBezTo>
                    <a:pt x="21684" y="58895"/>
                    <a:pt x="21777" y="58797"/>
                    <a:pt x="21873" y="58702"/>
                  </a:cubicBezTo>
                  <a:cubicBezTo>
                    <a:pt x="21948" y="59451"/>
                    <a:pt x="22024" y="60199"/>
                    <a:pt x="22100" y="60948"/>
                  </a:cubicBezTo>
                  <a:cubicBezTo>
                    <a:pt x="22232" y="59874"/>
                    <a:pt x="22440" y="58810"/>
                    <a:pt x="22712" y="57760"/>
                  </a:cubicBezTo>
                  <a:cubicBezTo>
                    <a:pt x="23552" y="56674"/>
                    <a:pt x="24159" y="55411"/>
                    <a:pt x="24462" y="54078"/>
                  </a:cubicBezTo>
                  <a:lnTo>
                    <a:pt x="24462" y="54078"/>
                  </a:lnTo>
                  <a:cubicBezTo>
                    <a:pt x="24286" y="54980"/>
                    <a:pt x="24186" y="55895"/>
                    <a:pt x="24162" y="56811"/>
                  </a:cubicBezTo>
                  <a:cubicBezTo>
                    <a:pt x="24157" y="56975"/>
                    <a:pt x="24206" y="57196"/>
                    <a:pt x="24374" y="57198"/>
                  </a:cubicBezTo>
                  <a:cubicBezTo>
                    <a:pt x="24375" y="57198"/>
                    <a:pt x="24376" y="57198"/>
                    <a:pt x="24377" y="57198"/>
                  </a:cubicBezTo>
                  <a:cubicBezTo>
                    <a:pt x="24468" y="57198"/>
                    <a:pt x="24542" y="57124"/>
                    <a:pt x="24599" y="57056"/>
                  </a:cubicBezTo>
                  <a:cubicBezTo>
                    <a:pt x="25350" y="56146"/>
                    <a:pt x="25500" y="54912"/>
                    <a:pt x="25700" y="53759"/>
                  </a:cubicBezTo>
                  <a:cubicBezTo>
                    <a:pt x="25905" y="52576"/>
                    <a:pt x="26192" y="51404"/>
                    <a:pt x="26556" y="50255"/>
                  </a:cubicBezTo>
                  <a:lnTo>
                    <a:pt x="26556" y="50255"/>
                  </a:lnTo>
                  <a:cubicBezTo>
                    <a:pt x="26547" y="50406"/>
                    <a:pt x="26537" y="50558"/>
                    <a:pt x="26527" y="50710"/>
                  </a:cubicBezTo>
                  <a:cubicBezTo>
                    <a:pt x="26823" y="49990"/>
                    <a:pt x="27060" y="49249"/>
                    <a:pt x="27261" y="48496"/>
                  </a:cubicBezTo>
                  <a:cubicBezTo>
                    <a:pt x="27434" y="48274"/>
                    <a:pt x="27608" y="48053"/>
                    <a:pt x="27787" y="47836"/>
                  </a:cubicBezTo>
                  <a:lnTo>
                    <a:pt x="27787" y="47836"/>
                  </a:lnTo>
                  <a:cubicBezTo>
                    <a:pt x="27055" y="50030"/>
                    <a:pt x="26767" y="52360"/>
                    <a:pt x="26948" y="54645"/>
                  </a:cubicBezTo>
                  <a:cubicBezTo>
                    <a:pt x="26803" y="48621"/>
                    <a:pt x="30683" y="43260"/>
                    <a:pt x="33214" y="37656"/>
                  </a:cubicBezTo>
                  <a:cubicBezTo>
                    <a:pt x="36141" y="31173"/>
                    <a:pt x="37318" y="24051"/>
                    <a:pt x="38475" y="16972"/>
                  </a:cubicBezTo>
                  <a:cubicBezTo>
                    <a:pt x="39193" y="19190"/>
                    <a:pt x="39529" y="21533"/>
                    <a:pt x="39470" y="23874"/>
                  </a:cubicBezTo>
                  <a:cubicBezTo>
                    <a:pt x="40859" y="18303"/>
                    <a:pt x="39079" y="12259"/>
                    <a:pt x="35373" y="7972"/>
                  </a:cubicBezTo>
                  <a:cubicBezTo>
                    <a:pt x="31665" y="3684"/>
                    <a:pt x="26229" y="1111"/>
                    <a:pt x="20601" y="260"/>
                  </a:cubicBezTo>
                  <a:cubicBezTo>
                    <a:pt x="19474" y="89"/>
                    <a:pt x="18301" y="0"/>
                    <a:pt x="17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3719250" y="1541675"/>
              <a:ext cx="1125000" cy="1545350"/>
            </a:xfrm>
            <a:custGeom>
              <a:avLst/>
              <a:gdLst/>
              <a:ahLst/>
              <a:cxnLst/>
              <a:rect l="l" t="t" r="r" b="b"/>
              <a:pathLst>
                <a:path w="45000" h="61814" extrusionOk="0">
                  <a:moveTo>
                    <a:pt x="14107" y="0"/>
                  </a:moveTo>
                  <a:cubicBezTo>
                    <a:pt x="13782" y="0"/>
                    <a:pt x="13455" y="23"/>
                    <a:pt x="13128" y="73"/>
                  </a:cubicBezTo>
                  <a:cubicBezTo>
                    <a:pt x="11154" y="374"/>
                    <a:pt x="8402" y="3568"/>
                    <a:pt x="7437" y="5304"/>
                  </a:cubicBezTo>
                  <a:cubicBezTo>
                    <a:pt x="1" y="18712"/>
                    <a:pt x="1143" y="35962"/>
                    <a:pt x="10117" y="47842"/>
                  </a:cubicBezTo>
                  <a:cubicBezTo>
                    <a:pt x="9050" y="45976"/>
                    <a:pt x="8588" y="43784"/>
                    <a:pt x="8811" y="41647"/>
                  </a:cubicBezTo>
                  <a:lnTo>
                    <a:pt x="8811" y="41647"/>
                  </a:lnTo>
                  <a:cubicBezTo>
                    <a:pt x="10208" y="44723"/>
                    <a:pt x="11377" y="47893"/>
                    <a:pt x="12308" y="51122"/>
                  </a:cubicBezTo>
                  <a:cubicBezTo>
                    <a:pt x="13198" y="54212"/>
                    <a:pt x="13850" y="57557"/>
                    <a:pt x="12998" y="60592"/>
                  </a:cubicBezTo>
                  <a:lnTo>
                    <a:pt x="12998" y="60592"/>
                  </a:lnTo>
                  <a:cubicBezTo>
                    <a:pt x="14944" y="55070"/>
                    <a:pt x="16891" y="48684"/>
                    <a:pt x="16814" y="42916"/>
                  </a:cubicBezTo>
                  <a:lnTo>
                    <a:pt x="16814" y="42916"/>
                  </a:lnTo>
                  <a:cubicBezTo>
                    <a:pt x="19282" y="46101"/>
                    <a:pt x="20871" y="49918"/>
                    <a:pt x="21382" y="53866"/>
                  </a:cubicBezTo>
                  <a:cubicBezTo>
                    <a:pt x="21972" y="50803"/>
                    <a:pt x="22945" y="47795"/>
                    <a:pt x="24275" y="44926"/>
                  </a:cubicBezTo>
                  <a:cubicBezTo>
                    <a:pt x="24922" y="45797"/>
                    <a:pt x="25572" y="46668"/>
                    <a:pt x="26220" y="47539"/>
                  </a:cubicBezTo>
                  <a:cubicBezTo>
                    <a:pt x="26371" y="42864"/>
                    <a:pt x="27008" y="38178"/>
                    <a:pt x="28123" y="33568"/>
                  </a:cubicBezTo>
                  <a:cubicBezTo>
                    <a:pt x="30549" y="42513"/>
                    <a:pt x="32359" y="52183"/>
                    <a:pt x="28795" y="60701"/>
                  </a:cubicBezTo>
                  <a:cubicBezTo>
                    <a:pt x="33990" y="52129"/>
                    <a:pt x="36052" y="41742"/>
                    <a:pt x="34469" y="31836"/>
                  </a:cubicBezTo>
                  <a:lnTo>
                    <a:pt x="34469" y="31836"/>
                  </a:lnTo>
                  <a:cubicBezTo>
                    <a:pt x="36275" y="33353"/>
                    <a:pt x="37683" y="35310"/>
                    <a:pt x="38529" y="37481"/>
                  </a:cubicBezTo>
                  <a:cubicBezTo>
                    <a:pt x="38479" y="34996"/>
                    <a:pt x="38430" y="32504"/>
                    <a:pt x="38380" y="30007"/>
                  </a:cubicBezTo>
                  <a:lnTo>
                    <a:pt x="38380" y="30007"/>
                  </a:lnTo>
                  <a:cubicBezTo>
                    <a:pt x="40188" y="32538"/>
                    <a:pt x="41910" y="35124"/>
                    <a:pt x="43541" y="37762"/>
                  </a:cubicBezTo>
                  <a:cubicBezTo>
                    <a:pt x="42345" y="32194"/>
                    <a:pt x="40618" y="26725"/>
                    <a:pt x="38386" y="21449"/>
                  </a:cubicBezTo>
                  <a:lnTo>
                    <a:pt x="38386" y="21449"/>
                  </a:lnTo>
                  <a:cubicBezTo>
                    <a:pt x="39779" y="23807"/>
                    <a:pt x="42233" y="25531"/>
                    <a:pt x="44999" y="26092"/>
                  </a:cubicBezTo>
                  <a:cubicBezTo>
                    <a:pt x="37755" y="16394"/>
                    <a:pt x="30043" y="6305"/>
                    <a:pt x="18871" y="1262"/>
                  </a:cubicBezTo>
                  <a:cubicBezTo>
                    <a:pt x="17370" y="586"/>
                    <a:pt x="15752" y="0"/>
                    <a:pt x="14107" y="0"/>
                  </a:cubicBezTo>
                  <a:close/>
                  <a:moveTo>
                    <a:pt x="12998" y="60592"/>
                  </a:moveTo>
                  <a:cubicBezTo>
                    <a:pt x="12853" y="61004"/>
                    <a:pt x="12708" y="61412"/>
                    <a:pt x="12563" y="61814"/>
                  </a:cubicBezTo>
                  <a:cubicBezTo>
                    <a:pt x="12738" y="61413"/>
                    <a:pt x="12882" y="61005"/>
                    <a:pt x="12998" y="605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3744250" y="1489350"/>
              <a:ext cx="918300" cy="812200"/>
            </a:xfrm>
            <a:custGeom>
              <a:avLst/>
              <a:gdLst/>
              <a:ahLst/>
              <a:cxnLst/>
              <a:rect l="l" t="t" r="r" b="b"/>
              <a:pathLst>
                <a:path w="36732" h="32488" extrusionOk="0">
                  <a:moveTo>
                    <a:pt x="13199" y="1"/>
                  </a:moveTo>
                  <a:cubicBezTo>
                    <a:pt x="12126" y="1"/>
                    <a:pt x="11063" y="141"/>
                    <a:pt x="10107" y="605"/>
                  </a:cubicBezTo>
                  <a:cubicBezTo>
                    <a:pt x="8763" y="1256"/>
                    <a:pt x="7787" y="2469"/>
                    <a:pt x="6935" y="3695"/>
                  </a:cubicBezTo>
                  <a:cubicBezTo>
                    <a:pt x="5206" y="6179"/>
                    <a:pt x="4135" y="8549"/>
                    <a:pt x="3291" y="11399"/>
                  </a:cubicBezTo>
                  <a:cubicBezTo>
                    <a:pt x="2256" y="14886"/>
                    <a:pt x="767" y="18135"/>
                    <a:pt x="1" y="21725"/>
                  </a:cubicBezTo>
                  <a:cubicBezTo>
                    <a:pt x="512" y="20888"/>
                    <a:pt x="1021" y="20052"/>
                    <a:pt x="1532" y="19215"/>
                  </a:cubicBezTo>
                  <a:lnTo>
                    <a:pt x="1532" y="19215"/>
                  </a:lnTo>
                  <a:cubicBezTo>
                    <a:pt x="794" y="22823"/>
                    <a:pt x="1545" y="26712"/>
                    <a:pt x="3573" y="29786"/>
                  </a:cubicBezTo>
                  <a:cubicBezTo>
                    <a:pt x="3707" y="27642"/>
                    <a:pt x="4167" y="25519"/>
                    <a:pt x="4932" y="23513"/>
                  </a:cubicBezTo>
                  <a:cubicBezTo>
                    <a:pt x="5461" y="26820"/>
                    <a:pt x="6182" y="30461"/>
                    <a:pt x="8848" y="32487"/>
                  </a:cubicBezTo>
                  <a:cubicBezTo>
                    <a:pt x="8796" y="30797"/>
                    <a:pt x="8743" y="29107"/>
                    <a:pt x="8691" y="27416"/>
                  </a:cubicBezTo>
                  <a:cubicBezTo>
                    <a:pt x="8667" y="26670"/>
                    <a:pt x="8701" y="25800"/>
                    <a:pt x="9300" y="25355"/>
                  </a:cubicBezTo>
                  <a:cubicBezTo>
                    <a:pt x="9621" y="26272"/>
                    <a:pt x="9943" y="27189"/>
                    <a:pt x="10266" y="28106"/>
                  </a:cubicBezTo>
                  <a:cubicBezTo>
                    <a:pt x="10373" y="28414"/>
                    <a:pt x="10631" y="28782"/>
                    <a:pt x="10906" y="28782"/>
                  </a:cubicBezTo>
                  <a:cubicBezTo>
                    <a:pt x="10965" y="28782"/>
                    <a:pt x="11024" y="28766"/>
                    <a:pt x="11083" y="28728"/>
                  </a:cubicBezTo>
                  <a:cubicBezTo>
                    <a:pt x="11106" y="27776"/>
                    <a:pt x="11130" y="26822"/>
                    <a:pt x="11154" y="25870"/>
                  </a:cubicBezTo>
                  <a:cubicBezTo>
                    <a:pt x="11164" y="25489"/>
                    <a:pt x="11279" y="24990"/>
                    <a:pt x="11660" y="24965"/>
                  </a:cubicBezTo>
                  <a:cubicBezTo>
                    <a:pt x="11669" y="24964"/>
                    <a:pt x="11679" y="24964"/>
                    <a:pt x="11688" y="24964"/>
                  </a:cubicBezTo>
                  <a:cubicBezTo>
                    <a:pt x="11991" y="24964"/>
                    <a:pt x="12217" y="25301"/>
                    <a:pt x="12524" y="25338"/>
                  </a:cubicBezTo>
                  <a:cubicBezTo>
                    <a:pt x="12545" y="25341"/>
                    <a:pt x="12565" y="25342"/>
                    <a:pt x="12585" y="25342"/>
                  </a:cubicBezTo>
                  <a:cubicBezTo>
                    <a:pt x="13031" y="25342"/>
                    <a:pt x="13229" y="24724"/>
                    <a:pt x="13262" y="24252"/>
                  </a:cubicBezTo>
                  <a:cubicBezTo>
                    <a:pt x="13370" y="22669"/>
                    <a:pt x="13480" y="21084"/>
                    <a:pt x="13590" y="19500"/>
                  </a:cubicBezTo>
                  <a:cubicBezTo>
                    <a:pt x="14192" y="21544"/>
                    <a:pt x="14847" y="23574"/>
                    <a:pt x="15552" y="25584"/>
                  </a:cubicBezTo>
                  <a:cubicBezTo>
                    <a:pt x="15802" y="26298"/>
                    <a:pt x="16070" y="27025"/>
                    <a:pt x="16567" y="27593"/>
                  </a:cubicBezTo>
                  <a:cubicBezTo>
                    <a:pt x="16976" y="28060"/>
                    <a:pt x="17579" y="28400"/>
                    <a:pt x="18186" y="28400"/>
                  </a:cubicBezTo>
                  <a:cubicBezTo>
                    <a:pt x="18318" y="28400"/>
                    <a:pt x="18450" y="28384"/>
                    <a:pt x="18580" y="28350"/>
                  </a:cubicBezTo>
                  <a:cubicBezTo>
                    <a:pt x="19027" y="28233"/>
                    <a:pt x="19396" y="27922"/>
                    <a:pt x="19705" y="27580"/>
                  </a:cubicBezTo>
                  <a:cubicBezTo>
                    <a:pt x="20756" y="26418"/>
                    <a:pt x="21246" y="24836"/>
                    <a:pt x="21360" y="23273"/>
                  </a:cubicBezTo>
                  <a:cubicBezTo>
                    <a:pt x="21473" y="21711"/>
                    <a:pt x="21241" y="20147"/>
                    <a:pt x="21009" y="18597"/>
                  </a:cubicBezTo>
                  <a:lnTo>
                    <a:pt x="21009" y="18597"/>
                  </a:lnTo>
                  <a:cubicBezTo>
                    <a:pt x="21532" y="19110"/>
                    <a:pt x="22062" y="19614"/>
                    <a:pt x="22601" y="20108"/>
                  </a:cubicBezTo>
                  <a:cubicBezTo>
                    <a:pt x="22551" y="19401"/>
                    <a:pt x="22498" y="18694"/>
                    <a:pt x="22447" y="17986"/>
                  </a:cubicBezTo>
                  <a:cubicBezTo>
                    <a:pt x="22429" y="17746"/>
                    <a:pt x="22444" y="17447"/>
                    <a:pt x="22662" y="17345"/>
                  </a:cubicBezTo>
                  <a:cubicBezTo>
                    <a:pt x="22707" y="17325"/>
                    <a:pt x="22753" y="17316"/>
                    <a:pt x="22799" y="17316"/>
                  </a:cubicBezTo>
                  <a:cubicBezTo>
                    <a:pt x="22954" y="17316"/>
                    <a:pt x="23114" y="17416"/>
                    <a:pt x="23246" y="17513"/>
                  </a:cubicBezTo>
                  <a:cubicBezTo>
                    <a:pt x="23723" y="17863"/>
                    <a:pt x="24198" y="18211"/>
                    <a:pt x="24675" y="18562"/>
                  </a:cubicBezTo>
                  <a:cubicBezTo>
                    <a:pt x="24823" y="18670"/>
                    <a:pt x="25006" y="18782"/>
                    <a:pt x="25178" y="18782"/>
                  </a:cubicBezTo>
                  <a:cubicBezTo>
                    <a:pt x="25239" y="18782"/>
                    <a:pt x="25298" y="18768"/>
                    <a:pt x="25354" y="18736"/>
                  </a:cubicBezTo>
                  <a:cubicBezTo>
                    <a:pt x="25546" y="18622"/>
                    <a:pt x="25568" y="18359"/>
                    <a:pt x="25570" y="18135"/>
                  </a:cubicBezTo>
                  <a:lnTo>
                    <a:pt x="25570" y="15537"/>
                  </a:lnTo>
                  <a:cubicBezTo>
                    <a:pt x="27257" y="17797"/>
                    <a:pt x="29043" y="19986"/>
                    <a:pt x="30919" y="22094"/>
                  </a:cubicBezTo>
                  <a:cubicBezTo>
                    <a:pt x="30442" y="18310"/>
                    <a:pt x="28813" y="14782"/>
                    <a:pt x="27204" y="11323"/>
                  </a:cubicBezTo>
                  <a:lnTo>
                    <a:pt x="27204" y="11323"/>
                  </a:lnTo>
                  <a:cubicBezTo>
                    <a:pt x="28378" y="12658"/>
                    <a:pt x="29552" y="13992"/>
                    <a:pt x="30726" y="15327"/>
                  </a:cubicBezTo>
                  <a:cubicBezTo>
                    <a:pt x="32056" y="16841"/>
                    <a:pt x="33448" y="18399"/>
                    <a:pt x="35294" y="19208"/>
                  </a:cubicBezTo>
                  <a:cubicBezTo>
                    <a:pt x="33332" y="16773"/>
                    <a:pt x="31614" y="14140"/>
                    <a:pt x="30178" y="11362"/>
                  </a:cubicBezTo>
                  <a:lnTo>
                    <a:pt x="30178" y="11362"/>
                  </a:lnTo>
                  <a:cubicBezTo>
                    <a:pt x="31874" y="12990"/>
                    <a:pt x="34213" y="13928"/>
                    <a:pt x="36565" y="13928"/>
                  </a:cubicBezTo>
                  <a:cubicBezTo>
                    <a:pt x="36620" y="13928"/>
                    <a:pt x="36676" y="13927"/>
                    <a:pt x="36732" y="13926"/>
                  </a:cubicBezTo>
                  <a:lnTo>
                    <a:pt x="28118" y="6397"/>
                  </a:lnTo>
                  <a:cubicBezTo>
                    <a:pt x="26017" y="4560"/>
                    <a:pt x="23872" y="2695"/>
                    <a:pt x="21317" y="1570"/>
                  </a:cubicBezTo>
                  <a:cubicBezTo>
                    <a:pt x="19265" y="667"/>
                    <a:pt x="17024" y="278"/>
                    <a:pt x="14791" y="82"/>
                  </a:cubicBezTo>
                  <a:cubicBezTo>
                    <a:pt x="14265" y="35"/>
                    <a:pt x="13731" y="1"/>
                    <a:pt x="13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3248050" y="681800"/>
              <a:ext cx="616800" cy="693600"/>
            </a:xfrm>
            <a:custGeom>
              <a:avLst/>
              <a:gdLst/>
              <a:ahLst/>
              <a:cxnLst/>
              <a:rect l="l" t="t" r="r" b="b"/>
              <a:pathLst>
                <a:path w="24672" h="27744" extrusionOk="0">
                  <a:moveTo>
                    <a:pt x="24672" y="0"/>
                  </a:moveTo>
                  <a:lnTo>
                    <a:pt x="24672" y="0"/>
                  </a:lnTo>
                  <a:cubicBezTo>
                    <a:pt x="24494" y="87"/>
                    <a:pt x="24320" y="180"/>
                    <a:pt x="24149" y="279"/>
                  </a:cubicBezTo>
                  <a:lnTo>
                    <a:pt x="24149" y="279"/>
                  </a:lnTo>
                  <a:lnTo>
                    <a:pt x="24672" y="0"/>
                  </a:lnTo>
                  <a:close/>
                  <a:moveTo>
                    <a:pt x="22796" y="999"/>
                  </a:moveTo>
                  <a:cubicBezTo>
                    <a:pt x="22768" y="1013"/>
                    <a:pt x="22741" y="1027"/>
                    <a:pt x="22714" y="1042"/>
                  </a:cubicBezTo>
                  <a:lnTo>
                    <a:pt x="22796" y="999"/>
                  </a:lnTo>
                  <a:close/>
                  <a:moveTo>
                    <a:pt x="24149" y="279"/>
                  </a:moveTo>
                  <a:lnTo>
                    <a:pt x="22796" y="999"/>
                  </a:lnTo>
                  <a:lnTo>
                    <a:pt x="22796" y="999"/>
                  </a:lnTo>
                  <a:cubicBezTo>
                    <a:pt x="22974" y="908"/>
                    <a:pt x="23162" y="838"/>
                    <a:pt x="23353" y="790"/>
                  </a:cubicBezTo>
                  <a:lnTo>
                    <a:pt x="23353" y="790"/>
                  </a:lnTo>
                  <a:cubicBezTo>
                    <a:pt x="21517" y="2099"/>
                    <a:pt x="20087" y="4027"/>
                    <a:pt x="18874" y="5984"/>
                  </a:cubicBezTo>
                  <a:cubicBezTo>
                    <a:pt x="17391" y="8379"/>
                    <a:pt x="16110" y="10930"/>
                    <a:pt x="14232" y="12984"/>
                  </a:cubicBezTo>
                  <a:cubicBezTo>
                    <a:pt x="10533" y="17030"/>
                    <a:pt x="5099" y="18571"/>
                    <a:pt x="0" y="19923"/>
                  </a:cubicBezTo>
                  <a:cubicBezTo>
                    <a:pt x="458" y="19959"/>
                    <a:pt x="918" y="19977"/>
                    <a:pt x="1379" y="19977"/>
                  </a:cubicBezTo>
                  <a:cubicBezTo>
                    <a:pt x="4653" y="19977"/>
                    <a:pt x="7960" y="19067"/>
                    <a:pt x="10857" y="17347"/>
                  </a:cubicBezTo>
                  <a:lnTo>
                    <a:pt x="10857" y="17347"/>
                  </a:lnTo>
                  <a:cubicBezTo>
                    <a:pt x="9147" y="20363"/>
                    <a:pt x="7114" y="23168"/>
                    <a:pt x="4813" y="25693"/>
                  </a:cubicBezTo>
                  <a:cubicBezTo>
                    <a:pt x="8531" y="23423"/>
                    <a:pt x="12015" y="20679"/>
                    <a:pt x="15163" y="17538"/>
                  </a:cubicBezTo>
                  <a:lnTo>
                    <a:pt x="15163" y="17538"/>
                  </a:lnTo>
                  <a:cubicBezTo>
                    <a:pt x="14784" y="21217"/>
                    <a:pt x="13339" y="24790"/>
                    <a:pt x="11074" y="27666"/>
                  </a:cubicBezTo>
                  <a:cubicBezTo>
                    <a:pt x="12948" y="26749"/>
                    <a:pt x="14413" y="25064"/>
                    <a:pt x="15455" y="23193"/>
                  </a:cubicBezTo>
                  <a:cubicBezTo>
                    <a:pt x="16499" y="21319"/>
                    <a:pt x="17157" y="19248"/>
                    <a:pt x="17798" y="17186"/>
                  </a:cubicBezTo>
                  <a:lnTo>
                    <a:pt x="17798" y="17186"/>
                  </a:lnTo>
                  <a:cubicBezTo>
                    <a:pt x="17419" y="19010"/>
                    <a:pt x="17820" y="20884"/>
                    <a:pt x="18416" y="22606"/>
                  </a:cubicBezTo>
                  <a:cubicBezTo>
                    <a:pt x="19011" y="24328"/>
                    <a:pt x="19803" y="25974"/>
                    <a:pt x="20246" y="27744"/>
                  </a:cubicBezTo>
                  <a:cubicBezTo>
                    <a:pt x="19426" y="23817"/>
                    <a:pt x="18599" y="19776"/>
                    <a:pt x="19172" y="15733"/>
                  </a:cubicBezTo>
                  <a:cubicBezTo>
                    <a:pt x="19333" y="14596"/>
                    <a:pt x="19603" y="13474"/>
                    <a:pt x="19908" y="12361"/>
                  </a:cubicBezTo>
                  <a:cubicBezTo>
                    <a:pt x="20994" y="8371"/>
                    <a:pt x="22506" y="4468"/>
                    <a:pt x="24411" y="750"/>
                  </a:cubicBezTo>
                  <a:cubicBezTo>
                    <a:pt x="24269" y="724"/>
                    <a:pt x="24125" y="712"/>
                    <a:pt x="23981" y="712"/>
                  </a:cubicBezTo>
                  <a:cubicBezTo>
                    <a:pt x="23771" y="712"/>
                    <a:pt x="23560" y="738"/>
                    <a:pt x="23353" y="790"/>
                  </a:cubicBezTo>
                  <a:lnTo>
                    <a:pt x="23353" y="790"/>
                  </a:lnTo>
                  <a:cubicBezTo>
                    <a:pt x="23610" y="607"/>
                    <a:pt x="23875" y="436"/>
                    <a:pt x="24149" y="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3698750" y="556550"/>
              <a:ext cx="774675" cy="1385000"/>
            </a:xfrm>
            <a:custGeom>
              <a:avLst/>
              <a:gdLst/>
              <a:ahLst/>
              <a:cxnLst/>
              <a:rect l="l" t="t" r="r" b="b"/>
              <a:pathLst>
                <a:path w="30987" h="55400" extrusionOk="0">
                  <a:moveTo>
                    <a:pt x="14196" y="0"/>
                  </a:moveTo>
                  <a:cubicBezTo>
                    <a:pt x="13672" y="0"/>
                    <a:pt x="13121" y="130"/>
                    <a:pt x="12615" y="297"/>
                  </a:cubicBezTo>
                  <a:cubicBezTo>
                    <a:pt x="8640" y="1613"/>
                    <a:pt x="5368" y="4807"/>
                    <a:pt x="3189" y="8495"/>
                  </a:cubicBezTo>
                  <a:cubicBezTo>
                    <a:pt x="2074" y="10380"/>
                    <a:pt x="1200" y="12443"/>
                    <a:pt x="921" y="14600"/>
                  </a:cubicBezTo>
                  <a:cubicBezTo>
                    <a:pt x="0" y="21692"/>
                    <a:pt x="5478" y="27702"/>
                    <a:pt x="6559" y="34640"/>
                  </a:cubicBezTo>
                  <a:cubicBezTo>
                    <a:pt x="7048" y="37785"/>
                    <a:pt x="6584" y="41115"/>
                    <a:pt x="5255" y="44027"/>
                  </a:cubicBezTo>
                  <a:cubicBezTo>
                    <a:pt x="4806" y="45011"/>
                    <a:pt x="4164" y="45864"/>
                    <a:pt x="3695" y="46828"/>
                  </a:cubicBezTo>
                  <a:cubicBezTo>
                    <a:pt x="3521" y="47185"/>
                    <a:pt x="2636" y="50913"/>
                    <a:pt x="2806" y="50913"/>
                  </a:cubicBezTo>
                  <a:cubicBezTo>
                    <a:pt x="2807" y="50913"/>
                    <a:pt x="2809" y="50912"/>
                    <a:pt x="2810" y="50912"/>
                  </a:cubicBezTo>
                  <a:cubicBezTo>
                    <a:pt x="4678" y="50254"/>
                    <a:pt x="6288" y="48814"/>
                    <a:pt x="7185" y="47001"/>
                  </a:cubicBezTo>
                  <a:lnTo>
                    <a:pt x="7185" y="47001"/>
                  </a:lnTo>
                  <a:cubicBezTo>
                    <a:pt x="6686" y="48882"/>
                    <a:pt x="6368" y="50805"/>
                    <a:pt x="6238" y="52734"/>
                  </a:cubicBezTo>
                  <a:cubicBezTo>
                    <a:pt x="8829" y="50093"/>
                    <a:pt x="10629" y="46635"/>
                    <a:pt x="11316" y="42964"/>
                  </a:cubicBezTo>
                  <a:cubicBezTo>
                    <a:pt x="13513" y="46595"/>
                    <a:pt x="12556" y="51433"/>
                    <a:pt x="14065" y="55400"/>
                  </a:cubicBezTo>
                  <a:cubicBezTo>
                    <a:pt x="17484" y="52213"/>
                    <a:pt x="17663" y="46916"/>
                    <a:pt x="17590" y="42230"/>
                  </a:cubicBezTo>
                  <a:lnTo>
                    <a:pt x="17590" y="42230"/>
                  </a:lnTo>
                  <a:cubicBezTo>
                    <a:pt x="19982" y="46079"/>
                    <a:pt x="22708" y="49704"/>
                    <a:pt x="25726" y="53054"/>
                  </a:cubicBezTo>
                  <a:cubicBezTo>
                    <a:pt x="26253" y="48138"/>
                    <a:pt x="24416" y="43074"/>
                    <a:pt x="20891" y="39762"/>
                  </a:cubicBezTo>
                  <a:lnTo>
                    <a:pt x="20891" y="39762"/>
                  </a:lnTo>
                  <a:cubicBezTo>
                    <a:pt x="23271" y="41146"/>
                    <a:pt x="25651" y="42530"/>
                    <a:pt x="28035" y="43917"/>
                  </a:cubicBezTo>
                  <a:cubicBezTo>
                    <a:pt x="28510" y="44193"/>
                    <a:pt x="29009" y="44477"/>
                    <a:pt x="29564" y="44502"/>
                  </a:cubicBezTo>
                  <a:cubicBezTo>
                    <a:pt x="29585" y="44503"/>
                    <a:pt x="29605" y="44504"/>
                    <a:pt x="29626" y="44504"/>
                  </a:cubicBezTo>
                  <a:cubicBezTo>
                    <a:pt x="30166" y="44504"/>
                    <a:pt x="30753" y="44187"/>
                    <a:pt x="30885" y="43655"/>
                  </a:cubicBezTo>
                  <a:cubicBezTo>
                    <a:pt x="30987" y="43250"/>
                    <a:pt x="30807" y="42839"/>
                    <a:pt x="30606" y="42486"/>
                  </a:cubicBezTo>
                  <a:cubicBezTo>
                    <a:pt x="29545" y="40627"/>
                    <a:pt x="27798" y="39307"/>
                    <a:pt x="26096" y="38037"/>
                  </a:cubicBezTo>
                  <a:cubicBezTo>
                    <a:pt x="24269" y="36673"/>
                    <a:pt x="22434" y="35305"/>
                    <a:pt x="20419" y="34246"/>
                  </a:cubicBezTo>
                  <a:cubicBezTo>
                    <a:pt x="19192" y="33601"/>
                    <a:pt x="17902" y="33070"/>
                    <a:pt x="16767" y="32278"/>
                  </a:cubicBezTo>
                  <a:cubicBezTo>
                    <a:pt x="14381" y="30615"/>
                    <a:pt x="12864" y="27910"/>
                    <a:pt x="11964" y="25078"/>
                  </a:cubicBezTo>
                  <a:cubicBezTo>
                    <a:pt x="10617" y="20844"/>
                    <a:pt x="10541" y="15991"/>
                    <a:pt x="12463" y="11826"/>
                  </a:cubicBezTo>
                  <a:cubicBezTo>
                    <a:pt x="13823" y="8876"/>
                    <a:pt x="16171" y="6194"/>
                    <a:pt x="16371" y="2958"/>
                  </a:cubicBezTo>
                  <a:cubicBezTo>
                    <a:pt x="16430" y="2013"/>
                    <a:pt x="16244" y="974"/>
                    <a:pt x="15535" y="416"/>
                  </a:cubicBezTo>
                  <a:cubicBezTo>
                    <a:pt x="15153" y="114"/>
                    <a:pt x="14686" y="0"/>
                    <a:pt x="14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3763550" y="598700"/>
              <a:ext cx="320425" cy="377675"/>
            </a:xfrm>
            <a:custGeom>
              <a:avLst/>
              <a:gdLst/>
              <a:ahLst/>
              <a:cxnLst/>
              <a:rect l="l" t="t" r="r" b="b"/>
              <a:pathLst>
                <a:path w="12817" h="15107" extrusionOk="0">
                  <a:moveTo>
                    <a:pt x="10822" y="1"/>
                  </a:moveTo>
                  <a:cubicBezTo>
                    <a:pt x="10325" y="1"/>
                    <a:pt x="9866" y="281"/>
                    <a:pt x="9456" y="575"/>
                  </a:cubicBezTo>
                  <a:cubicBezTo>
                    <a:pt x="8644" y="1157"/>
                    <a:pt x="7836" y="1710"/>
                    <a:pt x="6995" y="2243"/>
                  </a:cubicBezTo>
                  <a:cubicBezTo>
                    <a:pt x="5899" y="2939"/>
                    <a:pt x="4862" y="3734"/>
                    <a:pt x="3899" y="4615"/>
                  </a:cubicBezTo>
                  <a:cubicBezTo>
                    <a:pt x="2720" y="5696"/>
                    <a:pt x="1641" y="6931"/>
                    <a:pt x="952" y="8386"/>
                  </a:cubicBezTo>
                  <a:cubicBezTo>
                    <a:pt x="266" y="9839"/>
                    <a:pt x="0" y="11537"/>
                    <a:pt x="465" y="13034"/>
                  </a:cubicBezTo>
                  <a:cubicBezTo>
                    <a:pt x="796" y="14102"/>
                    <a:pt x="1656" y="15106"/>
                    <a:pt x="2733" y="15106"/>
                  </a:cubicBezTo>
                  <a:cubicBezTo>
                    <a:pt x="2774" y="15106"/>
                    <a:pt x="2815" y="15105"/>
                    <a:pt x="2857" y="15102"/>
                  </a:cubicBezTo>
                  <a:cubicBezTo>
                    <a:pt x="3608" y="15049"/>
                    <a:pt x="4280" y="14511"/>
                    <a:pt x="4720" y="13863"/>
                  </a:cubicBezTo>
                  <a:cubicBezTo>
                    <a:pt x="5160" y="13212"/>
                    <a:pt x="5408" y="12452"/>
                    <a:pt x="5672" y="11712"/>
                  </a:cubicBezTo>
                  <a:cubicBezTo>
                    <a:pt x="6767" y="8641"/>
                    <a:pt x="8260" y="5652"/>
                    <a:pt x="10419" y="3196"/>
                  </a:cubicBezTo>
                  <a:cubicBezTo>
                    <a:pt x="11018" y="2514"/>
                    <a:pt x="12816" y="384"/>
                    <a:pt x="11084" y="27"/>
                  </a:cubicBezTo>
                  <a:cubicBezTo>
                    <a:pt x="10995" y="9"/>
                    <a:pt x="10908" y="1"/>
                    <a:pt x="10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3998800" y="238125"/>
              <a:ext cx="430225" cy="484175"/>
            </a:xfrm>
            <a:custGeom>
              <a:avLst/>
              <a:gdLst/>
              <a:ahLst/>
              <a:cxnLst/>
              <a:rect l="l" t="t" r="r" b="b"/>
              <a:pathLst>
                <a:path w="17209" h="19367" extrusionOk="0">
                  <a:moveTo>
                    <a:pt x="17208" y="0"/>
                  </a:moveTo>
                  <a:lnTo>
                    <a:pt x="17208" y="0"/>
                  </a:lnTo>
                  <a:cubicBezTo>
                    <a:pt x="15414" y="665"/>
                    <a:pt x="13818" y="1832"/>
                    <a:pt x="12291" y="3035"/>
                  </a:cubicBezTo>
                  <a:cubicBezTo>
                    <a:pt x="9833" y="4970"/>
                    <a:pt x="7480" y="7034"/>
                    <a:pt x="5247" y="9215"/>
                  </a:cubicBezTo>
                  <a:cubicBezTo>
                    <a:pt x="4134" y="10302"/>
                    <a:pt x="3058" y="11422"/>
                    <a:pt x="1999" y="12559"/>
                  </a:cubicBezTo>
                  <a:cubicBezTo>
                    <a:pt x="1395" y="13207"/>
                    <a:pt x="1" y="14203"/>
                    <a:pt x="361" y="15257"/>
                  </a:cubicBezTo>
                  <a:cubicBezTo>
                    <a:pt x="540" y="15783"/>
                    <a:pt x="1156" y="15971"/>
                    <a:pt x="1495" y="16397"/>
                  </a:cubicBezTo>
                  <a:cubicBezTo>
                    <a:pt x="2093" y="17148"/>
                    <a:pt x="1736" y="18488"/>
                    <a:pt x="2460" y="19109"/>
                  </a:cubicBezTo>
                  <a:cubicBezTo>
                    <a:pt x="2668" y="19288"/>
                    <a:pt x="2933" y="19367"/>
                    <a:pt x="3209" y="19367"/>
                  </a:cubicBezTo>
                  <a:cubicBezTo>
                    <a:pt x="3516" y="19367"/>
                    <a:pt x="3837" y="19269"/>
                    <a:pt x="4108" y="19104"/>
                  </a:cubicBezTo>
                  <a:cubicBezTo>
                    <a:pt x="4624" y="18791"/>
                    <a:pt x="5003" y="18285"/>
                    <a:pt x="5365" y="17790"/>
                  </a:cubicBezTo>
                  <a:cubicBezTo>
                    <a:pt x="8466" y="13567"/>
                    <a:pt x="11504" y="9252"/>
                    <a:pt x="14471" y="4850"/>
                  </a:cubicBezTo>
                  <a:cubicBezTo>
                    <a:pt x="15510" y="3311"/>
                    <a:pt x="16549" y="1741"/>
                    <a:pt x="17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3784350" y="718250"/>
              <a:ext cx="165750" cy="174400"/>
            </a:xfrm>
            <a:custGeom>
              <a:avLst/>
              <a:gdLst/>
              <a:ahLst/>
              <a:cxnLst/>
              <a:rect l="l" t="t" r="r" b="b"/>
              <a:pathLst>
                <a:path w="6630" h="6976" extrusionOk="0">
                  <a:moveTo>
                    <a:pt x="6630" y="0"/>
                  </a:moveTo>
                  <a:cubicBezTo>
                    <a:pt x="5564" y="102"/>
                    <a:pt x="4614" y="836"/>
                    <a:pt x="3925" y="1709"/>
                  </a:cubicBezTo>
                  <a:cubicBezTo>
                    <a:pt x="3237" y="2580"/>
                    <a:pt x="2756" y="3597"/>
                    <a:pt x="2189" y="4553"/>
                  </a:cubicBezTo>
                  <a:cubicBezTo>
                    <a:pt x="1624" y="5509"/>
                    <a:pt x="941" y="6436"/>
                    <a:pt x="0" y="6975"/>
                  </a:cubicBezTo>
                  <a:cubicBezTo>
                    <a:pt x="1445" y="6336"/>
                    <a:pt x="3040" y="5282"/>
                    <a:pt x="4194" y="4154"/>
                  </a:cubicBezTo>
                  <a:cubicBezTo>
                    <a:pt x="5351" y="3023"/>
                    <a:pt x="4938" y="2362"/>
                    <a:pt x="6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4040700" y="1353500"/>
              <a:ext cx="45525" cy="48300"/>
            </a:xfrm>
            <a:custGeom>
              <a:avLst/>
              <a:gdLst/>
              <a:ahLst/>
              <a:cxnLst/>
              <a:rect l="l" t="t" r="r" b="b"/>
              <a:pathLst>
                <a:path w="1821" h="1932" extrusionOk="0">
                  <a:moveTo>
                    <a:pt x="203" y="0"/>
                  </a:moveTo>
                  <a:cubicBezTo>
                    <a:pt x="103" y="0"/>
                    <a:pt x="0" y="118"/>
                    <a:pt x="67" y="221"/>
                  </a:cubicBezTo>
                  <a:cubicBezTo>
                    <a:pt x="285" y="551"/>
                    <a:pt x="519" y="869"/>
                    <a:pt x="768" y="1175"/>
                  </a:cubicBezTo>
                  <a:cubicBezTo>
                    <a:pt x="888" y="1326"/>
                    <a:pt x="1026" y="1461"/>
                    <a:pt x="1162" y="1596"/>
                  </a:cubicBezTo>
                  <a:cubicBezTo>
                    <a:pt x="1302" y="1735"/>
                    <a:pt x="1459" y="1892"/>
                    <a:pt x="1659" y="1929"/>
                  </a:cubicBezTo>
                  <a:cubicBezTo>
                    <a:pt x="1667" y="1931"/>
                    <a:pt x="1675" y="1932"/>
                    <a:pt x="1683" y="1932"/>
                  </a:cubicBezTo>
                  <a:cubicBezTo>
                    <a:pt x="1758" y="1932"/>
                    <a:pt x="1821" y="1870"/>
                    <a:pt x="1801" y="1789"/>
                  </a:cubicBezTo>
                  <a:cubicBezTo>
                    <a:pt x="1750" y="1596"/>
                    <a:pt x="1600" y="1452"/>
                    <a:pt x="1466" y="1314"/>
                  </a:cubicBezTo>
                  <a:cubicBezTo>
                    <a:pt x="1331" y="1175"/>
                    <a:pt x="1206" y="1030"/>
                    <a:pt x="1070" y="894"/>
                  </a:cubicBezTo>
                  <a:cubicBezTo>
                    <a:pt x="798" y="624"/>
                    <a:pt x="541" y="341"/>
                    <a:pt x="296" y="45"/>
                  </a:cubicBezTo>
                  <a:cubicBezTo>
                    <a:pt x="269" y="14"/>
                    <a:pt x="236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4068400" y="1363625"/>
              <a:ext cx="32325" cy="31375"/>
            </a:xfrm>
            <a:custGeom>
              <a:avLst/>
              <a:gdLst/>
              <a:ahLst/>
              <a:cxnLst/>
              <a:rect l="l" t="t" r="r" b="b"/>
              <a:pathLst>
                <a:path w="1293" h="1255" extrusionOk="0">
                  <a:moveTo>
                    <a:pt x="185" y="0"/>
                  </a:moveTo>
                  <a:cubicBezTo>
                    <a:pt x="84" y="0"/>
                    <a:pt x="0" y="128"/>
                    <a:pt x="88" y="227"/>
                  </a:cubicBezTo>
                  <a:cubicBezTo>
                    <a:pt x="243" y="406"/>
                    <a:pt x="399" y="584"/>
                    <a:pt x="554" y="763"/>
                  </a:cubicBezTo>
                  <a:cubicBezTo>
                    <a:pt x="712" y="943"/>
                    <a:pt x="905" y="1090"/>
                    <a:pt x="1094" y="1235"/>
                  </a:cubicBezTo>
                  <a:cubicBezTo>
                    <a:pt x="1111" y="1248"/>
                    <a:pt x="1129" y="1254"/>
                    <a:pt x="1147" y="1254"/>
                  </a:cubicBezTo>
                  <a:cubicBezTo>
                    <a:pt x="1221" y="1254"/>
                    <a:pt x="1292" y="1156"/>
                    <a:pt x="1243" y="1086"/>
                  </a:cubicBezTo>
                  <a:lnTo>
                    <a:pt x="1243" y="1086"/>
                  </a:lnTo>
                  <a:lnTo>
                    <a:pt x="1243" y="1088"/>
                  </a:lnTo>
                  <a:cubicBezTo>
                    <a:pt x="1106" y="892"/>
                    <a:pt x="964" y="692"/>
                    <a:pt x="790" y="528"/>
                  </a:cubicBezTo>
                  <a:cubicBezTo>
                    <a:pt x="619" y="364"/>
                    <a:pt x="446" y="202"/>
                    <a:pt x="275" y="39"/>
                  </a:cubicBezTo>
                  <a:cubicBezTo>
                    <a:pt x="246" y="12"/>
                    <a:pt x="215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3879625" y="1555550"/>
              <a:ext cx="8275" cy="36475"/>
            </a:xfrm>
            <a:custGeom>
              <a:avLst/>
              <a:gdLst/>
              <a:ahLst/>
              <a:cxnLst/>
              <a:rect l="l" t="t" r="r" b="b"/>
              <a:pathLst>
                <a:path w="331" h="1459" extrusionOk="0">
                  <a:moveTo>
                    <a:pt x="228" y="1"/>
                  </a:moveTo>
                  <a:cubicBezTo>
                    <a:pt x="205" y="1"/>
                    <a:pt x="182" y="12"/>
                    <a:pt x="166" y="36"/>
                  </a:cubicBezTo>
                  <a:cubicBezTo>
                    <a:pt x="129" y="93"/>
                    <a:pt x="116" y="129"/>
                    <a:pt x="109" y="198"/>
                  </a:cubicBezTo>
                  <a:cubicBezTo>
                    <a:pt x="104" y="249"/>
                    <a:pt x="100" y="298"/>
                    <a:pt x="95" y="349"/>
                  </a:cubicBezTo>
                  <a:cubicBezTo>
                    <a:pt x="85" y="462"/>
                    <a:pt x="75" y="575"/>
                    <a:pt x="65" y="689"/>
                  </a:cubicBezTo>
                  <a:cubicBezTo>
                    <a:pt x="45" y="912"/>
                    <a:pt x="24" y="1133"/>
                    <a:pt x="6" y="1355"/>
                  </a:cubicBezTo>
                  <a:cubicBezTo>
                    <a:pt x="1" y="1411"/>
                    <a:pt x="57" y="1458"/>
                    <a:pt x="107" y="1458"/>
                  </a:cubicBezTo>
                  <a:cubicBezTo>
                    <a:pt x="168" y="1458"/>
                    <a:pt x="205" y="1411"/>
                    <a:pt x="210" y="1355"/>
                  </a:cubicBezTo>
                  <a:cubicBezTo>
                    <a:pt x="232" y="1137"/>
                    <a:pt x="254" y="919"/>
                    <a:pt x="276" y="700"/>
                  </a:cubicBezTo>
                  <a:cubicBezTo>
                    <a:pt x="287" y="592"/>
                    <a:pt x="298" y="482"/>
                    <a:pt x="309" y="374"/>
                  </a:cubicBezTo>
                  <a:cubicBezTo>
                    <a:pt x="314" y="323"/>
                    <a:pt x="319" y="274"/>
                    <a:pt x="324" y="223"/>
                  </a:cubicBezTo>
                  <a:cubicBezTo>
                    <a:pt x="331" y="156"/>
                    <a:pt x="325" y="117"/>
                    <a:pt x="300" y="53"/>
                  </a:cubicBezTo>
                  <a:cubicBezTo>
                    <a:pt x="287" y="20"/>
                    <a:pt x="257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3902375" y="1580600"/>
              <a:ext cx="10350" cy="46275"/>
            </a:xfrm>
            <a:custGeom>
              <a:avLst/>
              <a:gdLst/>
              <a:ahLst/>
              <a:cxnLst/>
              <a:rect l="l" t="t" r="r" b="b"/>
              <a:pathLst>
                <a:path w="414" h="1851" extrusionOk="0">
                  <a:moveTo>
                    <a:pt x="312" y="1"/>
                  </a:moveTo>
                  <a:cubicBezTo>
                    <a:pt x="292" y="1"/>
                    <a:pt x="272" y="10"/>
                    <a:pt x="263" y="30"/>
                  </a:cubicBezTo>
                  <a:cubicBezTo>
                    <a:pt x="233" y="93"/>
                    <a:pt x="190" y="159"/>
                    <a:pt x="175" y="226"/>
                  </a:cubicBezTo>
                  <a:cubicBezTo>
                    <a:pt x="160" y="289"/>
                    <a:pt x="160" y="358"/>
                    <a:pt x="153" y="422"/>
                  </a:cubicBezTo>
                  <a:cubicBezTo>
                    <a:pt x="136" y="571"/>
                    <a:pt x="119" y="720"/>
                    <a:pt x="104" y="869"/>
                  </a:cubicBezTo>
                  <a:cubicBezTo>
                    <a:pt x="72" y="1160"/>
                    <a:pt x="40" y="1451"/>
                    <a:pt x="8" y="1742"/>
                  </a:cubicBezTo>
                  <a:cubicBezTo>
                    <a:pt x="1" y="1801"/>
                    <a:pt x="62" y="1850"/>
                    <a:pt x="116" y="1850"/>
                  </a:cubicBezTo>
                  <a:cubicBezTo>
                    <a:pt x="117" y="1850"/>
                    <a:pt x="118" y="1850"/>
                    <a:pt x="119" y="1850"/>
                  </a:cubicBezTo>
                  <a:cubicBezTo>
                    <a:pt x="181" y="1850"/>
                    <a:pt x="217" y="1799"/>
                    <a:pt x="224" y="1742"/>
                  </a:cubicBezTo>
                  <a:cubicBezTo>
                    <a:pt x="261" y="1456"/>
                    <a:pt x="297" y="1170"/>
                    <a:pt x="332" y="884"/>
                  </a:cubicBezTo>
                  <a:cubicBezTo>
                    <a:pt x="351" y="742"/>
                    <a:pt x="370" y="598"/>
                    <a:pt x="388" y="456"/>
                  </a:cubicBezTo>
                  <a:cubicBezTo>
                    <a:pt x="395" y="392"/>
                    <a:pt x="412" y="324"/>
                    <a:pt x="412" y="258"/>
                  </a:cubicBezTo>
                  <a:cubicBezTo>
                    <a:pt x="414" y="187"/>
                    <a:pt x="388" y="113"/>
                    <a:pt x="373" y="45"/>
                  </a:cubicBezTo>
                  <a:cubicBezTo>
                    <a:pt x="367" y="17"/>
                    <a:pt x="339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4255275" y="1674275"/>
              <a:ext cx="28300" cy="38350"/>
            </a:xfrm>
            <a:custGeom>
              <a:avLst/>
              <a:gdLst/>
              <a:ahLst/>
              <a:cxnLst/>
              <a:rect l="l" t="t" r="r" b="b"/>
              <a:pathLst>
                <a:path w="1132" h="1534" extrusionOk="0">
                  <a:moveTo>
                    <a:pt x="202" y="1"/>
                  </a:moveTo>
                  <a:cubicBezTo>
                    <a:pt x="174" y="1"/>
                    <a:pt x="144" y="8"/>
                    <a:pt x="115" y="25"/>
                  </a:cubicBezTo>
                  <a:cubicBezTo>
                    <a:pt x="30" y="74"/>
                    <a:pt x="0" y="187"/>
                    <a:pt x="51" y="274"/>
                  </a:cubicBezTo>
                  <a:lnTo>
                    <a:pt x="450" y="955"/>
                  </a:lnTo>
                  <a:cubicBezTo>
                    <a:pt x="516" y="1069"/>
                    <a:pt x="594" y="1172"/>
                    <a:pt x="673" y="1277"/>
                  </a:cubicBezTo>
                  <a:cubicBezTo>
                    <a:pt x="724" y="1343"/>
                    <a:pt x="790" y="1387"/>
                    <a:pt x="856" y="1437"/>
                  </a:cubicBezTo>
                  <a:cubicBezTo>
                    <a:pt x="907" y="1476"/>
                    <a:pt x="951" y="1507"/>
                    <a:pt x="1012" y="1529"/>
                  </a:cubicBezTo>
                  <a:cubicBezTo>
                    <a:pt x="1021" y="1532"/>
                    <a:pt x="1030" y="1534"/>
                    <a:pt x="1039" y="1534"/>
                  </a:cubicBezTo>
                  <a:cubicBezTo>
                    <a:pt x="1086" y="1534"/>
                    <a:pt x="1124" y="1488"/>
                    <a:pt x="1127" y="1443"/>
                  </a:cubicBezTo>
                  <a:cubicBezTo>
                    <a:pt x="1132" y="1375"/>
                    <a:pt x="1115" y="1316"/>
                    <a:pt x="1100" y="1251"/>
                  </a:cubicBezTo>
                  <a:cubicBezTo>
                    <a:pt x="1081" y="1177"/>
                    <a:pt x="1064" y="1108"/>
                    <a:pt x="1027" y="1040"/>
                  </a:cubicBezTo>
                  <a:cubicBezTo>
                    <a:pt x="968" y="928"/>
                    <a:pt x="903" y="822"/>
                    <a:pt x="827" y="720"/>
                  </a:cubicBezTo>
                  <a:cubicBezTo>
                    <a:pt x="673" y="510"/>
                    <a:pt x="518" y="301"/>
                    <a:pt x="364" y="89"/>
                  </a:cubicBezTo>
                  <a:cubicBezTo>
                    <a:pt x="324" y="36"/>
                    <a:pt x="265" y="1"/>
                    <a:pt x="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4238975" y="1628050"/>
              <a:ext cx="29625" cy="33325"/>
            </a:xfrm>
            <a:custGeom>
              <a:avLst/>
              <a:gdLst/>
              <a:ahLst/>
              <a:cxnLst/>
              <a:rect l="l" t="t" r="r" b="b"/>
              <a:pathLst>
                <a:path w="1185" h="1333" extrusionOk="0">
                  <a:moveTo>
                    <a:pt x="173" y="0"/>
                  </a:moveTo>
                  <a:cubicBezTo>
                    <a:pt x="132" y="0"/>
                    <a:pt x="92" y="15"/>
                    <a:pt x="63" y="44"/>
                  </a:cubicBezTo>
                  <a:cubicBezTo>
                    <a:pt x="1" y="108"/>
                    <a:pt x="14" y="192"/>
                    <a:pt x="63" y="258"/>
                  </a:cubicBezTo>
                  <a:cubicBezTo>
                    <a:pt x="214" y="448"/>
                    <a:pt x="363" y="639"/>
                    <a:pt x="512" y="830"/>
                  </a:cubicBezTo>
                  <a:cubicBezTo>
                    <a:pt x="584" y="923"/>
                    <a:pt x="654" y="1018"/>
                    <a:pt x="738" y="1099"/>
                  </a:cubicBezTo>
                  <a:cubicBezTo>
                    <a:pt x="786" y="1145"/>
                    <a:pt x="833" y="1194"/>
                    <a:pt x="885" y="1235"/>
                  </a:cubicBezTo>
                  <a:cubicBezTo>
                    <a:pt x="935" y="1270"/>
                    <a:pt x="987" y="1319"/>
                    <a:pt x="1048" y="1331"/>
                  </a:cubicBezTo>
                  <a:cubicBezTo>
                    <a:pt x="1056" y="1332"/>
                    <a:pt x="1064" y="1333"/>
                    <a:pt x="1072" y="1333"/>
                  </a:cubicBezTo>
                  <a:cubicBezTo>
                    <a:pt x="1132" y="1333"/>
                    <a:pt x="1185" y="1293"/>
                    <a:pt x="1185" y="1226"/>
                  </a:cubicBezTo>
                  <a:cubicBezTo>
                    <a:pt x="1185" y="1158"/>
                    <a:pt x="1149" y="1101"/>
                    <a:pt x="1119" y="1043"/>
                  </a:cubicBezTo>
                  <a:cubicBezTo>
                    <a:pt x="1092" y="989"/>
                    <a:pt x="1058" y="942"/>
                    <a:pt x="1024" y="893"/>
                  </a:cubicBezTo>
                  <a:cubicBezTo>
                    <a:pt x="948" y="781"/>
                    <a:pt x="860" y="686"/>
                    <a:pt x="770" y="587"/>
                  </a:cubicBezTo>
                  <a:cubicBezTo>
                    <a:pt x="606" y="406"/>
                    <a:pt x="442" y="225"/>
                    <a:pt x="278" y="44"/>
                  </a:cubicBezTo>
                  <a:cubicBezTo>
                    <a:pt x="251" y="14"/>
                    <a:pt x="21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4338525" y="1546075"/>
              <a:ext cx="34025" cy="26350"/>
            </a:xfrm>
            <a:custGeom>
              <a:avLst/>
              <a:gdLst/>
              <a:ahLst/>
              <a:cxnLst/>
              <a:rect l="l" t="t" r="r" b="b"/>
              <a:pathLst>
                <a:path w="1361" h="1054" extrusionOk="0">
                  <a:moveTo>
                    <a:pt x="163" y="0"/>
                  </a:moveTo>
                  <a:cubicBezTo>
                    <a:pt x="114" y="0"/>
                    <a:pt x="68" y="22"/>
                    <a:pt x="40" y="70"/>
                  </a:cubicBezTo>
                  <a:cubicBezTo>
                    <a:pt x="1" y="137"/>
                    <a:pt x="25" y="229"/>
                    <a:pt x="92" y="267"/>
                  </a:cubicBezTo>
                  <a:cubicBezTo>
                    <a:pt x="192" y="325"/>
                    <a:pt x="288" y="384"/>
                    <a:pt x="383" y="450"/>
                  </a:cubicBezTo>
                  <a:cubicBezTo>
                    <a:pt x="429" y="482"/>
                    <a:pt x="475" y="514"/>
                    <a:pt x="519" y="548"/>
                  </a:cubicBezTo>
                  <a:cubicBezTo>
                    <a:pt x="522" y="551"/>
                    <a:pt x="540" y="564"/>
                    <a:pt x="541" y="564"/>
                  </a:cubicBezTo>
                  <a:cubicBezTo>
                    <a:pt x="541" y="564"/>
                    <a:pt x="541" y="564"/>
                    <a:pt x="540" y="564"/>
                  </a:cubicBezTo>
                  <a:lnTo>
                    <a:pt x="540" y="564"/>
                  </a:lnTo>
                  <a:cubicBezTo>
                    <a:pt x="549" y="571"/>
                    <a:pt x="557" y="577"/>
                    <a:pt x="564" y="584"/>
                  </a:cubicBezTo>
                  <a:cubicBezTo>
                    <a:pt x="590" y="602"/>
                    <a:pt x="613" y="621"/>
                    <a:pt x="637" y="641"/>
                  </a:cubicBezTo>
                  <a:cubicBezTo>
                    <a:pt x="722" y="712"/>
                    <a:pt x="799" y="794"/>
                    <a:pt x="884" y="863"/>
                  </a:cubicBezTo>
                  <a:cubicBezTo>
                    <a:pt x="936" y="907"/>
                    <a:pt x="996" y="941"/>
                    <a:pt x="1051" y="978"/>
                  </a:cubicBezTo>
                  <a:cubicBezTo>
                    <a:pt x="1072" y="993"/>
                    <a:pt x="1094" y="1012"/>
                    <a:pt x="1117" y="1025"/>
                  </a:cubicBezTo>
                  <a:cubicBezTo>
                    <a:pt x="1151" y="1046"/>
                    <a:pt x="1194" y="1049"/>
                    <a:pt x="1216" y="1052"/>
                  </a:cubicBezTo>
                  <a:cubicBezTo>
                    <a:pt x="1222" y="1053"/>
                    <a:pt x="1228" y="1054"/>
                    <a:pt x="1234" y="1054"/>
                  </a:cubicBezTo>
                  <a:cubicBezTo>
                    <a:pt x="1295" y="1054"/>
                    <a:pt x="1360" y="1018"/>
                    <a:pt x="1354" y="947"/>
                  </a:cubicBezTo>
                  <a:cubicBezTo>
                    <a:pt x="1347" y="875"/>
                    <a:pt x="1331" y="824"/>
                    <a:pt x="1288" y="766"/>
                  </a:cubicBezTo>
                  <a:cubicBezTo>
                    <a:pt x="1249" y="712"/>
                    <a:pt x="1209" y="658"/>
                    <a:pt x="1166" y="607"/>
                  </a:cubicBezTo>
                  <a:cubicBezTo>
                    <a:pt x="1122" y="552"/>
                    <a:pt x="1058" y="511"/>
                    <a:pt x="1002" y="469"/>
                  </a:cubicBezTo>
                  <a:cubicBezTo>
                    <a:pt x="955" y="433"/>
                    <a:pt x="908" y="399"/>
                    <a:pt x="860" y="367"/>
                  </a:cubicBezTo>
                  <a:cubicBezTo>
                    <a:pt x="664" y="232"/>
                    <a:pt x="456" y="115"/>
                    <a:pt x="239" y="17"/>
                  </a:cubicBezTo>
                  <a:cubicBezTo>
                    <a:pt x="215" y="6"/>
                    <a:pt x="188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4319125" y="1520300"/>
              <a:ext cx="35350" cy="26425"/>
            </a:xfrm>
            <a:custGeom>
              <a:avLst/>
              <a:gdLst/>
              <a:ahLst/>
              <a:cxnLst/>
              <a:rect l="l" t="t" r="r" b="b"/>
              <a:pathLst>
                <a:path w="1414" h="1057" extrusionOk="0">
                  <a:moveTo>
                    <a:pt x="150" y="0"/>
                  </a:moveTo>
                  <a:cubicBezTo>
                    <a:pt x="60" y="0"/>
                    <a:pt x="1" y="130"/>
                    <a:pt x="97" y="177"/>
                  </a:cubicBezTo>
                  <a:cubicBezTo>
                    <a:pt x="322" y="285"/>
                    <a:pt x="535" y="415"/>
                    <a:pt x="733" y="568"/>
                  </a:cubicBezTo>
                  <a:cubicBezTo>
                    <a:pt x="828" y="640"/>
                    <a:pt x="919" y="718"/>
                    <a:pt x="1005" y="799"/>
                  </a:cubicBezTo>
                  <a:cubicBezTo>
                    <a:pt x="1053" y="843"/>
                    <a:pt x="1095" y="894"/>
                    <a:pt x="1146" y="935"/>
                  </a:cubicBezTo>
                  <a:cubicBezTo>
                    <a:pt x="1193" y="974"/>
                    <a:pt x="1247" y="1007"/>
                    <a:pt x="1298" y="1045"/>
                  </a:cubicBezTo>
                  <a:cubicBezTo>
                    <a:pt x="1309" y="1053"/>
                    <a:pt x="1320" y="1057"/>
                    <a:pt x="1331" y="1057"/>
                  </a:cubicBezTo>
                  <a:cubicBezTo>
                    <a:pt x="1376" y="1057"/>
                    <a:pt x="1413" y="997"/>
                    <a:pt x="1388" y="953"/>
                  </a:cubicBezTo>
                  <a:cubicBezTo>
                    <a:pt x="1357" y="899"/>
                    <a:pt x="1327" y="842"/>
                    <a:pt x="1288" y="793"/>
                  </a:cubicBezTo>
                  <a:cubicBezTo>
                    <a:pt x="1247" y="742"/>
                    <a:pt x="1196" y="698"/>
                    <a:pt x="1149" y="656"/>
                  </a:cubicBezTo>
                  <a:cubicBezTo>
                    <a:pt x="1054" y="568"/>
                    <a:pt x="953" y="485"/>
                    <a:pt x="850" y="407"/>
                  </a:cubicBezTo>
                  <a:cubicBezTo>
                    <a:pt x="647" y="253"/>
                    <a:pt x="427" y="119"/>
                    <a:pt x="195" y="11"/>
                  </a:cubicBezTo>
                  <a:cubicBezTo>
                    <a:pt x="180" y="4"/>
                    <a:pt x="165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4286775" y="1524200"/>
              <a:ext cx="31325" cy="28225"/>
            </a:xfrm>
            <a:custGeom>
              <a:avLst/>
              <a:gdLst/>
              <a:ahLst/>
              <a:cxnLst/>
              <a:rect l="l" t="t" r="r" b="b"/>
              <a:pathLst>
                <a:path w="1253" h="1129" extrusionOk="0">
                  <a:moveTo>
                    <a:pt x="152" y="1"/>
                  </a:moveTo>
                  <a:cubicBezTo>
                    <a:pt x="98" y="1"/>
                    <a:pt x="43" y="40"/>
                    <a:pt x="24" y="89"/>
                  </a:cubicBezTo>
                  <a:cubicBezTo>
                    <a:pt x="0" y="149"/>
                    <a:pt x="19" y="229"/>
                    <a:pt x="82" y="261"/>
                  </a:cubicBezTo>
                  <a:cubicBezTo>
                    <a:pt x="181" y="312"/>
                    <a:pt x="278" y="371"/>
                    <a:pt x="369" y="437"/>
                  </a:cubicBezTo>
                  <a:cubicBezTo>
                    <a:pt x="381" y="445"/>
                    <a:pt x="391" y="452"/>
                    <a:pt x="401" y="461"/>
                  </a:cubicBezTo>
                  <a:cubicBezTo>
                    <a:pt x="408" y="466"/>
                    <a:pt x="408" y="466"/>
                    <a:pt x="410" y="467"/>
                  </a:cubicBezTo>
                  <a:cubicBezTo>
                    <a:pt x="413" y="469"/>
                    <a:pt x="413" y="469"/>
                    <a:pt x="418" y="474"/>
                  </a:cubicBezTo>
                  <a:cubicBezTo>
                    <a:pt x="438" y="489"/>
                    <a:pt x="459" y="506"/>
                    <a:pt x="479" y="523"/>
                  </a:cubicBezTo>
                  <a:cubicBezTo>
                    <a:pt x="523" y="560"/>
                    <a:pt x="565" y="601"/>
                    <a:pt x="606" y="642"/>
                  </a:cubicBezTo>
                  <a:cubicBezTo>
                    <a:pt x="645" y="681"/>
                    <a:pt x="680" y="721"/>
                    <a:pt x="718" y="763"/>
                  </a:cubicBezTo>
                  <a:cubicBezTo>
                    <a:pt x="753" y="804"/>
                    <a:pt x="797" y="838"/>
                    <a:pt x="836" y="877"/>
                  </a:cubicBezTo>
                  <a:cubicBezTo>
                    <a:pt x="877" y="917"/>
                    <a:pt x="916" y="960"/>
                    <a:pt x="953" y="1002"/>
                  </a:cubicBezTo>
                  <a:cubicBezTo>
                    <a:pt x="970" y="1021"/>
                    <a:pt x="985" y="1043"/>
                    <a:pt x="1003" y="1061"/>
                  </a:cubicBezTo>
                  <a:cubicBezTo>
                    <a:pt x="1029" y="1085"/>
                    <a:pt x="1063" y="1098"/>
                    <a:pt x="1093" y="1115"/>
                  </a:cubicBezTo>
                  <a:cubicBezTo>
                    <a:pt x="1110" y="1124"/>
                    <a:pt x="1128" y="1129"/>
                    <a:pt x="1145" y="1129"/>
                  </a:cubicBezTo>
                  <a:cubicBezTo>
                    <a:pt x="1199" y="1129"/>
                    <a:pt x="1247" y="1088"/>
                    <a:pt x="1249" y="1027"/>
                  </a:cubicBezTo>
                  <a:cubicBezTo>
                    <a:pt x="1249" y="992"/>
                    <a:pt x="1252" y="955"/>
                    <a:pt x="1244" y="921"/>
                  </a:cubicBezTo>
                  <a:lnTo>
                    <a:pt x="1242" y="921"/>
                  </a:lnTo>
                  <a:cubicBezTo>
                    <a:pt x="1234" y="887"/>
                    <a:pt x="1213" y="855"/>
                    <a:pt x="1196" y="823"/>
                  </a:cubicBezTo>
                  <a:cubicBezTo>
                    <a:pt x="1169" y="770"/>
                    <a:pt x="1139" y="718"/>
                    <a:pt x="1105" y="669"/>
                  </a:cubicBezTo>
                  <a:cubicBezTo>
                    <a:pt x="1069" y="613"/>
                    <a:pt x="1032" y="552"/>
                    <a:pt x="985" y="505"/>
                  </a:cubicBezTo>
                  <a:cubicBezTo>
                    <a:pt x="943" y="462"/>
                    <a:pt x="895" y="423"/>
                    <a:pt x="850" y="386"/>
                  </a:cubicBezTo>
                  <a:cubicBezTo>
                    <a:pt x="648" y="224"/>
                    <a:pt x="430" y="99"/>
                    <a:pt x="188" y="7"/>
                  </a:cubicBezTo>
                  <a:cubicBezTo>
                    <a:pt x="176" y="3"/>
                    <a:pt x="164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3754675" y="1035200"/>
              <a:ext cx="12475" cy="44600"/>
            </a:xfrm>
            <a:custGeom>
              <a:avLst/>
              <a:gdLst/>
              <a:ahLst/>
              <a:cxnLst/>
              <a:rect l="l" t="t" r="r" b="b"/>
              <a:pathLst>
                <a:path w="499" h="1784" extrusionOk="0">
                  <a:moveTo>
                    <a:pt x="134" y="1"/>
                  </a:moveTo>
                  <a:cubicBezTo>
                    <a:pt x="68" y="1"/>
                    <a:pt x="1" y="43"/>
                    <a:pt x="10" y="118"/>
                  </a:cubicBezTo>
                  <a:cubicBezTo>
                    <a:pt x="47" y="391"/>
                    <a:pt x="83" y="665"/>
                    <a:pt x="118" y="937"/>
                  </a:cubicBezTo>
                  <a:cubicBezTo>
                    <a:pt x="137" y="1071"/>
                    <a:pt x="154" y="1206"/>
                    <a:pt x="172" y="1340"/>
                  </a:cubicBezTo>
                  <a:cubicBezTo>
                    <a:pt x="189" y="1475"/>
                    <a:pt x="211" y="1627"/>
                    <a:pt x="291" y="1741"/>
                  </a:cubicBezTo>
                  <a:cubicBezTo>
                    <a:pt x="311" y="1769"/>
                    <a:pt x="341" y="1783"/>
                    <a:pt x="371" y="1783"/>
                  </a:cubicBezTo>
                  <a:cubicBezTo>
                    <a:pt x="407" y="1783"/>
                    <a:pt x="443" y="1762"/>
                    <a:pt x="457" y="1719"/>
                  </a:cubicBezTo>
                  <a:cubicBezTo>
                    <a:pt x="499" y="1592"/>
                    <a:pt x="479" y="1448"/>
                    <a:pt x="458" y="1316"/>
                  </a:cubicBezTo>
                  <a:cubicBezTo>
                    <a:pt x="436" y="1177"/>
                    <a:pt x="411" y="1040"/>
                    <a:pt x="387" y="901"/>
                  </a:cubicBezTo>
                  <a:cubicBezTo>
                    <a:pt x="340" y="629"/>
                    <a:pt x="294" y="358"/>
                    <a:pt x="248" y="86"/>
                  </a:cubicBezTo>
                  <a:cubicBezTo>
                    <a:pt x="238" y="28"/>
                    <a:pt x="187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3772000" y="1064750"/>
              <a:ext cx="14950" cy="37575"/>
            </a:xfrm>
            <a:custGeom>
              <a:avLst/>
              <a:gdLst/>
              <a:ahLst/>
              <a:cxnLst/>
              <a:rect l="l" t="t" r="r" b="b"/>
              <a:pathLst>
                <a:path w="598" h="1503" extrusionOk="0">
                  <a:moveTo>
                    <a:pt x="148" y="1"/>
                  </a:moveTo>
                  <a:cubicBezTo>
                    <a:pt x="75" y="1"/>
                    <a:pt x="0" y="62"/>
                    <a:pt x="21" y="158"/>
                  </a:cubicBezTo>
                  <a:lnTo>
                    <a:pt x="164" y="829"/>
                  </a:lnTo>
                  <a:cubicBezTo>
                    <a:pt x="188" y="937"/>
                    <a:pt x="208" y="1044"/>
                    <a:pt x="246" y="1149"/>
                  </a:cubicBezTo>
                  <a:cubicBezTo>
                    <a:pt x="264" y="1205"/>
                    <a:pt x="283" y="1261"/>
                    <a:pt x="305" y="1316"/>
                  </a:cubicBezTo>
                  <a:cubicBezTo>
                    <a:pt x="329" y="1377"/>
                    <a:pt x="366" y="1421"/>
                    <a:pt x="406" y="1472"/>
                  </a:cubicBezTo>
                  <a:cubicBezTo>
                    <a:pt x="423" y="1493"/>
                    <a:pt x="449" y="1503"/>
                    <a:pt x="476" y="1503"/>
                  </a:cubicBezTo>
                  <a:cubicBezTo>
                    <a:pt x="522" y="1503"/>
                    <a:pt x="571" y="1474"/>
                    <a:pt x="577" y="1428"/>
                  </a:cubicBezTo>
                  <a:cubicBezTo>
                    <a:pt x="587" y="1362"/>
                    <a:pt x="598" y="1305"/>
                    <a:pt x="587" y="1239"/>
                  </a:cubicBezTo>
                  <a:cubicBezTo>
                    <a:pt x="579" y="1179"/>
                    <a:pt x="567" y="1122"/>
                    <a:pt x="557" y="1063"/>
                  </a:cubicBezTo>
                  <a:cubicBezTo>
                    <a:pt x="538" y="953"/>
                    <a:pt x="503" y="850"/>
                    <a:pt x="469" y="745"/>
                  </a:cubicBezTo>
                  <a:cubicBezTo>
                    <a:pt x="401" y="526"/>
                    <a:pt x="334" y="308"/>
                    <a:pt x="264" y="90"/>
                  </a:cubicBezTo>
                  <a:cubicBezTo>
                    <a:pt x="245" y="28"/>
                    <a:pt x="19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3867475" y="2299125"/>
              <a:ext cx="24925" cy="59725"/>
            </a:xfrm>
            <a:custGeom>
              <a:avLst/>
              <a:gdLst/>
              <a:ahLst/>
              <a:cxnLst/>
              <a:rect l="l" t="t" r="r" b="b"/>
              <a:pathLst>
                <a:path w="997" h="2389" extrusionOk="0">
                  <a:moveTo>
                    <a:pt x="148" y="1"/>
                  </a:moveTo>
                  <a:cubicBezTo>
                    <a:pt x="77" y="1"/>
                    <a:pt x="1" y="61"/>
                    <a:pt x="18" y="152"/>
                  </a:cubicBezTo>
                  <a:cubicBezTo>
                    <a:pt x="94" y="546"/>
                    <a:pt x="196" y="935"/>
                    <a:pt x="329" y="1314"/>
                  </a:cubicBezTo>
                  <a:cubicBezTo>
                    <a:pt x="394" y="1502"/>
                    <a:pt x="468" y="1688"/>
                    <a:pt x="546" y="1871"/>
                  </a:cubicBezTo>
                  <a:cubicBezTo>
                    <a:pt x="619" y="2042"/>
                    <a:pt x="702" y="2246"/>
                    <a:pt x="849" y="2368"/>
                  </a:cubicBezTo>
                  <a:cubicBezTo>
                    <a:pt x="866" y="2382"/>
                    <a:pt x="888" y="2389"/>
                    <a:pt x="910" y="2389"/>
                  </a:cubicBezTo>
                  <a:cubicBezTo>
                    <a:pt x="954" y="2389"/>
                    <a:pt x="997" y="2362"/>
                    <a:pt x="992" y="2307"/>
                  </a:cubicBezTo>
                  <a:cubicBezTo>
                    <a:pt x="977" y="2120"/>
                    <a:pt x="876" y="1939"/>
                    <a:pt x="798" y="1769"/>
                  </a:cubicBezTo>
                  <a:cubicBezTo>
                    <a:pt x="717" y="1592"/>
                    <a:pt x="642" y="1409"/>
                    <a:pt x="576" y="1226"/>
                  </a:cubicBezTo>
                  <a:cubicBezTo>
                    <a:pt x="439" y="854"/>
                    <a:pt x="333" y="474"/>
                    <a:pt x="252" y="88"/>
                  </a:cubicBezTo>
                  <a:cubicBezTo>
                    <a:pt x="239" y="27"/>
                    <a:pt x="194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3895500" y="2321775"/>
              <a:ext cx="16500" cy="41550"/>
            </a:xfrm>
            <a:custGeom>
              <a:avLst/>
              <a:gdLst/>
              <a:ahLst/>
              <a:cxnLst/>
              <a:rect l="l" t="t" r="r" b="b"/>
              <a:pathLst>
                <a:path w="660" h="1662" extrusionOk="0">
                  <a:moveTo>
                    <a:pt x="106" y="1"/>
                  </a:moveTo>
                  <a:cubicBezTo>
                    <a:pt x="97" y="1"/>
                    <a:pt x="89" y="2"/>
                    <a:pt x="81" y="4"/>
                  </a:cubicBezTo>
                  <a:cubicBezTo>
                    <a:pt x="22" y="19"/>
                    <a:pt x="0" y="75"/>
                    <a:pt x="9" y="131"/>
                  </a:cubicBezTo>
                  <a:cubicBezTo>
                    <a:pt x="51" y="403"/>
                    <a:pt x="113" y="672"/>
                    <a:pt x="198" y="934"/>
                  </a:cubicBezTo>
                  <a:cubicBezTo>
                    <a:pt x="240" y="1063"/>
                    <a:pt x="286" y="1192"/>
                    <a:pt x="338" y="1317"/>
                  </a:cubicBezTo>
                  <a:cubicBezTo>
                    <a:pt x="364" y="1381"/>
                    <a:pt x="391" y="1440"/>
                    <a:pt x="430" y="1499"/>
                  </a:cubicBezTo>
                  <a:cubicBezTo>
                    <a:pt x="467" y="1554"/>
                    <a:pt x="499" y="1616"/>
                    <a:pt x="555" y="1652"/>
                  </a:cubicBezTo>
                  <a:cubicBezTo>
                    <a:pt x="566" y="1659"/>
                    <a:pt x="577" y="1662"/>
                    <a:pt x="588" y="1662"/>
                  </a:cubicBezTo>
                  <a:cubicBezTo>
                    <a:pt x="622" y="1662"/>
                    <a:pt x="652" y="1630"/>
                    <a:pt x="655" y="1594"/>
                  </a:cubicBezTo>
                  <a:cubicBezTo>
                    <a:pt x="660" y="1528"/>
                    <a:pt x="628" y="1457"/>
                    <a:pt x="611" y="1395"/>
                  </a:cubicBezTo>
                  <a:cubicBezTo>
                    <a:pt x="594" y="1332"/>
                    <a:pt x="565" y="1275"/>
                    <a:pt x="540" y="1215"/>
                  </a:cubicBezTo>
                  <a:cubicBezTo>
                    <a:pt x="489" y="1095"/>
                    <a:pt x="443" y="973"/>
                    <a:pt x="403" y="850"/>
                  </a:cubicBezTo>
                  <a:cubicBezTo>
                    <a:pt x="318" y="598"/>
                    <a:pt x="252" y="339"/>
                    <a:pt x="206" y="75"/>
                  </a:cubicBezTo>
                  <a:cubicBezTo>
                    <a:pt x="199" y="30"/>
                    <a:pt x="150" y="1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3890150" y="2275450"/>
              <a:ext cx="9975" cy="25450"/>
            </a:xfrm>
            <a:custGeom>
              <a:avLst/>
              <a:gdLst/>
              <a:ahLst/>
              <a:cxnLst/>
              <a:rect l="l" t="t" r="r" b="b"/>
              <a:pathLst>
                <a:path w="399" h="1018" extrusionOk="0">
                  <a:moveTo>
                    <a:pt x="117" y="0"/>
                  </a:moveTo>
                  <a:cubicBezTo>
                    <a:pt x="84" y="0"/>
                    <a:pt x="51" y="20"/>
                    <a:pt x="42" y="57"/>
                  </a:cubicBezTo>
                  <a:cubicBezTo>
                    <a:pt x="26" y="123"/>
                    <a:pt x="20" y="194"/>
                    <a:pt x="11" y="264"/>
                  </a:cubicBezTo>
                  <a:cubicBezTo>
                    <a:pt x="1" y="338"/>
                    <a:pt x="25" y="421"/>
                    <a:pt x="35" y="495"/>
                  </a:cubicBezTo>
                  <a:cubicBezTo>
                    <a:pt x="53" y="632"/>
                    <a:pt x="74" y="769"/>
                    <a:pt x="92" y="906"/>
                  </a:cubicBezTo>
                  <a:cubicBezTo>
                    <a:pt x="102" y="971"/>
                    <a:pt x="175" y="1017"/>
                    <a:pt x="240" y="1017"/>
                  </a:cubicBezTo>
                  <a:cubicBezTo>
                    <a:pt x="254" y="1017"/>
                    <a:pt x="266" y="1015"/>
                    <a:pt x="278" y="1011"/>
                  </a:cubicBezTo>
                  <a:cubicBezTo>
                    <a:pt x="363" y="984"/>
                    <a:pt x="398" y="910"/>
                    <a:pt x="385" y="825"/>
                  </a:cubicBezTo>
                  <a:lnTo>
                    <a:pt x="319" y="424"/>
                  </a:lnTo>
                  <a:cubicBezTo>
                    <a:pt x="307" y="351"/>
                    <a:pt x="300" y="277"/>
                    <a:pt x="268" y="208"/>
                  </a:cubicBezTo>
                  <a:cubicBezTo>
                    <a:pt x="243" y="150"/>
                    <a:pt x="217" y="91"/>
                    <a:pt x="185" y="39"/>
                  </a:cubicBezTo>
                  <a:cubicBezTo>
                    <a:pt x="170" y="13"/>
                    <a:pt x="143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4291975" y="2465500"/>
              <a:ext cx="20500" cy="39375"/>
            </a:xfrm>
            <a:custGeom>
              <a:avLst/>
              <a:gdLst/>
              <a:ahLst/>
              <a:cxnLst/>
              <a:rect l="l" t="t" r="r" b="b"/>
              <a:pathLst>
                <a:path w="820" h="1575" extrusionOk="0">
                  <a:moveTo>
                    <a:pt x="204" y="1"/>
                  </a:moveTo>
                  <a:cubicBezTo>
                    <a:pt x="179" y="1"/>
                    <a:pt x="154" y="6"/>
                    <a:pt x="132" y="15"/>
                  </a:cubicBezTo>
                  <a:cubicBezTo>
                    <a:pt x="46" y="52"/>
                    <a:pt x="0" y="144"/>
                    <a:pt x="24" y="237"/>
                  </a:cubicBezTo>
                  <a:cubicBezTo>
                    <a:pt x="55" y="359"/>
                    <a:pt x="85" y="482"/>
                    <a:pt x="117" y="606"/>
                  </a:cubicBezTo>
                  <a:cubicBezTo>
                    <a:pt x="148" y="727"/>
                    <a:pt x="173" y="854"/>
                    <a:pt x="210" y="973"/>
                  </a:cubicBezTo>
                  <a:cubicBezTo>
                    <a:pt x="229" y="1030"/>
                    <a:pt x="254" y="1084"/>
                    <a:pt x="278" y="1138"/>
                  </a:cubicBezTo>
                  <a:cubicBezTo>
                    <a:pt x="307" y="1211"/>
                    <a:pt x="332" y="1287"/>
                    <a:pt x="373" y="1355"/>
                  </a:cubicBezTo>
                  <a:cubicBezTo>
                    <a:pt x="405" y="1409"/>
                    <a:pt x="439" y="1475"/>
                    <a:pt x="483" y="1517"/>
                  </a:cubicBezTo>
                  <a:cubicBezTo>
                    <a:pt x="516" y="1550"/>
                    <a:pt x="575" y="1574"/>
                    <a:pt x="628" y="1574"/>
                  </a:cubicBezTo>
                  <a:cubicBezTo>
                    <a:pt x="647" y="1574"/>
                    <a:pt x="665" y="1571"/>
                    <a:pt x="680" y="1565"/>
                  </a:cubicBezTo>
                  <a:cubicBezTo>
                    <a:pt x="819" y="1507"/>
                    <a:pt x="795" y="1340"/>
                    <a:pt x="782" y="1220"/>
                  </a:cubicBezTo>
                  <a:cubicBezTo>
                    <a:pt x="765" y="1076"/>
                    <a:pt x="719" y="915"/>
                    <a:pt x="662" y="782"/>
                  </a:cubicBezTo>
                  <a:cubicBezTo>
                    <a:pt x="564" y="551"/>
                    <a:pt x="464" y="321"/>
                    <a:pt x="366" y="91"/>
                  </a:cubicBezTo>
                  <a:cubicBezTo>
                    <a:pt x="339" y="32"/>
                    <a:pt x="269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4307300" y="2446975"/>
              <a:ext cx="16850" cy="34575"/>
            </a:xfrm>
            <a:custGeom>
              <a:avLst/>
              <a:gdLst/>
              <a:ahLst/>
              <a:cxnLst/>
              <a:rect l="l" t="t" r="r" b="b"/>
              <a:pathLst>
                <a:path w="674" h="1383" extrusionOk="0">
                  <a:moveTo>
                    <a:pt x="145" y="0"/>
                  </a:moveTo>
                  <a:cubicBezTo>
                    <a:pt x="72" y="0"/>
                    <a:pt x="0" y="58"/>
                    <a:pt x="29" y="149"/>
                  </a:cubicBezTo>
                  <a:cubicBezTo>
                    <a:pt x="98" y="362"/>
                    <a:pt x="166" y="575"/>
                    <a:pt x="235" y="788"/>
                  </a:cubicBezTo>
                  <a:cubicBezTo>
                    <a:pt x="269" y="893"/>
                    <a:pt x="303" y="998"/>
                    <a:pt x="336" y="1103"/>
                  </a:cubicBezTo>
                  <a:cubicBezTo>
                    <a:pt x="369" y="1204"/>
                    <a:pt x="406" y="1341"/>
                    <a:pt x="521" y="1379"/>
                  </a:cubicBezTo>
                  <a:cubicBezTo>
                    <a:pt x="528" y="1381"/>
                    <a:pt x="535" y="1382"/>
                    <a:pt x="542" y="1382"/>
                  </a:cubicBezTo>
                  <a:cubicBezTo>
                    <a:pt x="569" y="1382"/>
                    <a:pt x="594" y="1365"/>
                    <a:pt x="609" y="1343"/>
                  </a:cubicBezTo>
                  <a:cubicBezTo>
                    <a:pt x="673" y="1250"/>
                    <a:pt x="619" y="1115"/>
                    <a:pt x="587" y="1022"/>
                  </a:cubicBezTo>
                  <a:cubicBezTo>
                    <a:pt x="550" y="917"/>
                    <a:pt x="514" y="814"/>
                    <a:pt x="479" y="709"/>
                  </a:cubicBezTo>
                  <a:cubicBezTo>
                    <a:pt x="406" y="501"/>
                    <a:pt x="335" y="293"/>
                    <a:pt x="262" y="85"/>
                  </a:cubicBezTo>
                  <a:cubicBezTo>
                    <a:pt x="242" y="26"/>
                    <a:pt x="19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4455550" y="2025400"/>
              <a:ext cx="28375" cy="52750"/>
            </a:xfrm>
            <a:custGeom>
              <a:avLst/>
              <a:gdLst/>
              <a:ahLst/>
              <a:cxnLst/>
              <a:rect l="l" t="t" r="r" b="b"/>
              <a:pathLst>
                <a:path w="1135" h="2110" extrusionOk="0">
                  <a:moveTo>
                    <a:pt x="117" y="0"/>
                  </a:moveTo>
                  <a:cubicBezTo>
                    <a:pt x="57" y="0"/>
                    <a:pt x="0" y="58"/>
                    <a:pt x="41" y="122"/>
                  </a:cubicBezTo>
                  <a:cubicBezTo>
                    <a:pt x="243" y="434"/>
                    <a:pt x="419" y="758"/>
                    <a:pt x="566" y="1098"/>
                  </a:cubicBezTo>
                  <a:cubicBezTo>
                    <a:pt x="640" y="1268"/>
                    <a:pt x="708" y="1442"/>
                    <a:pt x="769" y="1616"/>
                  </a:cubicBezTo>
                  <a:cubicBezTo>
                    <a:pt x="799" y="1704"/>
                    <a:pt x="825" y="1792"/>
                    <a:pt x="853" y="1880"/>
                  </a:cubicBezTo>
                  <a:cubicBezTo>
                    <a:pt x="882" y="1968"/>
                    <a:pt x="933" y="2022"/>
                    <a:pt x="994" y="2090"/>
                  </a:cubicBezTo>
                  <a:cubicBezTo>
                    <a:pt x="1005" y="2103"/>
                    <a:pt x="1022" y="2109"/>
                    <a:pt x="1040" y="2109"/>
                  </a:cubicBezTo>
                  <a:cubicBezTo>
                    <a:pt x="1069" y="2109"/>
                    <a:pt x="1099" y="2092"/>
                    <a:pt x="1104" y="2061"/>
                  </a:cubicBezTo>
                  <a:cubicBezTo>
                    <a:pt x="1119" y="1973"/>
                    <a:pt x="1134" y="1897"/>
                    <a:pt x="1107" y="1809"/>
                  </a:cubicBezTo>
                  <a:lnTo>
                    <a:pt x="1109" y="1809"/>
                  </a:lnTo>
                  <a:cubicBezTo>
                    <a:pt x="1080" y="1716"/>
                    <a:pt x="1043" y="1624"/>
                    <a:pt x="1009" y="1533"/>
                  </a:cubicBezTo>
                  <a:cubicBezTo>
                    <a:pt x="940" y="1356"/>
                    <a:pt x="865" y="1181"/>
                    <a:pt x="781" y="1012"/>
                  </a:cubicBezTo>
                  <a:cubicBezTo>
                    <a:pt x="611" y="670"/>
                    <a:pt x="414" y="346"/>
                    <a:pt x="189" y="38"/>
                  </a:cubicBezTo>
                  <a:cubicBezTo>
                    <a:pt x="169" y="11"/>
                    <a:pt x="143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4492650" y="2051750"/>
              <a:ext cx="14900" cy="34100"/>
            </a:xfrm>
            <a:custGeom>
              <a:avLst/>
              <a:gdLst/>
              <a:ahLst/>
              <a:cxnLst/>
              <a:rect l="l" t="t" r="r" b="b"/>
              <a:pathLst>
                <a:path w="596" h="1364" extrusionOk="0">
                  <a:moveTo>
                    <a:pt x="133" y="0"/>
                  </a:moveTo>
                  <a:cubicBezTo>
                    <a:pt x="67" y="0"/>
                    <a:pt x="1" y="53"/>
                    <a:pt x="27" y="132"/>
                  </a:cubicBezTo>
                  <a:cubicBezTo>
                    <a:pt x="92" y="335"/>
                    <a:pt x="158" y="537"/>
                    <a:pt x="224" y="740"/>
                  </a:cubicBezTo>
                  <a:lnTo>
                    <a:pt x="320" y="1031"/>
                  </a:lnTo>
                  <a:cubicBezTo>
                    <a:pt x="337" y="1083"/>
                    <a:pt x="352" y="1135"/>
                    <a:pt x="371" y="1188"/>
                  </a:cubicBezTo>
                  <a:cubicBezTo>
                    <a:pt x="389" y="1244"/>
                    <a:pt x="422" y="1284"/>
                    <a:pt x="457" y="1330"/>
                  </a:cubicBezTo>
                  <a:cubicBezTo>
                    <a:pt x="474" y="1353"/>
                    <a:pt x="499" y="1364"/>
                    <a:pt x="523" y="1364"/>
                  </a:cubicBezTo>
                  <a:cubicBezTo>
                    <a:pt x="558" y="1364"/>
                    <a:pt x="591" y="1340"/>
                    <a:pt x="592" y="1295"/>
                  </a:cubicBezTo>
                  <a:cubicBezTo>
                    <a:pt x="592" y="1237"/>
                    <a:pt x="596" y="1185"/>
                    <a:pt x="581" y="1130"/>
                  </a:cubicBezTo>
                  <a:cubicBezTo>
                    <a:pt x="565" y="1078"/>
                    <a:pt x="547" y="1026"/>
                    <a:pt x="530" y="973"/>
                  </a:cubicBezTo>
                  <a:lnTo>
                    <a:pt x="433" y="682"/>
                  </a:lnTo>
                  <a:cubicBezTo>
                    <a:pt x="369" y="479"/>
                    <a:pt x="303" y="278"/>
                    <a:pt x="237" y="75"/>
                  </a:cubicBezTo>
                  <a:cubicBezTo>
                    <a:pt x="220" y="23"/>
                    <a:pt x="176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3865850" y="2712350"/>
              <a:ext cx="9525" cy="37400"/>
            </a:xfrm>
            <a:custGeom>
              <a:avLst/>
              <a:gdLst/>
              <a:ahLst/>
              <a:cxnLst/>
              <a:rect l="l" t="t" r="r" b="b"/>
              <a:pathLst>
                <a:path w="381" h="1496" extrusionOk="0">
                  <a:moveTo>
                    <a:pt x="106" y="1"/>
                  </a:moveTo>
                  <a:cubicBezTo>
                    <a:pt x="61" y="1"/>
                    <a:pt x="16" y="32"/>
                    <a:pt x="12" y="90"/>
                  </a:cubicBezTo>
                  <a:cubicBezTo>
                    <a:pt x="0" y="303"/>
                    <a:pt x="46" y="523"/>
                    <a:pt x="70" y="734"/>
                  </a:cubicBezTo>
                  <a:cubicBezTo>
                    <a:pt x="95" y="949"/>
                    <a:pt x="119" y="1166"/>
                    <a:pt x="144" y="1381"/>
                  </a:cubicBezTo>
                  <a:cubicBezTo>
                    <a:pt x="151" y="1442"/>
                    <a:pt x="191" y="1496"/>
                    <a:pt x="259" y="1496"/>
                  </a:cubicBezTo>
                  <a:cubicBezTo>
                    <a:pt x="315" y="1496"/>
                    <a:pt x="381" y="1442"/>
                    <a:pt x="374" y="1381"/>
                  </a:cubicBezTo>
                  <a:cubicBezTo>
                    <a:pt x="347" y="1161"/>
                    <a:pt x="318" y="941"/>
                    <a:pt x="291" y="723"/>
                  </a:cubicBezTo>
                  <a:cubicBezTo>
                    <a:pt x="264" y="504"/>
                    <a:pt x="254" y="274"/>
                    <a:pt x="191" y="64"/>
                  </a:cubicBezTo>
                  <a:cubicBezTo>
                    <a:pt x="178" y="21"/>
                    <a:pt x="142" y="1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3882725" y="2683650"/>
              <a:ext cx="4625" cy="45300"/>
            </a:xfrm>
            <a:custGeom>
              <a:avLst/>
              <a:gdLst/>
              <a:ahLst/>
              <a:cxnLst/>
              <a:rect l="l" t="t" r="r" b="b"/>
              <a:pathLst>
                <a:path w="185" h="1812" extrusionOk="0">
                  <a:moveTo>
                    <a:pt x="93" y="0"/>
                  </a:moveTo>
                  <a:cubicBezTo>
                    <a:pt x="70" y="0"/>
                    <a:pt x="48" y="13"/>
                    <a:pt x="41" y="38"/>
                  </a:cubicBezTo>
                  <a:cubicBezTo>
                    <a:pt x="0" y="172"/>
                    <a:pt x="14" y="311"/>
                    <a:pt x="14" y="450"/>
                  </a:cubicBezTo>
                  <a:lnTo>
                    <a:pt x="14" y="1735"/>
                  </a:lnTo>
                  <a:cubicBezTo>
                    <a:pt x="14" y="1786"/>
                    <a:pt x="53" y="1811"/>
                    <a:pt x="92" y="1811"/>
                  </a:cubicBezTo>
                  <a:cubicBezTo>
                    <a:pt x="132" y="1811"/>
                    <a:pt x="171" y="1786"/>
                    <a:pt x="171" y="1735"/>
                  </a:cubicBezTo>
                  <a:lnTo>
                    <a:pt x="171" y="450"/>
                  </a:lnTo>
                  <a:cubicBezTo>
                    <a:pt x="171" y="311"/>
                    <a:pt x="185" y="172"/>
                    <a:pt x="146" y="38"/>
                  </a:cubicBezTo>
                  <a:cubicBezTo>
                    <a:pt x="137" y="13"/>
                    <a:pt x="115" y="0"/>
                    <a:pt x="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4407650" y="3191975"/>
              <a:ext cx="15800" cy="55125"/>
            </a:xfrm>
            <a:custGeom>
              <a:avLst/>
              <a:gdLst/>
              <a:ahLst/>
              <a:cxnLst/>
              <a:rect l="l" t="t" r="r" b="b"/>
              <a:pathLst>
                <a:path w="632" h="2205" extrusionOk="0">
                  <a:moveTo>
                    <a:pt x="475" y="0"/>
                  </a:moveTo>
                  <a:cubicBezTo>
                    <a:pt x="455" y="0"/>
                    <a:pt x="436" y="4"/>
                    <a:pt x="420" y="12"/>
                  </a:cubicBezTo>
                  <a:cubicBezTo>
                    <a:pt x="261" y="88"/>
                    <a:pt x="200" y="313"/>
                    <a:pt x="157" y="469"/>
                  </a:cubicBezTo>
                  <a:cubicBezTo>
                    <a:pt x="110" y="645"/>
                    <a:pt x="75" y="821"/>
                    <a:pt x="51" y="1002"/>
                  </a:cubicBezTo>
                  <a:cubicBezTo>
                    <a:pt x="5" y="1357"/>
                    <a:pt x="0" y="1717"/>
                    <a:pt x="29" y="2076"/>
                  </a:cubicBezTo>
                  <a:cubicBezTo>
                    <a:pt x="36" y="2161"/>
                    <a:pt x="103" y="2204"/>
                    <a:pt x="169" y="2204"/>
                  </a:cubicBezTo>
                  <a:cubicBezTo>
                    <a:pt x="233" y="2204"/>
                    <a:pt x="294" y="2162"/>
                    <a:pt x="294" y="2076"/>
                  </a:cubicBezTo>
                  <a:cubicBezTo>
                    <a:pt x="296" y="1731"/>
                    <a:pt x="332" y="1388"/>
                    <a:pt x="404" y="1049"/>
                  </a:cubicBezTo>
                  <a:cubicBezTo>
                    <a:pt x="442" y="882"/>
                    <a:pt x="479" y="716"/>
                    <a:pt x="525" y="552"/>
                  </a:cubicBezTo>
                  <a:cubicBezTo>
                    <a:pt x="567" y="395"/>
                    <a:pt x="631" y="205"/>
                    <a:pt x="562" y="49"/>
                  </a:cubicBezTo>
                  <a:cubicBezTo>
                    <a:pt x="545" y="15"/>
                    <a:pt x="510" y="0"/>
                    <a:pt x="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4390800" y="3160275"/>
              <a:ext cx="20125" cy="44075"/>
            </a:xfrm>
            <a:custGeom>
              <a:avLst/>
              <a:gdLst/>
              <a:ahLst/>
              <a:cxnLst/>
              <a:rect l="l" t="t" r="r" b="b"/>
              <a:pathLst>
                <a:path w="805" h="1763" extrusionOk="0">
                  <a:moveTo>
                    <a:pt x="664" y="0"/>
                  </a:moveTo>
                  <a:cubicBezTo>
                    <a:pt x="657" y="0"/>
                    <a:pt x="650" y="1"/>
                    <a:pt x="644" y="3"/>
                  </a:cubicBezTo>
                  <a:cubicBezTo>
                    <a:pt x="502" y="52"/>
                    <a:pt x="446" y="225"/>
                    <a:pt x="398" y="352"/>
                  </a:cubicBezTo>
                  <a:cubicBezTo>
                    <a:pt x="348" y="490"/>
                    <a:pt x="299" y="631"/>
                    <a:pt x="255" y="771"/>
                  </a:cubicBezTo>
                  <a:cubicBezTo>
                    <a:pt x="163" y="1054"/>
                    <a:pt x="85" y="1339"/>
                    <a:pt x="19" y="1627"/>
                  </a:cubicBezTo>
                  <a:cubicBezTo>
                    <a:pt x="0" y="1709"/>
                    <a:pt x="66" y="1762"/>
                    <a:pt x="129" y="1762"/>
                  </a:cubicBezTo>
                  <a:cubicBezTo>
                    <a:pt x="172" y="1762"/>
                    <a:pt x="214" y="1739"/>
                    <a:pt x="229" y="1685"/>
                  </a:cubicBezTo>
                  <a:cubicBezTo>
                    <a:pt x="310" y="1405"/>
                    <a:pt x="402" y="1128"/>
                    <a:pt x="507" y="856"/>
                  </a:cubicBezTo>
                  <a:cubicBezTo>
                    <a:pt x="557" y="724"/>
                    <a:pt x="610" y="593"/>
                    <a:pt x="667" y="465"/>
                  </a:cubicBezTo>
                  <a:cubicBezTo>
                    <a:pt x="723" y="338"/>
                    <a:pt x="804" y="184"/>
                    <a:pt x="745" y="45"/>
                  </a:cubicBezTo>
                  <a:cubicBezTo>
                    <a:pt x="734" y="18"/>
                    <a:pt x="696" y="0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4368500" y="3240500"/>
              <a:ext cx="2450" cy="19375"/>
            </a:xfrm>
            <a:custGeom>
              <a:avLst/>
              <a:gdLst/>
              <a:ahLst/>
              <a:cxnLst/>
              <a:rect l="l" t="t" r="r" b="b"/>
              <a:pathLst>
                <a:path w="98" h="775" extrusionOk="0">
                  <a:moveTo>
                    <a:pt x="49" y="0"/>
                  </a:moveTo>
                  <a:cubicBezTo>
                    <a:pt x="33" y="0"/>
                    <a:pt x="18" y="9"/>
                    <a:pt x="15" y="27"/>
                  </a:cubicBezTo>
                  <a:cubicBezTo>
                    <a:pt x="1" y="83"/>
                    <a:pt x="6" y="144"/>
                    <a:pt x="5" y="203"/>
                  </a:cubicBezTo>
                  <a:cubicBezTo>
                    <a:pt x="5" y="260"/>
                    <a:pt x="5" y="318"/>
                    <a:pt x="5" y="375"/>
                  </a:cubicBezTo>
                  <a:cubicBezTo>
                    <a:pt x="3" y="492"/>
                    <a:pt x="1" y="610"/>
                    <a:pt x="1" y="729"/>
                  </a:cubicBezTo>
                  <a:cubicBezTo>
                    <a:pt x="0" y="759"/>
                    <a:pt x="25" y="775"/>
                    <a:pt x="49" y="775"/>
                  </a:cubicBezTo>
                  <a:cubicBezTo>
                    <a:pt x="73" y="775"/>
                    <a:pt x="98" y="759"/>
                    <a:pt x="98" y="729"/>
                  </a:cubicBezTo>
                  <a:cubicBezTo>
                    <a:pt x="96" y="610"/>
                    <a:pt x="96" y="492"/>
                    <a:pt x="94" y="375"/>
                  </a:cubicBezTo>
                  <a:cubicBezTo>
                    <a:pt x="94" y="318"/>
                    <a:pt x="93" y="260"/>
                    <a:pt x="93" y="203"/>
                  </a:cubicBezTo>
                  <a:cubicBezTo>
                    <a:pt x="93" y="144"/>
                    <a:pt x="98" y="83"/>
                    <a:pt x="84" y="27"/>
                  </a:cubicBezTo>
                  <a:cubicBezTo>
                    <a:pt x="80" y="9"/>
                    <a:pt x="64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4569625" y="2767275"/>
              <a:ext cx="18325" cy="56175"/>
            </a:xfrm>
            <a:custGeom>
              <a:avLst/>
              <a:gdLst/>
              <a:ahLst/>
              <a:cxnLst/>
              <a:rect l="l" t="t" r="r" b="b"/>
              <a:pathLst>
                <a:path w="733" h="2247" extrusionOk="0">
                  <a:moveTo>
                    <a:pt x="621" y="1"/>
                  </a:moveTo>
                  <a:cubicBezTo>
                    <a:pt x="596" y="1"/>
                    <a:pt x="572" y="13"/>
                    <a:pt x="555" y="36"/>
                  </a:cubicBezTo>
                  <a:cubicBezTo>
                    <a:pt x="503" y="106"/>
                    <a:pt x="496" y="183"/>
                    <a:pt x="479" y="268"/>
                  </a:cubicBezTo>
                  <a:cubicBezTo>
                    <a:pt x="462" y="356"/>
                    <a:pt x="443" y="442"/>
                    <a:pt x="435" y="530"/>
                  </a:cubicBezTo>
                  <a:cubicBezTo>
                    <a:pt x="416" y="716"/>
                    <a:pt x="388" y="901"/>
                    <a:pt x="349" y="1083"/>
                  </a:cubicBezTo>
                  <a:cubicBezTo>
                    <a:pt x="276" y="1440"/>
                    <a:pt x="168" y="1789"/>
                    <a:pt x="27" y="2125"/>
                  </a:cubicBezTo>
                  <a:cubicBezTo>
                    <a:pt x="0" y="2193"/>
                    <a:pt x="66" y="2247"/>
                    <a:pt x="128" y="2247"/>
                  </a:cubicBezTo>
                  <a:cubicBezTo>
                    <a:pt x="159" y="2247"/>
                    <a:pt x="189" y="2233"/>
                    <a:pt x="205" y="2200"/>
                  </a:cubicBezTo>
                  <a:cubicBezTo>
                    <a:pt x="369" y="1856"/>
                    <a:pt x="503" y="1499"/>
                    <a:pt x="599" y="1131"/>
                  </a:cubicBezTo>
                  <a:cubicBezTo>
                    <a:pt x="646" y="946"/>
                    <a:pt x="687" y="759"/>
                    <a:pt x="716" y="569"/>
                  </a:cubicBezTo>
                  <a:cubicBezTo>
                    <a:pt x="729" y="478"/>
                    <a:pt x="733" y="393"/>
                    <a:pt x="729" y="302"/>
                  </a:cubicBezTo>
                  <a:cubicBezTo>
                    <a:pt x="728" y="207"/>
                    <a:pt x="731" y="119"/>
                    <a:pt x="680" y="35"/>
                  </a:cubicBezTo>
                  <a:lnTo>
                    <a:pt x="680" y="36"/>
                  </a:lnTo>
                  <a:cubicBezTo>
                    <a:pt x="666" y="12"/>
                    <a:pt x="643" y="1"/>
                    <a:pt x="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4579300" y="2824075"/>
              <a:ext cx="12500" cy="41075"/>
            </a:xfrm>
            <a:custGeom>
              <a:avLst/>
              <a:gdLst/>
              <a:ahLst/>
              <a:cxnLst/>
              <a:rect l="l" t="t" r="r" b="b"/>
              <a:pathLst>
                <a:path w="500" h="1643" extrusionOk="0">
                  <a:moveTo>
                    <a:pt x="407" y="0"/>
                  </a:moveTo>
                  <a:cubicBezTo>
                    <a:pt x="381" y="0"/>
                    <a:pt x="353" y="12"/>
                    <a:pt x="339" y="34"/>
                  </a:cubicBezTo>
                  <a:cubicBezTo>
                    <a:pt x="302" y="92"/>
                    <a:pt x="266" y="143"/>
                    <a:pt x="251" y="210"/>
                  </a:cubicBezTo>
                  <a:cubicBezTo>
                    <a:pt x="237" y="266"/>
                    <a:pt x="231" y="325"/>
                    <a:pt x="220" y="383"/>
                  </a:cubicBezTo>
                  <a:cubicBezTo>
                    <a:pt x="197" y="511"/>
                    <a:pt x="173" y="640"/>
                    <a:pt x="149" y="769"/>
                  </a:cubicBezTo>
                  <a:cubicBezTo>
                    <a:pt x="104" y="1022"/>
                    <a:pt x="58" y="1276"/>
                    <a:pt x="12" y="1530"/>
                  </a:cubicBezTo>
                  <a:cubicBezTo>
                    <a:pt x="0" y="1598"/>
                    <a:pt x="56" y="1643"/>
                    <a:pt x="109" y="1643"/>
                  </a:cubicBezTo>
                  <a:cubicBezTo>
                    <a:pt x="144" y="1643"/>
                    <a:pt x="177" y="1623"/>
                    <a:pt x="187" y="1577"/>
                  </a:cubicBezTo>
                  <a:cubicBezTo>
                    <a:pt x="244" y="1323"/>
                    <a:pt x="302" y="1068"/>
                    <a:pt x="361" y="813"/>
                  </a:cubicBezTo>
                  <a:cubicBezTo>
                    <a:pt x="388" y="689"/>
                    <a:pt x="415" y="567"/>
                    <a:pt x="444" y="444"/>
                  </a:cubicBezTo>
                  <a:cubicBezTo>
                    <a:pt x="459" y="378"/>
                    <a:pt x="478" y="312"/>
                    <a:pt x="489" y="246"/>
                  </a:cubicBezTo>
                  <a:cubicBezTo>
                    <a:pt x="500" y="182"/>
                    <a:pt x="481" y="116"/>
                    <a:pt x="471" y="51"/>
                  </a:cubicBezTo>
                  <a:cubicBezTo>
                    <a:pt x="465" y="16"/>
                    <a:pt x="437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4597900" y="2762025"/>
              <a:ext cx="7350" cy="26650"/>
            </a:xfrm>
            <a:custGeom>
              <a:avLst/>
              <a:gdLst/>
              <a:ahLst/>
              <a:cxnLst/>
              <a:rect l="l" t="t" r="r" b="b"/>
              <a:pathLst>
                <a:path w="294" h="1066" extrusionOk="0">
                  <a:moveTo>
                    <a:pt x="190" y="1"/>
                  </a:moveTo>
                  <a:cubicBezTo>
                    <a:pt x="150" y="1"/>
                    <a:pt x="123" y="28"/>
                    <a:pt x="109" y="64"/>
                  </a:cubicBezTo>
                  <a:cubicBezTo>
                    <a:pt x="92" y="104"/>
                    <a:pt x="70" y="146"/>
                    <a:pt x="65" y="190"/>
                  </a:cubicBezTo>
                  <a:cubicBezTo>
                    <a:pt x="60" y="226"/>
                    <a:pt x="58" y="260"/>
                    <a:pt x="57" y="295"/>
                  </a:cubicBezTo>
                  <a:lnTo>
                    <a:pt x="38" y="522"/>
                  </a:lnTo>
                  <a:lnTo>
                    <a:pt x="4" y="977"/>
                  </a:lnTo>
                  <a:cubicBezTo>
                    <a:pt x="0" y="1033"/>
                    <a:pt x="52" y="1065"/>
                    <a:pt x="101" y="1065"/>
                  </a:cubicBezTo>
                  <a:cubicBezTo>
                    <a:pt x="140" y="1065"/>
                    <a:pt x="176" y="1045"/>
                    <a:pt x="182" y="1001"/>
                  </a:cubicBezTo>
                  <a:cubicBezTo>
                    <a:pt x="204" y="848"/>
                    <a:pt x="224" y="694"/>
                    <a:pt x="246" y="542"/>
                  </a:cubicBezTo>
                  <a:lnTo>
                    <a:pt x="277" y="317"/>
                  </a:lnTo>
                  <a:cubicBezTo>
                    <a:pt x="282" y="277"/>
                    <a:pt x="294" y="231"/>
                    <a:pt x="294" y="190"/>
                  </a:cubicBezTo>
                  <a:cubicBezTo>
                    <a:pt x="292" y="150"/>
                    <a:pt x="278" y="104"/>
                    <a:pt x="272" y="64"/>
                  </a:cubicBezTo>
                  <a:cubicBezTo>
                    <a:pt x="265" y="28"/>
                    <a:pt x="224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4539000" y="2591100"/>
              <a:ext cx="10675" cy="51300"/>
            </a:xfrm>
            <a:custGeom>
              <a:avLst/>
              <a:gdLst/>
              <a:ahLst/>
              <a:cxnLst/>
              <a:rect l="l" t="t" r="r" b="b"/>
              <a:pathLst>
                <a:path w="427" h="2052" extrusionOk="0">
                  <a:moveTo>
                    <a:pt x="277" y="0"/>
                  </a:moveTo>
                  <a:cubicBezTo>
                    <a:pt x="255" y="0"/>
                    <a:pt x="233" y="8"/>
                    <a:pt x="215" y="24"/>
                  </a:cubicBezTo>
                  <a:cubicBezTo>
                    <a:pt x="97" y="125"/>
                    <a:pt x="68" y="330"/>
                    <a:pt x="53" y="476"/>
                  </a:cubicBezTo>
                  <a:cubicBezTo>
                    <a:pt x="36" y="643"/>
                    <a:pt x="24" y="811"/>
                    <a:pt x="17" y="978"/>
                  </a:cubicBezTo>
                  <a:cubicBezTo>
                    <a:pt x="11" y="1145"/>
                    <a:pt x="0" y="1316"/>
                    <a:pt x="17" y="1482"/>
                  </a:cubicBezTo>
                  <a:cubicBezTo>
                    <a:pt x="36" y="1648"/>
                    <a:pt x="58" y="1814"/>
                    <a:pt x="83" y="1978"/>
                  </a:cubicBezTo>
                  <a:cubicBezTo>
                    <a:pt x="92" y="2029"/>
                    <a:pt x="130" y="2051"/>
                    <a:pt x="171" y="2051"/>
                  </a:cubicBezTo>
                  <a:cubicBezTo>
                    <a:pt x="225" y="2051"/>
                    <a:pt x="283" y="2013"/>
                    <a:pt x="286" y="1951"/>
                  </a:cubicBezTo>
                  <a:cubicBezTo>
                    <a:pt x="293" y="1782"/>
                    <a:pt x="307" y="1614"/>
                    <a:pt x="320" y="1447"/>
                  </a:cubicBezTo>
                  <a:cubicBezTo>
                    <a:pt x="332" y="1291"/>
                    <a:pt x="332" y="1134"/>
                    <a:pt x="342" y="978"/>
                  </a:cubicBezTo>
                  <a:cubicBezTo>
                    <a:pt x="352" y="822"/>
                    <a:pt x="366" y="667"/>
                    <a:pt x="384" y="511"/>
                  </a:cubicBezTo>
                  <a:cubicBezTo>
                    <a:pt x="401" y="366"/>
                    <a:pt x="427" y="173"/>
                    <a:pt x="347" y="41"/>
                  </a:cubicBezTo>
                  <a:cubicBezTo>
                    <a:pt x="331" y="13"/>
                    <a:pt x="304" y="0"/>
                    <a:pt x="2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4553000" y="2588900"/>
              <a:ext cx="10050" cy="35075"/>
            </a:xfrm>
            <a:custGeom>
              <a:avLst/>
              <a:gdLst/>
              <a:ahLst/>
              <a:cxnLst/>
              <a:rect l="l" t="t" r="r" b="b"/>
              <a:pathLst>
                <a:path w="402" h="1403" extrusionOk="0">
                  <a:moveTo>
                    <a:pt x="214" y="0"/>
                  </a:moveTo>
                  <a:cubicBezTo>
                    <a:pt x="190" y="0"/>
                    <a:pt x="166" y="10"/>
                    <a:pt x="151" y="26"/>
                  </a:cubicBezTo>
                  <a:cubicBezTo>
                    <a:pt x="104" y="73"/>
                    <a:pt x="97" y="114"/>
                    <a:pt x="88" y="178"/>
                  </a:cubicBezTo>
                  <a:cubicBezTo>
                    <a:pt x="83" y="225"/>
                    <a:pt x="75" y="271"/>
                    <a:pt x="68" y="318"/>
                  </a:cubicBezTo>
                  <a:cubicBezTo>
                    <a:pt x="53" y="421"/>
                    <a:pt x="70" y="533"/>
                    <a:pt x="68" y="638"/>
                  </a:cubicBezTo>
                  <a:cubicBezTo>
                    <a:pt x="65" y="841"/>
                    <a:pt x="46" y="1042"/>
                    <a:pt x="12" y="1242"/>
                  </a:cubicBezTo>
                  <a:cubicBezTo>
                    <a:pt x="0" y="1310"/>
                    <a:pt x="29" y="1379"/>
                    <a:pt x="100" y="1398"/>
                  </a:cubicBezTo>
                  <a:cubicBezTo>
                    <a:pt x="111" y="1401"/>
                    <a:pt x="122" y="1402"/>
                    <a:pt x="133" y="1402"/>
                  </a:cubicBezTo>
                  <a:cubicBezTo>
                    <a:pt x="189" y="1402"/>
                    <a:pt x="242" y="1365"/>
                    <a:pt x="256" y="1310"/>
                  </a:cubicBezTo>
                  <a:cubicBezTo>
                    <a:pt x="312" y="1093"/>
                    <a:pt x="351" y="871"/>
                    <a:pt x="371" y="648"/>
                  </a:cubicBezTo>
                  <a:cubicBezTo>
                    <a:pt x="381" y="540"/>
                    <a:pt x="401" y="416"/>
                    <a:pt x="381" y="306"/>
                  </a:cubicBezTo>
                  <a:cubicBezTo>
                    <a:pt x="371" y="256"/>
                    <a:pt x="357" y="205"/>
                    <a:pt x="345" y="154"/>
                  </a:cubicBezTo>
                  <a:cubicBezTo>
                    <a:pt x="329" y="90"/>
                    <a:pt x="308" y="53"/>
                    <a:pt x="254" y="12"/>
                  </a:cubicBezTo>
                  <a:cubicBezTo>
                    <a:pt x="243" y="4"/>
                    <a:pt x="228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4676575" y="2019600"/>
              <a:ext cx="29975" cy="41875"/>
            </a:xfrm>
            <a:custGeom>
              <a:avLst/>
              <a:gdLst/>
              <a:ahLst/>
              <a:cxnLst/>
              <a:rect l="l" t="t" r="r" b="b"/>
              <a:pathLst>
                <a:path w="1199" h="1675" extrusionOk="0">
                  <a:moveTo>
                    <a:pt x="200" y="1"/>
                  </a:moveTo>
                  <a:cubicBezTo>
                    <a:pt x="164" y="1"/>
                    <a:pt x="128" y="13"/>
                    <a:pt x="97" y="38"/>
                  </a:cubicBezTo>
                  <a:cubicBezTo>
                    <a:pt x="33" y="89"/>
                    <a:pt x="0" y="190"/>
                    <a:pt x="51" y="263"/>
                  </a:cubicBezTo>
                  <a:cubicBezTo>
                    <a:pt x="129" y="375"/>
                    <a:pt x="193" y="498"/>
                    <a:pt x="273" y="608"/>
                  </a:cubicBezTo>
                  <a:cubicBezTo>
                    <a:pt x="354" y="720"/>
                    <a:pt x="432" y="835"/>
                    <a:pt x="503" y="953"/>
                  </a:cubicBezTo>
                  <a:cubicBezTo>
                    <a:pt x="572" y="1068"/>
                    <a:pt x="628" y="1192"/>
                    <a:pt x="696" y="1307"/>
                  </a:cubicBezTo>
                  <a:cubicBezTo>
                    <a:pt x="733" y="1368"/>
                    <a:pt x="775" y="1425"/>
                    <a:pt x="812" y="1486"/>
                  </a:cubicBezTo>
                  <a:cubicBezTo>
                    <a:pt x="833" y="1518"/>
                    <a:pt x="851" y="1555"/>
                    <a:pt x="878" y="1582"/>
                  </a:cubicBezTo>
                  <a:cubicBezTo>
                    <a:pt x="907" y="1611"/>
                    <a:pt x="946" y="1631"/>
                    <a:pt x="978" y="1655"/>
                  </a:cubicBezTo>
                  <a:cubicBezTo>
                    <a:pt x="997" y="1668"/>
                    <a:pt x="1019" y="1674"/>
                    <a:pt x="1041" y="1674"/>
                  </a:cubicBezTo>
                  <a:cubicBezTo>
                    <a:pt x="1100" y="1674"/>
                    <a:pt x="1160" y="1633"/>
                    <a:pt x="1173" y="1574"/>
                  </a:cubicBezTo>
                  <a:cubicBezTo>
                    <a:pt x="1181" y="1542"/>
                    <a:pt x="1190" y="1510"/>
                    <a:pt x="1193" y="1476"/>
                  </a:cubicBezTo>
                  <a:cubicBezTo>
                    <a:pt x="1198" y="1427"/>
                    <a:pt x="1186" y="1381"/>
                    <a:pt x="1173" y="1334"/>
                  </a:cubicBezTo>
                  <a:cubicBezTo>
                    <a:pt x="1156" y="1266"/>
                    <a:pt x="1139" y="1197"/>
                    <a:pt x="1113" y="1131"/>
                  </a:cubicBezTo>
                  <a:cubicBezTo>
                    <a:pt x="1061" y="989"/>
                    <a:pt x="975" y="853"/>
                    <a:pt x="895" y="725"/>
                  </a:cubicBezTo>
                  <a:cubicBezTo>
                    <a:pt x="823" y="606"/>
                    <a:pt x="743" y="493"/>
                    <a:pt x="660" y="381"/>
                  </a:cubicBezTo>
                  <a:cubicBezTo>
                    <a:pt x="565" y="258"/>
                    <a:pt x="445" y="153"/>
                    <a:pt x="327" y="51"/>
                  </a:cubicBezTo>
                  <a:cubicBezTo>
                    <a:pt x="290" y="19"/>
                    <a:pt x="245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4197500" y="2073500"/>
              <a:ext cx="11775" cy="26525"/>
            </a:xfrm>
            <a:custGeom>
              <a:avLst/>
              <a:gdLst/>
              <a:ahLst/>
              <a:cxnLst/>
              <a:rect l="l" t="t" r="r" b="b"/>
              <a:pathLst>
                <a:path w="471" h="1061" extrusionOk="0">
                  <a:moveTo>
                    <a:pt x="247" y="1"/>
                  </a:moveTo>
                  <a:cubicBezTo>
                    <a:pt x="240" y="1"/>
                    <a:pt x="234" y="1"/>
                    <a:pt x="229" y="2"/>
                  </a:cubicBezTo>
                  <a:cubicBezTo>
                    <a:pt x="161" y="12"/>
                    <a:pt x="97" y="61"/>
                    <a:pt x="81" y="128"/>
                  </a:cubicBezTo>
                  <a:cubicBezTo>
                    <a:pt x="65" y="200"/>
                    <a:pt x="49" y="272"/>
                    <a:pt x="48" y="345"/>
                  </a:cubicBezTo>
                  <a:cubicBezTo>
                    <a:pt x="46" y="408"/>
                    <a:pt x="56" y="472"/>
                    <a:pt x="56" y="534"/>
                  </a:cubicBezTo>
                  <a:cubicBezTo>
                    <a:pt x="56" y="594"/>
                    <a:pt x="53" y="655"/>
                    <a:pt x="46" y="715"/>
                  </a:cubicBezTo>
                  <a:cubicBezTo>
                    <a:pt x="44" y="721"/>
                    <a:pt x="44" y="727"/>
                    <a:pt x="43" y="734"/>
                  </a:cubicBezTo>
                  <a:cubicBezTo>
                    <a:pt x="41" y="748"/>
                    <a:pt x="39" y="761"/>
                    <a:pt x="37" y="775"/>
                  </a:cubicBezTo>
                  <a:cubicBezTo>
                    <a:pt x="31" y="807"/>
                    <a:pt x="24" y="839"/>
                    <a:pt x="17" y="871"/>
                  </a:cubicBezTo>
                  <a:cubicBezTo>
                    <a:pt x="0" y="946"/>
                    <a:pt x="34" y="1020"/>
                    <a:pt x="105" y="1049"/>
                  </a:cubicBezTo>
                  <a:cubicBezTo>
                    <a:pt x="123" y="1056"/>
                    <a:pt x="143" y="1060"/>
                    <a:pt x="164" y="1060"/>
                  </a:cubicBezTo>
                  <a:cubicBezTo>
                    <a:pt x="217" y="1060"/>
                    <a:pt x="271" y="1036"/>
                    <a:pt x="293" y="988"/>
                  </a:cubicBezTo>
                  <a:cubicBezTo>
                    <a:pt x="354" y="858"/>
                    <a:pt x="401" y="724"/>
                    <a:pt x="433" y="585"/>
                  </a:cubicBezTo>
                  <a:cubicBezTo>
                    <a:pt x="449" y="511"/>
                    <a:pt x="469" y="428"/>
                    <a:pt x="471" y="352"/>
                  </a:cubicBezTo>
                  <a:cubicBezTo>
                    <a:pt x="471" y="306"/>
                    <a:pt x="460" y="259"/>
                    <a:pt x="452" y="213"/>
                  </a:cubicBezTo>
                  <a:cubicBezTo>
                    <a:pt x="445" y="169"/>
                    <a:pt x="421" y="127"/>
                    <a:pt x="405" y="86"/>
                  </a:cubicBezTo>
                  <a:cubicBezTo>
                    <a:pt x="380" y="30"/>
                    <a:pt x="306" y="1"/>
                    <a:pt x="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4217400" y="2062050"/>
              <a:ext cx="11250" cy="31050"/>
            </a:xfrm>
            <a:custGeom>
              <a:avLst/>
              <a:gdLst/>
              <a:ahLst/>
              <a:cxnLst/>
              <a:rect l="l" t="t" r="r" b="b"/>
              <a:pathLst>
                <a:path w="450" h="1242" extrusionOk="0">
                  <a:moveTo>
                    <a:pt x="313" y="1"/>
                  </a:moveTo>
                  <a:cubicBezTo>
                    <a:pt x="265" y="1"/>
                    <a:pt x="229" y="38"/>
                    <a:pt x="201" y="76"/>
                  </a:cubicBezTo>
                  <a:cubicBezTo>
                    <a:pt x="167" y="123"/>
                    <a:pt x="150" y="160"/>
                    <a:pt x="141" y="218"/>
                  </a:cubicBezTo>
                  <a:cubicBezTo>
                    <a:pt x="128" y="311"/>
                    <a:pt x="114" y="405"/>
                    <a:pt x="99" y="499"/>
                  </a:cubicBezTo>
                  <a:lnTo>
                    <a:pt x="11" y="1082"/>
                  </a:lnTo>
                  <a:cubicBezTo>
                    <a:pt x="1" y="1150"/>
                    <a:pt x="28" y="1217"/>
                    <a:pt x="99" y="1238"/>
                  </a:cubicBezTo>
                  <a:cubicBezTo>
                    <a:pt x="109" y="1240"/>
                    <a:pt x="119" y="1242"/>
                    <a:pt x="130" y="1242"/>
                  </a:cubicBezTo>
                  <a:cubicBezTo>
                    <a:pt x="185" y="1242"/>
                    <a:pt x="244" y="1205"/>
                    <a:pt x="256" y="1148"/>
                  </a:cubicBezTo>
                  <a:cubicBezTo>
                    <a:pt x="295" y="957"/>
                    <a:pt x="334" y="766"/>
                    <a:pt x="373" y="575"/>
                  </a:cubicBezTo>
                  <a:cubicBezTo>
                    <a:pt x="392" y="482"/>
                    <a:pt x="412" y="390"/>
                    <a:pt x="431" y="297"/>
                  </a:cubicBezTo>
                  <a:cubicBezTo>
                    <a:pt x="443" y="236"/>
                    <a:pt x="449" y="184"/>
                    <a:pt x="432" y="123"/>
                  </a:cubicBezTo>
                  <a:lnTo>
                    <a:pt x="431" y="123"/>
                  </a:lnTo>
                  <a:cubicBezTo>
                    <a:pt x="417" y="72"/>
                    <a:pt x="397" y="20"/>
                    <a:pt x="339" y="5"/>
                  </a:cubicBezTo>
                  <a:cubicBezTo>
                    <a:pt x="330" y="2"/>
                    <a:pt x="321" y="1"/>
                    <a:pt x="3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4183375" y="2964475"/>
              <a:ext cx="10225" cy="38525"/>
            </a:xfrm>
            <a:custGeom>
              <a:avLst/>
              <a:gdLst/>
              <a:ahLst/>
              <a:cxnLst/>
              <a:rect l="l" t="t" r="r" b="b"/>
              <a:pathLst>
                <a:path w="409" h="1541" extrusionOk="0">
                  <a:moveTo>
                    <a:pt x="173" y="1"/>
                  </a:moveTo>
                  <a:cubicBezTo>
                    <a:pt x="164" y="1"/>
                    <a:pt x="154" y="2"/>
                    <a:pt x="144" y="4"/>
                  </a:cubicBezTo>
                  <a:cubicBezTo>
                    <a:pt x="9" y="38"/>
                    <a:pt x="0" y="245"/>
                    <a:pt x="2" y="351"/>
                  </a:cubicBezTo>
                  <a:cubicBezTo>
                    <a:pt x="4" y="473"/>
                    <a:pt x="12" y="593"/>
                    <a:pt x="24" y="713"/>
                  </a:cubicBezTo>
                  <a:cubicBezTo>
                    <a:pt x="49" y="975"/>
                    <a:pt x="132" y="1231"/>
                    <a:pt x="224" y="1476"/>
                  </a:cubicBezTo>
                  <a:cubicBezTo>
                    <a:pt x="240" y="1521"/>
                    <a:pt x="274" y="1541"/>
                    <a:pt x="308" y="1541"/>
                  </a:cubicBezTo>
                  <a:cubicBezTo>
                    <a:pt x="359" y="1541"/>
                    <a:pt x="409" y="1497"/>
                    <a:pt x="398" y="1429"/>
                  </a:cubicBezTo>
                  <a:cubicBezTo>
                    <a:pt x="359" y="1175"/>
                    <a:pt x="354" y="918"/>
                    <a:pt x="337" y="662"/>
                  </a:cubicBezTo>
                  <a:cubicBezTo>
                    <a:pt x="328" y="541"/>
                    <a:pt x="325" y="420"/>
                    <a:pt x="327" y="299"/>
                  </a:cubicBezTo>
                  <a:cubicBezTo>
                    <a:pt x="327" y="212"/>
                    <a:pt x="296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4204050" y="2983550"/>
              <a:ext cx="7900" cy="31100"/>
            </a:xfrm>
            <a:custGeom>
              <a:avLst/>
              <a:gdLst/>
              <a:ahLst/>
              <a:cxnLst/>
              <a:rect l="l" t="t" r="r" b="b"/>
              <a:pathLst>
                <a:path w="316" h="1244" extrusionOk="0">
                  <a:moveTo>
                    <a:pt x="158" y="1"/>
                  </a:moveTo>
                  <a:cubicBezTo>
                    <a:pt x="126" y="1"/>
                    <a:pt x="94" y="16"/>
                    <a:pt x="75" y="47"/>
                  </a:cubicBezTo>
                  <a:cubicBezTo>
                    <a:pt x="44" y="96"/>
                    <a:pt x="12" y="138"/>
                    <a:pt x="7" y="199"/>
                  </a:cubicBezTo>
                  <a:cubicBezTo>
                    <a:pt x="4" y="238"/>
                    <a:pt x="0" y="280"/>
                    <a:pt x="2" y="321"/>
                  </a:cubicBezTo>
                  <a:lnTo>
                    <a:pt x="9" y="584"/>
                  </a:lnTo>
                  <a:cubicBezTo>
                    <a:pt x="16" y="762"/>
                    <a:pt x="21" y="938"/>
                    <a:pt x="26" y="1116"/>
                  </a:cubicBezTo>
                  <a:cubicBezTo>
                    <a:pt x="28" y="1201"/>
                    <a:pt x="93" y="1244"/>
                    <a:pt x="159" y="1244"/>
                  </a:cubicBezTo>
                  <a:cubicBezTo>
                    <a:pt x="224" y="1244"/>
                    <a:pt x="289" y="1201"/>
                    <a:pt x="291" y="1116"/>
                  </a:cubicBezTo>
                  <a:cubicBezTo>
                    <a:pt x="296" y="938"/>
                    <a:pt x="302" y="762"/>
                    <a:pt x="307" y="584"/>
                  </a:cubicBezTo>
                  <a:lnTo>
                    <a:pt x="315" y="321"/>
                  </a:lnTo>
                  <a:cubicBezTo>
                    <a:pt x="315" y="280"/>
                    <a:pt x="312" y="238"/>
                    <a:pt x="308" y="199"/>
                  </a:cubicBezTo>
                  <a:lnTo>
                    <a:pt x="310" y="199"/>
                  </a:lnTo>
                  <a:cubicBezTo>
                    <a:pt x="305" y="138"/>
                    <a:pt x="273" y="96"/>
                    <a:pt x="242" y="47"/>
                  </a:cubicBezTo>
                  <a:cubicBezTo>
                    <a:pt x="222" y="16"/>
                    <a:pt x="190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3921875" y="989325"/>
              <a:ext cx="15800" cy="63200"/>
            </a:xfrm>
            <a:custGeom>
              <a:avLst/>
              <a:gdLst/>
              <a:ahLst/>
              <a:cxnLst/>
              <a:rect l="l" t="t" r="r" b="b"/>
              <a:pathLst>
                <a:path w="632" h="2528" extrusionOk="0">
                  <a:moveTo>
                    <a:pt x="496" y="0"/>
                  </a:moveTo>
                  <a:cubicBezTo>
                    <a:pt x="449" y="0"/>
                    <a:pt x="400" y="26"/>
                    <a:pt x="376" y="84"/>
                  </a:cubicBezTo>
                  <a:cubicBezTo>
                    <a:pt x="219" y="475"/>
                    <a:pt x="100" y="872"/>
                    <a:pt x="55" y="1292"/>
                  </a:cubicBezTo>
                  <a:cubicBezTo>
                    <a:pt x="31" y="1491"/>
                    <a:pt x="19" y="1691"/>
                    <a:pt x="19" y="1892"/>
                  </a:cubicBezTo>
                  <a:cubicBezTo>
                    <a:pt x="18" y="2078"/>
                    <a:pt x="1" y="2359"/>
                    <a:pt x="156" y="2493"/>
                  </a:cubicBezTo>
                  <a:cubicBezTo>
                    <a:pt x="180" y="2514"/>
                    <a:pt x="216" y="2528"/>
                    <a:pt x="250" y="2528"/>
                  </a:cubicBezTo>
                  <a:cubicBezTo>
                    <a:pt x="279" y="2528"/>
                    <a:pt x="308" y="2518"/>
                    <a:pt x="327" y="2493"/>
                  </a:cubicBezTo>
                  <a:cubicBezTo>
                    <a:pt x="449" y="2337"/>
                    <a:pt x="417" y="2121"/>
                    <a:pt x="413" y="1935"/>
                  </a:cubicBezTo>
                  <a:cubicBezTo>
                    <a:pt x="408" y="1735"/>
                    <a:pt x="415" y="1534"/>
                    <a:pt x="432" y="1334"/>
                  </a:cubicBezTo>
                  <a:cubicBezTo>
                    <a:pt x="464" y="937"/>
                    <a:pt x="515" y="537"/>
                    <a:pt x="610" y="148"/>
                  </a:cubicBezTo>
                  <a:cubicBezTo>
                    <a:pt x="632" y="56"/>
                    <a:pt x="566" y="0"/>
                    <a:pt x="4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3940575" y="1033650"/>
              <a:ext cx="13875" cy="56075"/>
            </a:xfrm>
            <a:custGeom>
              <a:avLst/>
              <a:gdLst/>
              <a:ahLst/>
              <a:cxnLst/>
              <a:rect l="l" t="t" r="r" b="b"/>
              <a:pathLst>
                <a:path w="555" h="2243" extrusionOk="0">
                  <a:moveTo>
                    <a:pt x="242" y="1"/>
                  </a:moveTo>
                  <a:cubicBezTo>
                    <a:pt x="188" y="1"/>
                    <a:pt x="136" y="29"/>
                    <a:pt x="122" y="91"/>
                  </a:cubicBezTo>
                  <a:cubicBezTo>
                    <a:pt x="43" y="444"/>
                    <a:pt x="0" y="808"/>
                    <a:pt x="39" y="1170"/>
                  </a:cubicBezTo>
                  <a:cubicBezTo>
                    <a:pt x="78" y="1528"/>
                    <a:pt x="146" y="1904"/>
                    <a:pt x="371" y="2200"/>
                  </a:cubicBezTo>
                  <a:cubicBezTo>
                    <a:pt x="393" y="2228"/>
                    <a:pt x="428" y="2243"/>
                    <a:pt x="462" y="2243"/>
                  </a:cubicBezTo>
                  <a:cubicBezTo>
                    <a:pt x="510" y="2243"/>
                    <a:pt x="555" y="2213"/>
                    <a:pt x="552" y="2151"/>
                  </a:cubicBezTo>
                  <a:cubicBezTo>
                    <a:pt x="532" y="1813"/>
                    <a:pt x="435" y="1486"/>
                    <a:pt x="400" y="1151"/>
                  </a:cubicBezTo>
                  <a:cubicBezTo>
                    <a:pt x="364" y="810"/>
                    <a:pt x="344" y="466"/>
                    <a:pt x="371" y="124"/>
                  </a:cubicBezTo>
                  <a:cubicBezTo>
                    <a:pt x="377" y="45"/>
                    <a:pt x="309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3581850" y="1062400"/>
              <a:ext cx="36525" cy="34775"/>
            </a:xfrm>
            <a:custGeom>
              <a:avLst/>
              <a:gdLst/>
              <a:ahLst/>
              <a:cxnLst/>
              <a:rect l="l" t="t" r="r" b="b"/>
              <a:pathLst>
                <a:path w="1461" h="1391" extrusionOk="0">
                  <a:moveTo>
                    <a:pt x="1357" y="0"/>
                  </a:moveTo>
                  <a:cubicBezTo>
                    <a:pt x="1343" y="0"/>
                    <a:pt x="1329" y="4"/>
                    <a:pt x="1317" y="13"/>
                  </a:cubicBezTo>
                  <a:cubicBezTo>
                    <a:pt x="1258" y="54"/>
                    <a:pt x="1205" y="96"/>
                    <a:pt x="1154" y="148"/>
                  </a:cubicBezTo>
                  <a:cubicBezTo>
                    <a:pt x="1105" y="197"/>
                    <a:pt x="1055" y="247"/>
                    <a:pt x="1004" y="296"/>
                  </a:cubicBezTo>
                  <a:cubicBezTo>
                    <a:pt x="899" y="395"/>
                    <a:pt x="808" y="505"/>
                    <a:pt x="708" y="610"/>
                  </a:cubicBezTo>
                  <a:cubicBezTo>
                    <a:pt x="513" y="818"/>
                    <a:pt x="303" y="1011"/>
                    <a:pt x="84" y="1190"/>
                  </a:cubicBezTo>
                  <a:cubicBezTo>
                    <a:pt x="1" y="1258"/>
                    <a:pt x="77" y="1390"/>
                    <a:pt x="167" y="1390"/>
                  </a:cubicBezTo>
                  <a:cubicBezTo>
                    <a:pt x="185" y="1390"/>
                    <a:pt x="204" y="1385"/>
                    <a:pt x="222" y="1372"/>
                  </a:cubicBezTo>
                  <a:cubicBezTo>
                    <a:pt x="462" y="1199"/>
                    <a:pt x="693" y="1013"/>
                    <a:pt x="907" y="810"/>
                  </a:cubicBezTo>
                  <a:cubicBezTo>
                    <a:pt x="1017" y="708"/>
                    <a:pt x="1126" y="605"/>
                    <a:pt x="1214" y="483"/>
                  </a:cubicBezTo>
                  <a:cubicBezTo>
                    <a:pt x="1256" y="428"/>
                    <a:pt x="1295" y="370"/>
                    <a:pt x="1335" y="314"/>
                  </a:cubicBezTo>
                  <a:cubicBezTo>
                    <a:pt x="1381" y="247"/>
                    <a:pt x="1412" y="184"/>
                    <a:pt x="1440" y="108"/>
                  </a:cubicBezTo>
                  <a:cubicBezTo>
                    <a:pt x="1460" y="55"/>
                    <a:pt x="1408" y="0"/>
                    <a:pt x="1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3590950" y="1030575"/>
              <a:ext cx="33725" cy="37375"/>
            </a:xfrm>
            <a:custGeom>
              <a:avLst/>
              <a:gdLst/>
              <a:ahLst/>
              <a:cxnLst/>
              <a:rect l="l" t="t" r="r" b="b"/>
              <a:pathLst>
                <a:path w="1349" h="1495" extrusionOk="0">
                  <a:moveTo>
                    <a:pt x="1249" y="0"/>
                  </a:moveTo>
                  <a:cubicBezTo>
                    <a:pt x="1243" y="0"/>
                    <a:pt x="1237" y="1"/>
                    <a:pt x="1230" y="2"/>
                  </a:cubicBezTo>
                  <a:lnTo>
                    <a:pt x="1232" y="4"/>
                  </a:lnTo>
                  <a:cubicBezTo>
                    <a:pt x="1157" y="16"/>
                    <a:pt x="1110" y="51"/>
                    <a:pt x="1051" y="95"/>
                  </a:cubicBezTo>
                  <a:cubicBezTo>
                    <a:pt x="987" y="141"/>
                    <a:pt x="912" y="185"/>
                    <a:pt x="855" y="241"/>
                  </a:cubicBezTo>
                  <a:cubicBezTo>
                    <a:pt x="751" y="340"/>
                    <a:pt x="665" y="467"/>
                    <a:pt x="572" y="579"/>
                  </a:cubicBezTo>
                  <a:cubicBezTo>
                    <a:pt x="481" y="689"/>
                    <a:pt x="391" y="799"/>
                    <a:pt x="300" y="911"/>
                  </a:cubicBezTo>
                  <a:cubicBezTo>
                    <a:pt x="247" y="973"/>
                    <a:pt x="197" y="1036"/>
                    <a:pt x="153" y="1107"/>
                  </a:cubicBezTo>
                  <a:lnTo>
                    <a:pt x="34" y="1296"/>
                  </a:lnTo>
                  <a:cubicBezTo>
                    <a:pt x="0" y="1352"/>
                    <a:pt x="17" y="1428"/>
                    <a:pt x="70" y="1467"/>
                  </a:cubicBezTo>
                  <a:cubicBezTo>
                    <a:pt x="95" y="1486"/>
                    <a:pt x="122" y="1495"/>
                    <a:pt x="148" y="1495"/>
                  </a:cubicBezTo>
                  <a:cubicBezTo>
                    <a:pt x="182" y="1495"/>
                    <a:pt x="215" y="1481"/>
                    <a:pt x="244" y="1457"/>
                  </a:cubicBezTo>
                  <a:cubicBezTo>
                    <a:pt x="357" y="1362"/>
                    <a:pt x="469" y="1271"/>
                    <a:pt x="569" y="1161"/>
                  </a:cubicBezTo>
                  <a:lnTo>
                    <a:pt x="865" y="836"/>
                  </a:lnTo>
                  <a:cubicBezTo>
                    <a:pt x="966" y="726"/>
                    <a:pt x="1080" y="618"/>
                    <a:pt x="1168" y="498"/>
                  </a:cubicBezTo>
                  <a:cubicBezTo>
                    <a:pt x="1212" y="439"/>
                    <a:pt x="1242" y="368"/>
                    <a:pt x="1276" y="303"/>
                  </a:cubicBezTo>
                  <a:cubicBezTo>
                    <a:pt x="1313" y="232"/>
                    <a:pt x="1342" y="173"/>
                    <a:pt x="1345" y="90"/>
                  </a:cubicBezTo>
                  <a:cubicBezTo>
                    <a:pt x="1348" y="35"/>
                    <a:pt x="1299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2606475" y="1178875"/>
              <a:ext cx="1249075" cy="1741025"/>
            </a:xfrm>
            <a:custGeom>
              <a:avLst/>
              <a:gdLst/>
              <a:ahLst/>
              <a:cxnLst/>
              <a:rect l="l" t="t" r="r" b="b"/>
              <a:pathLst>
                <a:path w="49963" h="69641" extrusionOk="0">
                  <a:moveTo>
                    <a:pt x="17529" y="0"/>
                  </a:moveTo>
                  <a:cubicBezTo>
                    <a:pt x="13929" y="0"/>
                    <a:pt x="10020" y="2574"/>
                    <a:pt x="9153" y="3317"/>
                  </a:cubicBezTo>
                  <a:cubicBezTo>
                    <a:pt x="6615" y="5477"/>
                    <a:pt x="5074" y="8855"/>
                    <a:pt x="3924" y="12196"/>
                  </a:cubicBezTo>
                  <a:cubicBezTo>
                    <a:pt x="857" y="21152"/>
                    <a:pt x="1" y="30855"/>
                    <a:pt x="1094" y="40045"/>
                  </a:cubicBezTo>
                  <a:cubicBezTo>
                    <a:pt x="1484" y="43338"/>
                    <a:pt x="2156" y="46669"/>
                    <a:pt x="3760" y="49386"/>
                  </a:cubicBezTo>
                  <a:cubicBezTo>
                    <a:pt x="4176" y="50098"/>
                    <a:pt x="4672" y="50763"/>
                    <a:pt x="5223" y="51352"/>
                  </a:cubicBezTo>
                  <a:cubicBezTo>
                    <a:pt x="6711" y="52936"/>
                    <a:pt x="8623" y="53989"/>
                    <a:pt x="10667" y="53989"/>
                  </a:cubicBezTo>
                  <a:cubicBezTo>
                    <a:pt x="10770" y="53989"/>
                    <a:pt x="10874" y="53986"/>
                    <a:pt x="10978" y="53980"/>
                  </a:cubicBezTo>
                  <a:lnTo>
                    <a:pt x="10978" y="53980"/>
                  </a:lnTo>
                  <a:cubicBezTo>
                    <a:pt x="10802" y="56317"/>
                    <a:pt x="9435" y="58316"/>
                    <a:pt x="8549" y="60441"/>
                  </a:cubicBezTo>
                  <a:cubicBezTo>
                    <a:pt x="8131" y="61446"/>
                    <a:pt x="7848" y="62621"/>
                    <a:pt x="7843" y="63726"/>
                  </a:cubicBezTo>
                  <a:cubicBezTo>
                    <a:pt x="7826" y="64958"/>
                    <a:pt x="8146" y="66103"/>
                    <a:pt x="8987" y="66834"/>
                  </a:cubicBezTo>
                  <a:cubicBezTo>
                    <a:pt x="9513" y="67292"/>
                    <a:pt x="10131" y="67488"/>
                    <a:pt x="10777" y="67488"/>
                  </a:cubicBezTo>
                  <a:cubicBezTo>
                    <a:pt x="12086" y="67488"/>
                    <a:pt x="13514" y="66681"/>
                    <a:pt x="14536" y="65617"/>
                  </a:cubicBezTo>
                  <a:cubicBezTo>
                    <a:pt x="16067" y="64029"/>
                    <a:pt x="17190" y="61911"/>
                    <a:pt x="18939" y="60627"/>
                  </a:cubicBezTo>
                  <a:lnTo>
                    <a:pt x="18939" y="60627"/>
                  </a:lnTo>
                  <a:cubicBezTo>
                    <a:pt x="18294" y="62643"/>
                    <a:pt x="17943" y="64772"/>
                    <a:pt x="17907" y="66896"/>
                  </a:cubicBezTo>
                  <a:cubicBezTo>
                    <a:pt x="17897" y="67578"/>
                    <a:pt x="17927" y="68299"/>
                    <a:pt x="18272" y="68845"/>
                  </a:cubicBezTo>
                  <a:cubicBezTo>
                    <a:pt x="18637" y="69423"/>
                    <a:pt x="19208" y="69641"/>
                    <a:pt x="19840" y="69641"/>
                  </a:cubicBezTo>
                  <a:cubicBezTo>
                    <a:pt x="20569" y="69641"/>
                    <a:pt x="21380" y="69352"/>
                    <a:pt x="22053" y="68991"/>
                  </a:cubicBezTo>
                  <a:cubicBezTo>
                    <a:pt x="24224" y="67825"/>
                    <a:pt x="26250" y="66277"/>
                    <a:pt x="28028" y="64421"/>
                  </a:cubicBezTo>
                  <a:lnTo>
                    <a:pt x="28028" y="64421"/>
                  </a:lnTo>
                  <a:cubicBezTo>
                    <a:pt x="27956" y="65386"/>
                    <a:pt x="27879" y="66350"/>
                    <a:pt x="27802" y="67309"/>
                  </a:cubicBezTo>
                  <a:cubicBezTo>
                    <a:pt x="29096" y="66345"/>
                    <a:pt x="30116" y="64907"/>
                    <a:pt x="30664" y="63283"/>
                  </a:cubicBezTo>
                  <a:lnTo>
                    <a:pt x="30664" y="63283"/>
                  </a:lnTo>
                  <a:cubicBezTo>
                    <a:pt x="30606" y="64195"/>
                    <a:pt x="30916" y="65113"/>
                    <a:pt x="31483" y="65736"/>
                  </a:cubicBezTo>
                  <a:cubicBezTo>
                    <a:pt x="32494" y="63628"/>
                    <a:pt x="33680" y="61606"/>
                    <a:pt x="35030" y="59730"/>
                  </a:cubicBezTo>
                  <a:cubicBezTo>
                    <a:pt x="35133" y="60395"/>
                    <a:pt x="35231" y="61065"/>
                    <a:pt x="35335" y="61735"/>
                  </a:cubicBezTo>
                  <a:cubicBezTo>
                    <a:pt x="36268" y="60580"/>
                    <a:pt x="37097" y="59338"/>
                    <a:pt x="37855" y="58044"/>
                  </a:cubicBezTo>
                  <a:cubicBezTo>
                    <a:pt x="37892" y="58051"/>
                    <a:pt x="37930" y="58055"/>
                    <a:pt x="37968" y="58055"/>
                  </a:cubicBezTo>
                  <a:cubicBezTo>
                    <a:pt x="38279" y="58055"/>
                    <a:pt x="38607" y="57821"/>
                    <a:pt x="38852" y="57563"/>
                  </a:cubicBezTo>
                  <a:cubicBezTo>
                    <a:pt x="39702" y="56687"/>
                    <a:pt x="40234" y="55506"/>
                    <a:pt x="40712" y="54331"/>
                  </a:cubicBezTo>
                  <a:cubicBezTo>
                    <a:pt x="41027" y="53558"/>
                    <a:pt x="41321" y="52779"/>
                    <a:pt x="41604" y="51991"/>
                  </a:cubicBezTo>
                  <a:cubicBezTo>
                    <a:pt x="42445" y="49624"/>
                    <a:pt x="43137" y="47190"/>
                    <a:pt x="43673" y="44720"/>
                  </a:cubicBezTo>
                  <a:lnTo>
                    <a:pt x="43673" y="44720"/>
                  </a:lnTo>
                  <a:cubicBezTo>
                    <a:pt x="43883" y="48212"/>
                    <a:pt x="43570" y="51759"/>
                    <a:pt x="42749" y="55171"/>
                  </a:cubicBezTo>
                  <a:cubicBezTo>
                    <a:pt x="45446" y="50206"/>
                    <a:pt x="45569" y="44159"/>
                    <a:pt x="45622" y="38426"/>
                  </a:cubicBezTo>
                  <a:cubicBezTo>
                    <a:pt x="45987" y="40879"/>
                    <a:pt x="46410" y="43441"/>
                    <a:pt x="47797" y="45314"/>
                  </a:cubicBezTo>
                  <a:cubicBezTo>
                    <a:pt x="46992" y="40725"/>
                    <a:pt x="47225" y="35832"/>
                    <a:pt x="48467" y="31195"/>
                  </a:cubicBezTo>
                  <a:cubicBezTo>
                    <a:pt x="48817" y="32099"/>
                    <a:pt x="49164" y="33006"/>
                    <a:pt x="49514" y="33909"/>
                  </a:cubicBezTo>
                  <a:cubicBezTo>
                    <a:pt x="49401" y="31852"/>
                    <a:pt x="49293" y="29788"/>
                    <a:pt x="49179" y="27721"/>
                  </a:cubicBezTo>
                  <a:cubicBezTo>
                    <a:pt x="49638" y="26374"/>
                    <a:pt x="49962" y="25065"/>
                    <a:pt x="49859" y="24045"/>
                  </a:cubicBezTo>
                  <a:cubicBezTo>
                    <a:pt x="49849" y="23942"/>
                    <a:pt x="49834" y="23833"/>
                    <a:pt x="49819" y="23730"/>
                  </a:cubicBezTo>
                  <a:cubicBezTo>
                    <a:pt x="49683" y="22910"/>
                    <a:pt x="49323" y="22348"/>
                    <a:pt x="48817" y="21978"/>
                  </a:cubicBezTo>
                  <a:cubicBezTo>
                    <a:pt x="48421" y="21688"/>
                    <a:pt x="47936" y="21512"/>
                    <a:pt x="47389" y="21414"/>
                  </a:cubicBezTo>
                  <a:cubicBezTo>
                    <a:pt x="46999" y="21345"/>
                    <a:pt x="46577" y="21317"/>
                    <a:pt x="46135" y="21317"/>
                  </a:cubicBezTo>
                  <a:cubicBezTo>
                    <a:pt x="44108" y="21317"/>
                    <a:pt x="41657" y="21911"/>
                    <a:pt x="39836" y="21911"/>
                  </a:cubicBezTo>
                  <a:cubicBezTo>
                    <a:pt x="39350" y="21911"/>
                    <a:pt x="38908" y="21868"/>
                    <a:pt x="38532" y="21761"/>
                  </a:cubicBezTo>
                  <a:cubicBezTo>
                    <a:pt x="33995" y="20467"/>
                    <a:pt x="30287" y="16383"/>
                    <a:pt x="28982" y="11252"/>
                  </a:cubicBezTo>
                  <a:cubicBezTo>
                    <a:pt x="28693" y="13682"/>
                    <a:pt x="28400" y="16109"/>
                    <a:pt x="28106" y="18528"/>
                  </a:cubicBezTo>
                  <a:cubicBezTo>
                    <a:pt x="28091" y="15279"/>
                    <a:pt x="25714" y="4389"/>
                    <a:pt x="20825" y="965"/>
                  </a:cubicBezTo>
                  <a:cubicBezTo>
                    <a:pt x="19836" y="272"/>
                    <a:pt x="18699" y="0"/>
                    <a:pt x="175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2606475" y="1178875"/>
              <a:ext cx="1245475" cy="1609100"/>
            </a:xfrm>
            <a:custGeom>
              <a:avLst/>
              <a:gdLst/>
              <a:ahLst/>
              <a:cxnLst/>
              <a:rect l="l" t="t" r="r" b="b"/>
              <a:pathLst>
                <a:path w="49819" h="64364" extrusionOk="0">
                  <a:moveTo>
                    <a:pt x="17530" y="0"/>
                  </a:moveTo>
                  <a:cubicBezTo>
                    <a:pt x="13929" y="0"/>
                    <a:pt x="10021" y="2574"/>
                    <a:pt x="9153" y="3317"/>
                  </a:cubicBezTo>
                  <a:cubicBezTo>
                    <a:pt x="6615" y="5477"/>
                    <a:pt x="5074" y="8855"/>
                    <a:pt x="3924" y="12196"/>
                  </a:cubicBezTo>
                  <a:cubicBezTo>
                    <a:pt x="857" y="21152"/>
                    <a:pt x="1" y="30855"/>
                    <a:pt x="1094" y="40043"/>
                  </a:cubicBezTo>
                  <a:cubicBezTo>
                    <a:pt x="1486" y="43338"/>
                    <a:pt x="2156" y="46669"/>
                    <a:pt x="3760" y="49386"/>
                  </a:cubicBezTo>
                  <a:cubicBezTo>
                    <a:pt x="4178" y="50098"/>
                    <a:pt x="4672" y="50763"/>
                    <a:pt x="5223" y="51350"/>
                  </a:cubicBezTo>
                  <a:cubicBezTo>
                    <a:pt x="6711" y="52936"/>
                    <a:pt x="8623" y="53989"/>
                    <a:pt x="10667" y="53989"/>
                  </a:cubicBezTo>
                  <a:cubicBezTo>
                    <a:pt x="10770" y="53989"/>
                    <a:pt x="10874" y="53986"/>
                    <a:pt x="10978" y="53980"/>
                  </a:cubicBezTo>
                  <a:lnTo>
                    <a:pt x="10978" y="53980"/>
                  </a:lnTo>
                  <a:cubicBezTo>
                    <a:pt x="10802" y="56315"/>
                    <a:pt x="9437" y="58316"/>
                    <a:pt x="8549" y="60441"/>
                  </a:cubicBezTo>
                  <a:cubicBezTo>
                    <a:pt x="8131" y="61446"/>
                    <a:pt x="7848" y="62621"/>
                    <a:pt x="7843" y="63724"/>
                  </a:cubicBezTo>
                  <a:cubicBezTo>
                    <a:pt x="9014" y="62292"/>
                    <a:pt x="9941" y="60615"/>
                    <a:pt x="10575" y="58807"/>
                  </a:cubicBezTo>
                  <a:lnTo>
                    <a:pt x="10575" y="58807"/>
                  </a:lnTo>
                  <a:cubicBezTo>
                    <a:pt x="10286" y="60028"/>
                    <a:pt x="9999" y="61250"/>
                    <a:pt x="9709" y="62462"/>
                  </a:cubicBezTo>
                  <a:cubicBezTo>
                    <a:pt x="9631" y="62782"/>
                    <a:pt x="9560" y="63122"/>
                    <a:pt x="9616" y="63442"/>
                  </a:cubicBezTo>
                  <a:cubicBezTo>
                    <a:pt x="9735" y="64026"/>
                    <a:pt x="10299" y="64364"/>
                    <a:pt x="10847" y="64364"/>
                  </a:cubicBezTo>
                  <a:cubicBezTo>
                    <a:pt x="10913" y="64364"/>
                    <a:pt x="10979" y="64359"/>
                    <a:pt x="11044" y="64349"/>
                  </a:cubicBezTo>
                  <a:cubicBezTo>
                    <a:pt x="11648" y="64261"/>
                    <a:pt x="12174" y="63848"/>
                    <a:pt x="12658" y="63432"/>
                  </a:cubicBezTo>
                  <a:cubicBezTo>
                    <a:pt x="15062" y="61410"/>
                    <a:pt x="17300" y="59132"/>
                    <a:pt x="19347" y="56625"/>
                  </a:cubicBezTo>
                  <a:lnTo>
                    <a:pt x="19347" y="56625"/>
                  </a:lnTo>
                  <a:cubicBezTo>
                    <a:pt x="20078" y="57306"/>
                    <a:pt x="19093" y="58986"/>
                    <a:pt x="19846" y="59636"/>
                  </a:cubicBezTo>
                  <a:cubicBezTo>
                    <a:pt x="19979" y="59746"/>
                    <a:pt x="20130" y="59793"/>
                    <a:pt x="20288" y="59793"/>
                  </a:cubicBezTo>
                  <a:cubicBezTo>
                    <a:pt x="20656" y="59793"/>
                    <a:pt x="21059" y="59539"/>
                    <a:pt x="21351" y="59240"/>
                  </a:cubicBezTo>
                  <a:cubicBezTo>
                    <a:pt x="21764" y="58817"/>
                    <a:pt x="22167" y="58276"/>
                    <a:pt x="22718" y="58203"/>
                  </a:cubicBezTo>
                  <a:cubicBezTo>
                    <a:pt x="22762" y="58197"/>
                    <a:pt x="22805" y="58194"/>
                    <a:pt x="22847" y="58194"/>
                  </a:cubicBezTo>
                  <a:cubicBezTo>
                    <a:pt x="23445" y="58194"/>
                    <a:pt x="23940" y="58784"/>
                    <a:pt x="24156" y="59409"/>
                  </a:cubicBezTo>
                  <a:cubicBezTo>
                    <a:pt x="24400" y="60084"/>
                    <a:pt x="24430" y="60832"/>
                    <a:pt x="24677" y="61498"/>
                  </a:cubicBezTo>
                  <a:cubicBezTo>
                    <a:pt x="24796" y="61831"/>
                    <a:pt x="25052" y="62181"/>
                    <a:pt x="25365" y="62181"/>
                  </a:cubicBezTo>
                  <a:cubicBezTo>
                    <a:pt x="25405" y="62181"/>
                    <a:pt x="25446" y="62175"/>
                    <a:pt x="25487" y="62163"/>
                  </a:cubicBezTo>
                  <a:cubicBezTo>
                    <a:pt x="25719" y="62090"/>
                    <a:pt x="25863" y="61833"/>
                    <a:pt x="25981" y="61596"/>
                  </a:cubicBezTo>
                  <a:cubicBezTo>
                    <a:pt x="28431" y="56707"/>
                    <a:pt x="29891" y="51196"/>
                    <a:pt x="30199" y="45617"/>
                  </a:cubicBezTo>
                  <a:cubicBezTo>
                    <a:pt x="31525" y="49242"/>
                    <a:pt x="30271" y="54031"/>
                    <a:pt x="32658" y="56863"/>
                  </a:cubicBezTo>
                  <a:cubicBezTo>
                    <a:pt x="34144" y="53387"/>
                    <a:pt x="34649" y="49421"/>
                    <a:pt x="34083" y="45679"/>
                  </a:cubicBezTo>
                  <a:lnTo>
                    <a:pt x="34083" y="45679"/>
                  </a:lnTo>
                  <a:cubicBezTo>
                    <a:pt x="34355" y="46715"/>
                    <a:pt x="35067" y="47581"/>
                    <a:pt x="35974" y="47978"/>
                  </a:cubicBezTo>
                  <a:cubicBezTo>
                    <a:pt x="36314" y="47221"/>
                    <a:pt x="36427" y="46349"/>
                    <a:pt x="36304" y="45534"/>
                  </a:cubicBezTo>
                  <a:cubicBezTo>
                    <a:pt x="36289" y="45390"/>
                    <a:pt x="36258" y="45246"/>
                    <a:pt x="36218" y="45106"/>
                  </a:cubicBezTo>
                  <a:cubicBezTo>
                    <a:pt x="36175" y="44932"/>
                    <a:pt x="36125" y="44761"/>
                    <a:pt x="36057" y="44597"/>
                  </a:cubicBezTo>
                  <a:lnTo>
                    <a:pt x="36057" y="44597"/>
                  </a:lnTo>
                  <a:cubicBezTo>
                    <a:pt x="36120" y="44710"/>
                    <a:pt x="36180" y="44818"/>
                    <a:pt x="36243" y="44927"/>
                  </a:cubicBezTo>
                  <a:cubicBezTo>
                    <a:pt x="36314" y="45050"/>
                    <a:pt x="36387" y="45164"/>
                    <a:pt x="36460" y="45282"/>
                  </a:cubicBezTo>
                  <a:cubicBezTo>
                    <a:pt x="37109" y="46287"/>
                    <a:pt x="37930" y="47153"/>
                    <a:pt x="38862" y="47824"/>
                  </a:cubicBezTo>
                  <a:cubicBezTo>
                    <a:pt x="38934" y="47875"/>
                    <a:pt x="39006" y="47928"/>
                    <a:pt x="39078" y="47973"/>
                  </a:cubicBezTo>
                  <a:cubicBezTo>
                    <a:pt x="39547" y="48293"/>
                    <a:pt x="40043" y="48560"/>
                    <a:pt x="40564" y="48777"/>
                  </a:cubicBezTo>
                  <a:cubicBezTo>
                    <a:pt x="40413" y="48200"/>
                    <a:pt x="40274" y="47618"/>
                    <a:pt x="40151" y="47029"/>
                  </a:cubicBezTo>
                  <a:cubicBezTo>
                    <a:pt x="39748" y="45143"/>
                    <a:pt x="39481" y="43210"/>
                    <a:pt x="39357" y="41251"/>
                  </a:cubicBezTo>
                  <a:cubicBezTo>
                    <a:pt x="39335" y="41034"/>
                    <a:pt x="39325" y="40818"/>
                    <a:pt x="39320" y="40601"/>
                  </a:cubicBezTo>
                  <a:cubicBezTo>
                    <a:pt x="39244" y="39146"/>
                    <a:pt x="39249" y="37683"/>
                    <a:pt x="39330" y="36218"/>
                  </a:cubicBezTo>
                  <a:cubicBezTo>
                    <a:pt x="39346" y="35951"/>
                    <a:pt x="39362" y="35677"/>
                    <a:pt x="39383" y="35403"/>
                  </a:cubicBezTo>
                  <a:cubicBezTo>
                    <a:pt x="39418" y="35573"/>
                    <a:pt x="39461" y="35743"/>
                    <a:pt x="39501" y="35913"/>
                  </a:cubicBezTo>
                  <a:cubicBezTo>
                    <a:pt x="39919" y="37661"/>
                    <a:pt x="40450" y="39368"/>
                    <a:pt x="41095" y="41019"/>
                  </a:cubicBezTo>
                  <a:cubicBezTo>
                    <a:pt x="41017" y="38740"/>
                    <a:pt x="41186" y="36429"/>
                    <a:pt x="41609" y="34166"/>
                  </a:cubicBezTo>
                  <a:cubicBezTo>
                    <a:pt x="42898" y="36255"/>
                    <a:pt x="43255" y="39028"/>
                    <a:pt x="42558" y="41518"/>
                  </a:cubicBezTo>
                  <a:cubicBezTo>
                    <a:pt x="44348" y="38627"/>
                    <a:pt x="45647" y="35357"/>
                    <a:pt x="46357" y="31955"/>
                  </a:cubicBezTo>
                  <a:cubicBezTo>
                    <a:pt x="46390" y="32408"/>
                    <a:pt x="46420" y="32857"/>
                    <a:pt x="46445" y="33310"/>
                  </a:cubicBezTo>
                  <a:cubicBezTo>
                    <a:pt x="47936" y="30279"/>
                    <a:pt x="49462" y="27097"/>
                    <a:pt x="49819" y="23730"/>
                  </a:cubicBezTo>
                  <a:cubicBezTo>
                    <a:pt x="49683" y="22910"/>
                    <a:pt x="49323" y="22348"/>
                    <a:pt x="48817" y="21976"/>
                  </a:cubicBezTo>
                  <a:cubicBezTo>
                    <a:pt x="48421" y="21688"/>
                    <a:pt x="47936" y="21512"/>
                    <a:pt x="47389" y="21414"/>
                  </a:cubicBezTo>
                  <a:cubicBezTo>
                    <a:pt x="46999" y="21345"/>
                    <a:pt x="46577" y="21317"/>
                    <a:pt x="46135" y="21317"/>
                  </a:cubicBezTo>
                  <a:cubicBezTo>
                    <a:pt x="44109" y="21317"/>
                    <a:pt x="41660" y="21910"/>
                    <a:pt x="39840" y="21910"/>
                  </a:cubicBezTo>
                  <a:cubicBezTo>
                    <a:pt x="39352" y="21910"/>
                    <a:pt x="38909" y="21867"/>
                    <a:pt x="38532" y="21759"/>
                  </a:cubicBezTo>
                  <a:cubicBezTo>
                    <a:pt x="33995" y="20465"/>
                    <a:pt x="30287" y="16382"/>
                    <a:pt x="28982" y="11252"/>
                  </a:cubicBezTo>
                  <a:cubicBezTo>
                    <a:pt x="28693" y="13680"/>
                    <a:pt x="28400" y="16109"/>
                    <a:pt x="28106" y="18527"/>
                  </a:cubicBezTo>
                  <a:cubicBezTo>
                    <a:pt x="28091" y="15279"/>
                    <a:pt x="25714" y="4389"/>
                    <a:pt x="20825" y="965"/>
                  </a:cubicBezTo>
                  <a:cubicBezTo>
                    <a:pt x="19836" y="272"/>
                    <a:pt x="18699" y="0"/>
                    <a:pt x="17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2606475" y="1178875"/>
              <a:ext cx="1222650" cy="1420450"/>
            </a:xfrm>
            <a:custGeom>
              <a:avLst/>
              <a:gdLst/>
              <a:ahLst/>
              <a:cxnLst/>
              <a:rect l="l" t="t" r="r" b="b"/>
              <a:pathLst>
                <a:path w="48906" h="56818" extrusionOk="0">
                  <a:moveTo>
                    <a:pt x="17529" y="0"/>
                  </a:moveTo>
                  <a:cubicBezTo>
                    <a:pt x="13929" y="0"/>
                    <a:pt x="10020" y="2574"/>
                    <a:pt x="9153" y="3317"/>
                  </a:cubicBezTo>
                  <a:cubicBezTo>
                    <a:pt x="6615" y="5477"/>
                    <a:pt x="5074" y="8855"/>
                    <a:pt x="3924" y="12196"/>
                  </a:cubicBezTo>
                  <a:cubicBezTo>
                    <a:pt x="855" y="21152"/>
                    <a:pt x="1" y="30855"/>
                    <a:pt x="1094" y="40043"/>
                  </a:cubicBezTo>
                  <a:cubicBezTo>
                    <a:pt x="1484" y="43338"/>
                    <a:pt x="2156" y="46669"/>
                    <a:pt x="3758" y="49386"/>
                  </a:cubicBezTo>
                  <a:cubicBezTo>
                    <a:pt x="4176" y="50098"/>
                    <a:pt x="4672" y="50763"/>
                    <a:pt x="5223" y="51350"/>
                  </a:cubicBezTo>
                  <a:cubicBezTo>
                    <a:pt x="6306" y="48907"/>
                    <a:pt x="7393" y="46453"/>
                    <a:pt x="8481" y="43998"/>
                  </a:cubicBezTo>
                  <a:cubicBezTo>
                    <a:pt x="9044" y="46412"/>
                    <a:pt x="9894" y="48731"/>
                    <a:pt x="11019" y="50866"/>
                  </a:cubicBezTo>
                  <a:cubicBezTo>
                    <a:pt x="11374" y="51546"/>
                    <a:pt x="11771" y="52228"/>
                    <a:pt x="12369" y="52651"/>
                  </a:cubicBezTo>
                  <a:cubicBezTo>
                    <a:pt x="12683" y="52871"/>
                    <a:pt x="13067" y="53001"/>
                    <a:pt x="13443" y="53001"/>
                  </a:cubicBezTo>
                  <a:cubicBezTo>
                    <a:pt x="13777" y="53001"/>
                    <a:pt x="14106" y="52898"/>
                    <a:pt x="14375" y="52666"/>
                  </a:cubicBezTo>
                  <a:cubicBezTo>
                    <a:pt x="15447" y="51737"/>
                    <a:pt x="14876" y="49613"/>
                    <a:pt x="15845" y="48540"/>
                  </a:cubicBezTo>
                  <a:cubicBezTo>
                    <a:pt x="16674" y="51020"/>
                    <a:pt x="17741" y="53387"/>
                    <a:pt x="19025" y="55599"/>
                  </a:cubicBezTo>
                  <a:cubicBezTo>
                    <a:pt x="19345" y="56141"/>
                    <a:pt x="19732" y="56713"/>
                    <a:pt x="20309" y="56806"/>
                  </a:cubicBezTo>
                  <a:cubicBezTo>
                    <a:pt x="20360" y="56813"/>
                    <a:pt x="20411" y="56817"/>
                    <a:pt x="20460" y="56817"/>
                  </a:cubicBezTo>
                  <a:cubicBezTo>
                    <a:pt x="21218" y="56817"/>
                    <a:pt x="21838" y="55931"/>
                    <a:pt x="22036" y="55078"/>
                  </a:cubicBezTo>
                  <a:cubicBezTo>
                    <a:pt x="22248" y="54161"/>
                    <a:pt x="22197" y="53175"/>
                    <a:pt x="22557" y="52314"/>
                  </a:cubicBezTo>
                  <a:cubicBezTo>
                    <a:pt x="22985" y="53434"/>
                    <a:pt x="23610" y="54459"/>
                    <a:pt x="24388" y="55300"/>
                  </a:cubicBezTo>
                  <a:cubicBezTo>
                    <a:pt x="24630" y="55564"/>
                    <a:pt x="24914" y="55816"/>
                    <a:pt x="25244" y="55836"/>
                  </a:cubicBezTo>
                  <a:cubicBezTo>
                    <a:pt x="25262" y="55837"/>
                    <a:pt x="25279" y="55838"/>
                    <a:pt x="25296" y="55838"/>
                  </a:cubicBezTo>
                  <a:cubicBezTo>
                    <a:pt x="25972" y="55838"/>
                    <a:pt x="26379" y="54951"/>
                    <a:pt x="26570" y="54207"/>
                  </a:cubicBezTo>
                  <a:cubicBezTo>
                    <a:pt x="27885" y="49081"/>
                    <a:pt x="27879" y="43560"/>
                    <a:pt x="26543" y="38492"/>
                  </a:cubicBezTo>
                  <a:lnTo>
                    <a:pt x="26543" y="38492"/>
                  </a:lnTo>
                  <a:cubicBezTo>
                    <a:pt x="27533" y="39415"/>
                    <a:pt x="27972" y="40858"/>
                    <a:pt x="28565" y="42142"/>
                  </a:cubicBezTo>
                  <a:cubicBezTo>
                    <a:pt x="29158" y="43431"/>
                    <a:pt x="30101" y="44705"/>
                    <a:pt x="31412" y="44776"/>
                  </a:cubicBezTo>
                  <a:cubicBezTo>
                    <a:pt x="32917" y="42472"/>
                    <a:pt x="30679" y="39420"/>
                    <a:pt x="31097" y="36626"/>
                  </a:cubicBezTo>
                  <a:lnTo>
                    <a:pt x="31097" y="36626"/>
                  </a:lnTo>
                  <a:cubicBezTo>
                    <a:pt x="31241" y="36981"/>
                    <a:pt x="31493" y="37275"/>
                    <a:pt x="31813" y="37429"/>
                  </a:cubicBezTo>
                  <a:cubicBezTo>
                    <a:pt x="32205" y="35836"/>
                    <a:pt x="32318" y="34181"/>
                    <a:pt x="32164" y="32562"/>
                  </a:cubicBezTo>
                  <a:lnTo>
                    <a:pt x="32164" y="32562"/>
                  </a:lnTo>
                  <a:cubicBezTo>
                    <a:pt x="32865" y="35846"/>
                    <a:pt x="34809" y="38703"/>
                    <a:pt x="37427" y="40322"/>
                  </a:cubicBezTo>
                  <a:cubicBezTo>
                    <a:pt x="37608" y="40440"/>
                    <a:pt x="37794" y="40549"/>
                    <a:pt x="37980" y="40647"/>
                  </a:cubicBezTo>
                  <a:cubicBezTo>
                    <a:pt x="37845" y="40395"/>
                    <a:pt x="37722" y="40136"/>
                    <a:pt x="37603" y="39874"/>
                  </a:cubicBezTo>
                  <a:cubicBezTo>
                    <a:pt x="36241" y="36930"/>
                    <a:pt x="35607" y="33537"/>
                    <a:pt x="35808" y="30145"/>
                  </a:cubicBezTo>
                  <a:lnTo>
                    <a:pt x="35808" y="30145"/>
                  </a:lnTo>
                  <a:cubicBezTo>
                    <a:pt x="36284" y="31351"/>
                    <a:pt x="36762" y="32552"/>
                    <a:pt x="37243" y="33758"/>
                  </a:cubicBezTo>
                  <a:cubicBezTo>
                    <a:pt x="37588" y="31764"/>
                    <a:pt x="37928" y="29768"/>
                    <a:pt x="38268" y="27761"/>
                  </a:cubicBezTo>
                  <a:cubicBezTo>
                    <a:pt x="38630" y="28685"/>
                    <a:pt x="38980" y="29604"/>
                    <a:pt x="39340" y="30531"/>
                  </a:cubicBezTo>
                  <a:cubicBezTo>
                    <a:pt x="39449" y="30815"/>
                    <a:pt x="39594" y="31135"/>
                    <a:pt x="39867" y="31200"/>
                  </a:cubicBezTo>
                  <a:cubicBezTo>
                    <a:pt x="39903" y="31210"/>
                    <a:pt x="39940" y="31214"/>
                    <a:pt x="39976" y="31214"/>
                  </a:cubicBezTo>
                  <a:cubicBezTo>
                    <a:pt x="40154" y="31214"/>
                    <a:pt x="40333" y="31118"/>
                    <a:pt x="40496" y="31016"/>
                  </a:cubicBezTo>
                  <a:cubicBezTo>
                    <a:pt x="41841" y="30185"/>
                    <a:pt x="43001" y="28937"/>
                    <a:pt x="43791" y="27459"/>
                  </a:cubicBezTo>
                  <a:lnTo>
                    <a:pt x="43791" y="27459"/>
                  </a:lnTo>
                  <a:cubicBezTo>
                    <a:pt x="43595" y="27947"/>
                    <a:pt x="43769" y="28504"/>
                    <a:pt x="44116" y="28896"/>
                  </a:cubicBezTo>
                  <a:cubicBezTo>
                    <a:pt x="44376" y="29197"/>
                    <a:pt x="44740" y="29394"/>
                    <a:pt x="45121" y="29394"/>
                  </a:cubicBezTo>
                  <a:cubicBezTo>
                    <a:pt x="45140" y="29394"/>
                    <a:pt x="45158" y="29393"/>
                    <a:pt x="45177" y="29392"/>
                  </a:cubicBezTo>
                  <a:cubicBezTo>
                    <a:pt x="46163" y="29335"/>
                    <a:pt x="46972" y="28428"/>
                    <a:pt x="47513" y="27479"/>
                  </a:cubicBezTo>
                  <a:cubicBezTo>
                    <a:pt x="48452" y="25838"/>
                    <a:pt x="48905" y="23879"/>
                    <a:pt x="48817" y="21978"/>
                  </a:cubicBezTo>
                  <a:cubicBezTo>
                    <a:pt x="48421" y="21688"/>
                    <a:pt x="47936" y="21512"/>
                    <a:pt x="47389" y="21414"/>
                  </a:cubicBezTo>
                  <a:cubicBezTo>
                    <a:pt x="46999" y="21345"/>
                    <a:pt x="46577" y="21317"/>
                    <a:pt x="46135" y="21317"/>
                  </a:cubicBezTo>
                  <a:cubicBezTo>
                    <a:pt x="44108" y="21317"/>
                    <a:pt x="41657" y="21911"/>
                    <a:pt x="39836" y="21911"/>
                  </a:cubicBezTo>
                  <a:cubicBezTo>
                    <a:pt x="39350" y="21911"/>
                    <a:pt x="38908" y="21868"/>
                    <a:pt x="38532" y="21761"/>
                  </a:cubicBezTo>
                  <a:cubicBezTo>
                    <a:pt x="33993" y="20467"/>
                    <a:pt x="30287" y="16383"/>
                    <a:pt x="28982" y="11252"/>
                  </a:cubicBezTo>
                  <a:cubicBezTo>
                    <a:pt x="28693" y="13682"/>
                    <a:pt x="28399" y="16109"/>
                    <a:pt x="28106" y="18528"/>
                  </a:cubicBezTo>
                  <a:cubicBezTo>
                    <a:pt x="28091" y="15279"/>
                    <a:pt x="25712" y="4389"/>
                    <a:pt x="20825" y="965"/>
                  </a:cubicBezTo>
                  <a:cubicBezTo>
                    <a:pt x="19836" y="272"/>
                    <a:pt x="18699" y="0"/>
                    <a:pt x="175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3769725" y="3419600"/>
              <a:ext cx="319450" cy="925650"/>
            </a:xfrm>
            <a:custGeom>
              <a:avLst/>
              <a:gdLst/>
              <a:ahLst/>
              <a:cxnLst/>
              <a:rect l="l" t="t" r="r" b="b"/>
              <a:pathLst>
                <a:path w="12778" h="37026" extrusionOk="0">
                  <a:moveTo>
                    <a:pt x="10841" y="0"/>
                  </a:moveTo>
                  <a:cubicBezTo>
                    <a:pt x="10519" y="0"/>
                    <a:pt x="10133" y="152"/>
                    <a:pt x="9670" y="507"/>
                  </a:cubicBezTo>
                  <a:cubicBezTo>
                    <a:pt x="8810" y="1167"/>
                    <a:pt x="8604" y="2353"/>
                    <a:pt x="8545" y="3426"/>
                  </a:cubicBezTo>
                  <a:cubicBezTo>
                    <a:pt x="8438" y="5305"/>
                    <a:pt x="8580" y="7195"/>
                    <a:pt x="8968" y="9035"/>
                  </a:cubicBezTo>
                  <a:cubicBezTo>
                    <a:pt x="7810" y="7660"/>
                    <a:pt x="6856" y="6119"/>
                    <a:pt x="6144" y="4476"/>
                  </a:cubicBezTo>
                  <a:cubicBezTo>
                    <a:pt x="5733" y="3525"/>
                    <a:pt x="5388" y="2515"/>
                    <a:pt x="4698" y="1736"/>
                  </a:cubicBezTo>
                  <a:cubicBezTo>
                    <a:pt x="4184" y="1153"/>
                    <a:pt x="3408" y="731"/>
                    <a:pt x="2656" y="731"/>
                  </a:cubicBezTo>
                  <a:cubicBezTo>
                    <a:pt x="2399" y="731"/>
                    <a:pt x="2144" y="780"/>
                    <a:pt x="1903" y="890"/>
                  </a:cubicBezTo>
                  <a:cubicBezTo>
                    <a:pt x="787" y="1399"/>
                    <a:pt x="533" y="2857"/>
                    <a:pt x="643" y="4072"/>
                  </a:cubicBezTo>
                  <a:cubicBezTo>
                    <a:pt x="924" y="7129"/>
                    <a:pt x="2248" y="10064"/>
                    <a:pt x="2944" y="13034"/>
                  </a:cubicBezTo>
                  <a:cubicBezTo>
                    <a:pt x="2993" y="13249"/>
                    <a:pt x="3043" y="13469"/>
                    <a:pt x="3092" y="13691"/>
                  </a:cubicBezTo>
                  <a:cubicBezTo>
                    <a:pt x="2472" y="13911"/>
                    <a:pt x="1951" y="14410"/>
                    <a:pt x="1748" y="15030"/>
                  </a:cubicBezTo>
                  <a:cubicBezTo>
                    <a:pt x="1475" y="15861"/>
                    <a:pt x="1788" y="16852"/>
                    <a:pt x="2495" y="17399"/>
                  </a:cubicBezTo>
                  <a:cubicBezTo>
                    <a:pt x="2137" y="16832"/>
                    <a:pt x="2231" y="16032"/>
                    <a:pt x="2712" y="15575"/>
                  </a:cubicBezTo>
                  <a:cubicBezTo>
                    <a:pt x="2903" y="15392"/>
                    <a:pt x="3148" y="15274"/>
                    <a:pt x="3407" y="15218"/>
                  </a:cubicBezTo>
                  <a:lnTo>
                    <a:pt x="3407" y="15218"/>
                  </a:lnTo>
                  <a:cubicBezTo>
                    <a:pt x="3952" y="18104"/>
                    <a:pt x="4219" y="21286"/>
                    <a:pt x="3207" y="23885"/>
                  </a:cubicBezTo>
                  <a:cubicBezTo>
                    <a:pt x="2945" y="24558"/>
                    <a:pt x="2571" y="25218"/>
                    <a:pt x="1969" y="25625"/>
                  </a:cubicBezTo>
                  <a:cubicBezTo>
                    <a:pt x="1399" y="26011"/>
                    <a:pt x="687" y="26129"/>
                    <a:pt x="0" y="26239"/>
                  </a:cubicBezTo>
                  <a:cubicBezTo>
                    <a:pt x="490" y="26515"/>
                    <a:pt x="1049" y="26647"/>
                    <a:pt x="1607" y="26647"/>
                  </a:cubicBezTo>
                  <a:cubicBezTo>
                    <a:pt x="2554" y="26647"/>
                    <a:pt x="3500" y="26267"/>
                    <a:pt x="4109" y="25561"/>
                  </a:cubicBezTo>
                  <a:cubicBezTo>
                    <a:pt x="5395" y="28041"/>
                    <a:pt x="5271" y="30937"/>
                    <a:pt x="5119" y="33674"/>
                  </a:cubicBezTo>
                  <a:cubicBezTo>
                    <a:pt x="5083" y="34305"/>
                    <a:pt x="5046" y="34945"/>
                    <a:pt x="4835" y="35535"/>
                  </a:cubicBezTo>
                  <a:cubicBezTo>
                    <a:pt x="4627" y="36119"/>
                    <a:pt x="4251" y="36641"/>
                    <a:pt x="3759" y="37025"/>
                  </a:cubicBezTo>
                  <a:cubicBezTo>
                    <a:pt x="6415" y="36068"/>
                    <a:pt x="8164" y="33189"/>
                    <a:pt x="7765" y="30411"/>
                  </a:cubicBezTo>
                  <a:lnTo>
                    <a:pt x="7765" y="30411"/>
                  </a:lnTo>
                  <a:cubicBezTo>
                    <a:pt x="8565" y="31796"/>
                    <a:pt x="8739" y="33442"/>
                    <a:pt x="8587" y="35004"/>
                  </a:cubicBezTo>
                  <a:cubicBezTo>
                    <a:pt x="9042" y="34463"/>
                    <a:pt x="9397" y="33840"/>
                    <a:pt x="9629" y="33173"/>
                  </a:cubicBezTo>
                  <a:cubicBezTo>
                    <a:pt x="10784" y="29860"/>
                    <a:pt x="8907" y="26551"/>
                    <a:pt x="7873" y="23418"/>
                  </a:cubicBezTo>
                  <a:cubicBezTo>
                    <a:pt x="7095" y="21056"/>
                    <a:pt x="6484" y="18640"/>
                    <a:pt x="6049" y="16193"/>
                  </a:cubicBezTo>
                  <a:cubicBezTo>
                    <a:pt x="5634" y="13855"/>
                    <a:pt x="5772" y="11286"/>
                    <a:pt x="4952" y="9029"/>
                  </a:cubicBezTo>
                  <a:lnTo>
                    <a:pt x="4952" y="9029"/>
                  </a:lnTo>
                  <a:cubicBezTo>
                    <a:pt x="5872" y="11558"/>
                    <a:pt x="6839" y="14164"/>
                    <a:pt x="8721" y="16111"/>
                  </a:cubicBezTo>
                  <a:cubicBezTo>
                    <a:pt x="9285" y="16694"/>
                    <a:pt x="10083" y="17230"/>
                    <a:pt x="10850" y="17230"/>
                  </a:cubicBezTo>
                  <a:cubicBezTo>
                    <a:pt x="11075" y="17230"/>
                    <a:pt x="11298" y="17184"/>
                    <a:pt x="11512" y="17079"/>
                  </a:cubicBezTo>
                  <a:cubicBezTo>
                    <a:pt x="12373" y="16654"/>
                    <a:pt x="12549" y="15543"/>
                    <a:pt x="12600" y="14594"/>
                  </a:cubicBezTo>
                  <a:lnTo>
                    <a:pt x="12601" y="14594"/>
                  </a:lnTo>
                  <a:cubicBezTo>
                    <a:pt x="12777" y="11366"/>
                    <a:pt x="12755" y="8117"/>
                    <a:pt x="12532" y="4869"/>
                  </a:cubicBezTo>
                  <a:cubicBezTo>
                    <a:pt x="12467" y="3919"/>
                    <a:pt x="12480" y="0"/>
                    <a:pt x="10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3827775" y="2766000"/>
              <a:ext cx="416725" cy="1063425"/>
            </a:xfrm>
            <a:custGeom>
              <a:avLst/>
              <a:gdLst/>
              <a:ahLst/>
              <a:cxnLst/>
              <a:rect l="l" t="t" r="r" b="b"/>
              <a:pathLst>
                <a:path w="16669" h="42537" extrusionOk="0">
                  <a:moveTo>
                    <a:pt x="3286" y="1"/>
                  </a:moveTo>
                  <a:cubicBezTo>
                    <a:pt x="1807" y="1594"/>
                    <a:pt x="1293" y="4014"/>
                    <a:pt x="1997" y="6054"/>
                  </a:cubicBezTo>
                  <a:lnTo>
                    <a:pt x="2036" y="3827"/>
                  </a:lnTo>
                  <a:lnTo>
                    <a:pt x="2036" y="3827"/>
                  </a:lnTo>
                  <a:cubicBezTo>
                    <a:pt x="2185" y="9116"/>
                    <a:pt x="1493" y="14402"/>
                    <a:pt x="1" y="19421"/>
                  </a:cubicBezTo>
                  <a:cubicBezTo>
                    <a:pt x="611" y="19328"/>
                    <a:pt x="1195" y="19066"/>
                    <a:pt x="1667" y="18670"/>
                  </a:cubicBezTo>
                  <a:lnTo>
                    <a:pt x="1667" y="18670"/>
                  </a:lnTo>
                  <a:cubicBezTo>
                    <a:pt x="858" y="24735"/>
                    <a:pt x="1878" y="31004"/>
                    <a:pt x="4553" y="36485"/>
                  </a:cubicBezTo>
                  <a:cubicBezTo>
                    <a:pt x="4328" y="35480"/>
                    <a:pt x="4254" y="34443"/>
                    <a:pt x="4328" y="33416"/>
                  </a:cubicBezTo>
                  <a:lnTo>
                    <a:pt x="4328" y="33416"/>
                  </a:lnTo>
                  <a:cubicBezTo>
                    <a:pt x="5815" y="36270"/>
                    <a:pt x="6784" y="39374"/>
                    <a:pt x="7178" y="42536"/>
                  </a:cubicBezTo>
                  <a:cubicBezTo>
                    <a:pt x="8775" y="38982"/>
                    <a:pt x="9866" y="35183"/>
                    <a:pt x="10401" y="31290"/>
                  </a:cubicBezTo>
                  <a:cubicBezTo>
                    <a:pt x="11470" y="32647"/>
                    <a:pt x="12162" y="34286"/>
                    <a:pt x="12379" y="35983"/>
                  </a:cubicBezTo>
                  <a:cubicBezTo>
                    <a:pt x="13783" y="32824"/>
                    <a:pt x="14776" y="29473"/>
                    <a:pt x="15322" y="26039"/>
                  </a:cubicBezTo>
                  <a:cubicBezTo>
                    <a:pt x="15383" y="26066"/>
                    <a:pt x="15442" y="26078"/>
                    <a:pt x="15498" y="26078"/>
                  </a:cubicBezTo>
                  <a:cubicBezTo>
                    <a:pt x="15881" y="26078"/>
                    <a:pt x="16158" y="25514"/>
                    <a:pt x="16209" y="25073"/>
                  </a:cubicBezTo>
                  <a:cubicBezTo>
                    <a:pt x="16669" y="21038"/>
                    <a:pt x="15544" y="16838"/>
                    <a:pt x="13114" y="13544"/>
                  </a:cubicBezTo>
                  <a:lnTo>
                    <a:pt x="13114" y="13544"/>
                  </a:lnTo>
                  <a:cubicBezTo>
                    <a:pt x="13923" y="14005"/>
                    <a:pt x="14820" y="14311"/>
                    <a:pt x="15745" y="14444"/>
                  </a:cubicBezTo>
                  <a:cubicBezTo>
                    <a:pt x="13165" y="9911"/>
                    <a:pt x="9806" y="5813"/>
                    <a:pt x="5854" y="2388"/>
                  </a:cubicBezTo>
                  <a:lnTo>
                    <a:pt x="5854" y="2388"/>
                  </a:lnTo>
                  <a:cubicBezTo>
                    <a:pt x="5751" y="3041"/>
                    <a:pt x="5920" y="3731"/>
                    <a:pt x="6314" y="4259"/>
                  </a:cubicBezTo>
                  <a:cubicBezTo>
                    <a:pt x="5076" y="3024"/>
                    <a:pt x="4049" y="1578"/>
                    <a:pt x="3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1237475" y="709825"/>
              <a:ext cx="2439550" cy="3949850"/>
            </a:xfrm>
            <a:custGeom>
              <a:avLst/>
              <a:gdLst/>
              <a:ahLst/>
              <a:cxnLst/>
              <a:rect l="l" t="t" r="r" b="b"/>
              <a:pathLst>
                <a:path w="97582" h="157994" extrusionOk="0">
                  <a:moveTo>
                    <a:pt x="77336" y="1"/>
                  </a:moveTo>
                  <a:cubicBezTo>
                    <a:pt x="76025" y="4042"/>
                    <a:pt x="76106" y="8501"/>
                    <a:pt x="77561" y="12181"/>
                  </a:cubicBezTo>
                  <a:cubicBezTo>
                    <a:pt x="74135" y="9439"/>
                    <a:pt x="70197" y="7483"/>
                    <a:pt x="66027" y="6453"/>
                  </a:cubicBezTo>
                  <a:lnTo>
                    <a:pt x="66027" y="6453"/>
                  </a:lnTo>
                  <a:cubicBezTo>
                    <a:pt x="67739" y="8892"/>
                    <a:pt x="69800" y="10995"/>
                    <a:pt x="72121" y="12690"/>
                  </a:cubicBezTo>
                  <a:cubicBezTo>
                    <a:pt x="69495" y="13057"/>
                    <a:pt x="66863" y="14153"/>
                    <a:pt x="64550" y="15710"/>
                  </a:cubicBezTo>
                  <a:cubicBezTo>
                    <a:pt x="67115" y="14774"/>
                    <a:pt x="69922" y="13861"/>
                    <a:pt x="72528" y="13861"/>
                  </a:cubicBezTo>
                  <a:cubicBezTo>
                    <a:pt x="73046" y="13861"/>
                    <a:pt x="73556" y="13897"/>
                    <a:pt x="74054" y="13976"/>
                  </a:cubicBezTo>
                  <a:cubicBezTo>
                    <a:pt x="74382" y="14175"/>
                    <a:pt x="74716" y="14375"/>
                    <a:pt x="75051" y="14553"/>
                  </a:cubicBezTo>
                  <a:cubicBezTo>
                    <a:pt x="68020" y="15035"/>
                    <a:pt x="61240" y="19254"/>
                    <a:pt x="56228" y="25037"/>
                  </a:cubicBezTo>
                  <a:cubicBezTo>
                    <a:pt x="51264" y="30772"/>
                    <a:pt x="47908" y="37943"/>
                    <a:pt x="45617" y="45265"/>
                  </a:cubicBezTo>
                  <a:cubicBezTo>
                    <a:pt x="47663" y="41036"/>
                    <a:pt x="50428" y="37184"/>
                    <a:pt x="53736" y="34000"/>
                  </a:cubicBezTo>
                  <a:lnTo>
                    <a:pt x="53736" y="34000"/>
                  </a:lnTo>
                  <a:cubicBezTo>
                    <a:pt x="51146" y="37547"/>
                    <a:pt x="49649" y="41705"/>
                    <a:pt x="48366" y="45984"/>
                  </a:cubicBezTo>
                  <a:cubicBezTo>
                    <a:pt x="46670" y="51658"/>
                    <a:pt x="43214" y="56541"/>
                    <a:pt x="38624" y="59514"/>
                  </a:cubicBezTo>
                  <a:cubicBezTo>
                    <a:pt x="41458" y="57722"/>
                    <a:pt x="44086" y="55459"/>
                    <a:pt x="46392" y="52806"/>
                  </a:cubicBezTo>
                  <a:lnTo>
                    <a:pt x="46392" y="52806"/>
                  </a:lnTo>
                  <a:cubicBezTo>
                    <a:pt x="45705" y="55058"/>
                    <a:pt x="44956" y="57269"/>
                    <a:pt x="44012" y="59375"/>
                  </a:cubicBezTo>
                  <a:cubicBezTo>
                    <a:pt x="41581" y="64781"/>
                    <a:pt x="37907" y="69332"/>
                    <a:pt x="34305" y="73779"/>
                  </a:cubicBezTo>
                  <a:cubicBezTo>
                    <a:pt x="31392" y="77381"/>
                    <a:pt x="28467" y="80979"/>
                    <a:pt x="25370" y="84303"/>
                  </a:cubicBezTo>
                  <a:cubicBezTo>
                    <a:pt x="24646" y="85078"/>
                    <a:pt x="23912" y="85841"/>
                    <a:pt x="23172" y="86584"/>
                  </a:cubicBezTo>
                  <a:cubicBezTo>
                    <a:pt x="22865" y="86792"/>
                    <a:pt x="22550" y="86990"/>
                    <a:pt x="22232" y="87183"/>
                  </a:cubicBezTo>
                  <a:cubicBezTo>
                    <a:pt x="21824" y="87446"/>
                    <a:pt x="21408" y="87695"/>
                    <a:pt x="20994" y="87935"/>
                  </a:cubicBezTo>
                  <a:cubicBezTo>
                    <a:pt x="19155" y="89000"/>
                    <a:pt x="17131" y="89915"/>
                    <a:pt x="15127" y="89915"/>
                  </a:cubicBezTo>
                  <a:cubicBezTo>
                    <a:pt x="14679" y="89915"/>
                    <a:pt x="14231" y="89869"/>
                    <a:pt x="13787" y="89769"/>
                  </a:cubicBezTo>
                  <a:cubicBezTo>
                    <a:pt x="13525" y="89705"/>
                    <a:pt x="13269" y="89624"/>
                    <a:pt x="13026" y="89517"/>
                  </a:cubicBezTo>
                  <a:cubicBezTo>
                    <a:pt x="11114" y="88698"/>
                    <a:pt x="9954" y="86536"/>
                    <a:pt x="9964" y="84227"/>
                  </a:cubicBezTo>
                  <a:cubicBezTo>
                    <a:pt x="9961" y="84053"/>
                    <a:pt x="9967" y="83892"/>
                    <a:pt x="9972" y="83754"/>
                  </a:cubicBezTo>
                  <a:lnTo>
                    <a:pt x="9972" y="83754"/>
                  </a:lnTo>
                  <a:cubicBezTo>
                    <a:pt x="9759" y="84535"/>
                    <a:pt x="9937" y="86585"/>
                    <a:pt x="10372" y="87954"/>
                  </a:cubicBezTo>
                  <a:cubicBezTo>
                    <a:pt x="10801" y="89322"/>
                    <a:pt x="12569" y="92919"/>
                    <a:pt x="15137" y="93168"/>
                  </a:cubicBezTo>
                  <a:cubicBezTo>
                    <a:pt x="15196" y="93178"/>
                    <a:pt x="15264" y="93176"/>
                    <a:pt x="15328" y="93179"/>
                  </a:cubicBezTo>
                  <a:cubicBezTo>
                    <a:pt x="10495" y="96495"/>
                    <a:pt x="5212" y="98794"/>
                    <a:pt x="0" y="101047"/>
                  </a:cubicBezTo>
                  <a:cubicBezTo>
                    <a:pt x="692" y="101137"/>
                    <a:pt x="1387" y="101180"/>
                    <a:pt x="2082" y="101180"/>
                  </a:cubicBezTo>
                  <a:cubicBezTo>
                    <a:pt x="5958" y="101180"/>
                    <a:pt x="9848" y="99846"/>
                    <a:pt x="13361" y="97826"/>
                  </a:cubicBezTo>
                  <a:cubicBezTo>
                    <a:pt x="15123" y="96811"/>
                    <a:pt x="16803" y="95629"/>
                    <a:pt x="18436" y="94343"/>
                  </a:cubicBezTo>
                  <a:cubicBezTo>
                    <a:pt x="20263" y="92900"/>
                    <a:pt x="22025" y="91327"/>
                    <a:pt x="23759" y="89712"/>
                  </a:cubicBezTo>
                  <a:cubicBezTo>
                    <a:pt x="26199" y="88198"/>
                    <a:pt x="28511" y="86393"/>
                    <a:pt x="30638" y="84337"/>
                  </a:cubicBezTo>
                  <a:lnTo>
                    <a:pt x="30638" y="84337"/>
                  </a:lnTo>
                  <a:cubicBezTo>
                    <a:pt x="30303" y="84895"/>
                    <a:pt x="29963" y="85464"/>
                    <a:pt x="29629" y="86036"/>
                  </a:cubicBezTo>
                  <a:cubicBezTo>
                    <a:pt x="26283" y="90212"/>
                    <a:pt x="23084" y="94474"/>
                    <a:pt x="20420" y="99112"/>
                  </a:cubicBezTo>
                  <a:cubicBezTo>
                    <a:pt x="19830" y="100141"/>
                    <a:pt x="19268" y="101190"/>
                    <a:pt x="18744" y="102254"/>
                  </a:cubicBezTo>
                  <a:cubicBezTo>
                    <a:pt x="16018" y="107741"/>
                    <a:pt x="14163" y="113718"/>
                    <a:pt x="13983" y="119830"/>
                  </a:cubicBezTo>
                  <a:cubicBezTo>
                    <a:pt x="15557" y="113660"/>
                    <a:pt x="18067" y="107738"/>
                    <a:pt x="21357" y="102311"/>
                  </a:cubicBezTo>
                  <a:lnTo>
                    <a:pt x="21357" y="102311"/>
                  </a:lnTo>
                  <a:cubicBezTo>
                    <a:pt x="20390" y="104590"/>
                    <a:pt x="19490" y="106882"/>
                    <a:pt x="18696" y="109181"/>
                  </a:cubicBezTo>
                  <a:cubicBezTo>
                    <a:pt x="16475" y="115599"/>
                    <a:pt x="14712" y="122603"/>
                    <a:pt x="16411" y="129078"/>
                  </a:cubicBezTo>
                  <a:lnTo>
                    <a:pt x="16411" y="129078"/>
                  </a:lnTo>
                  <a:cubicBezTo>
                    <a:pt x="16536" y="117827"/>
                    <a:pt x="20105" y="106471"/>
                    <a:pt x="26493" y="97223"/>
                  </a:cubicBezTo>
                  <a:lnTo>
                    <a:pt x="26493" y="97223"/>
                  </a:lnTo>
                  <a:cubicBezTo>
                    <a:pt x="23595" y="103845"/>
                    <a:pt x="21422" y="110945"/>
                    <a:pt x="21422" y="118137"/>
                  </a:cubicBezTo>
                  <a:cubicBezTo>
                    <a:pt x="21416" y="124332"/>
                    <a:pt x="23003" y="130261"/>
                    <a:pt x="25013" y="136012"/>
                  </a:cubicBezTo>
                  <a:cubicBezTo>
                    <a:pt x="25487" y="138711"/>
                    <a:pt x="26085" y="141372"/>
                    <a:pt x="26796" y="143972"/>
                  </a:cubicBezTo>
                  <a:cubicBezTo>
                    <a:pt x="26596" y="142536"/>
                    <a:pt x="26453" y="141094"/>
                    <a:pt x="26341" y="139643"/>
                  </a:cubicBezTo>
                  <a:lnTo>
                    <a:pt x="26341" y="139643"/>
                  </a:lnTo>
                  <a:cubicBezTo>
                    <a:pt x="26737" y="140700"/>
                    <a:pt x="27141" y="141756"/>
                    <a:pt x="27549" y="142806"/>
                  </a:cubicBezTo>
                  <a:cubicBezTo>
                    <a:pt x="26892" y="140287"/>
                    <a:pt x="26420" y="137704"/>
                    <a:pt x="26118" y="135099"/>
                  </a:cubicBezTo>
                  <a:cubicBezTo>
                    <a:pt x="25955" y="126778"/>
                    <a:pt x="27156" y="118340"/>
                    <a:pt x="29662" y="110289"/>
                  </a:cubicBezTo>
                  <a:lnTo>
                    <a:pt x="29662" y="110289"/>
                  </a:lnTo>
                  <a:cubicBezTo>
                    <a:pt x="28892" y="116716"/>
                    <a:pt x="29662" y="123318"/>
                    <a:pt x="31993" y="129163"/>
                  </a:cubicBezTo>
                  <a:cubicBezTo>
                    <a:pt x="31617" y="126005"/>
                    <a:pt x="31512" y="122799"/>
                    <a:pt x="31666" y="119597"/>
                  </a:cubicBezTo>
                  <a:lnTo>
                    <a:pt x="31666" y="119597"/>
                  </a:lnTo>
                  <a:cubicBezTo>
                    <a:pt x="32091" y="122533"/>
                    <a:pt x="32844" y="125402"/>
                    <a:pt x="33911" y="128119"/>
                  </a:cubicBezTo>
                  <a:cubicBezTo>
                    <a:pt x="32397" y="123844"/>
                    <a:pt x="31842" y="119099"/>
                    <a:pt x="32140" y="114339"/>
                  </a:cubicBezTo>
                  <a:cubicBezTo>
                    <a:pt x="32226" y="113716"/>
                    <a:pt x="32318" y="113094"/>
                    <a:pt x="32429" y="112473"/>
                  </a:cubicBezTo>
                  <a:cubicBezTo>
                    <a:pt x="33211" y="107785"/>
                    <a:pt x="34547" y="103174"/>
                    <a:pt x="36425" y="98786"/>
                  </a:cubicBezTo>
                  <a:lnTo>
                    <a:pt x="36425" y="98786"/>
                  </a:lnTo>
                  <a:cubicBezTo>
                    <a:pt x="35857" y="105535"/>
                    <a:pt x="37058" y="112275"/>
                    <a:pt x="39560" y="118341"/>
                  </a:cubicBezTo>
                  <a:cubicBezTo>
                    <a:pt x="40593" y="120874"/>
                    <a:pt x="41857" y="123288"/>
                    <a:pt x="43317" y="125543"/>
                  </a:cubicBezTo>
                  <a:cubicBezTo>
                    <a:pt x="48309" y="133255"/>
                    <a:pt x="55458" y="139167"/>
                    <a:pt x="63368" y="143275"/>
                  </a:cubicBezTo>
                  <a:cubicBezTo>
                    <a:pt x="59283" y="139201"/>
                    <a:pt x="56167" y="134035"/>
                    <a:pt x="54348" y="128346"/>
                  </a:cubicBezTo>
                  <a:lnTo>
                    <a:pt x="54348" y="128346"/>
                  </a:lnTo>
                  <a:cubicBezTo>
                    <a:pt x="56551" y="132974"/>
                    <a:pt x="59665" y="137075"/>
                    <a:pt x="63439" y="140325"/>
                  </a:cubicBezTo>
                  <a:cubicBezTo>
                    <a:pt x="61874" y="135253"/>
                    <a:pt x="60284" y="129953"/>
                    <a:pt x="60946" y="124550"/>
                  </a:cubicBezTo>
                  <a:cubicBezTo>
                    <a:pt x="61250" y="122031"/>
                    <a:pt x="62038" y="119554"/>
                    <a:pt x="62522" y="117059"/>
                  </a:cubicBezTo>
                  <a:cubicBezTo>
                    <a:pt x="62625" y="116524"/>
                    <a:pt x="62713" y="115988"/>
                    <a:pt x="62783" y="115452"/>
                  </a:cubicBezTo>
                  <a:lnTo>
                    <a:pt x="62783" y="115452"/>
                  </a:lnTo>
                  <a:cubicBezTo>
                    <a:pt x="62722" y="117045"/>
                    <a:pt x="62737" y="118636"/>
                    <a:pt x="62817" y="120219"/>
                  </a:cubicBezTo>
                  <a:lnTo>
                    <a:pt x="62820" y="120250"/>
                  </a:lnTo>
                  <a:cubicBezTo>
                    <a:pt x="63603" y="135143"/>
                    <a:pt x="70583" y="149336"/>
                    <a:pt x="81706" y="157994"/>
                  </a:cubicBezTo>
                  <a:cubicBezTo>
                    <a:pt x="80205" y="150197"/>
                    <a:pt x="78309" y="142375"/>
                    <a:pt x="77903" y="134302"/>
                  </a:cubicBezTo>
                  <a:cubicBezTo>
                    <a:pt x="77612" y="128512"/>
                    <a:pt x="77913" y="122570"/>
                    <a:pt x="79172" y="116809"/>
                  </a:cubicBezTo>
                  <a:cubicBezTo>
                    <a:pt x="79679" y="114479"/>
                    <a:pt x="80346" y="112182"/>
                    <a:pt x="81190" y="109934"/>
                  </a:cubicBezTo>
                  <a:lnTo>
                    <a:pt x="81190" y="109934"/>
                  </a:lnTo>
                  <a:cubicBezTo>
                    <a:pt x="80982" y="113669"/>
                    <a:pt x="81230" y="117397"/>
                    <a:pt x="81897" y="121007"/>
                  </a:cubicBezTo>
                  <a:cubicBezTo>
                    <a:pt x="83084" y="127436"/>
                    <a:pt x="85610" y="133510"/>
                    <a:pt x="89301" y="138641"/>
                  </a:cubicBezTo>
                  <a:cubicBezTo>
                    <a:pt x="87576" y="133341"/>
                    <a:pt x="85837" y="127940"/>
                    <a:pt x="84705" y="122406"/>
                  </a:cubicBezTo>
                  <a:cubicBezTo>
                    <a:pt x="83829" y="118157"/>
                    <a:pt x="83308" y="113828"/>
                    <a:pt x="83419" y="109394"/>
                  </a:cubicBezTo>
                  <a:lnTo>
                    <a:pt x="83419" y="109394"/>
                  </a:lnTo>
                  <a:cubicBezTo>
                    <a:pt x="84077" y="111893"/>
                    <a:pt x="85067" y="114229"/>
                    <a:pt x="86207" y="116496"/>
                  </a:cubicBezTo>
                  <a:cubicBezTo>
                    <a:pt x="87603" y="119275"/>
                    <a:pt x="89213" y="121948"/>
                    <a:pt x="90678" y="124678"/>
                  </a:cubicBezTo>
                  <a:cubicBezTo>
                    <a:pt x="93326" y="129626"/>
                    <a:pt x="95557" y="135175"/>
                    <a:pt x="94911" y="140896"/>
                  </a:cubicBezTo>
                  <a:cubicBezTo>
                    <a:pt x="96750" y="132612"/>
                    <a:pt x="96049" y="123766"/>
                    <a:pt x="92925" y="116034"/>
                  </a:cubicBezTo>
                  <a:cubicBezTo>
                    <a:pt x="92771" y="115655"/>
                    <a:pt x="92612" y="115281"/>
                    <a:pt x="92448" y="114909"/>
                  </a:cubicBezTo>
                  <a:cubicBezTo>
                    <a:pt x="91247" y="112160"/>
                    <a:pt x="89812" y="109533"/>
                    <a:pt x="88606" y="106784"/>
                  </a:cubicBezTo>
                  <a:cubicBezTo>
                    <a:pt x="84683" y="97858"/>
                    <a:pt x="83211" y="87722"/>
                    <a:pt x="82908" y="77530"/>
                  </a:cubicBezTo>
                  <a:lnTo>
                    <a:pt x="82908" y="77530"/>
                  </a:lnTo>
                  <a:cubicBezTo>
                    <a:pt x="83666" y="83972"/>
                    <a:pt x="85976" y="90045"/>
                    <a:pt x="89465" y="95127"/>
                  </a:cubicBezTo>
                  <a:cubicBezTo>
                    <a:pt x="91702" y="98403"/>
                    <a:pt x="94444" y="101269"/>
                    <a:pt x="97582" y="103560"/>
                  </a:cubicBezTo>
                  <a:cubicBezTo>
                    <a:pt x="96054" y="100922"/>
                    <a:pt x="94564" y="98227"/>
                    <a:pt x="93172" y="95467"/>
                  </a:cubicBezTo>
                  <a:cubicBezTo>
                    <a:pt x="89719" y="88668"/>
                    <a:pt x="86828" y="81488"/>
                    <a:pt x="85246" y="73894"/>
                  </a:cubicBezTo>
                  <a:cubicBezTo>
                    <a:pt x="84529" y="70447"/>
                    <a:pt x="84081" y="66918"/>
                    <a:pt x="83971" y="63291"/>
                  </a:cubicBezTo>
                  <a:lnTo>
                    <a:pt x="83971" y="63291"/>
                  </a:lnTo>
                  <a:cubicBezTo>
                    <a:pt x="86363" y="72793"/>
                    <a:pt x="93080" y="80018"/>
                    <a:pt x="93431" y="89889"/>
                  </a:cubicBezTo>
                  <a:cubicBezTo>
                    <a:pt x="94687" y="76802"/>
                    <a:pt x="85256" y="65612"/>
                    <a:pt x="84598" y="52476"/>
                  </a:cubicBezTo>
                  <a:lnTo>
                    <a:pt x="84598" y="52476"/>
                  </a:lnTo>
                  <a:cubicBezTo>
                    <a:pt x="84869" y="53696"/>
                    <a:pt x="85563" y="54831"/>
                    <a:pt x="86258" y="55836"/>
                  </a:cubicBezTo>
                  <a:cubicBezTo>
                    <a:pt x="88621" y="59275"/>
                    <a:pt x="91089" y="62613"/>
                    <a:pt x="93662" y="65851"/>
                  </a:cubicBezTo>
                  <a:cubicBezTo>
                    <a:pt x="90915" y="60461"/>
                    <a:pt x="88114" y="54902"/>
                    <a:pt x="87422" y="48607"/>
                  </a:cubicBezTo>
                  <a:cubicBezTo>
                    <a:pt x="87033" y="45030"/>
                    <a:pt x="87325" y="41458"/>
                    <a:pt x="87435" y="37816"/>
                  </a:cubicBezTo>
                  <a:cubicBezTo>
                    <a:pt x="87571" y="33261"/>
                    <a:pt x="88273" y="28666"/>
                    <a:pt x="87422" y="24188"/>
                  </a:cubicBezTo>
                  <a:cubicBezTo>
                    <a:pt x="86882" y="21363"/>
                    <a:pt x="85720" y="18489"/>
                    <a:pt x="83697" y="16709"/>
                  </a:cubicBezTo>
                  <a:cubicBezTo>
                    <a:pt x="82917" y="16019"/>
                    <a:pt x="81738" y="15696"/>
                    <a:pt x="81127" y="14810"/>
                  </a:cubicBezTo>
                  <a:cubicBezTo>
                    <a:pt x="80814" y="14341"/>
                    <a:pt x="80510" y="13861"/>
                    <a:pt x="80234" y="13355"/>
                  </a:cubicBezTo>
                  <a:cubicBezTo>
                    <a:pt x="78118" y="9505"/>
                    <a:pt x="77701" y="4670"/>
                    <a:pt x="77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1871700" y="709800"/>
              <a:ext cx="1732925" cy="3088325"/>
            </a:xfrm>
            <a:custGeom>
              <a:avLst/>
              <a:gdLst/>
              <a:ahLst/>
              <a:cxnLst/>
              <a:rect l="l" t="t" r="r" b="b"/>
              <a:pathLst>
                <a:path w="69317" h="123533" extrusionOk="0">
                  <a:moveTo>
                    <a:pt x="51964" y="0"/>
                  </a:moveTo>
                  <a:lnTo>
                    <a:pt x="51964" y="0"/>
                  </a:lnTo>
                  <a:cubicBezTo>
                    <a:pt x="50651" y="4043"/>
                    <a:pt x="50737" y="8502"/>
                    <a:pt x="52187" y="12178"/>
                  </a:cubicBezTo>
                  <a:cubicBezTo>
                    <a:pt x="48766" y="9440"/>
                    <a:pt x="44827" y="7487"/>
                    <a:pt x="40657" y="6450"/>
                  </a:cubicBezTo>
                  <a:lnTo>
                    <a:pt x="40657" y="6450"/>
                  </a:lnTo>
                  <a:cubicBezTo>
                    <a:pt x="42369" y="8893"/>
                    <a:pt x="44427" y="10996"/>
                    <a:pt x="46747" y="12693"/>
                  </a:cubicBezTo>
                  <a:cubicBezTo>
                    <a:pt x="44126" y="13063"/>
                    <a:pt x="41492" y="14156"/>
                    <a:pt x="39181" y="15714"/>
                  </a:cubicBezTo>
                  <a:cubicBezTo>
                    <a:pt x="41747" y="14775"/>
                    <a:pt x="44557" y="13861"/>
                    <a:pt x="47163" y="13861"/>
                  </a:cubicBezTo>
                  <a:cubicBezTo>
                    <a:pt x="47679" y="13861"/>
                    <a:pt x="48187" y="13896"/>
                    <a:pt x="48684" y="13975"/>
                  </a:cubicBezTo>
                  <a:cubicBezTo>
                    <a:pt x="49012" y="14173"/>
                    <a:pt x="49343" y="14378"/>
                    <a:pt x="49682" y="14555"/>
                  </a:cubicBezTo>
                  <a:cubicBezTo>
                    <a:pt x="42651" y="15034"/>
                    <a:pt x="35868" y="19250"/>
                    <a:pt x="30853" y="25037"/>
                  </a:cubicBezTo>
                  <a:cubicBezTo>
                    <a:pt x="25893" y="30770"/>
                    <a:pt x="22539" y="37946"/>
                    <a:pt x="20247" y="45266"/>
                  </a:cubicBezTo>
                  <a:cubicBezTo>
                    <a:pt x="22292" y="41033"/>
                    <a:pt x="25063" y="37185"/>
                    <a:pt x="28367" y="34001"/>
                  </a:cubicBezTo>
                  <a:lnTo>
                    <a:pt x="28367" y="34001"/>
                  </a:lnTo>
                  <a:cubicBezTo>
                    <a:pt x="25777" y="37550"/>
                    <a:pt x="24278" y="41706"/>
                    <a:pt x="22997" y="45986"/>
                  </a:cubicBezTo>
                  <a:cubicBezTo>
                    <a:pt x="22057" y="49124"/>
                    <a:pt x="20582" y="52024"/>
                    <a:pt x="18665" y="54490"/>
                  </a:cubicBezTo>
                  <a:cubicBezTo>
                    <a:pt x="17124" y="56481"/>
                    <a:pt x="15299" y="58190"/>
                    <a:pt x="13250" y="59518"/>
                  </a:cubicBezTo>
                  <a:cubicBezTo>
                    <a:pt x="16087" y="57725"/>
                    <a:pt x="18719" y="55455"/>
                    <a:pt x="21020" y="52804"/>
                  </a:cubicBezTo>
                  <a:lnTo>
                    <a:pt x="21020" y="52804"/>
                  </a:lnTo>
                  <a:cubicBezTo>
                    <a:pt x="20336" y="55055"/>
                    <a:pt x="19587" y="57271"/>
                    <a:pt x="18645" y="59374"/>
                  </a:cubicBezTo>
                  <a:cubicBezTo>
                    <a:pt x="18535" y="59621"/>
                    <a:pt x="18418" y="59867"/>
                    <a:pt x="18301" y="60113"/>
                  </a:cubicBezTo>
                  <a:cubicBezTo>
                    <a:pt x="15877" y="65195"/>
                    <a:pt x="12370" y="69533"/>
                    <a:pt x="8935" y="73775"/>
                  </a:cubicBezTo>
                  <a:cubicBezTo>
                    <a:pt x="6022" y="77379"/>
                    <a:pt x="3100" y="80978"/>
                    <a:pt x="1" y="84303"/>
                  </a:cubicBezTo>
                  <a:cubicBezTo>
                    <a:pt x="5583" y="82477"/>
                    <a:pt x="10756" y="79053"/>
                    <a:pt x="15874" y="75643"/>
                  </a:cubicBezTo>
                  <a:lnTo>
                    <a:pt x="15874" y="75643"/>
                  </a:lnTo>
                  <a:cubicBezTo>
                    <a:pt x="12978" y="80666"/>
                    <a:pt x="10540" y="85950"/>
                    <a:pt x="8608" y="91391"/>
                  </a:cubicBezTo>
                  <a:cubicBezTo>
                    <a:pt x="10597" y="89604"/>
                    <a:pt x="12382" y="87518"/>
                    <a:pt x="13893" y="85209"/>
                  </a:cubicBezTo>
                  <a:lnTo>
                    <a:pt x="13893" y="85209"/>
                  </a:lnTo>
                  <a:cubicBezTo>
                    <a:pt x="12176" y="88659"/>
                    <a:pt x="11010" y="92402"/>
                    <a:pt x="10464" y="96220"/>
                  </a:cubicBezTo>
                  <a:cubicBezTo>
                    <a:pt x="13343" y="91338"/>
                    <a:pt x="16241" y="86429"/>
                    <a:pt x="19162" y="81474"/>
                  </a:cubicBezTo>
                  <a:lnTo>
                    <a:pt x="19162" y="81474"/>
                  </a:lnTo>
                  <a:cubicBezTo>
                    <a:pt x="17430" y="88649"/>
                    <a:pt x="15782" y="95847"/>
                    <a:pt x="15527" y="103089"/>
                  </a:cubicBezTo>
                  <a:cubicBezTo>
                    <a:pt x="15266" y="110290"/>
                    <a:pt x="16462" y="117644"/>
                    <a:pt x="20027" y="123532"/>
                  </a:cubicBezTo>
                  <a:cubicBezTo>
                    <a:pt x="18704" y="112521"/>
                    <a:pt x="19825" y="100994"/>
                    <a:pt x="23329" y="90144"/>
                  </a:cubicBezTo>
                  <a:cubicBezTo>
                    <a:pt x="23593" y="92781"/>
                    <a:pt x="23860" y="95413"/>
                    <a:pt x="24127" y="98052"/>
                  </a:cubicBezTo>
                  <a:cubicBezTo>
                    <a:pt x="25489" y="95928"/>
                    <a:pt x="26198" y="93319"/>
                    <a:pt x="26105" y="90765"/>
                  </a:cubicBezTo>
                  <a:lnTo>
                    <a:pt x="26105" y="90765"/>
                  </a:lnTo>
                  <a:cubicBezTo>
                    <a:pt x="26660" y="93641"/>
                    <a:pt x="27210" y="96510"/>
                    <a:pt x="27758" y="99374"/>
                  </a:cubicBezTo>
                  <a:cubicBezTo>
                    <a:pt x="28825" y="95407"/>
                    <a:pt x="29891" y="91425"/>
                    <a:pt x="30962" y="87419"/>
                  </a:cubicBezTo>
                  <a:cubicBezTo>
                    <a:pt x="32303" y="87473"/>
                    <a:pt x="32907" y="89192"/>
                    <a:pt x="33125" y="90624"/>
                  </a:cubicBezTo>
                  <a:cubicBezTo>
                    <a:pt x="34392" y="98973"/>
                    <a:pt x="32934" y="107541"/>
                    <a:pt x="31493" y="115818"/>
                  </a:cubicBezTo>
                  <a:cubicBezTo>
                    <a:pt x="34262" y="104672"/>
                    <a:pt x="37060" y="93370"/>
                    <a:pt x="39906" y="81922"/>
                  </a:cubicBezTo>
                  <a:cubicBezTo>
                    <a:pt x="41235" y="86219"/>
                    <a:pt x="42556" y="90504"/>
                    <a:pt x="43874" y="94777"/>
                  </a:cubicBezTo>
                  <a:cubicBezTo>
                    <a:pt x="46190" y="84203"/>
                    <a:pt x="43297" y="73114"/>
                    <a:pt x="45397" y="62262"/>
                  </a:cubicBezTo>
                  <a:lnTo>
                    <a:pt x="45397" y="62262"/>
                  </a:lnTo>
                  <a:cubicBezTo>
                    <a:pt x="47016" y="70040"/>
                    <a:pt x="48624" y="77783"/>
                    <a:pt x="50226" y="85482"/>
                  </a:cubicBezTo>
                  <a:cubicBezTo>
                    <a:pt x="51238" y="90333"/>
                    <a:pt x="52478" y="95567"/>
                    <a:pt x="56176" y="98392"/>
                  </a:cubicBezTo>
                  <a:cubicBezTo>
                    <a:pt x="52882" y="85519"/>
                    <a:pt x="50959" y="72028"/>
                    <a:pt x="50480" y="58236"/>
                  </a:cubicBezTo>
                  <a:lnTo>
                    <a:pt x="50480" y="58236"/>
                  </a:lnTo>
                  <a:cubicBezTo>
                    <a:pt x="52192" y="63285"/>
                    <a:pt x="53902" y="68333"/>
                    <a:pt x="55611" y="73356"/>
                  </a:cubicBezTo>
                  <a:cubicBezTo>
                    <a:pt x="54364" y="68925"/>
                    <a:pt x="54041" y="64114"/>
                    <a:pt x="54675" y="59367"/>
                  </a:cubicBezTo>
                  <a:lnTo>
                    <a:pt x="54675" y="59367"/>
                  </a:lnTo>
                  <a:cubicBezTo>
                    <a:pt x="56195" y="64322"/>
                    <a:pt x="57932" y="69174"/>
                    <a:pt x="59881" y="73895"/>
                  </a:cubicBezTo>
                  <a:cubicBezTo>
                    <a:pt x="59157" y="70450"/>
                    <a:pt x="58707" y="66921"/>
                    <a:pt x="58598" y="63296"/>
                  </a:cubicBezTo>
                  <a:lnTo>
                    <a:pt x="58598" y="63296"/>
                  </a:lnTo>
                  <a:cubicBezTo>
                    <a:pt x="60995" y="72794"/>
                    <a:pt x="67710" y="80018"/>
                    <a:pt x="68062" y="89888"/>
                  </a:cubicBezTo>
                  <a:cubicBezTo>
                    <a:pt x="69317" y="76805"/>
                    <a:pt x="59886" y="65610"/>
                    <a:pt x="59229" y="52477"/>
                  </a:cubicBezTo>
                  <a:lnTo>
                    <a:pt x="59229" y="52477"/>
                  </a:lnTo>
                  <a:cubicBezTo>
                    <a:pt x="59500" y="53697"/>
                    <a:pt x="60190" y="54832"/>
                    <a:pt x="60891" y="55840"/>
                  </a:cubicBezTo>
                  <a:cubicBezTo>
                    <a:pt x="63252" y="59274"/>
                    <a:pt x="65719" y="62610"/>
                    <a:pt x="68297" y="65848"/>
                  </a:cubicBezTo>
                  <a:cubicBezTo>
                    <a:pt x="65544" y="60460"/>
                    <a:pt x="62741" y="54903"/>
                    <a:pt x="62051" y="48608"/>
                  </a:cubicBezTo>
                  <a:cubicBezTo>
                    <a:pt x="61660" y="45031"/>
                    <a:pt x="61955" y="41456"/>
                    <a:pt x="62066" y="37817"/>
                  </a:cubicBezTo>
                  <a:cubicBezTo>
                    <a:pt x="62080" y="37322"/>
                    <a:pt x="62105" y="36821"/>
                    <a:pt x="62129" y="36327"/>
                  </a:cubicBezTo>
                  <a:cubicBezTo>
                    <a:pt x="62337" y="32260"/>
                    <a:pt x="62806" y="28177"/>
                    <a:pt x="62054" y="24188"/>
                  </a:cubicBezTo>
                  <a:cubicBezTo>
                    <a:pt x="61540" y="21516"/>
                    <a:pt x="60471" y="18803"/>
                    <a:pt x="58647" y="17008"/>
                  </a:cubicBezTo>
                  <a:cubicBezTo>
                    <a:pt x="58541" y="16905"/>
                    <a:pt x="58434" y="16803"/>
                    <a:pt x="58328" y="16707"/>
                  </a:cubicBezTo>
                  <a:cubicBezTo>
                    <a:pt x="57545" y="16019"/>
                    <a:pt x="56365" y="15699"/>
                    <a:pt x="55760" y="14811"/>
                  </a:cubicBezTo>
                  <a:cubicBezTo>
                    <a:pt x="55445" y="14339"/>
                    <a:pt x="55142" y="13858"/>
                    <a:pt x="54863" y="13354"/>
                  </a:cubicBezTo>
                  <a:cubicBezTo>
                    <a:pt x="52742" y="9502"/>
                    <a:pt x="52329" y="4671"/>
                    <a:pt x="51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2202900" y="709800"/>
              <a:ext cx="1238900" cy="1914725"/>
            </a:xfrm>
            <a:custGeom>
              <a:avLst/>
              <a:gdLst/>
              <a:ahLst/>
              <a:cxnLst/>
              <a:rect l="l" t="t" r="r" b="b"/>
              <a:pathLst>
                <a:path w="49556" h="76589" extrusionOk="0">
                  <a:moveTo>
                    <a:pt x="46871" y="40545"/>
                  </a:moveTo>
                  <a:cubicBezTo>
                    <a:pt x="46870" y="40546"/>
                    <a:pt x="46870" y="40547"/>
                    <a:pt x="46870" y="40548"/>
                  </a:cubicBezTo>
                  <a:lnTo>
                    <a:pt x="46871" y="40548"/>
                  </a:lnTo>
                  <a:cubicBezTo>
                    <a:pt x="46871" y="40547"/>
                    <a:pt x="46871" y="40546"/>
                    <a:pt x="46871" y="40545"/>
                  </a:cubicBezTo>
                  <a:close/>
                  <a:moveTo>
                    <a:pt x="38716" y="0"/>
                  </a:moveTo>
                  <a:lnTo>
                    <a:pt x="38716" y="0"/>
                  </a:lnTo>
                  <a:cubicBezTo>
                    <a:pt x="37401" y="4043"/>
                    <a:pt x="37488" y="8502"/>
                    <a:pt x="38939" y="12178"/>
                  </a:cubicBezTo>
                  <a:cubicBezTo>
                    <a:pt x="35517" y="9440"/>
                    <a:pt x="31579" y="7487"/>
                    <a:pt x="27409" y="6450"/>
                  </a:cubicBezTo>
                  <a:lnTo>
                    <a:pt x="27409" y="6450"/>
                  </a:lnTo>
                  <a:cubicBezTo>
                    <a:pt x="29119" y="8893"/>
                    <a:pt x="31179" y="10996"/>
                    <a:pt x="33497" y="12691"/>
                  </a:cubicBezTo>
                  <a:cubicBezTo>
                    <a:pt x="30877" y="13061"/>
                    <a:pt x="28243" y="14156"/>
                    <a:pt x="25932" y="15714"/>
                  </a:cubicBezTo>
                  <a:cubicBezTo>
                    <a:pt x="28498" y="14775"/>
                    <a:pt x="31308" y="13861"/>
                    <a:pt x="33914" y="13861"/>
                  </a:cubicBezTo>
                  <a:cubicBezTo>
                    <a:pt x="34430" y="13861"/>
                    <a:pt x="34937" y="13896"/>
                    <a:pt x="35434" y="13975"/>
                  </a:cubicBezTo>
                  <a:cubicBezTo>
                    <a:pt x="35762" y="14173"/>
                    <a:pt x="36094" y="14378"/>
                    <a:pt x="36432" y="14555"/>
                  </a:cubicBezTo>
                  <a:cubicBezTo>
                    <a:pt x="29401" y="15034"/>
                    <a:pt x="22620" y="19250"/>
                    <a:pt x="17605" y="25037"/>
                  </a:cubicBezTo>
                  <a:cubicBezTo>
                    <a:pt x="12644" y="30770"/>
                    <a:pt x="9291" y="37946"/>
                    <a:pt x="6999" y="45266"/>
                  </a:cubicBezTo>
                  <a:cubicBezTo>
                    <a:pt x="9044" y="41031"/>
                    <a:pt x="11815" y="37183"/>
                    <a:pt x="15119" y="34001"/>
                  </a:cubicBezTo>
                  <a:lnTo>
                    <a:pt x="15119" y="34001"/>
                  </a:lnTo>
                  <a:cubicBezTo>
                    <a:pt x="12529" y="37548"/>
                    <a:pt x="11030" y="41706"/>
                    <a:pt x="9748" y="45985"/>
                  </a:cubicBezTo>
                  <a:cubicBezTo>
                    <a:pt x="8809" y="49123"/>
                    <a:pt x="7332" y="52022"/>
                    <a:pt x="5417" y="54490"/>
                  </a:cubicBezTo>
                  <a:cubicBezTo>
                    <a:pt x="3876" y="56480"/>
                    <a:pt x="2051" y="58190"/>
                    <a:pt x="0" y="59518"/>
                  </a:cubicBezTo>
                  <a:cubicBezTo>
                    <a:pt x="2839" y="57725"/>
                    <a:pt x="5471" y="55455"/>
                    <a:pt x="7772" y="52804"/>
                  </a:cubicBezTo>
                  <a:lnTo>
                    <a:pt x="7772" y="52804"/>
                  </a:lnTo>
                  <a:cubicBezTo>
                    <a:pt x="7087" y="55054"/>
                    <a:pt x="6339" y="57270"/>
                    <a:pt x="5397" y="59374"/>
                  </a:cubicBezTo>
                  <a:cubicBezTo>
                    <a:pt x="5285" y="59621"/>
                    <a:pt x="5170" y="59867"/>
                    <a:pt x="5053" y="60112"/>
                  </a:cubicBezTo>
                  <a:cubicBezTo>
                    <a:pt x="6831" y="58760"/>
                    <a:pt x="8530" y="56732"/>
                    <a:pt x="8839" y="55482"/>
                  </a:cubicBezTo>
                  <a:lnTo>
                    <a:pt x="8839" y="55482"/>
                  </a:lnTo>
                  <a:cubicBezTo>
                    <a:pt x="7461" y="61059"/>
                    <a:pt x="4967" y="66276"/>
                    <a:pt x="1589" y="70710"/>
                  </a:cubicBezTo>
                  <a:cubicBezTo>
                    <a:pt x="4852" y="67892"/>
                    <a:pt x="7826" y="64669"/>
                    <a:pt x="10423" y="61122"/>
                  </a:cubicBezTo>
                  <a:lnTo>
                    <a:pt x="10423" y="61122"/>
                  </a:lnTo>
                  <a:cubicBezTo>
                    <a:pt x="9929" y="63055"/>
                    <a:pt x="9606" y="65029"/>
                    <a:pt x="9438" y="67022"/>
                  </a:cubicBezTo>
                  <a:cubicBezTo>
                    <a:pt x="10074" y="66801"/>
                    <a:pt x="10522" y="66116"/>
                    <a:pt x="10509" y="65417"/>
                  </a:cubicBezTo>
                  <a:lnTo>
                    <a:pt x="10509" y="65417"/>
                  </a:lnTo>
                  <a:cubicBezTo>
                    <a:pt x="10714" y="68832"/>
                    <a:pt x="11120" y="72233"/>
                    <a:pt x="11717" y="75585"/>
                  </a:cubicBezTo>
                  <a:cubicBezTo>
                    <a:pt x="11798" y="76027"/>
                    <a:pt x="11994" y="76577"/>
                    <a:pt x="12431" y="76589"/>
                  </a:cubicBezTo>
                  <a:cubicBezTo>
                    <a:pt x="12435" y="76589"/>
                    <a:pt x="12439" y="76589"/>
                    <a:pt x="12443" y="76589"/>
                  </a:cubicBezTo>
                  <a:cubicBezTo>
                    <a:pt x="12693" y="76589"/>
                    <a:pt x="12895" y="76391"/>
                    <a:pt x="13068" y="76206"/>
                  </a:cubicBezTo>
                  <a:cubicBezTo>
                    <a:pt x="17979" y="70938"/>
                    <a:pt x="21469" y="64190"/>
                    <a:pt x="23031" y="56913"/>
                  </a:cubicBezTo>
                  <a:lnTo>
                    <a:pt x="23031" y="56913"/>
                  </a:lnTo>
                  <a:cubicBezTo>
                    <a:pt x="22990" y="60223"/>
                    <a:pt x="22956" y="63532"/>
                    <a:pt x="22916" y="66823"/>
                  </a:cubicBezTo>
                  <a:cubicBezTo>
                    <a:pt x="22910" y="67443"/>
                    <a:pt x="23009" y="68223"/>
                    <a:pt x="23579" y="68423"/>
                  </a:cubicBezTo>
                  <a:cubicBezTo>
                    <a:pt x="23660" y="68451"/>
                    <a:pt x="23739" y="68464"/>
                    <a:pt x="23815" y="68464"/>
                  </a:cubicBezTo>
                  <a:cubicBezTo>
                    <a:pt x="24444" y="68464"/>
                    <a:pt x="24874" y="67565"/>
                    <a:pt x="25020" y="66848"/>
                  </a:cubicBezTo>
                  <a:cubicBezTo>
                    <a:pt x="25868" y="62675"/>
                    <a:pt x="26725" y="58483"/>
                    <a:pt x="27581" y="54272"/>
                  </a:cubicBezTo>
                  <a:cubicBezTo>
                    <a:pt x="27656" y="55148"/>
                    <a:pt x="27879" y="56011"/>
                    <a:pt x="28229" y="56811"/>
                  </a:cubicBezTo>
                  <a:cubicBezTo>
                    <a:pt x="28884" y="56042"/>
                    <a:pt x="29533" y="55269"/>
                    <a:pt x="30190" y="54497"/>
                  </a:cubicBezTo>
                  <a:lnTo>
                    <a:pt x="30190" y="54497"/>
                  </a:lnTo>
                  <a:cubicBezTo>
                    <a:pt x="30504" y="57437"/>
                    <a:pt x="30428" y="60416"/>
                    <a:pt x="29966" y="63326"/>
                  </a:cubicBezTo>
                  <a:cubicBezTo>
                    <a:pt x="32167" y="56045"/>
                    <a:pt x="34047" y="48593"/>
                    <a:pt x="35591" y="41011"/>
                  </a:cubicBezTo>
                  <a:lnTo>
                    <a:pt x="35591" y="41011"/>
                  </a:lnTo>
                  <a:cubicBezTo>
                    <a:pt x="35180" y="46123"/>
                    <a:pt x="34850" y="51618"/>
                    <a:pt x="37455" y="55928"/>
                  </a:cubicBezTo>
                  <a:cubicBezTo>
                    <a:pt x="37467" y="51760"/>
                    <a:pt x="38135" y="47570"/>
                    <a:pt x="39428" y="43569"/>
                  </a:cubicBezTo>
                  <a:lnTo>
                    <a:pt x="39428" y="43569"/>
                  </a:lnTo>
                  <a:cubicBezTo>
                    <a:pt x="39396" y="45061"/>
                    <a:pt x="39509" y="46551"/>
                    <a:pt x="39763" y="48015"/>
                  </a:cubicBezTo>
                  <a:cubicBezTo>
                    <a:pt x="40049" y="45986"/>
                    <a:pt x="40802" y="44024"/>
                    <a:pt x="41950" y="42329"/>
                  </a:cubicBezTo>
                  <a:cubicBezTo>
                    <a:pt x="42045" y="44525"/>
                    <a:pt x="42576" y="47286"/>
                    <a:pt x="44662" y="47705"/>
                  </a:cubicBezTo>
                  <a:cubicBezTo>
                    <a:pt x="44677" y="44295"/>
                    <a:pt x="45061" y="40864"/>
                    <a:pt x="45811" y="37509"/>
                  </a:cubicBezTo>
                  <a:cubicBezTo>
                    <a:pt x="46304" y="38461"/>
                    <a:pt x="46658" y="39487"/>
                    <a:pt x="46871" y="40545"/>
                  </a:cubicBezTo>
                  <a:lnTo>
                    <a:pt x="46871" y="40545"/>
                  </a:lnTo>
                  <a:cubicBezTo>
                    <a:pt x="47559" y="39161"/>
                    <a:pt x="48242" y="37752"/>
                    <a:pt x="48881" y="36325"/>
                  </a:cubicBezTo>
                  <a:cubicBezTo>
                    <a:pt x="49089" y="32260"/>
                    <a:pt x="49556" y="28177"/>
                    <a:pt x="48806" y="24188"/>
                  </a:cubicBezTo>
                  <a:cubicBezTo>
                    <a:pt x="48292" y="21515"/>
                    <a:pt x="47223" y="18803"/>
                    <a:pt x="45399" y="17008"/>
                  </a:cubicBezTo>
                  <a:cubicBezTo>
                    <a:pt x="45293" y="16905"/>
                    <a:pt x="45186" y="16803"/>
                    <a:pt x="45078" y="16707"/>
                  </a:cubicBezTo>
                  <a:cubicBezTo>
                    <a:pt x="44295" y="16019"/>
                    <a:pt x="43116" y="15697"/>
                    <a:pt x="42510" y="14811"/>
                  </a:cubicBezTo>
                  <a:cubicBezTo>
                    <a:pt x="42195" y="14339"/>
                    <a:pt x="41894" y="13858"/>
                    <a:pt x="41614" y="13352"/>
                  </a:cubicBezTo>
                  <a:cubicBezTo>
                    <a:pt x="39494" y="9502"/>
                    <a:pt x="39081" y="4669"/>
                    <a:pt x="387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2338325" y="709800"/>
              <a:ext cx="1030150" cy="1598775"/>
            </a:xfrm>
            <a:custGeom>
              <a:avLst/>
              <a:gdLst/>
              <a:ahLst/>
              <a:cxnLst/>
              <a:rect l="l" t="t" r="r" b="b"/>
              <a:pathLst>
                <a:path w="41206" h="63951" extrusionOk="0">
                  <a:moveTo>
                    <a:pt x="33299" y="0"/>
                  </a:moveTo>
                  <a:lnTo>
                    <a:pt x="33299" y="0"/>
                  </a:lnTo>
                  <a:cubicBezTo>
                    <a:pt x="31984" y="4043"/>
                    <a:pt x="32071" y="8502"/>
                    <a:pt x="33522" y="12178"/>
                  </a:cubicBezTo>
                  <a:cubicBezTo>
                    <a:pt x="30100" y="9441"/>
                    <a:pt x="26162" y="7489"/>
                    <a:pt x="21992" y="6452"/>
                  </a:cubicBezTo>
                  <a:lnTo>
                    <a:pt x="21992" y="6452"/>
                  </a:lnTo>
                  <a:cubicBezTo>
                    <a:pt x="23702" y="8893"/>
                    <a:pt x="25762" y="10998"/>
                    <a:pt x="28080" y="12693"/>
                  </a:cubicBezTo>
                  <a:cubicBezTo>
                    <a:pt x="25460" y="13063"/>
                    <a:pt x="22826" y="14156"/>
                    <a:pt x="20515" y="15714"/>
                  </a:cubicBezTo>
                  <a:cubicBezTo>
                    <a:pt x="23081" y="14776"/>
                    <a:pt x="25890" y="13862"/>
                    <a:pt x="28497" y="13862"/>
                  </a:cubicBezTo>
                  <a:cubicBezTo>
                    <a:pt x="29012" y="13862"/>
                    <a:pt x="29520" y="13898"/>
                    <a:pt x="30017" y="13977"/>
                  </a:cubicBezTo>
                  <a:cubicBezTo>
                    <a:pt x="30345" y="14175"/>
                    <a:pt x="30677" y="14379"/>
                    <a:pt x="31015" y="14557"/>
                  </a:cubicBezTo>
                  <a:cubicBezTo>
                    <a:pt x="23984" y="15034"/>
                    <a:pt x="17203" y="19251"/>
                    <a:pt x="12188" y="25038"/>
                  </a:cubicBezTo>
                  <a:cubicBezTo>
                    <a:pt x="7227" y="30770"/>
                    <a:pt x="3874" y="37946"/>
                    <a:pt x="1582" y="45267"/>
                  </a:cubicBezTo>
                  <a:cubicBezTo>
                    <a:pt x="3627" y="41033"/>
                    <a:pt x="6398" y="37185"/>
                    <a:pt x="9702" y="34003"/>
                  </a:cubicBezTo>
                  <a:lnTo>
                    <a:pt x="9702" y="34003"/>
                  </a:lnTo>
                  <a:cubicBezTo>
                    <a:pt x="7112" y="37550"/>
                    <a:pt x="5613" y="41706"/>
                    <a:pt x="4331" y="45986"/>
                  </a:cubicBezTo>
                  <a:cubicBezTo>
                    <a:pt x="3392" y="49124"/>
                    <a:pt x="1915" y="52024"/>
                    <a:pt x="0" y="54492"/>
                  </a:cubicBezTo>
                  <a:cubicBezTo>
                    <a:pt x="3779" y="51271"/>
                    <a:pt x="7322" y="47555"/>
                    <a:pt x="9280" y="42837"/>
                  </a:cubicBezTo>
                  <a:lnTo>
                    <a:pt x="9280" y="42837"/>
                  </a:lnTo>
                  <a:cubicBezTo>
                    <a:pt x="9167" y="45218"/>
                    <a:pt x="9050" y="47593"/>
                    <a:pt x="8937" y="49965"/>
                  </a:cubicBezTo>
                  <a:cubicBezTo>
                    <a:pt x="9873" y="47873"/>
                    <a:pt x="10811" y="45780"/>
                    <a:pt x="11752" y="43677"/>
                  </a:cubicBezTo>
                  <a:lnTo>
                    <a:pt x="11752" y="43677"/>
                  </a:lnTo>
                  <a:cubicBezTo>
                    <a:pt x="11136" y="50143"/>
                    <a:pt x="10524" y="56571"/>
                    <a:pt x="9917" y="62954"/>
                  </a:cubicBezTo>
                  <a:cubicBezTo>
                    <a:pt x="9874" y="63368"/>
                    <a:pt x="9974" y="63950"/>
                    <a:pt x="10375" y="63950"/>
                  </a:cubicBezTo>
                  <a:cubicBezTo>
                    <a:pt x="12314" y="55294"/>
                    <a:pt x="14604" y="46441"/>
                    <a:pt x="19383" y="38849"/>
                  </a:cubicBezTo>
                  <a:lnTo>
                    <a:pt x="19383" y="38849"/>
                  </a:lnTo>
                  <a:cubicBezTo>
                    <a:pt x="18930" y="41541"/>
                    <a:pt x="18887" y="44298"/>
                    <a:pt x="19251" y="46983"/>
                  </a:cubicBezTo>
                  <a:cubicBezTo>
                    <a:pt x="20303" y="44504"/>
                    <a:pt x="21022" y="41865"/>
                    <a:pt x="21383" y="39171"/>
                  </a:cubicBezTo>
                  <a:cubicBezTo>
                    <a:pt x="21853" y="43801"/>
                    <a:pt x="23037" y="48336"/>
                    <a:pt x="24874" y="52553"/>
                  </a:cubicBezTo>
                  <a:cubicBezTo>
                    <a:pt x="25331" y="47292"/>
                    <a:pt x="25845" y="42013"/>
                    <a:pt x="26427" y="36709"/>
                  </a:cubicBezTo>
                  <a:cubicBezTo>
                    <a:pt x="26569" y="35427"/>
                    <a:pt x="26769" y="34021"/>
                    <a:pt x="27687" y="33128"/>
                  </a:cubicBezTo>
                  <a:cubicBezTo>
                    <a:pt x="27987" y="34828"/>
                    <a:pt x="28283" y="36522"/>
                    <a:pt x="28582" y="38218"/>
                  </a:cubicBezTo>
                  <a:cubicBezTo>
                    <a:pt x="29242" y="36132"/>
                    <a:pt x="29902" y="34047"/>
                    <a:pt x="30565" y="31952"/>
                  </a:cubicBezTo>
                  <a:cubicBezTo>
                    <a:pt x="31128" y="33861"/>
                    <a:pt x="31690" y="35767"/>
                    <a:pt x="32252" y="37672"/>
                  </a:cubicBezTo>
                  <a:cubicBezTo>
                    <a:pt x="32325" y="37693"/>
                    <a:pt x="32396" y="37703"/>
                    <a:pt x="32464" y="37703"/>
                  </a:cubicBezTo>
                  <a:cubicBezTo>
                    <a:pt x="33173" y="37703"/>
                    <a:pt x="33577" y="36618"/>
                    <a:pt x="33652" y="35796"/>
                  </a:cubicBezTo>
                  <a:cubicBezTo>
                    <a:pt x="33835" y="33687"/>
                    <a:pt x="34022" y="31575"/>
                    <a:pt x="34204" y="29464"/>
                  </a:cubicBezTo>
                  <a:lnTo>
                    <a:pt x="34204" y="29464"/>
                  </a:lnTo>
                  <a:cubicBezTo>
                    <a:pt x="34186" y="30121"/>
                    <a:pt x="34520" y="30781"/>
                    <a:pt x="35065" y="31117"/>
                  </a:cubicBezTo>
                  <a:cubicBezTo>
                    <a:pt x="35830" y="29413"/>
                    <a:pt x="36388" y="27611"/>
                    <a:pt x="36726" y="25766"/>
                  </a:cubicBezTo>
                  <a:lnTo>
                    <a:pt x="36726" y="25766"/>
                  </a:lnTo>
                  <a:cubicBezTo>
                    <a:pt x="37139" y="30054"/>
                    <a:pt x="37293" y="34356"/>
                    <a:pt x="37188" y="38646"/>
                  </a:cubicBezTo>
                  <a:cubicBezTo>
                    <a:pt x="38653" y="32225"/>
                    <a:pt x="38379" y="25517"/>
                    <a:pt x="38096" y="18881"/>
                  </a:cubicBezTo>
                  <a:lnTo>
                    <a:pt x="38096" y="18881"/>
                  </a:lnTo>
                  <a:cubicBezTo>
                    <a:pt x="39050" y="19585"/>
                    <a:pt x="39839" y="20527"/>
                    <a:pt x="40375" y="21615"/>
                  </a:cubicBezTo>
                  <a:cubicBezTo>
                    <a:pt x="41206" y="20263"/>
                    <a:pt x="39876" y="18588"/>
                    <a:pt x="39982" y="17008"/>
                  </a:cubicBezTo>
                  <a:cubicBezTo>
                    <a:pt x="39876" y="16907"/>
                    <a:pt x="39769" y="16805"/>
                    <a:pt x="39661" y="16709"/>
                  </a:cubicBezTo>
                  <a:cubicBezTo>
                    <a:pt x="38878" y="16019"/>
                    <a:pt x="37699" y="15699"/>
                    <a:pt x="37093" y="14812"/>
                  </a:cubicBezTo>
                  <a:cubicBezTo>
                    <a:pt x="36778" y="14340"/>
                    <a:pt x="36477" y="13858"/>
                    <a:pt x="36197" y="13354"/>
                  </a:cubicBezTo>
                  <a:cubicBezTo>
                    <a:pt x="34077" y="9504"/>
                    <a:pt x="33664" y="4671"/>
                    <a:pt x="33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1237475" y="2803650"/>
              <a:ext cx="555775" cy="435675"/>
            </a:xfrm>
            <a:custGeom>
              <a:avLst/>
              <a:gdLst/>
              <a:ahLst/>
              <a:cxnLst/>
              <a:rect l="l" t="t" r="r" b="b"/>
              <a:pathLst>
                <a:path w="22231" h="17427" extrusionOk="0">
                  <a:moveTo>
                    <a:pt x="9972" y="1"/>
                  </a:moveTo>
                  <a:cubicBezTo>
                    <a:pt x="9758" y="782"/>
                    <a:pt x="9935" y="2831"/>
                    <a:pt x="10370" y="4201"/>
                  </a:cubicBezTo>
                  <a:cubicBezTo>
                    <a:pt x="10801" y="5569"/>
                    <a:pt x="12567" y="9166"/>
                    <a:pt x="15137" y="9415"/>
                  </a:cubicBezTo>
                  <a:cubicBezTo>
                    <a:pt x="15196" y="9425"/>
                    <a:pt x="15264" y="9421"/>
                    <a:pt x="15328" y="9426"/>
                  </a:cubicBezTo>
                  <a:cubicBezTo>
                    <a:pt x="10495" y="12740"/>
                    <a:pt x="5210" y="15039"/>
                    <a:pt x="0" y="17294"/>
                  </a:cubicBezTo>
                  <a:cubicBezTo>
                    <a:pt x="691" y="17384"/>
                    <a:pt x="1385" y="17426"/>
                    <a:pt x="2079" y="17426"/>
                  </a:cubicBezTo>
                  <a:cubicBezTo>
                    <a:pt x="5956" y="17426"/>
                    <a:pt x="9847" y="16093"/>
                    <a:pt x="13361" y="14072"/>
                  </a:cubicBezTo>
                  <a:lnTo>
                    <a:pt x="13361" y="14073"/>
                  </a:lnTo>
                  <a:cubicBezTo>
                    <a:pt x="15122" y="13058"/>
                    <a:pt x="16803" y="11876"/>
                    <a:pt x="18436" y="10589"/>
                  </a:cubicBezTo>
                  <a:cubicBezTo>
                    <a:pt x="18928" y="9922"/>
                    <a:pt x="19415" y="9254"/>
                    <a:pt x="19909" y="8586"/>
                  </a:cubicBezTo>
                  <a:lnTo>
                    <a:pt x="19909" y="8586"/>
                  </a:lnTo>
                  <a:cubicBezTo>
                    <a:pt x="19060" y="8745"/>
                    <a:pt x="18206" y="8904"/>
                    <a:pt x="17356" y="9064"/>
                  </a:cubicBezTo>
                  <a:cubicBezTo>
                    <a:pt x="18979" y="7190"/>
                    <a:pt x="20603" y="5314"/>
                    <a:pt x="22230" y="3430"/>
                  </a:cubicBezTo>
                  <a:lnTo>
                    <a:pt x="22230" y="3430"/>
                  </a:lnTo>
                  <a:cubicBezTo>
                    <a:pt x="21822" y="3693"/>
                    <a:pt x="21408" y="3942"/>
                    <a:pt x="20994" y="4181"/>
                  </a:cubicBezTo>
                  <a:cubicBezTo>
                    <a:pt x="19153" y="5247"/>
                    <a:pt x="17129" y="6161"/>
                    <a:pt x="15124" y="6161"/>
                  </a:cubicBezTo>
                  <a:cubicBezTo>
                    <a:pt x="14676" y="6161"/>
                    <a:pt x="14229" y="6116"/>
                    <a:pt x="13785" y="6016"/>
                  </a:cubicBezTo>
                  <a:cubicBezTo>
                    <a:pt x="13525" y="5952"/>
                    <a:pt x="13269" y="5871"/>
                    <a:pt x="13026" y="5764"/>
                  </a:cubicBezTo>
                  <a:cubicBezTo>
                    <a:pt x="11114" y="4944"/>
                    <a:pt x="9954" y="2783"/>
                    <a:pt x="9964" y="472"/>
                  </a:cubicBezTo>
                  <a:cubicBezTo>
                    <a:pt x="9961" y="300"/>
                    <a:pt x="9967" y="139"/>
                    <a:pt x="99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1587050" y="3002125"/>
              <a:ext cx="498175" cy="1307000"/>
            </a:xfrm>
            <a:custGeom>
              <a:avLst/>
              <a:gdLst/>
              <a:ahLst/>
              <a:cxnLst/>
              <a:rect l="l" t="t" r="r" b="b"/>
              <a:pathLst>
                <a:path w="19927" h="52280" extrusionOk="0">
                  <a:moveTo>
                    <a:pt x="14110" y="1"/>
                  </a:moveTo>
                  <a:cubicBezTo>
                    <a:pt x="10977" y="3546"/>
                    <a:pt x="7860" y="7065"/>
                    <a:pt x="4761" y="10562"/>
                  </a:cubicBezTo>
                  <a:cubicBezTo>
                    <a:pt x="2035" y="16049"/>
                    <a:pt x="178" y="22026"/>
                    <a:pt x="0" y="28138"/>
                  </a:cubicBezTo>
                  <a:lnTo>
                    <a:pt x="0" y="28138"/>
                  </a:lnTo>
                  <a:cubicBezTo>
                    <a:pt x="1572" y="21967"/>
                    <a:pt x="4082" y="16046"/>
                    <a:pt x="7374" y="10619"/>
                  </a:cubicBezTo>
                  <a:lnTo>
                    <a:pt x="7374" y="10619"/>
                  </a:lnTo>
                  <a:cubicBezTo>
                    <a:pt x="6405" y="12898"/>
                    <a:pt x="5507" y="15190"/>
                    <a:pt x="4713" y="17489"/>
                  </a:cubicBezTo>
                  <a:cubicBezTo>
                    <a:pt x="2490" y="23907"/>
                    <a:pt x="729" y="30911"/>
                    <a:pt x="2426" y="37386"/>
                  </a:cubicBezTo>
                  <a:lnTo>
                    <a:pt x="2426" y="37386"/>
                  </a:lnTo>
                  <a:cubicBezTo>
                    <a:pt x="2553" y="26135"/>
                    <a:pt x="6121" y="14777"/>
                    <a:pt x="12510" y="5531"/>
                  </a:cubicBezTo>
                  <a:lnTo>
                    <a:pt x="12510" y="5531"/>
                  </a:lnTo>
                  <a:cubicBezTo>
                    <a:pt x="9612" y="12153"/>
                    <a:pt x="7439" y="19253"/>
                    <a:pt x="7439" y="26445"/>
                  </a:cubicBezTo>
                  <a:cubicBezTo>
                    <a:pt x="7432" y="32640"/>
                    <a:pt x="9020" y="38569"/>
                    <a:pt x="11030" y="44320"/>
                  </a:cubicBezTo>
                  <a:cubicBezTo>
                    <a:pt x="11504" y="47019"/>
                    <a:pt x="12102" y="49680"/>
                    <a:pt x="12813" y="52280"/>
                  </a:cubicBezTo>
                  <a:cubicBezTo>
                    <a:pt x="12613" y="50844"/>
                    <a:pt x="12470" y="49402"/>
                    <a:pt x="12358" y="47951"/>
                  </a:cubicBezTo>
                  <a:lnTo>
                    <a:pt x="12358" y="47951"/>
                  </a:lnTo>
                  <a:cubicBezTo>
                    <a:pt x="12752" y="49008"/>
                    <a:pt x="13156" y="50064"/>
                    <a:pt x="13566" y="51114"/>
                  </a:cubicBezTo>
                  <a:cubicBezTo>
                    <a:pt x="12909" y="48595"/>
                    <a:pt x="12437" y="46012"/>
                    <a:pt x="12135" y="43407"/>
                  </a:cubicBezTo>
                  <a:cubicBezTo>
                    <a:pt x="11972" y="35084"/>
                    <a:pt x="13173" y="26648"/>
                    <a:pt x="15679" y="18595"/>
                  </a:cubicBezTo>
                  <a:lnTo>
                    <a:pt x="15679" y="18595"/>
                  </a:lnTo>
                  <a:cubicBezTo>
                    <a:pt x="14909" y="25024"/>
                    <a:pt x="15679" y="31626"/>
                    <a:pt x="18010" y="37471"/>
                  </a:cubicBezTo>
                  <a:cubicBezTo>
                    <a:pt x="17633" y="34313"/>
                    <a:pt x="17528" y="31107"/>
                    <a:pt x="17683" y="27903"/>
                  </a:cubicBezTo>
                  <a:lnTo>
                    <a:pt x="17683" y="27903"/>
                  </a:lnTo>
                  <a:cubicBezTo>
                    <a:pt x="18108" y="30841"/>
                    <a:pt x="18859" y="33710"/>
                    <a:pt x="19926" y="36427"/>
                  </a:cubicBezTo>
                  <a:cubicBezTo>
                    <a:pt x="18414" y="32152"/>
                    <a:pt x="17857" y="27407"/>
                    <a:pt x="18157" y="22645"/>
                  </a:cubicBezTo>
                  <a:cubicBezTo>
                    <a:pt x="18243" y="22024"/>
                    <a:pt x="18335" y="21400"/>
                    <a:pt x="18446" y="20781"/>
                  </a:cubicBezTo>
                  <a:cubicBezTo>
                    <a:pt x="17930" y="18952"/>
                    <a:pt x="17501" y="17102"/>
                    <a:pt x="17150" y="15237"/>
                  </a:cubicBezTo>
                  <a:cubicBezTo>
                    <a:pt x="16442" y="16210"/>
                    <a:pt x="15729" y="17188"/>
                    <a:pt x="15019" y="18159"/>
                  </a:cubicBezTo>
                  <a:cubicBezTo>
                    <a:pt x="14547" y="16562"/>
                    <a:pt x="14618" y="14819"/>
                    <a:pt x="15217" y="13314"/>
                  </a:cubicBezTo>
                  <a:lnTo>
                    <a:pt x="15217" y="13314"/>
                  </a:lnTo>
                  <a:cubicBezTo>
                    <a:pt x="13210" y="16440"/>
                    <a:pt x="11213" y="19551"/>
                    <a:pt x="9223" y="22647"/>
                  </a:cubicBezTo>
                  <a:cubicBezTo>
                    <a:pt x="10930" y="16484"/>
                    <a:pt x="12649" y="10276"/>
                    <a:pt x="14379" y="4013"/>
                  </a:cubicBezTo>
                  <a:lnTo>
                    <a:pt x="14379" y="4013"/>
                  </a:lnTo>
                  <a:cubicBezTo>
                    <a:pt x="13336" y="4502"/>
                    <a:pt x="12292" y="4991"/>
                    <a:pt x="11250" y="5473"/>
                  </a:cubicBezTo>
                  <a:cubicBezTo>
                    <a:pt x="11466" y="5251"/>
                    <a:pt x="11456" y="4759"/>
                    <a:pt x="11138" y="4622"/>
                  </a:cubicBezTo>
                  <a:cubicBezTo>
                    <a:pt x="12128" y="3088"/>
                    <a:pt x="13117" y="1548"/>
                    <a:pt x="14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2226450" y="3602275"/>
              <a:ext cx="597025" cy="689425"/>
            </a:xfrm>
            <a:custGeom>
              <a:avLst/>
              <a:gdLst/>
              <a:ahLst/>
              <a:cxnLst/>
              <a:rect l="l" t="t" r="r" b="b"/>
              <a:pathLst>
                <a:path w="23881" h="27577" extrusionOk="0">
                  <a:moveTo>
                    <a:pt x="23878" y="24625"/>
                  </a:moveTo>
                  <a:cubicBezTo>
                    <a:pt x="23878" y="24625"/>
                    <a:pt x="23878" y="24626"/>
                    <a:pt x="23878" y="24627"/>
                  </a:cubicBezTo>
                  <a:lnTo>
                    <a:pt x="23880" y="24627"/>
                  </a:lnTo>
                  <a:cubicBezTo>
                    <a:pt x="23879" y="24626"/>
                    <a:pt x="23879" y="24625"/>
                    <a:pt x="23878" y="24625"/>
                  </a:cubicBezTo>
                  <a:close/>
                  <a:moveTo>
                    <a:pt x="12850" y="1"/>
                  </a:moveTo>
                  <a:lnTo>
                    <a:pt x="12850" y="1"/>
                  </a:lnTo>
                  <a:cubicBezTo>
                    <a:pt x="11979" y="4733"/>
                    <a:pt x="12581" y="9764"/>
                    <a:pt x="14542" y="14216"/>
                  </a:cubicBezTo>
                  <a:cubicBezTo>
                    <a:pt x="13840" y="13593"/>
                    <a:pt x="13135" y="12964"/>
                    <a:pt x="12434" y="12340"/>
                  </a:cubicBezTo>
                  <a:lnTo>
                    <a:pt x="12434" y="12340"/>
                  </a:lnTo>
                  <a:cubicBezTo>
                    <a:pt x="12559" y="14143"/>
                    <a:pt x="12690" y="15948"/>
                    <a:pt x="12815" y="17745"/>
                  </a:cubicBezTo>
                  <a:cubicBezTo>
                    <a:pt x="7635" y="13607"/>
                    <a:pt x="3252" y="8441"/>
                    <a:pt x="1" y="2643"/>
                  </a:cubicBezTo>
                  <a:lnTo>
                    <a:pt x="1" y="2643"/>
                  </a:lnTo>
                  <a:cubicBezTo>
                    <a:pt x="1034" y="5176"/>
                    <a:pt x="2298" y="7590"/>
                    <a:pt x="3758" y="9845"/>
                  </a:cubicBezTo>
                  <a:cubicBezTo>
                    <a:pt x="8750" y="17557"/>
                    <a:pt x="15899" y="23469"/>
                    <a:pt x="23809" y="27577"/>
                  </a:cubicBezTo>
                  <a:cubicBezTo>
                    <a:pt x="19724" y="23503"/>
                    <a:pt x="16608" y="18337"/>
                    <a:pt x="14789" y="12648"/>
                  </a:cubicBezTo>
                  <a:lnTo>
                    <a:pt x="14789" y="12648"/>
                  </a:lnTo>
                  <a:cubicBezTo>
                    <a:pt x="16991" y="17275"/>
                    <a:pt x="20105" y="21375"/>
                    <a:pt x="23878" y="24625"/>
                  </a:cubicBezTo>
                  <a:lnTo>
                    <a:pt x="23878" y="24625"/>
                  </a:lnTo>
                  <a:cubicBezTo>
                    <a:pt x="22313" y="19554"/>
                    <a:pt x="20724" y="14253"/>
                    <a:pt x="21385" y="8850"/>
                  </a:cubicBezTo>
                  <a:cubicBezTo>
                    <a:pt x="21689" y="6333"/>
                    <a:pt x="22479" y="3856"/>
                    <a:pt x="22961" y="1359"/>
                  </a:cubicBezTo>
                  <a:cubicBezTo>
                    <a:pt x="22941" y="1051"/>
                    <a:pt x="22914" y="744"/>
                    <a:pt x="22894" y="439"/>
                  </a:cubicBezTo>
                  <a:cubicBezTo>
                    <a:pt x="21067" y="3767"/>
                    <a:pt x="19871" y="7444"/>
                    <a:pt x="19384" y="11217"/>
                  </a:cubicBezTo>
                  <a:cubicBezTo>
                    <a:pt x="19291" y="10217"/>
                    <a:pt x="19196" y="9212"/>
                    <a:pt x="19096" y="8206"/>
                  </a:cubicBezTo>
                  <a:cubicBezTo>
                    <a:pt x="18348" y="9601"/>
                    <a:pt x="17853" y="11137"/>
                    <a:pt x="17638" y="12719"/>
                  </a:cubicBezTo>
                  <a:cubicBezTo>
                    <a:pt x="16044" y="8490"/>
                    <a:pt x="14452" y="4250"/>
                    <a:pt x="12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2807925" y="3102325"/>
              <a:ext cx="472200" cy="1557350"/>
            </a:xfrm>
            <a:custGeom>
              <a:avLst/>
              <a:gdLst/>
              <a:ahLst/>
              <a:cxnLst/>
              <a:rect l="l" t="t" r="r" b="b"/>
              <a:pathLst>
                <a:path w="18888" h="62294" extrusionOk="0">
                  <a:moveTo>
                    <a:pt x="11196" y="0"/>
                  </a:moveTo>
                  <a:cubicBezTo>
                    <a:pt x="12732" y="6829"/>
                    <a:pt x="13625" y="13763"/>
                    <a:pt x="13865" y="20660"/>
                  </a:cubicBezTo>
                  <a:cubicBezTo>
                    <a:pt x="13569" y="18964"/>
                    <a:pt x="13271" y="17264"/>
                    <a:pt x="12980" y="15563"/>
                  </a:cubicBezTo>
                  <a:lnTo>
                    <a:pt x="12980" y="15563"/>
                  </a:lnTo>
                  <a:cubicBezTo>
                    <a:pt x="13099" y="20527"/>
                    <a:pt x="12300" y="25466"/>
                    <a:pt x="10648" y="30049"/>
                  </a:cubicBezTo>
                  <a:cubicBezTo>
                    <a:pt x="9802" y="21170"/>
                    <a:pt x="7493" y="12334"/>
                    <a:pt x="3827" y="4021"/>
                  </a:cubicBezTo>
                  <a:lnTo>
                    <a:pt x="3827" y="4021"/>
                  </a:lnTo>
                  <a:cubicBezTo>
                    <a:pt x="5412" y="11950"/>
                    <a:pt x="6802" y="19865"/>
                    <a:pt x="8007" y="27759"/>
                  </a:cubicBezTo>
                  <a:cubicBezTo>
                    <a:pt x="7616" y="26958"/>
                    <a:pt x="7222" y="26158"/>
                    <a:pt x="6831" y="25358"/>
                  </a:cubicBezTo>
                  <a:lnTo>
                    <a:pt x="6831" y="25358"/>
                  </a:lnTo>
                  <a:cubicBezTo>
                    <a:pt x="7831" y="29056"/>
                    <a:pt x="8188" y="32900"/>
                    <a:pt x="7882" y="36657"/>
                  </a:cubicBezTo>
                  <a:cubicBezTo>
                    <a:pt x="7824" y="37342"/>
                    <a:pt x="7626" y="38162"/>
                    <a:pt x="6965" y="38325"/>
                  </a:cubicBezTo>
                  <a:cubicBezTo>
                    <a:pt x="6893" y="38342"/>
                    <a:pt x="6821" y="38350"/>
                    <a:pt x="6750" y="38350"/>
                  </a:cubicBezTo>
                  <a:cubicBezTo>
                    <a:pt x="6310" y="38350"/>
                    <a:pt x="5881" y="38044"/>
                    <a:pt x="5530" y="37734"/>
                  </a:cubicBezTo>
                  <a:cubicBezTo>
                    <a:pt x="1848" y="34459"/>
                    <a:pt x="589" y="29526"/>
                    <a:pt x="0" y="24550"/>
                  </a:cubicBezTo>
                  <a:lnTo>
                    <a:pt x="0" y="24550"/>
                  </a:lnTo>
                  <a:cubicBezTo>
                    <a:pt x="785" y="39443"/>
                    <a:pt x="7765" y="53636"/>
                    <a:pt x="18888" y="62294"/>
                  </a:cubicBezTo>
                  <a:cubicBezTo>
                    <a:pt x="17385" y="54497"/>
                    <a:pt x="15491" y="46675"/>
                    <a:pt x="15085" y="38602"/>
                  </a:cubicBezTo>
                  <a:cubicBezTo>
                    <a:pt x="14794" y="32812"/>
                    <a:pt x="15095" y="26870"/>
                    <a:pt x="16354" y="21109"/>
                  </a:cubicBezTo>
                  <a:cubicBezTo>
                    <a:pt x="15692" y="13853"/>
                    <a:pt x="14278" y="6667"/>
                    <a:pt x="11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3284850" y="3665475"/>
              <a:ext cx="185175" cy="510400"/>
            </a:xfrm>
            <a:custGeom>
              <a:avLst/>
              <a:gdLst/>
              <a:ahLst/>
              <a:cxnLst/>
              <a:rect l="l" t="t" r="r" b="b"/>
              <a:pathLst>
                <a:path w="7407" h="20416" extrusionOk="0">
                  <a:moveTo>
                    <a:pt x="775" y="0"/>
                  </a:moveTo>
                  <a:cubicBezTo>
                    <a:pt x="516" y="931"/>
                    <a:pt x="264" y="1853"/>
                    <a:pt x="0" y="2781"/>
                  </a:cubicBezTo>
                  <a:cubicBezTo>
                    <a:pt x="1189" y="9210"/>
                    <a:pt x="3715" y="15284"/>
                    <a:pt x="7406" y="20415"/>
                  </a:cubicBezTo>
                  <a:cubicBezTo>
                    <a:pt x="5681" y="15115"/>
                    <a:pt x="3942" y="9712"/>
                    <a:pt x="2810" y="4179"/>
                  </a:cubicBezTo>
                  <a:cubicBezTo>
                    <a:pt x="1671" y="3064"/>
                    <a:pt x="914" y="1567"/>
                    <a:pt x="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3292675" y="3200600"/>
              <a:ext cx="363550" cy="1031650"/>
            </a:xfrm>
            <a:custGeom>
              <a:avLst/>
              <a:gdLst/>
              <a:ahLst/>
              <a:cxnLst/>
              <a:rect l="l" t="t" r="r" b="b"/>
              <a:pathLst>
                <a:path w="14542" h="41266" extrusionOk="0">
                  <a:moveTo>
                    <a:pt x="0" y="0"/>
                  </a:moveTo>
                  <a:cubicBezTo>
                    <a:pt x="1783" y="5534"/>
                    <a:pt x="3120" y="11177"/>
                    <a:pt x="3999" y="16865"/>
                  </a:cubicBezTo>
                  <a:cubicBezTo>
                    <a:pt x="5395" y="19642"/>
                    <a:pt x="7005" y="22317"/>
                    <a:pt x="8470" y="25047"/>
                  </a:cubicBezTo>
                  <a:cubicBezTo>
                    <a:pt x="11118" y="29995"/>
                    <a:pt x="13349" y="35544"/>
                    <a:pt x="12701" y="41265"/>
                  </a:cubicBezTo>
                  <a:cubicBezTo>
                    <a:pt x="14542" y="32981"/>
                    <a:pt x="13841" y="24135"/>
                    <a:pt x="10717" y="16403"/>
                  </a:cubicBezTo>
                  <a:cubicBezTo>
                    <a:pt x="10563" y="16024"/>
                    <a:pt x="10404" y="15650"/>
                    <a:pt x="10240" y="15278"/>
                  </a:cubicBezTo>
                  <a:cubicBezTo>
                    <a:pt x="5143" y="11766"/>
                    <a:pt x="2434" y="5723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3471000" y="2995475"/>
              <a:ext cx="206025" cy="303300"/>
            </a:xfrm>
            <a:custGeom>
              <a:avLst/>
              <a:gdLst/>
              <a:ahLst/>
              <a:cxnLst/>
              <a:rect l="l" t="t" r="r" b="b"/>
              <a:pathLst>
                <a:path w="8241" h="12132" extrusionOk="0">
                  <a:moveTo>
                    <a:pt x="65" y="1"/>
                  </a:moveTo>
                  <a:cubicBezTo>
                    <a:pt x="1" y="1236"/>
                    <a:pt x="21" y="2469"/>
                    <a:pt x="124" y="3699"/>
                  </a:cubicBezTo>
                  <a:cubicBezTo>
                    <a:pt x="2361" y="6977"/>
                    <a:pt x="5101" y="9841"/>
                    <a:pt x="8241" y="12132"/>
                  </a:cubicBezTo>
                  <a:cubicBezTo>
                    <a:pt x="6712" y="9496"/>
                    <a:pt x="5223" y="6800"/>
                    <a:pt x="3831" y="4041"/>
                  </a:cubicBezTo>
                  <a:cubicBezTo>
                    <a:pt x="3518" y="3961"/>
                    <a:pt x="3217" y="3833"/>
                    <a:pt x="2941" y="3665"/>
                  </a:cubicBezTo>
                  <a:cubicBezTo>
                    <a:pt x="1605" y="2845"/>
                    <a:pt x="803" y="139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2954575" y="1214200"/>
              <a:ext cx="36550" cy="67000"/>
            </a:xfrm>
            <a:custGeom>
              <a:avLst/>
              <a:gdLst/>
              <a:ahLst/>
              <a:cxnLst/>
              <a:rect l="l" t="t" r="r" b="b"/>
              <a:pathLst>
                <a:path w="1462" h="2680" extrusionOk="0">
                  <a:moveTo>
                    <a:pt x="1173" y="0"/>
                  </a:moveTo>
                  <a:cubicBezTo>
                    <a:pt x="1127" y="0"/>
                    <a:pt x="1081" y="18"/>
                    <a:pt x="1045" y="60"/>
                  </a:cubicBezTo>
                  <a:cubicBezTo>
                    <a:pt x="738" y="415"/>
                    <a:pt x="481" y="809"/>
                    <a:pt x="295" y="1239"/>
                  </a:cubicBezTo>
                  <a:cubicBezTo>
                    <a:pt x="202" y="1450"/>
                    <a:pt x="124" y="1675"/>
                    <a:pt x="75" y="1902"/>
                  </a:cubicBezTo>
                  <a:cubicBezTo>
                    <a:pt x="28" y="2122"/>
                    <a:pt x="1" y="2411"/>
                    <a:pt x="101" y="2618"/>
                  </a:cubicBezTo>
                  <a:cubicBezTo>
                    <a:pt x="122" y="2662"/>
                    <a:pt x="158" y="2680"/>
                    <a:pt x="196" y="2680"/>
                  </a:cubicBezTo>
                  <a:cubicBezTo>
                    <a:pt x="242" y="2680"/>
                    <a:pt x="290" y="2654"/>
                    <a:pt x="319" y="2618"/>
                  </a:cubicBezTo>
                  <a:cubicBezTo>
                    <a:pt x="387" y="2528"/>
                    <a:pt x="410" y="2438"/>
                    <a:pt x="442" y="2332"/>
                  </a:cubicBezTo>
                  <a:cubicBezTo>
                    <a:pt x="473" y="2230"/>
                    <a:pt x="513" y="2132"/>
                    <a:pt x="542" y="2031"/>
                  </a:cubicBezTo>
                  <a:cubicBezTo>
                    <a:pt x="601" y="1819"/>
                    <a:pt x="664" y="1613"/>
                    <a:pt x="740" y="1406"/>
                  </a:cubicBezTo>
                  <a:cubicBezTo>
                    <a:pt x="887" y="1009"/>
                    <a:pt x="1102" y="638"/>
                    <a:pt x="1359" y="302"/>
                  </a:cubicBezTo>
                  <a:cubicBezTo>
                    <a:pt x="1461" y="166"/>
                    <a:pt x="1315" y="0"/>
                    <a:pt x="1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2980375" y="1262500"/>
              <a:ext cx="17375" cy="40775"/>
            </a:xfrm>
            <a:custGeom>
              <a:avLst/>
              <a:gdLst/>
              <a:ahLst/>
              <a:cxnLst/>
              <a:rect l="l" t="t" r="r" b="b"/>
              <a:pathLst>
                <a:path w="695" h="1631" extrusionOk="0">
                  <a:moveTo>
                    <a:pt x="563" y="1"/>
                  </a:moveTo>
                  <a:cubicBezTo>
                    <a:pt x="541" y="1"/>
                    <a:pt x="519" y="10"/>
                    <a:pt x="502" y="33"/>
                  </a:cubicBezTo>
                  <a:cubicBezTo>
                    <a:pt x="234" y="368"/>
                    <a:pt x="19" y="802"/>
                    <a:pt x="18" y="1237"/>
                  </a:cubicBezTo>
                  <a:cubicBezTo>
                    <a:pt x="18" y="1344"/>
                    <a:pt x="1" y="1521"/>
                    <a:pt x="90" y="1594"/>
                  </a:cubicBezTo>
                  <a:cubicBezTo>
                    <a:pt x="119" y="1617"/>
                    <a:pt x="152" y="1631"/>
                    <a:pt x="185" y="1631"/>
                  </a:cubicBezTo>
                  <a:cubicBezTo>
                    <a:pt x="203" y="1631"/>
                    <a:pt x="221" y="1627"/>
                    <a:pt x="239" y="1618"/>
                  </a:cubicBezTo>
                  <a:cubicBezTo>
                    <a:pt x="309" y="1584"/>
                    <a:pt x="331" y="1523"/>
                    <a:pt x="332" y="1452"/>
                  </a:cubicBezTo>
                  <a:cubicBezTo>
                    <a:pt x="339" y="1246"/>
                    <a:pt x="354" y="1034"/>
                    <a:pt x="393" y="829"/>
                  </a:cubicBezTo>
                  <a:cubicBezTo>
                    <a:pt x="441" y="589"/>
                    <a:pt x="527" y="361"/>
                    <a:pt x="654" y="149"/>
                  </a:cubicBezTo>
                  <a:cubicBezTo>
                    <a:pt x="694" y="81"/>
                    <a:pt x="628" y="1"/>
                    <a:pt x="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2652850" y="1549875"/>
              <a:ext cx="65875" cy="118725"/>
            </a:xfrm>
            <a:custGeom>
              <a:avLst/>
              <a:gdLst/>
              <a:ahLst/>
              <a:cxnLst/>
              <a:rect l="l" t="t" r="r" b="b"/>
              <a:pathLst>
                <a:path w="2635" h="4749" extrusionOk="0">
                  <a:moveTo>
                    <a:pt x="2466" y="1"/>
                  </a:moveTo>
                  <a:cubicBezTo>
                    <a:pt x="2444" y="1"/>
                    <a:pt x="2422" y="7"/>
                    <a:pt x="2400" y="21"/>
                  </a:cubicBezTo>
                  <a:cubicBezTo>
                    <a:pt x="2049" y="242"/>
                    <a:pt x="1769" y="611"/>
                    <a:pt x="1529" y="944"/>
                  </a:cubicBezTo>
                  <a:cubicBezTo>
                    <a:pt x="1269" y="1308"/>
                    <a:pt x="1035" y="1690"/>
                    <a:pt x="832" y="2088"/>
                  </a:cubicBezTo>
                  <a:cubicBezTo>
                    <a:pt x="428" y="2880"/>
                    <a:pt x="154" y="3719"/>
                    <a:pt x="15" y="4597"/>
                  </a:cubicBezTo>
                  <a:cubicBezTo>
                    <a:pt x="1" y="4688"/>
                    <a:pt x="76" y="4749"/>
                    <a:pt x="145" y="4749"/>
                  </a:cubicBezTo>
                  <a:cubicBezTo>
                    <a:pt x="191" y="4749"/>
                    <a:pt x="233" y="4723"/>
                    <a:pt x="247" y="4661"/>
                  </a:cubicBezTo>
                  <a:cubicBezTo>
                    <a:pt x="436" y="3830"/>
                    <a:pt x="736" y="3017"/>
                    <a:pt x="1142" y="2269"/>
                  </a:cubicBezTo>
                  <a:cubicBezTo>
                    <a:pt x="1336" y="1909"/>
                    <a:pt x="1556" y="1560"/>
                    <a:pt x="1798" y="1230"/>
                  </a:cubicBezTo>
                  <a:cubicBezTo>
                    <a:pt x="2050" y="889"/>
                    <a:pt x="2367" y="569"/>
                    <a:pt x="2581" y="203"/>
                  </a:cubicBezTo>
                  <a:cubicBezTo>
                    <a:pt x="2635" y="112"/>
                    <a:pt x="2557" y="1"/>
                    <a:pt x="2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2665450" y="1524275"/>
              <a:ext cx="46600" cy="50025"/>
            </a:xfrm>
            <a:custGeom>
              <a:avLst/>
              <a:gdLst/>
              <a:ahLst/>
              <a:cxnLst/>
              <a:rect l="l" t="t" r="r" b="b"/>
              <a:pathLst>
                <a:path w="1864" h="2001" extrusionOk="0">
                  <a:moveTo>
                    <a:pt x="1779" y="1"/>
                  </a:moveTo>
                  <a:cubicBezTo>
                    <a:pt x="1774" y="1"/>
                    <a:pt x="1768" y="1"/>
                    <a:pt x="1763" y="3"/>
                  </a:cubicBezTo>
                  <a:cubicBezTo>
                    <a:pt x="1666" y="25"/>
                    <a:pt x="1573" y="97"/>
                    <a:pt x="1489" y="148"/>
                  </a:cubicBezTo>
                  <a:cubicBezTo>
                    <a:pt x="1396" y="204"/>
                    <a:pt x="1318" y="283"/>
                    <a:pt x="1240" y="358"/>
                  </a:cubicBezTo>
                  <a:cubicBezTo>
                    <a:pt x="1084" y="503"/>
                    <a:pt x="937" y="656"/>
                    <a:pt x="797" y="816"/>
                  </a:cubicBezTo>
                  <a:cubicBezTo>
                    <a:pt x="514" y="1139"/>
                    <a:pt x="262" y="1488"/>
                    <a:pt x="44" y="1858"/>
                  </a:cubicBezTo>
                  <a:cubicBezTo>
                    <a:pt x="1" y="1932"/>
                    <a:pt x="66" y="2000"/>
                    <a:pt x="132" y="2000"/>
                  </a:cubicBezTo>
                  <a:cubicBezTo>
                    <a:pt x="162" y="2000"/>
                    <a:pt x="191" y="1987"/>
                    <a:pt x="211" y="1955"/>
                  </a:cubicBezTo>
                  <a:cubicBezTo>
                    <a:pt x="431" y="1603"/>
                    <a:pt x="685" y="1271"/>
                    <a:pt x="969" y="967"/>
                  </a:cubicBezTo>
                  <a:cubicBezTo>
                    <a:pt x="1106" y="818"/>
                    <a:pt x="1252" y="678"/>
                    <a:pt x="1402" y="542"/>
                  </a:cubicBezTo>
                  <a:cubicBezTo>
                    <a:pt x="1479" y="475"/>
                    <a:pt x="1565" y="412"/>
                    <a:pt x="1632" y="334"/>
                  </a:cubicBezTo>
                  <a:cubicBezTo>
                    <a:pt x="1700" y="260"/>
                    <a:pt x="1791" y="189"/>
                    <a:pt x="1837" y="101"/>
                  </a:cubicBezTo>
                  <a:cubicBezTo>
                    <a:pt x="1863" y="53"/>
                    <a:pt x="1829" y="1"/>
                    <a:pt x="17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2684675" y="1642675"/>
              <a:ext cx="22075" cy="45400"/>
            </a:xfrm>
            <a:custGeom>
              <a:avLst/>
              <a:gdLst/>
              <a:ahLst/>
              <a:cxnLst/>
              <a:rect l="l" t="t" r="r" b="b"/>
              <a:pathLst>
                <a:path w="883" h="1816" extrusionOk="0">
                  <a:moveTo>
                    <a:pt x="742" y="1"/>
                  </a:moveTo>
                  <a:cubicBezTo>
                    <a:pt x="724" y="1"/>
                    <a:pt x="705" y="5"/>
                    <a:pt x="688" y="15"/>
                  </a:cubicBezTo>
                  <a:cubicBezTo>
                    <a:pt x="622" y="56"/>
                    <a:pt x="559" y="93"/>
                    <a:pt x="508" y="154"/>
                  </a:cubicBezTo>
                  <a:cubicBezTo>
                    <a:pt x="457" y="216"/>
                    <a:pt x="410" y="281"/>
                    <a:pt x="368" y="350"/>
                  </a:cubicBezTo>
                  <a:cubicBezTo>
                    <a:pt x="283" y="487"/>
                    <a:pt x="209" y="631"/>
                    <a:pt x="158" y="783"/>
                  </a:cubicBezTo>
                  <a:cubicBezTo>
                    <a:pt x="58" y="1074"/>
                    <a:pt x="7" y="1380"/>
                    <a:pt x="1" y="1688"/>
                  </a:cubicBezTo>
                  <a:cubicBezTo>
                    <a:pt x="1" y="1756"/>
                    <a:pt x="60" y="1815"/>
                    <a:pt x="128" y="1815"/>
                  </a:cubicBezTo>
                  <a:cubicBezTo>
                    <a:pt x="204" y="1815"/>
                    <a:pt x="246" y="1756"/>
                    <a:pt x="254" y="1688"/>
                  </a:cubicBezTo>
                  <a:cubicBezTo>
                    <a:pt x="290" y="1419"/>
                    <a:pt x="368" y="1150"/>
                    <a:pt x="483" y="907"/>
                  </a:cubicBezTo>
                  <a:cubicBezTo>
                    <a:pt x="544" y="778"/>
                    <a:pt x="601" y="651"/>
                    <a:pt x="672" y="528"/>
                  </a:cubicBezTo>
                  <a:cubicBezTo>
                    <a:pt x="708" y="467"/>
                    <a:pt x="743" y="408"/>
                    <a:pt x="779" y="347"/>
                  </a:cubicBezTo>
                  <a:cubicBezTo>
                    <a:pt x="816" y="282"/>
                    <a:pt x="835" y="215"/>
                    <a:pt x="857" y="145"/>
                  </a:cubicBezTo>
                  <a:cubicBezTo>
                    <a:pt x="882" y="69"/>
                    <a:pt x="814" y="1"/>
                    <a:pt x="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3180750" y="1321125"/>
              <a:ext cx="24100" cy="78775"/>
            </a:xfrm>
            <a:custGeom>
              <a:avLst/>
              <a:gdLst/>
              <a:ahLst/>
              <a:cxnLst/>
              <a:rect l="l" t="t" r="r" b="b"/>
              <a:pathLst>
                <a:path w="964" h="3151" extrusionOk="0">
                  <a:moveTo>
                    <a:pt x="863" y="1"/>
                  </a:moveTo>
                  <a:cubicBezTo>
                    <a:pt x="826" y="1"/>
                    <a:pt x="788" y="22"/>
                    <a:pt x="771" y="64"/>
                  </a:cubicBezTo>
                  <a:lnTo>
                    <a:pt x="772" y="64"/>
                  </a:lnTo>
                  <a:cubicBezTo>
                    <a:pt x="586" y="542"/>
                    <a:pt x="512" y="1041"/>
                    <a:pt x="404" y="1536"/>
                  </a:cubicBezTo>
                  <a:cubicBezTo>
                    <a:pt x="294" y="2032"/>
                    <a:pt x="167" y="2522"/>
                    <a:pt x="25" y="3010"/>
                  </a:cubicBezTo>
                  <a:cubicBezTo>
                    <a:pt x="0" y="3096"/>
                    <a:pt x="68" y="3150"/>
                    <a:pt x="136" y="3150"/>
                  </a:cubicBezTo>
                  <a:cubicBezTo>
                    <a:pt x="181" y="3150"/>
                    <a:pt x="227" y="3126"/>
                    <a:pt x="246" y="3071"/>
                  </a:cubicBezTo>
                  <a:cubicBezTo>
                    <a:pt x="415" y="2582"/>
                    <a:pt x="568" y="2089"/>
                    <a:pt x="701" y="1590"/>
                  </a:cubicBezTo>
                  <a:cubicBezTo>
                    <a:pt x="835" y="1095"/>
                    <a:pt x="963" y="604"/>
                    <a:pt x="950" y="88"/>
                  </a:cubicBezTo>
                  <a:cubicBezTo>
                    <a:pt x="948" y="30"/>
                    <a:pt x="906" y="1"/>
                    <a:pt x="8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3172350" y="1321075"/>
              <a:ext cx="6325" cy="30450"/>
            </a:xfrm>
            <a:custGeom>
              <a:avLst/>
              <a:gdLst/>
              <a:ahLst/>
              <a:cxnLst/>
              <a:rect l="l" t="t" r="r" b="b"/>
              <a:pathLst>
                <a:path w="253" h="1218" extrusionOk="0">
                  <a:moveTo>
                    <a:pt x="127" y="0"/>
                  </a:moveTo>
                  <a:cubicBezTo>
                    <a:pt x="10" y="0"/>
                    <a:pt x="14" y="165"/>
                    <a:pt x="7" y="247"/>
                  </a:cubicBezTo>
                  <a:cubicBezTo>
                    <a:pt x="0" y="341"/>
                    <a:pt x="10" y="437"/>
                    <a:pt x="12" y="530"/>
                  </a:cubicBezTo>
                  <a:cubicBezTo>
                    <a:pt x="16" y="726"/>
                    <a:pt x="21" y="922"/>
                    <a:pt x="24" y="1119"/>
                  </a:cubicBezTo>
                  <a:cubicBezTo>
                    <a:pt x="26" y="1185"/>
                    <a:pt x="76" y="1218"/>
                    <a:pt x="127" y="1218"/>
                  </a:cubicBezTo>
                  <a:cubicBezTo>
                    <a:pt x="178" y="1218"/>
                    <a:pt x="229" y="1185"/>
                    <a:pt x="230" y="1119"/>
                  </a:cubicBezTo>
                  <a:cubicBezTo>
                    <a:pt x="234" y="922"/>
                    <a:pt x="239" y="726"/>
                    <a:pt x="242" y="530"/>
                  </a:cubicBezTo>
                  <a:cubicBezTo>
                    <a:pt x="244" y="437"/>
                    <a:pt x="252" y="341"/>
                    <a:pt x="246" y="247"/>
                  </a:cubicBezTo>
                  <a:cubicBezTo>
                    <a:pt x="241" y="165"/>
                    <a:pt x="244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2898250" y="2590425"/>
              <a:ext cx="5525" cy="61200"/>
            </a:xfrm>
            <a:custGeom>
              <a:avLst/>
              <a:gdLst/>
              <a:ahLst/>
              <a:cxnLst/>
              <a:rect l="l" t="t" r="r" b="b"/>
              <a:pathLst>
                <a:path w="221" h="2448" extrusionOk="0">
                  <a:moveTo>
                    <a:pt x="111" y="0"/>
                  </a:moveTo>
                  <a:cubicBezTo>
                    <a:pt x="72" y="0"/>
                    <a:pt x="33" y="26"/>
                    <a:pt x="33" y="76"/>
                  </a:cubicBezTo>
                  <a:cubicBezTo>
                    <a:pt x="34" y="848"/>
                    <a:pt x="1" y="1631"/>
                    <a:pt x="63" y="2401"/>
                  </a:cubicBezTo>
                  <a:cubicBezTo>
                    <a:pt x="66" y="2432"/>
                    <a:pt x="89" y="2448"/>
                    <a:pt x="111" y="2448"/>
                  </a:cubicBezTo>
                  <a:cubicBezTo>
                    <a:pt x="134" y="2448"/>
                    <a:pt x="157" y="2432"/>
                    <a:pt x="160" y="2401"/>
                  </a:cubicBezTo>
                  <a:cubicBezTo>
                    <a:pt x="221" y="1631"/>
                    <a:pt x="187" y="848"/>
                    <a:pt x="190" y="76"/>
                  </a:cubicBezTo>
                  <a:cubicBezTo>
                    <a:pt x="190" y="26"/>
                    <a:pt x="151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2917700" y="2647950"/>
              <a:ext cx="5400" cy="39800"/>
            </a:xfrm>
            <a:custGeom>
              <a:avLst/>
              <a:gdLst/>
              <a:ahLst/>
              <a:cxnLst/>
              <a:rect l="l" t="t" r="r" b="b"/>
              <a:pathLst>
                <a:path w="216" h="1592" extrusionOk="0">
                  <a:moveTo>
                    <a:pt x="108" y="1"/>
                  </a:moveTo>
                  <a:cubicBezTo>
                    <a:pt x="57" y="1"/>
                    <a:pt x="6" y="34"/>
                    <a:pt x="6" y="100"/>
                  </a:cubicBezTo>
                  <a:lnTo>
                    <a:pt x="6" y="1186"/>
                  </a:lnTo>
                  <a:cubicBezTo>
                    <a:pt x="6" y="1309"/>
                    <a:pt x="1" y="1421"/>
                    <a:pt x="38" y="1539"/>
                  </a:cubicBezTo>
                  <a:cubicBezTo>
                    <a:pt x="49" y="1574"/>
                    <a:pt x="79" y="1591"/>
                    <a:pt x="108" y="1591"/>
                  </a:cubicBezTo>
                  <a:cubicBezTo>
                    <a:pt x="138" y="1591"/>
                    <a:pt x="167" y="1574"/>
                    <a:pt x="178" y="1539"/>
                  </a:cubicBezTo>
                  <a:cubicBezTo>
                    <a:pt x="216" y="1422"/>
                    <a:pt x="211" y="1309"/>
                    <a:pt x="211" y="1186"/>
                  </a:cubicBezTo>
                  <a:lnTo>
                    <a:pt x="211" y="100"/>
                  </a:lnTo>
                  <a:cubicBezTo>
                    <a:pt x="211" y="34"/>
                    <a:pt x="159" y="1"/>
                    <a:pt x="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2751550" y="2899450"/>
              <a:ext cx="14700" cy="57475"/>
            </a:xfrm>
            <a:custGeom>
              <a:avLst/>
              <a:gdLst/>
              <a:ahLst/>
              <a:cxnLst/>
              <a:rect l="l" t="t" r="r" b="b"/>
              <a:pathLst>
                <a:path w="588" h="2299" extrusionOk="0">
                  <a:moveTo>
                    <a:pt x="413" y="0"/>
                  </a:moveTo>
                  <a:cubicBezTo>
                    <a:pt x="372" y="0"/>
                    <a:pt x="331" y="14"/>
                    <a:pt x="305" y="44"/>
                  </a:cubicBezTo>
                  <a:cubicBezTo>
                    <a:pt x="240" y="117"/>
                    <a:pt x="185" y="188"/>
                    <a:pt x="158" y="283"/>
                  </a:cubicBezTo>
                  <a:cubicBezTo>
                    <a:pt x="131" y="369"/>
                    <a:pt x="110" y="459"/>
                    <a:pt x="93" y="547"/>
                  </a:cubicBezTo>
                  <a:cubicBezTo>
                    <a:pt x="61" y="728"/>
                    <a:pt x="41" y="914"/>
                    <a:pt x="27" y="1098"/>
                  </a:cubicBezTo>
                  <a:cubicBezTo>
                    <a:pt x="0" y="1460"/>
                    <a:pt x="7" y="1822"/>
                    <a:pt x="46" y="2182"/>
                  </a:cubicBezTo>
                  <a:cubicBezTo>
                    <a:pt x="54" y="2259"/>
                    <a:pt x="115" y="2298"/>
                    <a:pt x="174" y="2298"/>
                  </a:cubicBezTo>
                  <a:cubicBezTo>
                    <a:pt x="232" y="2298"/>
                    <a:pt x="287" y="2261"/>
                    <a:pt x="288" y="2182"/>
                  </a:cubicBezTo>
                  <a:cubicBezTo>
                    <a:pt x="290" y="1834"/>
                    <a:pt x="320" y="1489"/>
                    <a:pt x="384" y="1147"/>
                  </a:cubicBezTo>
                  <a:cubicBezTo>
                    <a:pt x="416" y="981"/>
                    <a:pt x="457" y="821"/>
                    <a:pt x="499" y="658"/>
                  </a:cubicBezTo>
                  <a:cubicBezTo>
                    <a:pt x="521" y="570"/>
                    <a:pt x="545" y="482"/>
                    <a:pt x="565" y="394"/>
                  </a:cubicBezTo>
                  <a:cubicBezTo>
                    <a:pt x="587" y="298"/>
                    <a:pt x="577" y="210"/>
                    <a:pt x="564" y="112"/>
                  </a:cubicBezTo>
                  <a:cubicBezTo>
                    <a:pt x="553" y="40"/>
                    <a:pt x="482" y="0"/>
                    <a:pt x="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2740250" y="2848225"/>
              <a:ext cx="13425" cy="56300"/>
            </a:xfrm>
            <a:custGeom>
              <a:avLst/>
              <a:gdLst/>
              <a:ahLst/>
              <a:cxnLst/>
              <a:rect l="l" t="t" r="r" b="b"/>
              <a:pathLst>
                <a:path w="537" h="2252" extrusionOk="0">
                  <a:moveTo>
                    <a:pt x="367" y="1"/>
                  </a:moveTo>
                  <a:cubicBezTo>
                    <a:pt x="326" y="1"/>
                    <a:pt x="283" y="29"/>
                    <a:pt x="266" y="72"/>
                  </a:cubicBezTo>
                  <a:cubicBezTo>
                    <a:pt x="200" y="236"/>
                    <a:pt x="210" y="427"/>
                    <a:pt x="205" y="601"/>
                  </a:cubicBezTo>
                  <a:cubicBezTo>
                    <a:pt x="202" y="770"/>
                    <a:pt x="183" y="936"/>
                    <a:pt x="173" y="1105"/>
                  </a:cubicBezTo>
                  <a:cubicBezTo>
                    <a:pt x="153" y="1455"/>
                    <a:pt x="100" y="1800"/>
                    <a:pt x="17" y="2140"/>
                  </a:cubicBezTo>
                  <a:cubicBezTo>
                    <a:pt x="0" y="2210"/>
                    <a:pt x="51" y="2252"/>
                    <a:pt x="103" y="2252"/>
                  </a:cubicBezTo>
                  <a:cubicBezTo>
                    <a:pt x="139" y="2252"/>
                    <a:pt x="175" y="2233"/>
                    <a:pt x="192" y="2190"/>
                  </a:cubicBezTo>
                  <a:cubicBezTo>
                    <a:pt x="324" y="1846"/>
                    <a:pt x="427" y="1491"/>
                    <a:pt x="489" y="1129"/>
                  </a:cubicBezTo>
                  <a:cubicBezTo>
                    <a:pt x="520" y="950"/>
                    <a:pt x="528" y="763"/>
                    <a:pt x="532" y="582"/>
                  </a:cubicBezTo>
                  <a:cubicBezTo>
                    <a:pt x="537" y="403"/>
                    <a:pt x="532" y="209"/>
                    <a:pt x="444" y="50"/>
                  </a:cubicBezTo>
                  <a:lnTo>
                    <a:pt x="444" y="48"/>
                  </a:lnTo>
                  <a:cubicBezTo>
                    <a:pt x="426" y="15"/>
                    <a:pt x="397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2319875" y="3219300"/>
              <a:ext cx="27600" cy="165925"/>
            </a:xfrm>
            <a:custGeom>
              <a:avLst/>
              <a:gdLst/>
              <a:ahLst/>
              <a:cxnLst/>
              <a:rect l="l" t="t" r="r" b="b"/>
              <a:pathLst>
                <a:path w="1104" h="6637" extrusionOk="0">
                  <a:moveTo>
                    <a:pt x="1001" y="1"/>
                  </a:moveTo>
                  <a:cubicBezTo>
                    <a:pt x="967" y="1"/>
                    <a:pt x="932" y="16"/>
                    <a:pt x="911" y="48"/>
                  </a:cubicBezTo>
                  <a:cubicBezTo>
                    <a:pt x="601" y="513"/>
                    <a:pt x="494" y="1024"/>
                    <a:pt x="381" y="1565"/>
                  </a:cubicBezTo>
                  <a:cubicBezTo>
                    <a:pt x="266" y="2116"/>
                    <a:pt x="178" y="2675"/>
                    <a:pt x="119" y="3236"/>
                  </a:cubicBezTo>
                  <a:cubicBezTo>
                    <a:pt x="0" y="4355"/>
                    <a:pt x="58" y="5473"/>
                    <a:pt x="212" y="6584"/>
                  </a:cubicBezTo>
                  <a:cubicBezTo>
                    <a:pt x="217" y="6620"/>
                    <a:pt x="246" y="6637"/>
                    <a:pt x="277" y="6637"/>
                  </a:cubicBezTo>
                  <a:cubicBezTo>
                    <a:pt x="315" y="6637"/>
                    <a:pt x="356" y="6611"/>
                    <a:pt x="354" y="6566"/>
                  </a:cubicBezTo>
                  <a:cubicBezTo>
                    <a:pt x="312" y="5474"/>
                    <a:pt x="383" y="4380"/>
                    <a:pt x="513" y="3296"/>
                  </a:cubicBezTo>
                  <a:cubicBezTo>
                    <a:pt x="579" y="2753"/>
                    <a:pt x="674" y="2213"/>
                    <a:pt x="796" y="1678"/>
                  </a:cubicBezTo>
                  <a:cubicBezTo>
                    <a:pt x="916" y="1149"/>
                    <a:pt x="1086" y="648"/>
                    <a:pt x="1102" y="100"/>
                  </a:cubicBezTo>
                  <a:cubicBezTo>
                    <a:pt x="1104" y="36"/>
                    <a:pt x="1053" y="1"/>
                    <a:pt x="1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2312825" y="3177900"/>
              <a:ext cx="21750" cy="76100"/>
            </a:xfrm>
            <a:custGeom>
              <a:avLst/>
              <a:gdLst/>
              <a:ahLst/>
              <a:cxnLst/>
              <a:rect l="l" t="t" r="r" b="b"/>
              <a:pathLst>
                <a:path w="870" h="3044" extrusionOk="0">
                  <a:moveTo>
                    <a:pt x="773" y="1"/>
                  </a:moveTo>
                  <a:cubicBezTo>
                    <a:pt x="756" y="1"/>
                    <a:pt x="738" y="8"/>
                    <a:pt x="724" y="25"/>
                  </a:cubicBezTo>
                  <a:lnTo>
                    <a:pt x="726" y="25"/>
                  </a:lnTo>
                  <a:cubicBezTo>
                    <a:pt x="580" y="212"/>
                    <a:pt x="504" y="438"/>
                    <a:pt x="445" y="662"/>
                  </a:cubicBezTo>
                  <a:cubicBezTo>
                    <a:pt x="379" y="915"/>
                    <a:pt x="318" y="1169"/>
                    <a:pt x="262" y="1424"/>
                  </a:cubicBezTo>
                  <a:cubicBezTo>
                    <a:pt x="156" y="1922"/>
                    <a:pt x="73" y="2423"/>
                    <a:pt x="10" y="2925"/>
                  </a:cubicBezTo>
                  <a:cubicBezTo>
                    <a:pt x="1" y="3000"/>
                    <a:pt x="70" y="3043"/>
                    <a:pt x="136" y="3043"/>
                  </a:cubicBezTo>
                  <a:cubicBezTo>
                    <a:pt x="188" y="3043"/>
                    <a:pt x="238" y="3017"/>
                    <a:pt x="247" y="2957"/>
                  </a:cubicBezTo>
                  <a:cubicBezTo>
                    <a:pt x="323" y="2468"/>
                    <a:pt x="419" y="1981"/>
                    <a:pt x="536" y="1501"/>
                  </a:cubicBezTo>
                  <a:cubicBezTo>
                    <a:pt x="595" y="1264"/>
                    <a:pt x="658" y="1030"/>
                    <a:pt x="726" y="795"/>
                  </a:cubicBezTo>
                  <a:cubicBezTo>
                    <a:pt x="793" y="565"/>
                    <a:pt x="869" y="325"/>
                    <a:pt x="859" y="81"/>
                  </a:cubicBezTo>
                  <a:cubicBezTo>
                    <a:pt x="857" y="39"/>
                    <a:pt x="814" y="1"/>
                    <a:pt x="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2096450" y="2602275"/>
              <a:ext cx="58225" cy="39050"/>
            </a:xfrm>
            <a:custGeom>
              <a:avLst/>
              <a:gdLst/>
              <a:ahLst/>
              <a:cxnLst/>
              <a:rect l="l" t="t" r="r" b="b"/>
              <a:pathLst>
                <a:path w="2329" h="1562" extrusionOk="0">
                  <a:moveTo>
                    <a:pt x="2180" y="0"/>
                  </a:moveTo>
                  <a:cubicBezTo>
                    <a:pt x="2097" y="0"/>
                    <a:pt x="2038" y="30"/>
                    <a:pt x="1956" y="78"/>
                  </a:cubicBezTo>
                  <a:cubicBezTo>
                    <a:pt x="1861" y="132"/>
                    <a:pt x="1766" y="184"/>
                    <a:pt x="1673" y="238"/>
                  </a:cubicBezTo>
                  <a:cubicBezTo>
                    <a:pt x="1494" y="345"/>
                    <a:pt x="1327" y="477"/>
                    <a:pt x="1154" y="597"/>
                  </a:cubicBezTo>
                  <a:cubicBezTo>
                    <a:pt x="806" y="842"/>
                    <a:pt x="455" y="1088"/>
                    <a:pt x="105" y="1333"/>
                  </a:cubicBezTo>
                  <a:cubicBezTo>
                    <a:pt x="0" y="1407"/>
                    <a:pt x="62" y="1561"/>
                    <a:pt x="164" y="1561"/>
                  </a:cubicBezTo>
                  <a:cubicBezTo>
                    <a:pt x="184" y="1561"/>
                    <a:pt x="205" y="1556"/>
                    <a:pt x="227" y="1543"/>
                  </a:cubicBezTo>
                  <a:cubicBezTo>
                    <a:pt x="592" y="1323"/>
                    <a:pt x="958" y="1104"/>
                    <a:pt x="1323" y="885"/>
                  </a:cubicBezTo>
                  <a:cubicBezTo>
                    <a:pt x="1503" y="776"/>
                    <a:pt x="1690" y="678"/>
                    <a:pt x="1860" y="556"/>
                  </a:cubicBezTo>
                  <a:cubicBezTo>
                    <a:pt x="1947" y="494"/>
                    <a:pt x="2035" y="428"/>
                    <a:pt x="2122" y="362"/>
                  </a:cubicBezTo>
                  <a:cubicBezTo>
                    <a:pt x="2211" y="296"/>
                    <a:pt x="2282" y="250"/>
                    <a:pt x="2315" y="139"/>
                  </a:cubicBezTo>
                  <a:cubicBezTo>
                    <a:pt x="2328" y="88"/>
                    <a:pt x="2296" y="13"/>
                    <a:pt x="2238" y="5"/>
                  </a:cubicBezTo>
                  <a:cubicBezTo>
                    <a:pt x="2217" y="2"/>
                    <a:pt x="2198" y="0"/>
                    <a:pt x="2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2119350" y="2552225"/>
              <a:ext cx="48350" cy="51650"/>
            </a:xfrm>
            <a:custGeom>
              <a:avLst/>
              <a:gdLst/>
              <a:ahLst/>
              <a:cxnLst/>
              <a:rect l="l" t="t" r="r" b="b"/>
              <a:pathLst>
                <a:path w="1934" h="2066" extrusionOk="0">
                  <a:moveTo>
                    <a:pt x="1846" y="0"/>
                  </a:moveTo>
                  <a:cubicBezTo>
                    <a:pt x="1824" y="0"/>
                    <a:pt x="1802" y="10"/>
                    <a:pt x="1784" y="34"/>
                  </a:cubicBezTo>
                  <a:lnTo>
                    <a:pt x="1783" y="34"/>
                  </a:lnTo>
                  <a:cubicBezTo>
                    <a:pt x="1718" y="121"/>
                    <a:pt x="1649" y="204"/>
                    <a:pt x="1581" y="290"/>
                  </a:cubicBezTo>
                  <a:cubicBezTo>
                    <a:pt x="1517" y="373"/>
                    <a:pt x="1463" y="464"/>
                    <a:pt x="1402" y="550"/>
                  </a:cubicBezTo>
                  <a:cubicBezTo>
                    <a:pt x="1282" y="720"/>
                    <a:pt x="1152" y="884"/>
                    <a:pt x="1013" y="1039"/>
                  </a:cubicBezTo>
                  <a:cubicBezTo>
                    <a:pt x="732" y="1356"/>
                    <a:pt x="417" y="1643"/>
                    <a:pt x="77" y="1892"/>
                  </a:cubicBezTo>
                  <a:cubicBezTo>
                    <a:pt x="0" y="1948"/>
                    <a:pt x="48" y="2066"/>
                    <a:pt x="121" y="2066"/>
                  </a:cubicBezTo>
                  <a:cubicBezTo>
                    <a:pt x="136" y="2066"/>
                    <a:pt x="152" y="2061"/>
                    <a:pt x="169" y="2049"/>
                  </a:cubicBezTo>
                  <a:cubicBezTo>
                    <a:pt x="529" y="1797"/>
                    <a:pt x="862" y="1510"/>
                    <a:pt x="1162" y="1188"/>
                  </a:cubicBezTo>
                  <a:cubicBezTo>
                    <a:pt x="1309" y="1029"/>
                    <a:pt x="1446" y="862"/>
                    <a:pt x="1576" y="687"/>
                  </a:cubicBezTo>
                  <a:cubicBezTo>
                    <a:pt x="1640" y="604"/>
                    <a:pt x="1710" y="518"/>
                    <a:pt x="1761" y="427"/>
                  </a:cubicBezTo>
                  <a:cubicBezTo>
                    <a:pt x="1818" y="325"/>
                    <a:pt x="1862" y="214"/>
                    <a:pt x="1909" y="107"/>
                  </a:cubicBezTo>
                  <a:cubicBezTo>
                    <a:pt x="1934" y="48"/>
                    <a:pt x="1892" y="0"/>
                    <a:pt x="1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2370025" y="2719075"/>
              <a:ext cx="28275" cy="76250"/>
            </a:xfrm>
            <a:custGeom>
              <a:avLst/>
              <a:gdLst/>
              <a:ahLst/>
              <a:cxnLst/>
              <a:rect l="l" t="t" r="r" b="b"/>
              <a:pathLst>
                <a:path w="1131" h="3050" extrusionOk="0">
                  <a:moveTo>
                    <a:pt x="993" y="0"/>
                  </a:moveTo>
                  <a:cubicBezTo>
                    <a:pt x="957" y="0"/>
                    <a:pt x="921" y="16"/>
                    <a:pt x="904" y="49"/>
                  </a:cubicBezTo>
                  <a:cubicBezTo>
                    <a:pt x="679" y="494"/>
                    <a:pt x="622" y="990"/>
                    <a:pt x="488" y="1463"/>
                  </a:cubicBezTo>
                  <a:cubicBezTo>
                    <a:pt x="353" y="1944"/>
                    <a:pt x="204" y="2424"/>
                    <a:pt x="33" y="2891"/>
                  </a:cubicBezTo>
                  <a:cubicBezTo>
                    <a:pt x="0" y="2981"/>
                    <a:pt x="84" y="3050"/>
                    <a:pt x="163" y="3050"/>
                  </a:cubicBezTo>
                  <a:cubicBezTo>
                    <a:pt x="203" y="3050"/>
                    <a:pt x="242" y="3032"/>
                    <a:pt x="265" y="2989"/>
                  </a:cubicBezTo>
                  <a:cubicBezTo>
                    <a:pt x="510" y="2531"/>
                    <a:pt x="711" y="2066"/>
                    <a:pt x="863" y="1567"/>
                  </a:cubicBezTo>
                  <a:cubicBezTo>
                    <a:pt x="938" y="1323"/>
                    <a:pt x="1004" y="1078"/>
                    <a:pt x="1061" y="829"/>
                  </a:cubicBezTo>
                  <a:cubicBezTo>
                    <a:pt x="1121" y="575"/>
                    <a:pt x="1131" y="333"/>
                    <a:pt x="1092" y="75"/>
                  </a:cubicBezTo>
                  <a:cubicBezTo>
                    <a:pt x="1084" y="26"/>
                    <a:pt x="1038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2411225" y="2670650"/>
              <a:ext cx="16100" cy="69350"/>
            </a:xfrm>
            <a:custGeom>
              <a:avLst/>
              <a:gdLst/>
              <a:ahLst/>
              <a:cxnLst/>
              <a:rect l="l" t="t" r="r" b="b"/>
              <a:pathLst>
                <a:path w="644" h="2774" extrusionOk="0">
                  <a:moveTo>
                    <a:pt x="472" y="0"/>
                  </a:moveTo>
                  <a:cubicBezTo>
                    <a:pt x="429" y="0"/>
                    <a:pt x="383" y="27"/>
                    <a:pt x="373" y="71"/>
                  </a:cubicBezTo>
                  <a:cubicBezTo>
                    <a:pt x="320" y="286"/>
                    <a:pt x="351" y="501"/>
                    <a:pt x="352" y="719"/>
                  </a:cubicBezTo>
                  <a:cubicBezTo>
                    <a:pt x="352" y="936"/>
                    <a:pt x="342" y="1151"/>
                    <a:pt x="320" y="1365"/>
                  </a:cubicBezTo>
                  <a:cubicBezTo>
                    <a:pt x="274" y="1809"/>
                    <a:pt x="171" y="2245"/>
                    <a:pt x="24" y="2665"/>
                  </a:cubicBezTo>
                  <a:cubicBezTo>
                    <a:pt x="1" y="2732"/>
                    <a:pt x="53" y="2774"/>
                    <a:pt x="108" y="2774"/>
                  </a:cubicBezTo>
                  <a:cubicBezTo>
                    <a:pt x="145" y="2774"/>
                    <a:pt x="183" y="2755"/>
                    <a:pt x="200" y="2714"/>
                  </a:cubicBezTo>
                  <a:cubicBezTo>
                    <a:pt x="373" y="2282"/>
                    <a:pt x="498" y="1834"/>
                    <a:pt x="565" y="1374"/>
                  </a:cubicBezTo>
                  <a:cubicBezTo>
                    <a:pt x="596" y="1157"/>
                    <a:pt x="618" y="939"/>
                    <a:pt x="626" y="719"/>
                  </a:cubicBezTo>
                  <a:cubicBezTo>
                    <a:pt x="636" y="487"/>
                    <a:pt x="643" y="264"/>
                    <a:pt x="549" y="48"/>
                  </a:cubicBezTo>
                  <a:cubicBezTo>
                    <a:pt x="534" y="15"/>
                    <a:pt x="504" y="0"/>
                    <a:pt x="4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3271350" y="2049375"/>
              <a:ext cx="14400" cy="64000"/>
            </a:xfrm>
            <a:custGeom>
              <a:avLst/>
              <a:gdLst/>
              <a:ahLst/>
              <a:cxnLst/>
              <a:rect l="l" t="t" r="r" b="b"/>
              <a:pathLst>
                <a:path w="576" h="2560" extrusionOk="0">
                  <a:moveTo>
                    <a:pt x="178" y="0"/>
                  </a:moveTo>
                  <a:cubicBezTo>
                    <a:pt x="102" y="0"/>
                    <a:pt x="25" y="49"/>
                    <a:pt x="21" y="146"/>
                  </a:cubicBezTo>
                  <a:cubicBezTo>
                    <a:pt x="0" y="559"/>
                    <a:pt x="12" y="973"/>
                    <a:pt x="61" y="1384"/>
                  </a:cubicBezTo>
                  <a:cubicBezTo>
                    <a:pt x="85" y="1589"/>
                    <a:pt x="116" y="1794"/>
                    <a:pt x="156" y="1995"/>
                  </a:cubicBezTo>
                  <a:cubicBezTo>
                    <a:pt x="193" y="2180"/>
                    <a:pt x="220" y="2399"/>
                    <a:pt x="368" y="2535"/>
                  </a:cubicBezTo>
                  <a:cubicBezTo>
                    <a:pt x="386" y="2552"/>
                    <a:pt x="408" y="2560"/>
                    <a:pt x="431" y="2560"/>
                  </a:cubicBezTo>
                  <a:cubicBezTo>
                    <a:pt x="469" y="2560"/>
                    <a:pt x="505" y="2537"/>
                    <a:pt x="518" y="2494"/>
                  </a:cubicBezTo>
                  <a:cubicBezTo>
                    <a:pt x="576" y="2305"/>
                    <a:pt x="496" y="2098"/>
                    <a:pt x="457" y="1912"/>
                  </a:cubicBezTo>
                  <a:cubicBezTo>
                    <a:pt x="418" y="1723"/>
                    <a:pt x="388" y="1532"/>
                    <a:pt x="364" y="1340"/>
                  </a:cubicBezTo>
                  <a:cubicBezTo>
                    <a:pt x="319" y="945"/>
                    <a:pt x="305" y="545"/>
                    <a:pt x="322" y="146"/>
                  </a:cubicBezTo>
                  <a:cubicBezTo>
                    <a:pt x="326" y="49"/>
                    <a:pt x="253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3296650" y="2094625"/>
              <a:ext cx="26675" cy="82225"/>
            </a:xfrm>
            <a:custGeom>
              <a:avLst/>
              <a:gdLst/>
              <a:ahLst/>
              <a:cxnLst/>
              <a:rect l="l" t="t" r="r" b="b"/>
              <a:pathLst>
                <a:path w="1067" h="3289" extrusionOk="0">
                  <a:moveTo>
                    <a:pt x="146" y="1"/>
                  </a:moveTo>
                  <a:cubicBezTo>
                    <a:pt x="72" y="1"/>
                    <a:pt x="1" y="49"/>
                    <a:pt x="5" y="146"/>
                  </a:cubicBezTo>
                  <a:cubicBezTo>
                    <a:pt x="32" y="696"/>
                    <a:pt x="113" y="1244"/>
                    <a:pt x="250" y="1777"/>
                  </a:cubicBezTo>
                  <a:cubicBezTo>
                    <a:pt x="320" y="2044"/>
                    <a:pt x="398" y="2315"/>
                    <a:pt x="501" y="2570"/>
                  </a:cubicBezTo>
                  <a:cubicBezTo>
                    <a:pt x="601" y="2819"/>
                    <a:pt x="783" y="3047"/>
                    <a:pt x="941" y="3262"/>
                  </a:cubicBezTo>
                  <a:cubicBezTo>
                    <a:pt x="954" y="3280"/>
                    <a:pt x="975" y="3288"/>
                    <a:pt x="995" y="3288"/>
                  </a:cubicBezTo>
                  <a:cubicBezTo>
                    <a:pt x="1032" y="3288"/>
                    <a:pt x="1067" y="3261"/>
                    <a:pt x="1052" y="3215"/>
                  </a:cubicBezTo>
                  <a:cubicBezTo>
                    <a:pt x="974" y="2971"/>
                    <a:pt x="931" y="2716"/>
                    <a:pt x="849" y="2474"/>
                  </a:cubicBezTo>
                  <a:cubicBezTo>
                    <a:pt x="765" y="2220"/>
                    <a:pt x="662" y="1973"/>
                    <a:pt x="587" y="1713"/>
                  </a:cubicBezTo>
                  <a:cubicBezTo>
                    <a:pt x="440" y="1202"/>
                    <a:pt x="347" y="677"/>
                    <a:pt x="308" y="146"/>
                  </a:cubicBezTo>
                  <a:cubicBezTo>
                    <a:pt x="300" y="50"/>
                    <a:pt x="222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3368275" y="1801625"/>
              <a:ext cx="11500" cy="92125"/>
            </a:xfrm>
            <a:custGeom>
              <a:avLst/>
              <a:gdLst/>
              <a:ahLst/>
              <a:cxnLst/>
              <a:rect l="l" t="t" r="r" b="b"/>
              <a:pathLst>
                <a:path w="460" h="3685" extrusionOk="0">
                  <a:moveTo>
                    <a:pt x="277" y="1"/>
                  </a:moveTo>
                  <a:cubicBezTo>
                    <a:pt x="236" y="1"/>
                    <a:pt x="198" y="25"/>
                    <a:pt x="187" y="80"/>
                  </a:cubicBezTo>
                  <a:cubicBezTo>
                    <a:pt x="72" y="686"/>
                    <a:pt x="8" y="1302"/>
                    <a:pt x="2" y="1919"/>
                  </a:cubicBezTo>
                  <a:cubicBezTo>
                    <a:pt x="1" y="2234"/>
                    <a:pt x="13" y="2549"/>
                    <a:pt x="40" y="2861"/>
                  </a:cubicBezTo>
                  <a:cubicBezTo>
                    <a:pt x="53" y="3012"/>
                    <a:pt x="70" y="3158"/>
                    <a:pt x="104" y="3305"/>
                  </a:cubicBezTo>
                  <a:cubicBezTo>
                    <a:pt x="133" y="3432"/>
                    <a:pt x="139" y="3575"/>
                    <a:pt x="246" y="3660"/>
                  </a:cubicBezTo>
                  <a:cubicBezTo>
                    <a:pt x="266" y="3676"/>
                    <a:pt x="290" y="3685"/>
                    <a:pt x="313" y="3685"/>
                  </a:cubicBezTo>
                  <a:cubicBezTo>
                    <a:pt x="341" y="3685"/>
                    <a:pt x="369" y="3671"/>
                    <a:pt x="388" y="3641"/>
                  </a:cubicBezTo>
                  <a:cubicBezTo>
                    <a:pt x="459" y="3523"/>
                    <a:pt x="420" y="3394"/>
                    <a:pt x="412" y="3262"/>
                  </a:cubicBezTo>
                  <a:cubicBezTo>
                    <a:pt x="402" y="3127"/>
                    <a:pt x="385" y="2995"/>
                    <a:pt x="368" y="2861"/>
                  </a:cubicBezTo>
                  <a:cubicBezTo>
                    <a:pt x="329" y="2560"/>
                    <a:pt x="305" y="2258"/>
                    <a:pt x="295" y="1953"/>
                  </a:cubicBezTo>
                  <a:cubicBezTo>
                    <a:pt x="273" y="1346"/>
                    <a:pt x="307" y="738"/>
                    <a:pt x="397" y="138"/>
                  </a:cubicBezTo>
                  <a:cubicBezTo>
                    <a:pt x="409" y="56"/>
                    <a:pt x="340" y="1"/>
                    <a:pt x="2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3350275" y="1879675"/>
              <a:ext cx="11875" cy="49675"/>
            </a:xfrm>
            <a:custGeom>
              <a:avLst/>
              <a:gdLst/>
              <a:ahLst/>
              <a:cxnLst/>
              <a:rect l="l" t="t" r="r" b="b"/>
              <a:pathLst>
                <a:path w="475" h="1987" extrusionOk="0">
                  <a:moveTo>
                    <a:pt x="117" y="0"/>
                  </a:moveTo>
                  <a:cubicBezTo>
                    <a:pt x="73" y="0"/>
                    <a:pt x="26" y="30"/>
                    <a:pt x="22" y="88"/>
                  </a:cubicBezTo>
                  <a:cubicBezTo>
                    <a:pt x="0" y="404"/>
                    <a:pt x="9" y="722"/>
                    <a:pt x="47" y="1037"/>
                  </a:cubicBezTo>
                  <a:cubicBezTo>
                    <a:pt x="68" y="1194"/>
                    <a:pt x="93" y="1350"/>
                    <a:pt x="127" y="1506"/>
                  </a:cubicBezTo>
                  <a:cubicBezTo>
                    <a:pt x="163" y="1665"/>
                    <a:pt x="222" y="1797"/>
                    <a:pt x="300" y="1940"/>
                  </a:cubicBezTo>
                  <a:cubicBezTo>
                    <a:pt x="317" y="1973"/>
                    <a:pt x="343" y="1986"/>
                    <a:pt x="369" y="1986"/>
                  </a:cubicBezTo>
                  <a:cubicBezTo>
                    <a:pt x="421" y="1986"/>
                    <a:pt x="475" y="1934"/>
                    <a:pt x="464" y="1871"/>
                  </a:cubicBezTo>
                  <a:cubicBezTo>
                    <a:pt x="440" y="1722"/>
                    <a:pt x="415" y="1582"/>
                    <a:pt x="374" y="1436"/>
                  </a:cubicBezTo>
                  <a:cubicBezTo>
                    <a:pt x="333" y="1289"/>
                    <a:pt x="300" y="1140"/>
                    <a:pt x="272" y="990"/>
                  </a:cubicBezTo>
                  <a:cubicBezTo>
                    <a:pt x="220" y="692"/>
                    <a:pt x="198" y="389"/>
                    <a:pt x="203" y="88"/>
                  </a:cubicBezTo>
                  <a:cubicBezTo>
                    <a:pt x="204" y="29"/>
                    <a:pt x="161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3375675" y="1927525"/>
              <a:ext cx="15175" cy="52700"/>
            </a:xfrm>
            <a:custGeom>
              <a:avLst/>
              <a:gdLst/>
              <a:ahLst/>
              <a:cxnLst/>
              <a:rect l="l" t="t" r="r" b="b"/>
              <a:pathLst>
                <a:path w="607" h="2108" extrusionOk="0">
                  <a:moveTo>
                    <a:pt x="115" y="1"/>
                  </a:moveTo>
                  <a:cubicBezTo>
                    <a:pt x="58" y="1"/>
                    <a:pt x="3" y="37"/>
                    <a:pt x="3" y="111"/>
                  </a:cubicBezTo>
                  <a:cubicBezTo>
                    <a:pt x="1" y="454"/>
                    <a:pt x="33" y="798"/>
                    <a:pt x="99" y="1134"/>
                  </a:cubicBezTo>
                  <a:cubicBezTo>
                    <a:pt x="129" y="1297"/>
                    <a:pt x="168" y="1457"/>
                    <a:pt x="216" y="1617"/>
                  </a:cubicBezTo>
                  <a:cubicBezTo>
                    <a:pt x="268" y="1792"/>
                    <a:pt x="370" y="1929"/>
                    <a:pt x="476" y="2077"/>
                  </a:cubicBezTo>
                  <a:cubicBezTo>
                    <a:pt x="492" y="2098"/>
                    <a:pt x="513" y="2107"/>
                    <a:pt x="533" y="2107"/>
                  </a:cubicBezTo>
                  <a:cubicBezTo>
                    <a:pt x="572" y="2107"/>
                    <a:pt x="607" y="2074"/>
                    <a:pt x="598" y="2024"/>
                  </a:cubicBezTo>
                  <a:cubicBezTo>
                    <a:pt x="568" y="1860"/>
                    <a:pt x="556" y="1696"/>
                    <a:pt x="502" y="1539"/>
                  </a:cubicBezTo>
                  <a:cubicBezTo>
                    <a:pt x="449" y="1386"/>
                    <a:pt x="405" y="1234"/>
                    <a:pt x="366" y="1079"/>
                  </a:cubicBezTo>
                  <a:cubicBezTo>
                    <a:pt x="290" y="761"/>
                    <a:pt x="246" y="437"/>
                    <a:pt x="233" y="111"/>
                  </a:cubicBezTo>
                  <a:cubicBezTo>
                    <a:pt x="229" y="37"/>
                    <a:pt x="172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3042550" y="2108675"/>
              <a:ext cx="10300" cy="65850"/>
            </a:xfrm>
            <a:custGeom>
              <a:avLst/>
              <a:gdLst/>
              <a:ahLst/>
              <a:cxnLst/>
              <a:rect l="l" t="t" r="r" b="b"/>
              <a:pathLst>
                <a:path w="412" h="2634" extrusionOk="0">
                  <a:moveTo>
                    <a:pt x="167" y="0"/>
                  </a:moveTo>
                  <a:cubicBezTo>
                    <a:pt x="116" y="0"/>
                    <a:pt x="62" y="34"/>
                    <a:pt x="55" y="98"/>
                  </a:cubicBezTo>
                  <a:cubicBezTo>
                    <a:pt x="14" y="523"/>
                    <a:pt x="1" y="951"/>
                    <a:pt x="16" y="1377"/>
                  </a:cubicBezTo>
                  <a:cubicBezTo>
                    <a:pt x="23" y="1580"/>
                    <a:pt x="36" y="1785"/>
                    <a:pt x="56" y="1990"/>
                  </a:cubicBezTo>
                  <a:cubicBezTo>
                    <a:pt x="78" y="2191"/>
                    <a:pt x="112" y="2419"/>
                    <a:pt x="220" y="2594"/>
                  </a:cubicBezTo>
                  <a:cubicBezTo>
                    <a:pt x="237" y="2620"/>
                    <a:pt x="267" y="2633"/>
                    <a:pt x="296" y="2633"/>
                  </a:cubicBezTo>
                  <a:cubicBezTo>
                    <a:pt x="332" y="2633"/>
                    <a:pt x="366" y="2614"/>
                    <a:pt x="374" y="2573"/>
                  </a:cubicBezTo>
                  <a:cubicBezTo>
                    <a:pt x="412" y="2387"/>
                    <a:pt x="383" y="2183"/>
                    <a:pt x="358" y="1997"/>
                  </a:cubicBezTo>
                  <a:cubicBezTo>
                    <a:pt x="327" y="1782"/>
                    <a:pt x="300" y="1569"/>
                    <a:pt x="281" y="1354"/>
                  </a:cubicBezTo>
                  <a:cubicBezTo>
                    <a:pt x="248" y="936"/>
                    <a:pt x="241" y="516"/>
                    <a:pt x="261" y="98"/>
                  </a:cubicBezTo>
                  <a:cubicBezTo>
                    <a:pt x="264" y="32"/>
                    <a:pt x="217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3066375" y="2164175"/>
              <a:ext cx="22950" cy="67825"/>
            </a:xfrm>
            <a:custGeom>
              <a:avLst/>
              <a:gdLst/>
              <a:ahLst/>
              <a:cxnLst/>
              <a:rect l="l" t="t" r="r" b="b"/>
              <a:pathLst>
                <a:path w="918" h="2713" extrusionOk="0">
                  <a:moveTo>
                    <a:pt x="97" y="0"/>
                  </a:moveTo>
                  <a:cubicBezTo>
                    <a:pt x="52" y="0"/>
                    <a:pt x="1" y="39"/>
                    <a:pt x="10" y="98"/>
                  </a:cubicBezTo>
                  <a:cubicBezTo>
                    <a:pt x="83" y="553"/>
                    <a:pt x="184" y="1001"/>
                    <a:pt x="315" y="1443"/>
                  </a:cubicBezTo>
                  <a:cubicBezTo>
                    <a:pt x="442" y="1873"/>
                    <a:pt x="575" y="2312"/>
                    <a:pt x="819" y="2690"/>
                  </a:cubicBezTo>
                  <a:cubicBezTo>
                    <a:pt x="829" y="2706"/>
                    <a:pt x="845" y="2713"/>
                    <a:pt x="861" y="2713"/>
                  </a:cubicBezTo>
                  <a:cubicBezTo>
                    <a:pt x="890" y="2713"/>
                    <a:pt x="917" y="2689"/>
                    <a:pt x="908" y="2652"/>
                  </a:cubicBezTo>
                  <a:cubicBezTo>
                    <a:pt x="792" y="2218"/>
                    <a:pt x="604" y="1807"/>
                    <a:pt x="472" y="1373"/>
                  </a:cubicBezTo>
                  <a:cubicBezTo>
                    <a:pt x="340" y="942"/>
                    <a:pt x="239" y="502"/>
                    <a:pt x="162" y="57"/>
                  </a:cubicBezTo>
                  <a:cubicBezTo>
                    <a:pt x="156" y="17"/>
                    <a:pt x="128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2737025" y="1935025"/>
              <a:ext cx="20675" cy="49600"/>
            </a:xfrm>
            <a:custGeom>
              <a:avLst/>
              <a:gdLst/>
              <a:ahLst/>
              <a:cxnLst/>
              <a:rect l="l" t="t" r="r" b="b"/>
              <a:pathLst>
                <a:path w="827" h="1984" extrusionOk="0">
                  <a:moveTo>
                    <a:pt x="754" y="1"/>
                  </a:moveTo>
                  <a:cubicBezTo>
                    <a:pt x="729" y="1"/>
                    <a:pt x="704" y="12"/>
                    <a:pt x="688" y="34"/>
                  </a:cubicBezTo>
                  <a:cubicBezTo>
                    <a:pt x="637" y="100"/>
                    <a:pt x="581" y="163"/>
                    <a:pt x="549" y="241"/>
                  </a:cubicBezTo>
                  <a:cubicBezTo>
                    <a:pt x="517" y="318"/>
                    <a:pt x="492" y="398"/>
                    <a:pt x="465" y="479"/>
                  </a:cubicBezTo>
                  <a:lnTo>
                    <a:pt x="322" y="927"/>
                  </a:lnTo>
                  <a:lnTo>
                    <a:pt x="25" y="1858"/>
                  </a:lnTo>
                  <a:cubicBezTo>
                    <a:pt x="0" y="1935"/>
                    <a:pt x="60" y="1983"/>
                    <a:pt x="121" y="1983"/>
                  </a:cubicBezTo>
                  <a:cubicBezTo>
                    <a:pt x="162" y="1983"/>
                    <a:pt x="204" y="1962"/>
                    <a:pt x="223" y="1912"/>
                  </a:cubicBezTo>
                  <a:cubicBezTo>
                    <a:pt x="336" y="1606"/>
                    <a:pt x="449" y="1300"/>
                    <a:pt x="563" y="993"/>
                  </a:cubicBezTo>
                  <a:cubicBezTo>
                    <a:pt x="617" y="846"/>
                    <a:pt x="673" y="699"/>
                    <a:pt x="727" y="552"/>
                  </a:cubicBezTo>
                  <a:cubicBezTo>
                    <a:pt x="755" y="472"/>
                    <a:pt x="789" y="393"/>
                    <a:pt x="808" y="312"/>
                  </a:cubicBezTo>
                  <a:cubicBezTo>
                    <a:pt x="827" y="232"/>
                    <a:pt x="821" y="151"/>
                    <a:pt x="821" y="70"/>
                  </a:cubicBezTo>
                  <a:cubicBezTo>
                    <a:pt x="822" y="24"/>
                    <a:pt x="789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2753825" y="1971100"/>
              <a:ext cx="12875" cy="38175"/>
            </a:xfrm>
            <a:custGeom>
              <a:avLst/>
              <a:gdLst/>
              <a:ahLst/>
              <a:cxnLst/>
              <a:rect l="l" t="t" r="r" b="b"/>
              <a:pathLst>
                <a:path w="515" h="1527" extrusionOk="0">
                  <a:moveTo>
                    <a:pt x="463" y="0"/>
                  </a:moveTo>
                  <a:cubicBezTo>
                    <a:pt x="448" y="0"/>
                    <a:pt x="432" y="8"/>
                    <a:pt x="424" y="24"/>
                  </a:cubicBezTo>
                  <a:cubicBezTo>
                    <a:pt x="393" y="78"/>
                    <a:pt x="361" y="131"/>
                    <a:pt x="344" y="192"/>
                  </a:cubicBezTo>
                  <a:cubicBezTo>
                    <a:pt x="329" y="246"/>
                    <a:pt x="315" y="300"/>
                    <a:pt x="300" y="356"/>
                  </a:cubicBezTo>
                  <a:cubicBezTo>
                    <a:pt x="268" y="479"/>
                    <a:pt x="236" y="603"/>
                    <a:pt x="204" y="724"/>
                  </a:cubicBezTo>
                  <a:cubicBezTo>
                    <a:pt x="139" y="966"/>
                    <a:pt x="77" y="1210"/>
                    <a:pt x="12" y="1452"/>
                  </a:cubicBezTo>
                  <a:cubicBezTo>
                    <a:pt x="0" y="1497"/>
                    <a:pt x="37" y="1526"/>
                    <a:pt x="73" y="1526"/>
                  </a:cubicBezTo>
                  <a:cubicBezTo>
                    <a:pt x="97" y="1526"/>
                    <a:pt x="120" y="1514"/>
                    <a:pt x="129" y="1484"/>
                  </a:cubicBezTo>
                  <a:lnTo>
                    <a:pt x="339" y="763"/>
                  </a:lnTo>
                  <a:cubicBezTo>
                    <a:pt x="374" y="645"/>
                    <a:pt x="408" y="526"/>
                    <a:pt x="442" y="410"/>
                  </a:cubicBezTo>
                  <a:cubicBezTo>
                    <a:pt x="461" y="351"/>
                    <a:pt x="479" y="291"/>
                    <a:pt x="495" y="232"/>
                  </a:cubicBezTo>
                  <a:cubicBezTo>
                    <a:pt x="510" y="171"/>
                    <a:pt x="510" y="110"/>
                    <a:pt x="513" y="48"/>
                  </a:cubicBezTo>
                  <a:cubicBezTo>
                    <a:pt x="514" y="19"/>
                    <a:pt x="489" y="0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2566075" y="2416150"/>
              <a:ext cx="27375" cy="56075"/>
            </a:xfrm>
            <a:custGeom>
              <a:avLst/>
              <a:gdLst/>
              <a:ahLst/>
              <a:cxnLst/>
              <a:rect l="l" t="t" r="r" b="b"/>
              <a:pathLst>
                <a:path w="1095" h="2243" extrusionOk="0">
                  <a:moveTo>
                    <a:pt x="885" y="0"/>
                  </a:moveTo>
                  <a:cubicBezTo>
                    <a:pt x="856" y="0"/>
                    <a:pt x="827" y="18"/>
                    <a:pt x="815" y="52"/>
                  </a:cubicBezTo>
                  <a:cubicBezTo>
                    <a:pt x="786" y="137"/>
                    <a:pt x="751" y="218"/>
                    <a:pt x="732" y="306"/>
                  </a:cubicBezTo>
                  <a:cubicBezTo>
                    <a:pt x="710" y="401"/>
                    <a:pt x="685" y="494"/>
                    <a:pt x="654" y="585"/>
                  </a:cubicBezTo>
                  <a:cubicBezTo>
                    <a:pt x="595" y="766"/>
                    <a:pt x="558" y="950"/>
                    <a:pt x="494" y="1130"/>
                  </a:cubicBezTo>
                  <a:cubicBezTo>
                    <a:pt x="433" y="1297"/>
                    <a:pt x="346" y="1451"/>
                    <a:pt x="269" y="1612"/>
                  </a:cubicBezTo>
                  <a:cubicBezTo>
                    <a:pt x="225" y="1700"/>
                    <a:pt x="179" y="1784"/>
                    <a:pt x="128" y="1867"/>
                  </a:cubicBezTo>
                  <a:cubicBezTo>
                    <a:pt x="79" y="1949"/>
                    <a:pt x="57" y="2042"/>
                    <a:pt x="23" y="2130"/>
                  </a:cubicBezTo>
                  <a:cubicBezTo>
                    <a:pt x="0" y="2192"/>
                    <a:pt x="59" y="2243"/>
                    <a:pt x="116" y="2243"/>
                  </a:cubicBezTo>
                  <a:cubicBezTo>
                    <a:pt x="130" y="2243"/>
                    <a:pt x="144" y="2239"/>
                    <a:pt x="157" y="2233"/>
                  </a:cubicBezTo>
                  <a:cubicBezTo>
                    <a:pt x="248" y="2184"/>
                    <a:pt x="335" y="2138"/>
                    <a:pt x="404" y="2059"/>
                  </a:cubicBezTo>
                  <a:cubicBezTo>
                    <a:pt x="470" y="1982"/>
                    <a:pt x="532" y="1903"/>
                    <a:pt x="593" y="1822"/>
                  </a:cubicBezTo>
                  <a:cubicBezTo>
                    <a:pt x="717" y="1653"/>
                    <a:pt x="803" y="1448"/>
                    <a:pt x="878" y="1253"/>
                  </a:cubicBezTo>
                  <a:cubicBezTo>
                    <a:pt x="1026" y="868"/>
                    <a:pt x="1094" y="450"/>
                    <a:pt x="955" y="52"/>
                  </a:cubicBezTo>
                  <a:cubicBezTo>
                    <a:pt x="943" y="18"/>
                    <a:pt x="914" y="0"/>
                    <a:pt x="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2550075" y="2371025"/>
              <a:ext cx="28150" cy="67875"/>
            </a:xfrm>
            <a:custGeom>
              <a:avLst/>
              <a:gdLst/>
              <a:ahLst/>
              <a:cxnLst/>
              <a:rect l="l" t="t" r="r" b="b"/>
              <a:pathLst>
                <a:path w="1126" h="2715" extrusionOk="0">
                  <a:moveTo>
                    <a:pt x="1013" y="0"/>
                  </a:moveTo>
                  <a:cubicBezTo>
                    <a:pt x="988" y="0"/>
                    <a:pt x="961" y="12"/>
                    <a:pt x="947" y="35"/>
                  </a:cubicBezTo>
                  <a:cubicBezTo>
                    <a:pt x="832" y="223"/>
                    <a:pt x="792" y="460"/>
                    <a:pt x="734" y="671"/>
                  </a:cubicBezTo>
                  <a:cubicBezTo>
                    <a:pt x="675" y="890"/>
                    <a:pt x="611" y="1104"/>
                    <a:pt x="545" y="1321"/>
                  </a:cubicBezTo>
                  <a:cubicBezTo>
                    <a:pt x="411" y="1768"/>
                    <a:pt x="237" y="2199"/>
                    <a:pt x="27" y="2615"/>
                  </a:cubicBezTo>
                  <a:cubicBezTo>
                    <a:pt x="0" y="2668"/>
                    <a:pt x="44" y="2715"/>
                    <a:pt x="88" y="2715"/>
                  </a:cubicBezTo>
                  <a:cubicBezTo>
                    <a:pt x="108" y="2715"/>
                    <a:pt x="128" y="2705"/>
                    <a:pt x="142" y="2683"/>
                  </a:cubicBezTo>
                  <a:cubicBezTo>
                    <a:pt x="393" y="2278"/>
                    <a:pt x="609" y="1854"/>
                    <a:pt x="790" y="1412"/>
                  </a:cubicBezTo>
                  <a:cubicBezTo>
                    <a:pt x="880" y="1194"/>
                    <a:pt x="949" y="974"/>
                    <a:pt x="1007" y="746"/>
                  </a:cubicBezTo>
                  <a:cubicBezTo>
                    <a:pt x="1063" y="526"/>
                    <a:pt x="1125" y="279"/>
                    <a:pt x="1079" y="52"/>
                  </a:cubicBezTo>
                  <a:lnTo>
                    <a:pt x="1081" y="52"/>
                  </a:lnTo>
                  <a:cubicBezTo>
                    <a:pt x="1074" y="17"/>
                    <a:pt x="1044" y="0"/>
                    <a:pt x="1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2524550" y="2423375"/>
              <a:ext cx="6975" cy="34425"/>
            </a:xfrm>
            <a:custGeom>
              <a:avLst/>
              <a:gdLst/>
              <a:ahLst/>
              <a:cxnLst/>
              <a:rect l="l" t="t" r="r" b="b"/>
              <a:pathLst>
                <a:path w="279" h="1377" extrusionOk="0">
                  <a:moveTo>
                    <a:pt x="217" y="1"/>
                  </a:moveTo>
                  <a:cubicBezTo>
                    <a:pt x="204" y="1"/>
                    <a:pt x="191" y="7"/>
                    <a:pt x="182" y="20"/>
                  </a:cubicBezTo>
                  <a:cubicBezTo>
                    <a:pt x="150" y="66"/>
                    <a:pt x="148" y="115"/>
                    <a:pt x="141" y="169"/>
                  </a:cubicBezTo>
                  <a:cubicBezTo>
                    <a:pt x="136" y="218"/>
                    <a:pt x="130" y="269"/>
                    <a:pt x="125" y="320"/>
                  </a:cubicBezTo>
                  <a:cubicBezTo>
                    <a:pt x="111" y="433"/>
                    <a:pt x="98" y="546"/>
                    <a:pt x="84" y="660"/>
                  </a:cubicBezTo>
                  <a:cubicBezTo>
                    <a:pt x="57" y="883"/>
                    <a:pt x="32" y="1106"/>
                    <a:pt x="4" y="1330"/>
                  </a:cubicBezTo>
                  <a:cubicBezTo>
                    <a:pt x="1" y="1360"/>
                    <a:pt x="28" y="1377"/>
                    <a:pt x="54" y="1377"/>
                  </a:cubicBezTo>
                  <a:cubicBezTo>
                    <a:pt x="76" y="1377"/>
                    <a:pt x="96" y="1366"/>
                    <a:pt x="99" y="1342"/>
                  </a:cubicBezTo>
                  <a:cubicBezTo>
                    <a:pt x="130" y="1120"/>
                    <a:pt x="160" y="898"/>
                    <a:pt x="192" y="675"/>
                  </a:cubicBezTo>
                  <a:cubicBezTo>
                    <a:pt x="206" y="567"/>
                    <a:pt x="221" y="457"/>
                    <a:pt x="236" y="349"/>
                  </a:cubicBezTo>
                  <a:cubicBezTo>
                    <a:pt x="245" y="293"/>
                    <a:pt x="251" y="239"/>
                    <a:pt x="260" y="184"/>
                  </a:cubicBezTo>
                  <a:cubicBezTo>
                    <a:pt x="267" y="130"/>
                    <a:pt x="279" y="83"/>
                    <a:pt x="258" y="31"/>
                  </a:cubicBezTo>
                  <a:cubicBezTo>
                    <a:pt x="252" y="11"/>
                    <a:pt x="235" y="1"/>
                    <a:pt x="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2"/>
            <p:cNvSpPr/>
            <p:nvPr/>
          </p:nvSpPr>
          <p:spPr>
            <a:xfrm>
              <a:off x="3330300" y="1330700"/>
              <a:ext cx="19775" cy="49375"/>
            </a:xfrm>
            <a:custGeom>
              <a:avLst/>
              <a:gdLst/>
              <a:ahLst/>
              <a:cxnLst/>
              <a:rect l="l" t="t" r="r" b="b"/>
              <a:pathLst>
                <a:path w="791" h="1975" extrusionOk="0">
                  <a:moveTo>
                    <a:pt x="130" y="1"/>
                  </a:moveTo>
                  <a:cubicBezTo>
                    <a:pt x="63" y="1"/>
                    <a:pt x="0" y="67"/>
                    <a:pt x="45" y="142"/>
                  </a:cubicBezTo>
                  <a:cubicBezTo>
                    <a:pt x="209" y="416"/>
                    <a:pt x="331" y="710"/>
                    <a:pt x="408" y="1020"/>
                  </a:cubicBezTo>
                  <a:cubicBezTo>
                    <a:pt x="446" y="1172"/>
                    <a:pt x="468" y="1324"/>
                    <a:pt x="488" y="1478"/>
                  </a:cubicBezTo>
                  <a:cubicBezTo>
                    <a:pt x="508" y="1629"/>
                    <a:pt x="530" y="1798"/>
                    <a:pt x="591" y="1935"/>
                  </a:cubicBezTo>
                  <a:cubicBezTo>
                    <a:pt x="602" y="1961"/>
                    <a:pt x="630" y="1974"/>
                    <a:pt x="659" y="1974"/>
                  </a:cubicBezTo>
                  <a:cubicBezTo>
                    <a:pt x="687" y="1974"/>
                    <a:pt x="715" y="1961"/>
                    <a:pt x="726" y="1935"/>
                  </a:cubicBezTo>
                  <a:cubicBezTo>
                    <a:pt x="787" y="1793"/>
                    <a:pt x="791" y="1613"/>
                    <a:pt x="775" y="1459"/>
                  </a:cubicBezTo>
                  <a:cubicBezTo>
                    <a:pt x="757" y="1289"/>
                    <a:pt x="709" y="1116"/>
                    <a:pt x="657" y="952"/>
                  </a:cubicBezTo>
                  <a:cubicBezTo>
                    <a:pt x="554" y="630"/>
                    <a:pt x="403" y="323"/>
                    <a:pt x="212" y="45"/>
                  </a:cubicBezTo>
                  <a:cubicBezTo>
                    <a:pt x="190" y="14"/>
                    <a:pt x="16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3366450" y="1349500"/>
              <a:ext cx="14375" cy="69550"/>
            </a:xfrm>
            <a:custGeom>
              <a:avLst/>
              <a:gdLst/>
              <a:ahLst/>
              <a:cxnLst/>
              <a:rect l="l" t="t" r="r" b="b"/>
              <a:pathLst>
                <a:path w="575" h="2782" extrusionOk="0">
                  <a:moveTo>
                    <a:pt x="130" y="1"/>
                  </a:moveTo>
                  <a:cubicBezTo>
                    <a:pt x="66" y="1"/>
                    <a:pt x="1" y="53"/>
                    <a:pt x="21" y="136"/>
                  </a:cubicBezTo>
                  <a:cubicBezTo>
                    <a:pt x="131" y="562"/>
                    <a:pt x="202" y="997"/>
                    <a:pt x="226" y="1437"/>
                  </a:cubicBezTo>
                  <a:cubicBezTo>
                    <a:pt x="236" y="1646"/>
                    <a:pt x="231" y="1854"/>
                    <a:pt x="229" y="2064"/>
                  </a:cubicBezTo>
                  <a:cubicBezTo>
                    <a:pt x="228" y="2267"/>
                    <a:pt x="196" y="2526"/>
                    <a:pt x="275" y="2717"/>
                  </a:cubicBezTo>
                  <a:cubicBezTo>
                    <a:pt x="292" y="2758"/>
                    <a:pt x="328" y="2782"/>
                    <a:pt x="365" y="2782"/>
                  </a:cubicBezTo>
                  <a:cubicBezTo>
                    <a:pt x="392" y="2782"/>
                    <a:pt x="420" y="2768"/>
                    <a:pt x="441" y="2739"/>
                  </a:cubicBezTo>
                  <a:cubicBezTo>
                    <a:pt x="558" y="2568"/>
                    <a:pt x="558" y="2311"/>
                    <a:pt x="564" y="2113"/>
                  </a:cubicBezTo>
                  <a:cubicBezTo>
                    <a:pt x="575" y="1881"/>
                    <a:pt x="549" y="1643"/>
                    <a:pt x="522" y="1413"/>
                  </a:cubicBezTo>
                  <a:cubicBezTo>
                    <a:pt x="468" y="958"/>
                    <a:pt x="372" y="513"/>
                    <a:pt x="231" y="76"/>
                  </a:cubicBezTo>
                  <a:cubicBezTo>
                    <a:pt x="214" y="24"/>
                    <a:pt x="172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2468075" y="2047525"/>
              <a:ext cx="35375" cy="53650"/>
            </a:xfrm>
            <a:custGeom>
              <a:avLst/>
              <a:gdLst/>
              <a:ahLst/>
              <a:cxnLst/>
              <a:rect l="l" t="t" r="r" b="b"/>
              <a:pathLst>
                <a:path w="1415" h="2146" extrusionOk="0">
                  <a:moveTo>
                    <a:pt x="1285" y="0"/>
                  </a:moveTo>
                  <a:cubicBezTo>
                    <a:pt x="1278" y="0"/>
                    <a:pt x="1271" y="1"/>
                    <a:pt x="1264" y="4"/>
                  </a:cubicBezTo>
                  <a:cubicBezTo>
                    <a:pt x="1179" y="31"/>
                    <a:pt x="1130" y="107"/>
                    <a:pt x="1096" y="183"/>
                  </a:cubicBezTo>
                  <a:cubicBezTo>
                    <a:pt x="1054" y="274"/>
                    <a:pt x="1012" y="364"/>
                    <a:pt x="966" y="454"/>
                  </a:cubicBezTo>
                  <a:cubicBezTo>
                    <a:pt x="878" y="626"/>
                    <a:pt x="807" y="811"/>
                    <a:pt x="716" y="983"/>
                  </a:cubicBezTo>
                  <a:cubicBezTo>
                    <a:pt x="535" y="1330"/>
                    <a:pt x="318" y="1656"/>
                    <a:pt x="68" y="1957"/>
                  </a:cubicBezTo>
                  <a:cubicBezTo>
                    <a:pt x="0" y="2039"/>
                    <a:pt x="69" y="2146"/>
                    <a:pt x="148" y="2146"/>
                  </a:cubicBezTo>
                  <a:cubicBezTo>
                    <a:pt x="173" y="2146"/>
                    <a:pt x="198" y="2136"/>
                    <a:pt x="222" y="2111"/>
                  </a:cubicBezTo>
                  <a:cubicBezTo>
                    <a:pt x="502" y="1817"/>
                    <a:pt x="755" y="1494"/>
                    <a:pt x="968" y="1149"/>
                  </a:cubicBezTo>
                  <a:cubicBezTo>
                    <a:pt x="1074" y="978"/>
                    <a:pt x="1184" y="800"/>
                    <a:pt x="1257" y="613"/>
                  </a:cubicBezTo>
                  <a:cubicBezTo>
                    <a:pt x="1294" y="520"/>
                    <a:pt x="1326" y="425"/>
                    <a:pt x="1357" y="330"/>
                  </a:cubicBezTo>
                  <a:cubicBezTo>
                    <a:pt x="1384" y="240"/>
                    <a:pt x="1414" y="127"/>
                    <a:pt x="1358" y="43"/>
                  </a:cubicBezTo>
                  <a:cubicBezTo>
                    <a:pt x="1342" y="18"/>
                    <a:pt x="1314" y="0"/>
                    <a:pt x="1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2512275" y="2037725"/>
              <a:ext cx="28050" cy="47800"/>
            </a:xfrm>
            <a:custGeom>
              <a:avLst/>
              <a:gdLst/>
              <a:ahLst/>
              <a:cxnLst/>
              <a:rect l="l" t="t" r="r" b="b"/>
              <a:pathLst>
                <a:path w="1122" h="1912" extrusionOk="0">
                  <a:moveTo>
                    <a:pt x="980" y="1"/>
                  </a:moveTo>
                  <a:cubicBezTo>
                    <a:pt x="945" y="1"/>
                    <a:pt x="907" y="19"/>
                    <a:pt x="888" y="47"/>
                  </a:cubicBezTo>
                  <a:cubicBezTo>
                    <a:pt x="842" y="115"/>
                    <a:pt x="825" y="182"/>
                    <a:pt x="802" y="259"/>
                  </a:cubicBezTo>
                  <a:cubicBezTo>
                    <a:pt x="781" y="331"/>
                    <a:pt x="753" y="404"/>
                    <a:pt x="731" y="477"/>
                  </a:cubicBezTo>
                  <a:cubicBezTo>
                    <a:pt x="687" y="624"/>
                    <a:pt x="644" y="768"/>
                    <a:pt x="580" y="906"/>
                  </a:cubicBezTo>
                  <a:cubicBezTo>
                    <a:pt x="450" y="1191"/>
                    <a:pt x="301" y="1455"/>
                    <a:pt x="89" y="1685"/>
                  </a:cubicBezTo>
                  <a:cubicBezTo>
                    <a:pt x="1" y="1783"/>
                    <a:pt x="86" y="1911"/>
                    <a:pt x="187" y="1911"/>
                  </a:cubicBezTo>
                  <a:cubicBezTo>
                    <a:pt x="217" y="1911"/>
                    <a:pt x="248" y="1900"/>
                    <a:pt x="277" y="1874"/>
                  </a:cubicBezTo>
                  <a:cubicBezTo>
                    <a:pt x="528" y="1647"/>
                    <a:pt x="756" y="1368"/>
                    <a:pt x="895" y="1059"/>
                  </a:cubicBezTo>
                  <a:cubicBezTo>
                    <a:pt x="964" y="903"/>
                    <a:pt x="1032" y="737"/>
                    <a:pt x="1069" y="570"/>
                  </a:cubicBezTo>
                  <a:cubicBezTo>
                    <a:pt x="1103" y="404"/>
                    <a:pt x="1121" y="203"/>
                    <a:pt x="1054" y="47"/>
                  </a:cubicBezTo>
                  <a:cubicBezTo>
                    <a:pt x="1040" y="14"/>
                    <a:pt x="1011" y="1"/>
                    <a:pt x="9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3157950" y="1704675"/>
              <a:ext cx="11625" cy="53425"/>
            </a:xfrm>
            <a:custGeom>
              <a:avLst/>
              <a:gdLst/>
              <a:ahLst/>
              <a:cxnLst/>
              <a:rect l="l" t="t" r="r" b="b"/>
              <a:pathLst>
                <a:path w="465" h="2137" extrusionOk="0">
                  <a:moveTo>
                    <a:pt x="152" y="0"/>
                  </a:moveTo>
                  <a:cubicBezTo>
                    <a:pt x="77" y="0"/>
                    <a:pt x="1" y="62"/>
                    <a:pt x="28" y="157"/>
                  </a:cubicBezTo>
                  <a:cubicBezTo>
                    <a:pt x="114" y="467"/>
                    <a:pt x="162" y="783"/>
                    <a:pt x="167" y="1105"/>
                  </a:cubicBezTo>
                  <a:cubicBezTo>
                    <a:pt x="169" y="1258"/>
                    <a:pt x="160" y="1412"/>
                    <a:pt x="158" y="1566"/>
                  </a:cubicBezTo>
                  <a:cubicBezTo>
                    <a:pt x="157" y="1730"/>
                    <a:pt x="128" y="1895"/>
                    <a:pt x="145" y="2059"/>
                  </a:cubicBezTo>
                  <a:cubicBezTo>
                    <a:pt x="149" y="2104"/>
                    <a:pt x="188" y="2136"/>
                    <a:pt x="228" y="2136"/>
                  </a:cubicBezTo>
                  <a:cubicBezTo>
                    <a:pt x="251" y="2136"/>
                    <a:pt x="275" y="2125"/>
                    <a:pt x="290" y="2098"/>
                  </a:cubicBezTo>
                  <a:cubicBezTo>
                    <a:pt x="378" y="1949"/>
                    <a:pt x="407" y="1773"/>
                    <a:pt x="434" y="1604"/>
                  </a:cubicBezTo>
                  <a:cubicBezTo>
                    <a:pt x="463" y="1436"/>
                    <a:pt x="465" y="1272"/>
                    <a:pt x="456" y="1103"/>
                  </a:cubicBezTo>
                  <a:lnTo>
                    <a:pt x="456" y="1103"/>
                  </a:lnTo>
                  <a:lnTo>
                    <a:pt x="456" y="1105"/>
                  </a:lnTo>
                  <a:cubicBezTo>
                    <a:pt x="439" y="759"/>
                    <a:pt x="377" y="418"/>
                    <a:pt x="272" y="90"/>
                  </a:cubicBezTo>
                  <a:cubicBezTo>
                    <a:pt x="252" y="27"/>
                    <a:pt x="202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3186850" y="1672850"/>
              <a:ext cx="8475" cy="46300"/>
            </a:xfrm>
            <a:custGeom>
              <a:avLst/>
              <a:gdLst/>
              <a:ahLst/>
              <a:cxnLst/>
              <a:rect l="l" t="t" r="r" b="b"/>
              <a:pathLst>
                <a:path w="339" h="1852" extrusionOk="0">
                  <a:moveTo>
                    <a:pt x="187" y="0"/>
                  </a:moveTo>
                  <a:cubicBezTo>
                    <a:pt x="135" y="0"/>
                    <a:pt x="79" y="35"/>
                    <a:pt x="85" y="95"/>
                  </a:cubicBezTo>
                  <a:cubicBezTo>
                    <a:pt x="110" y="376"/>
                    <a:pt x="114" y="659"/>
                    <a:pt x="92" y="941"/>
                  </a:cubicBezTo>
                  <a:cubicBezTo>
                    <a:pt x="70" y="1220"/>
                    <a:pt x="1" y="1498"/>
                    <a:pt x="23" y="1780"/>
                  </a:cubicBezTo>
                  <a:cubicBezTo>
                    <a:pt x="26" y="1823"/>
                    <a:pt x="62" y="1852"/>
                    <a:pt x="99" y="1852"/>
                  </a:cubicBezTo>
                  <a:cubicBezTo>
                    <a:pt x="121" y="1852"/>
                    <a:pt x="143" y="1841"/>
                    <a:pt x="158" y="1816"/>
                  </a:cubicBezTo>
                  <a:cubicBezTo>
                    <a:pt x="307" y="1557"/>
                    <a:pt x="324" y="1249"/>
                    <a:pt x="330" y="957"/>
                  </a:cubicBezTo>
                  <a:cubicBezTo>
                    <a:pt x="339" y="661"/>
                    <a:pt x="319" y="363"/>
                    <a:pt x="275" y="70"/>
                  </a:cubicBezTo>
                  <a:lnTo>
                    <a:pt x="275" y="68"/>
                  </a:lnTo>
                  <a:cubicBezTo>
                    <a:pt x="268" y="22"/>
                    <a:pt x="228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0" name="Google Shape;440;p22"/>
          <p:cNvSpPr/>
          <p:nvPr/>
        </p:nvSpPr>
        <p:spPr>
          <a:xfrm>
            <a:off x="4631850" y="1527275"/>
            <a:ext cx="4512150" cy="3616225"/>
          </a:xfrm>
          <a:custGeom>
            <a:avLst/>
            <a:gdLst/>
            <a:ahLst/>
            <a:cxnLst/>
            <a:rect l="l" t="t" r="r" b="b"/>
            <a:pathLst>
              <a:path w="180486" h="144649" extrusionOk="0">
                <a:moveTo>
                  <a:pt x="180483" y="62928"/>
                </a:moveTo>
                <a:cubicBezTo>
                  <a:pt x="180216" y="63378"/>
                  <a:pt x="179937" y="63821"/>
                  <a:pt x="179646" y="64256"/>
                </a:cubicBezTo>
                <a:cubicBezTo>
                  <a:pt x="179622" y="64291"/>
                  <a:pt x="179611" y="64326"/>
                  <a:pt x="179611" y="64360"/>
                </a:cubicBezTo>
                <a:cubicBezTo>
                  <a:pt x="179604" y="64373"/>
                  <a:pt x="179598" y="64386"/>
                  <a:pt x="179594" y="64401"/>
                </a:cubicBezTo>
                <a:cubicBezTo>
                  <a:pt x="179539" y="64622"/>
                  <a:pt x="179453" y="64873"/>
                  <a:pt x="179561" y="65093"/>
                </a:cubicBezTo>
                <a:cubicBezTo>
                  <a:pt x="179604" y="65178"/>
                  <a:pt x="179676" y="65245"/>
                  <a:pt x="179762" y="65282"/>
                </a:cubicBezTo>
                <a:cubicBezTo>
                  <a:pt x="179758" y="65386"/>
                  <a:pt x="179782" y="65489"/>
                  <a:pt x="179855" y="65576"/>
                </a:cubicBezTo>
                <a:cubicBezTo>
                  <a:pt x="179914" y="65647"/>
                  <a:pt x="180000" y="65697"/>
                  <a:pt x="180087" y="65705"/>
                </a:cubicBezTo>
                <a:cubicBezTo>
                  <a:pt x="180072" y="65863"/>
                  <a:pt x="180080" y="66030"/>
                  <a:pt x="180074" y="66181"/>
                </a:cubicBezTo>
                <a:cubicBezTo>
                  <a:pt x="180065" y="66400"/>
                  <a:pt x="180056" y="66620"/>
                  <a:pt x="180048" y="66839"/>
                </a:cubicBezTo>
                <a:cubicBezTo>
                  <a:pt x="180030" y="67278"/>
                  <a:pt x="180022" y="67717"/>
                  <a:pt x="180017" y="68156"/>
                </a:cubicBezTo>
                <a:cubicBezTo>
                  <a:pt x="180013" y="68595"/>
                  <a:pt x="180004" y="69034"/>
                  <a:pt x="180005" y="69472"/>
                </a:cubicBezTo>
                <a:cubicBezTo>
                  <a:pt x="180005" y="69692"/>
                  <a:pt x="180005" y="69911"/>
                  <a:pt x="180005" y="70131"/>
                </a:cubicBezTo>
                <a:cubicBezTo>
                  <a:pt x="180005" y="70241"/>
                  <a:pt x="179992" y="70382"/>
                  <a:pt x="180007" y="70510"/>
                </a:cubicBezTo>
                <a:cubicBezTo>
                  <a:pt x="179764" y="70544"/>
                  <a:pt x="179607" y="70793"/>
                  <a:pt x="179581" y="71025"/>
                </a:cubicBezTo>
                <a:cubicBezTo>
                  <a:pt x="179565" y="71159"/>
                  <a:pt x="179578" y="71295"/>
                  <a:pt x="179589" y="71429"/>
                </a:cubicBezTo>
                <a:cubicBezTo>
                  <a:pt x="179602" y="71593"/>
                  <a:pt x="179611" y="71754"/>
                  <a:pt x="179680" y="71905"/>
                </a:cubicBezTo>
                <a:cubicBezTo>
                  <a:pt x="179697" y="71946"/>
                  <a:pt x="179730" y="71968"/>
                  <a:pt x="179765" y="71978"/>
                </a:cubicBezTo>
                <a:cubicBezTo>
                  <a:pt x="179844" y="72097"/>
                  <a:pt x="180017" y="72165"/>
                  <a:pt x="180126" y="72251"/>
                </a:cubicBezTo>
                <a:cubicBezTo>
                  <a:pt x="180245" y="72342"/>
                  <a:pt x="180342" y="72442"/>
                  <a:pt x="180368" y="72595"/>
                </a:cubicBezTo>
                <a:cubicBezTo>
                  <a:pt x="180429" y="72963"/>
                  <a:pt x="180247" y="73341"/>
                  <a:pt x="180271" y="73711"/>
                </a:cubicBezTo>
                <a:cubicBezTo>
                  <a:pt x="180162" y="73718"/>
                  <a:pt x="180054" y="73741"/>
                  <a:pt x="179970" y="73793"/>
                </a:cubicBezTo>
                <a:cubicBezTo>
                  <a:pt x="179959" y="73798"/>
                  <a:pt x="179950" y="73808"/>
                  <a:pt x="179942" y="73815"/>
                </a:cubicBezTo>
                <a:cubicBezTo>
                  <a:pt x="179890" y="73847"/>
                  <a:pt x="179849" y="73901"/>
                  <a:pt x="179844" y="73977"/>
                </a:cubicBezTo>
                <a:cubicBezTo>
                  <a:pt x="179823" y="74304"/>
                  <a:pt x="179812" y="74631"/>
                  <a:pt x="179816" y="74959"/>
                </a:cubicBezTo>
                <a:cubicBezTo>
                  <a:pt x="179818" y="75167"/>
                  <a:pt x="179812" y="75400"/>
                  <a:pt x="179849" y="75617"/>
                </a:cubicBezTo>
                <a:cubicBezTo>
                  <a:pt x="179773" y="75621"/>
                  <a:pt x="179697" y="75625"/>
                  <a:pt x="179619" y="75630"/>
                </a:cubicBezTo>
                <a:cubicBezTo>
                  <a:pt x="179557" y="75632"/>
                  <a:pt x="179487" y="75634"/>
                  <a:pt x="179416" y="75643"/>
                </a:cubicBezTo>
                <a:cubicBezTo>
                  <a:pt x="179412" y="75532"/>
                  <a:pt x="179394" y="75418"/>
                  <a:pt x="179386" y="75327"/>
                </a:cubicBezTo>
                <a:cubicBezTo>
                  <a:pt x="179366" y="75085"/>
                  <a:pt x="179358" y="74842"/>
                  <a:pt x="179367" y="74598"/>
                </a:cubicBezTo>
                <a:cubicBezTo>
                  <a:pt x="179373" y="74377"/>
                  <a:pt x="179427" y="74124"/>
                  <a:pt x="179347" y="73912"/>
                </a:cubicBezTo>
                <a:cubicBezTo>
                  <a:pt x="179289" y="73755"/>
                  <a:pt x="179094" y="73629"/>
                  <a:pt x="178932" y="73676"/>
                </a:cubicBezTo>
                <a:cubicBezTo>
                  <a:pt x="178670" y="73599"/>
                  <a:pt x="178393" y="73562"/>
                  <a:pt x="178123" y="73540"/>
                </a:cubicBezTo>
                <a:cubicBezTo>
                  <a:pt x="177984" y="73530"/>
                  <a:pt x="177848" y="73527"/>
                  <a:pt x="177709" y="73530"/>
                </a:cubicBezTo>
                <a:cubicBezTo>
                  <a:pt x="177569" y="73534"/>
                  <a:pt x="177409" y="73530"/>
                  <a:pt x="177286" y="73609"/>
                </a:cubicBezTo>
                <a:cubicBezTo>
                  <a:pt x="177245" y="73635"/>
                  <a:pt x="177221" y="73683"/>
                  <a:pt x="177219" y="73729"/>
                </a:cubicBezTo>
                <a:cubicBezTo>
                  <a:pt x="177206" y="73746"/>
                  <a:pt x="177197" y="73767"/>
                  <a:pt x="177193" y="73789"/>
                </a:cubicBezTo>
                <a:cubicBezTo>
                  <a:pt x="177139" y="74111"/>
                  <a:pt x="177173" y="74455"/>
                  <a:pt x="177171" y="74780"/>
                </a:cubicBezTo>
                <a:cubicBezTo>
                  <a:pt x="177171" y="74942"/>
                  <a:pt x="177171" y="75102"/>
                  <a:pt x="177175" y="75264"/>
                </a:cubicBezTo>
                <a:cubicBezTo>
                  <a:pt x="177177" y="75338"/>
                  <a:pt x="177173" y="75416"/>
                  <a:pt x="177177" y="75494"/>
                </a:cubicBezTo>
                <a:cubicBezTo>
                  <a:pt x="177019" y="75483"/>
                  <a:pt x="176851" y="75468"/>
                  <a:pt x="176695" y="75483"/>
                </a:cubicBezTo>
                <a:cubicBezTo>
                  <a:pt x="176701" y="75403"/>
                  <a:pt x="176695" y="75321"/>
                  <a:pt x="176691" y="75247"/>
                </a:cubicBezTo>
                <a:cubicBezTo>
                  <a:pt x="176686" y="75065"/>
                  <a:pt x="176673" y="74884"/>
                  <a:pt x="176671" y="74704"/>
                </a:cubicBezTo>
                <a:cubicBezTo>
                  <a:pt x="176667" y="74529"/>
                  <a:pt x="176667" y="74356"/>
                  <a:pt x="176671" y="74183"/>
                </a:cubicBezTo>
                <a:cubicBezTo>
                  <a:pt x="176673" y="74003"/>
                  <a:pt x="176699" y="73821"/>
                  <a:pt x="176689" y="73640"/>
                </a:cubicBezTo>
                <a:cubicBezTo>
                  <a:pt x="176684" y="73527"/>
                  <a:pt x="176600" y="73439"/>
                  <a:pt x="176485" y="73436"/>
                </a:cubicBezTo>
                <a:cubicBezTo>
                  <a:pt x="176176" y="73423"/>
                  <a:pt x="175875" y="73376"/>
                  <a:pt x="175570" y="73339"/>
                </a:cubicBezTo>
                <a:cubicBezTo>
                  <a:pt x="175553" y="73313"/>
                  <a:pt x="175535" y="73285"/>
                  <a:pt x="175518" y="73259"/>
                </a:cubicBezTo>
                <a:cubicBezTo>
                  <a:pt x="175391" y="73054"/>
                  <a:pt x="175267" y="72850"/>
                  <a:pt x="175146" y="72643"/>
                </a:cubicBezTo>
                <a:cubicBezTo>
                  <a:pt x="174898" y="72217"/>
                  <a:pt x="174655" y="71790"/>
                  <a:pt x="174432" y="71353"/>
                </a:cubicBezTo>
                <a:cubicBezTo>
                  <a:pt x="173983" y="70479"/>
                  <a:pt x="173591" y="69577"/>
                  <a:pt x="173266" y="68650"/>
                </a:cubicBezTo>
                <a:cubicBezTo>
                  <a:pt x="172611" y="66802"/>
                  <a:pt x="172202" y="64858"/>
                  <a:pt x="172051" y="62904"/>
                </a:cubicBezTo>
                <a:cubicBezTo>
                  <a:pt x="172008" y="62349"/>
                  <a:pt x="171982" y="61795"/>
                  <a:pt x="171977" y="61239"/>
                </a:cubicBezTo>
                <a:cubicBezTo>
                  <a:pt x="171973" y="60962"/>
                  <a:pt x="171975" y="60685"/>
                  <a:pt x="171979" y="60408"/>
                </a:cubicBezTo>
                <a:cubicBezTo>
                  <a:pt x="171984" y="60131"/>
                  <a:pt x="171977" y="59852"/>
                  <a:pt x="171979" y="59575"/>
                </a:cubicBezTo>
                <a:cubicBezTo>
                  <a:pt x="171979" y="59551"/>
                  <a:pt x="171975" y="59528"/>
                  <a:pt x="171967" y="59510"/>
                </a:cubicBezTo>
                <a:cubicBezTo>
                  <a:pt x="172122" y="59370"/>
                  <a:pt x="172317" y="59272"/>
                  <a:pt x="172462" y="59113"/>
                </a:cubicBezTo>
                <a:cubicBezTo>
                  <a:pt x="172685" y="58870"/>
                  <a:pt x="172788" y="58550"/>
                  <a:pt x="172804" y="58225"/>
                </a:cubicBezTo>
                <a:cubicBezTo>
                  <a:pt x="172812" y="58040"/>
                  <a:pt x="172789" y="57854"/>
                  <a:pt x="172750" y="57676"/>
                </a:cubicBezTo>
                <a:cubicBezTo>
                  <a:pt x="172741" y="57635"/>
                  <a:pt x="172732" y="57590"/>
                  <a:pt x="172721" y="57546"/>
                </a:cubicBezTo>
                <a:cubicBezTo>
                  <a:pt x="172871" y="57514"/>
                  <a:pt x="173005" y="57419"/>
                  <a:pt x="173096" y="57293"/>
                </a:cubicBezTo>
                <a:cubicBezTo>
                  <a:pt x="173228" y="57109"/>
                  <a:pt x="173245" y="56874"/>
                  <a:pt x="173200" y="56659"/>
                </a:cubicBezTo>
                <a:cubicBezTo>
                  <a:pt x="173137" y="56344"/>
                  <a:pt x="172899" y="56039"/>
                  <a:pt x="172590" y="55937"/>
                </a:cubicBezTo>
                <a:cubicBezTo>
                  <a:pt x="172613" y="55825"/>
                  <a:pt x="172613" y="55708"/>
                  <a:pt x="172620" y="55595"/>
                </a:cubicBezTo>
                <a:cubicBezTo>
                  <a:pt x="172631" y="55437"/>
                  <a:pt x="172643" y="55279"/>
                  <a:pt x="172654" y="55121"/>
                </a:cubicBezTo>
                <a:cubicBezTo>
                  <a:pt x="172665" y="54970"/>
                  <a:pt x="172678" y="54819"/>
                  <a:pt x="172685" y="54669"/>
                </a:cubicBezTo>
                <a:cubicBezTo>
                  <a:pt x="172693" y="54518"/>
                  <a:pt x="172713" y="54365"/>
                  <a:pt x="172691" y="54215"/>
                </a:cubicBezTo>
                <a:cubicBezTo>
                  <a:pt x="172657" y="53988"/>
                  <a:pt x="172466" y="53830"/>
                  <a:pt x="172269" y="53739"/>
                </a:cubicBezTo>
                <a:cubicBezTo>
                  <a:pt x="172179" y="53698"/>
                  <a:pt x="172085" y="53666"/>
                  <a:pt x="171997" y="53622"/>
                </a:cubicBezTo>
                <a:cubicBezTo>
                  <a:pt x="171977" y="53610"/>
                  <a:pt x="171956" y="53597"/>
                  <a:pt x="171936" y="53584"/>
                </a:cubicBezTo>
                <a:cubicBezTo>
                  <a:pt x="171938" y="53532"/>
                  <a:pt x="171936" y="53482"/>
                  <a:pt x="171938" y="53436"/>
                </a:cubicBezTo>
                <a:cubicBezTo>
                  <a:pt x="171940" y="53244"/>
                  <a:pt x="171936" y="53054"/>
                  <a:pt x="171936" y="52863"/>
                </a:cubicBezTo>
                <a:cubicBezTo>
                  <a:pt x="171936" y="52483"/>
                  <a:pt x="171934" y="52102"/>
                  <a:pt x="171934" y="51721"/>
                </a:cubicBezTo>
                <a:cubicBezTo>
                  <a:pt x="171932" y="51373"/>
                  <a:pt x="171979" y="50970"/>
                  <a:pt x="171813" y="50650"/>
                </a:cubicBezTo>
                <a:cubicBezTo>
                  <a:pt x="171696" y="50425"/>
                  <a:pt x="171471" y="50291"/>
                  <a:pt x="171248" y="50190"/>
                </a:cubicBezTo>
                <a:cubicBezTo>
                  <a:pt x="171129" y="50134"/>
                  <a:pt x="171008" y="50084"/>
                  <a:pt x="170893" y="50025"/>
                </a:cubicBezTo>
                <a:cubicBezTo>
                  <a:pt x="170816" y="49984"/>
                  <a:pt x="170755" y="49932"/>
                  <a:pt x="170690" y="49880"/>
                </a:cubicBezTo>
                <a:cubicBezTo>
                  <a:pt x="170725" y="49740"/>
                  <a:pt x="170703" y="49578"/>
                  <a:pt x="170697" y="49441"/>
                </a:cubicBezTo>
                <a:cubicBezTo>
                  <a:pt x="170688" y="49286"/>
                  <a:pt x="170679" y="49121"/>
                  <a:pt x="170627" y="48974"/>
                </a:cubicBezTo>
                <a:cubicBezTo>
                  <a:pt x="170669" y="48970"/>
                  <a:pt x="170712" y="48967"/>
                  <a:pt x="170749" y="48965"/>
                </a:cubicBezTo>
                <a:cubicBezTo>
                  <a:pt x="170917" y="48954"/>
                  <a:pt x="171084" y="48952"/>
                  <a:pt x="171250" y="48931"/>
                </a:cubicBezTo>
                <a:cubicBezTo>
                  <a:pt x="171357" y="48916"/>
                  <a:pt x="171436" y="48868"/>
                  <a:pt x="171471" y="48762"/>
                </a:cubicBezTo>
                <a:cubicBezTo>
                  <a:pt x="171581" y="48433"/>
                  <a:pt x="171590" y="48048"/>
                  <a:pt x="171397" y="47745"/>
                </a:cubicBezTo>
                <a:cubicBezTo>
                  <a:pt x="171266" y="47540"/>
                  <a:pt x="171052" y="47380"/>
                  <a:pt x="170816" y="47328"/>
                </a:cubicBezTo>
                <a:cubicBezTo>
                  <a:pt x="170816" y="47315"/>
                  <a:pt x="170818" y="47300"/>
                  <a:pt x="170818" y="47287"/>
                </a:cubicBezTo>
                <a:cubicBezTo>
                  <a:pt x="171015" y="47298"/>
                  <a:pt x="171203" y="47246"/>
                  <a:pt x="171317" y="47051"/>
                </a:cubicBezTo>
                <a:cubicBezTo>
                  <a:pt x="171465" y="46792"/>
                  <a:pt x="171259" y="46532"/>
                  <a:pt x="171108" y="46333"/>
                </a:cubicBezTo>
                <a:cubicBezTo>
                  <a:pt x="170952" y="46129"/>
                  <a:pt x="170783" y="45933"/>
                  <a:pt x="170588" y="45764"/>
                </a:cubicBezTo>
                <a:cubicBezTo>
                  <a:pt x="170485" y="45677"/>
                  <a:pt x="170374" y="45615"/>
                  <a:pt x="170262" y="45541"/>
                </a:cubicBezTo>
                <a:cubicBezTo>
                  <a:pt x="170210" y="45507"/>
                  <a:pt x="170154" y="45470"/>
                  <a:pt x="170097" y="45448"/>
                </a:cubicBezTo>
                <a:cubicBezTo>
                  <a:pt x="170110" y="45312"/>
                  <a:pt x="170110" y="45176"/>
                  <a:pt x="170111" y="45041"/>
                </a:cubicBezTo>
                <a:cubicBezTo>
                  <a:pt x="170115" y="44827"/>
                  <a:pt x="170119" y="44613"/>
                  <a:pt x="170123" y="44399"/>
                </a:cubicBezTo>
                <a:cubicBezTo>
                  <a:pt x="170130" y="43971"/>
                  <a:pt x="170136" y="43543"/>
                  <a:pt x="170139" y="43116"/>
                </a:cubicBezTo>
                <a:cubicBezTo>
                  <a:pt x="170147" y="42260"/>
                  <a:pt x="170149" y="41407"/>
                  <a:pt x="170149" y="40551"/>
                </a:cubicBezTo>
                <a:cubicBezTo>
                  <a:pt x="170150" y="38848"/>
                  <a:pt x="170149" y="37146"/>
                  <a:pt x="170136" y="35442"/>
                </a:cubicBezTo>
                <a:cubicBezTo>
                  <a:pt x="170130" y="34964"/>
                  <a:pt x="170119" y="34484"/>
                  <a:pt x="170106" y="34007"/>
                </a:cubicBezTo>
                <a:cubicBezTo>
                  <a:pt x="170100" y="33763"/>
                  <a:pt x="170093" y="33519"/>
                  <a:pt x="170087" y="33276"/>
                </a:cubicBezTo>
                <a:cubicBezTo>
                  <a:pt x="170080" y="33034"/>
                  <a:pt x="170057" y="32803"/>
                  <a:pt x="170020" y="32563"/>
                </a:cubicBezTo>
                <a:cubicBezTo>
                  <a:pt x="170013" y="32519"/>
                  <a:pt x="169974" y="32495"/>
                  <a:pt x="169931" y="32493"/>
                </a:cubicBezTo>
                <a:cubicBezTo>
                  <a:pt x="169965" y="32377"/>
                  <a:pt x="169875" y="32270"/>
                  <a:pt x="169816" y="32169"/>
                </a:cubicBezTo>
                <a:cubicBezTo>
                  <a:pt x="169739" y="32035"/>
                  <a:pt x="169663" y="31901"/>
                  <a:pt x="169585" y="31767"/>
                </a:cubicBezTo>
                <a:cubicBezTo>
                  <a:pt x="169511" y="31641"/>
                  <a:pt x="169438" y="31513"/>
                  <a:pt x="169358" y="31390"/>
                </a:cubicBezTo>
                <a:cubicBezTo>
                  <a:pt x="169310" y="31314"/>
                  <a:pt x="169262" y="31230"/>
                  <a:pt x="169198" y="31161"/>
                </a:cubicBezTo>
                <a:cubicBezTo>
                  <a:pt x="169208" y="31066"/>
                  <a:pt x="169152" y="30962"/>
                  <a:pt x="169027" y="30966"/>
                </a:cubicBezTo>
                <a:cubicBezTo>
                  <a:pt x="168741" y="30973"/>
                  <a:pt x="168454" y="30983"/>
                  <a:pt x="168166" y="30992"/>
                </a:cubicBezTo>
                <a:cubicBezTo>
                  <a:pt x="168027" y="30996"/>
                  <a:pt x="167887" y="31007"/>
                  <a:pt x="167748" y="31016"/>
                </a:cubicBezTo>
                <a:cubicBezTo>
                  <a:pt x="167642" y="31023"/>
                  <a:pt x="167528" y="31027"/>
                  <a:pt x="167424" y="31055"/>
                </a:cubicBezTo>
                <a:cubicBezTo>
                  <a:pt x="167402" y="30914"/>
                  <a:pt x="167370" y="30774"/>
                  <a:pt x="167346" y="30635"/>
                </a:cubicBezTo>
                <a:cubicBezTo>
                  <a:pt x="167311" y="30417"/>
                  <a:pt x="167272" y="30201"/>
                  <a:pt x="167234" y="29984"/>
                </a:cubicBezTo>
                <a:cubicBezTo>
                  <a:pt x="167195" y="29768"/>
                  <a:pt x="167160" y="29551"/>
                  <a:pt x="167115" y="29335"/>
                </a:cubicBezTo>
                <a:cubicBezTo>
                  <a:pt x="167076" y="29154"/>
                  <a:pt x="167048" y="28978"/>
                  <a:pt x="166968" y="28814"/>
                </a:cubicBezTo>
                <a:cubicBezTo>
                  <a:pt x="166968" y="28349"/>
                  <a:pt x="166963" y="27884"/>
                  <a:pt x="166963" y="27421"/>
                </a:cubicBezTo>
                <a:cubicBezTo>
                  <a:pt x="166963" y="27021"/>
                  <a:pt x="166961" y="26623"/>
                  <a:pt x="166955" y="26225"/>
                </a:cubicBezTo>
                <a:cubicBezTo>
                  <a:pt x="166954" y="26019"/>
                  <a:pt x="166941" y="25812"/>
                  <a:pt x="166924" y="25606"/>
                </a:cubicBezTo>
                <a:cubicBezTo>
                  <a:pt x="166914" y="25498"/>
                  <a:pt x="166898" y="25398"/>
                  <a:pt x="166872" y="25293"/>
                </a:cubicBezTo>
                <a:cubicBezTo>
                  <a:pt x="166855" y="25219"/>
                  <a:pt x="166844" y="25137"/>
                  <a:pt x="166779" y="25093"/>
                </a:cubicBezTo>
                <a:cubicBezTo>
                  <a:pt x="166747" y="25018"/>
                  <a:pt x="166652" y="25018"/>
                  <a:pt x="166619" y="25093"/>
                </a:cubicBezTo>
                <a:cubicBezTo>
                  <a:pt x="166569" y="25130"/>
                  <a:pt x="166552" y="25189"/>
                  <a:pt x="166535" y="25251"/>
                </a:cubicBezTo>
                <a:cubicBezTo>
                  <a:pt x="166511" y="25340"/>
                  <a:pt x="166490" y="25427"/>
                  <a:pt x="166483" y="25519"/>
                </a:cubicBezTo>
                <a:cubicBezTo>
                  <a:pt x="166464" y="25708"/>
                  <a:pt x="166455" y="25902"/>
                  <a:pt x="166446" y="26093"/>
                </a:cubicBezTo>
                <a:cubicBezTo>
                  <a:pt x="166431" y="26447"/>
                  <a:pt x="166437" y="26802"/>
                  <a:pt x="166437" y="27155"/>
                </a:cubicBezTo>
                <a:cubicBezTo>
                  <a:pt x="166437" y="27572"/>
                  <a:pt x="166437" y="27988"/>
                  <a:pt x="166437" y="28405"/>
                </a:cubicBezTo>
                <a:cubicBezTo>
                  <a:pt x="166370" y="28331"/>
                  <a:pt x="166301" y="28256"/>
                  <a:pt x="166239" y="28178"/>
                </a:cubicBezTo>
                <a:cubicBezTo>
                  <a:pt x="166104" y="28007"/>
                  <a:pt x="165972" y="27830"/>
                  <a:pt x="165847" y="27652"/>
                </a:cubicBezTo>
                <a:cubicBezTo>
                  <a:pt x="165655" y="27375"/>
                  <a:pt x="165484" y="27081"/>
                  <a:pt x="165315" y="26789"/>
                </a:cubicBezTo>
                <a:cubicBezTo>
                  <a:pt x="165319" y="26058"/>
                  <a:pt x="165317" y="25325"/>
                  <a:pt x="165306" y="24594"/>
                </a:cubicBezTo>
                <a:cubicBezTo>
                  <a:pt x="165302" y="24315"/>
                  <a:pt x="165296" y="24036"/>
                  <a:pt x="165289" y="23757"/>
                </a:cubicBezTo>
                <a:cubicBezTo>
                  <a:pt x="165280" y="23501"/>
                  <a:pt x="165302" y="23186"/>
                  <a:pt x="165155" y="22963"/>
                </a:cubicBezTo>
                <a:cubicBezTo>
                  <a:pt x="165116" y="22906"/>
                  <a:pt x="165036" y="22906"/>
                  <a:pt x="164999" y="22963"/>
                </a:cubicBezTo>
                <a:cubicBezTo>
                  <a:pt x="164980" y="22991"/>
                  <a:pt x="164965" y="23021"/>
                  <a:pt x="164951" y="23051"/>
                </a:cubicBezTo>
                <a:cubicBezTo>
                  <a:pt x="164926" y="23051"/>
                  <a:pt x="164904" y="23065"/>
                  <a:pt x="164895" y="23095"/>
                </a:cubicBezTo>
                <a:cubicBezTo>
                  <a:pt x="164841" y="23259"/>
                  <a:pt x="164837" y="23426"/>
                  <a:pt x="164835" y="23597"/>
                </a:cubicBezTo>
                <a:cubicBezTo>
                  <a:pt x="164833" y="23774"/>
                  <a:pt x="164830" y="23953"/>
                  <a:pt x="164830" y="24129"/>
                </a:cubicBezTo>
                <a:cubicBezTo>
                  <a:pt x="164828" y="24490"/>
                  <a:pt x="164830" y="24851"/>
                  <a:pt x="164830" y="25214"/>
                </a:cubicBezTo>
                <a:lnTo>
                  <a:pt x="164830" y="26274"/>
                </a:lnTo>
                <a:cubicBezTo>
                  <a:pt x="164830" y="26452"/>
                  <a:pt x="164832" y="26629"/>
                  <a:pt x="164833" y="26805"/>
                </a:cubicBezTo>
                <a:cubicBezTo>
                  <a:pt x="164835" y="26898"/>
                  <a:pt x="164826" y="27001"/>
                  <a:pt x="164835" y="27099"/>
                </a:cubicBezTo>
                <a:lnTo>
                  <a:pt x="164835" y="27239"/>
                </a:lnTo>
                <a:cubicBezTo>
                  <a:pt x="164820" y="27350"/>
                  <a:pt x="164809" y="27460"/>
                  <a:pt x="164796" y="27572"/>
                </a:cubicBezTo>
                <a:cubicBezTo>
                  <a:pt x="164794" y="27598"/>
                  <a:pt x="164791" y="27622"/>
                  <a:pt x="164789" y="27646"/>
                </a:cubicBezTo>
                <a:cubicBezTo>
                  <a:pt x="164774" y="27709"/>
                  <a:pt x="164761" y="27774"/>
                  <a:pt x="164748" y="27838"/>
                </a:cubicBezTo>
                <a:cubicBezTo>
                  <a:pt x="164726" y="27942"/>
                  <a:pt x="164703" y="28048"/>
                  <a:pt x="164688" y="28156"/>
                </a:cubicBezTo>
                <a:cubicBezTo>
                  <a:pt x="164683" y="28184"/>
                  <a:pt x="164675" y="28211"/>
                  <a:pt x="164670" y="28239"/>
                </a:cubicBezTo>
                <a:cubicBezTo>
                  <a:pt x="164597" y="28565"/>
                  <a:pt x="164527" y="28890"/>
                  <a:pt x="164454" y="29216"/>
                </a:cubicBezTo>
                <a:cubicBezTo>
                  <a:pt x="164309" y="29882"/>
                  <a:pt x="164160" y="30545"/>
                  <a:pt x="164004" y="31208"/>
                </a:cubicBezTo>
                <a:cubicBezTo>
                  <a:pt x="163693" y="32521"/>
                  <a:pt x="163385" y="33834"/>
                  <a:pt x="163054" y="35141"/>
                </a:cubicBezTo>
                <a:cubicBezTo>
                  <a:pt x="162996" y="35360"/>
                  <a:pt x="162940" y="35582"/>
                  <a:pt x="162883" y="35801"/>
                </a:cubicBezTo>
                <a:cubicBezTo>
                  <a:pt x="162563" y="35822"/>
                  <a:pt x="162245" y="35859"/>
                  <a:pt x="161927" y="35887"/>
                </a:cubicBezTo>
                <a:cubicBezTo>
                  <a:pt x="161497" y="35926"/>
                  <a:pt x="161067" y="35961"/>
                  <a:pt x="160638" y="35998"/>
                </a:cubicBezTo>
                <a:cubicBezTo>
                  <a:pt x="159773" y="36073"/>
                  <a:pt x="158906" y="36138"/>
                  <a:pt x="158038" y="36197"/>
                </a:cubicBezTo>
                <a:cubicBezTo>
                  <a:pt x="157790" y="36214"/>
                  <a:pt x="157543" y="36233"/>
                  <a:pt x="157294" y="36251"/>
                </a:cubicBezTo>
                <a:cubicBezTo>
                  <a:pt x="157177" y="36261"/>
                  <a:pt x="157061" y="36274"/>
                  <a:pt x="156944" y="36287"/>
                </a:cubicBezTo>
                <a:cubicBezTo>
                  <a:pt x="156911" y="36290"/>
                  <a:pt x="156875" y="36296"/>
                  <a:pt x="156842" y="36301"/>
                </a:cubicBezTo>
                <a:cubicBezTo>
                  <a:pt x="156762" y="36069"/>
                  <a:pt x="156652" y="35844"/>
                  <a:pt x="156557" y="35626"/>
                </a:cubicBezTo>
                <a:cubicBezTo>
                  <a:pt x="156412" y="35288"/>
                  <a:pt x="156265" y="34949"/>
                  <a:pt x="156120" y="34611"/>
                </a:cubicBezTo>
                <a:cubicBezTo>
                  <a:pt x="155823" y="33919"/>
                  <a:pt x="155525" y="33229"/>
                  <a:pt x="155228" y="32539"/>
                </a:cubicBezTo>
                <a:cubicBezTo>
                  <a:pt x="154640" y="31174"/>
                  <a:pt x="154052" y="29807"/>
                  <a:pt x="153439" y="28451"/>
                </a:cubicBezTo>
                <a:cubicBezTo>
                  <a:pt x="153091" y="27683"/>
                  <a:pt x="152780" y="26891"/>
                  <a:pt x="152377" y="26151"/>
                </a:cubicBezTo>
                <a:cubicBezTo>
                  <a:pt x="152360" y="26119"/>
                  <a:pt x="152325" y="26114"/>
                  <a:pt x="152297" y="26127"/>
                </a:cubicBezTo>
                <a:cubicBezTo>
                  <a:pt x="152241" y="26110"/>
                  <a:pt x="152170" y="26130"/>
                  <a:pt x="152142" y="26201"/>
                </a:cubicBezTo>
                <a:cubicBezTo>
                  <a:pt x="152008" y="26545"/>
                  <a:pt x="151889" y="26897"/>
                  <a:pt x="151765" y="27244"/>
                </a:cubicBezTo>
                <a:cubicBezTo>
                  <a:pt x="151681" y="27481"/>
                  <a:pt x="151590" y="27713"/>
                  <a:pt x="151521" y="27953"/>
                </a:cubicBezTo>
                <a:cubicBezTo>
                  <a:pt x="151454" y="27813"/>
                  <a:pt x="151387" y="27674"/>
                  <a:pt x="151315" y="27536"/>
                </a:cubicBezTo>
                <a:cubicBezTo>
                  <a:pt x="151194" y="27302"/>
                  <a:pt x="151067" y="27068"/>
                  <a:pt x="150934" y="26839"/>
                </a:cubicBezTo>
                <a:cubicBezTo>
                  <a:pt x="150807" y="26623"/>
                  <a:pt x="150684" y="26361"/>
                  <a:pt x="150491" y="26195"/>
                </a:cubicBezTo>
                <a:cubicBezTo>
                  <a:pt x="150495" y="26190"/>
                  <a:pt x="150498" y="26182"/>
                  <a:pt x="150502" y="26173"/>
                </a:cubicBezTo>
                <a:cubicBezTo>
                  <a:pt x="150545" y="26067"/>
                  <a:pt x="150376" y="26004"/>
                  <a:pt x="150318" y="26097"/>
                </a:cubicBezTo>
                <a:cubicBezTo>
                  <a:pt x="149940" y="26726"/>
                  <a:pt x="149641" y="27408"/>
                  <a:pt x="149334" y="28074"/>
                </a:cubicBezTo>
                <a:cubicBezTo>
                  <a:pt x="149027" y="28747"/>
                  <a:pt x="148733" y="29428"/>
                  <a:pt x="148454" y="30114"/>
                </a:cubicBezTo>
                <a:cubicBezTo>
                  <a:pt x="148378" y="30304"/>
                  <a:pt x="148302" y="30495"/>
                  <a:pt x="148228" y="30685"/>
                </a:cubicBezTo>
                <a:cubicBezTo>
                  <a:pt x="148164" y="30847"/>
                  <a:pt x="148083" y="31018"/>
                  <a:pt x="148051" y="31191"/>
                </a:cubicBezTo>
                <a:cubicBezTo>
                  <a:pt x="147649" y="31200"/>
                  <a:pt x="147461" y="31847"/>
                  <a:pt x="147843" y="32031"/>
                </a:cubicBezTo>
                <a:cubicBezTo>
                  <a:pt x="147850" y="32035"/>
                  <a:pt x="147859" y="32039"/>
                  <a:pt x="147869" y="32041"/>
                </a:cubicBezTo>
                <a:cubicBezTo>
                  <a:pt x="147844" y="32217"/>
                  <a:pt x="147850" y="32394"/>
                  <a:pt x="147850" y="32571"/>
                </a:cubicBezTo>
                <a:cubicBezTo>
                  <a:pt x="147848" y="32790"/>
                  <a:pt x="147848" y="33010"/>
                  <a:pt x="147848" y="33229"/>
                </a:cubicBezTo>
                <a:cubicBezTo>
                  <a:pt x="147848" y="33683"/>
                  <a:pt x="147850" y="34137"/>
                  <a:pt x="147850" y="34590"/>
                </a:cubicBezTo>
                <a:cubicBezTo>
                  <a:pt x="147850" y="35044"/>
                  <a:pt x="147850" y="35498"/>
                  <a:pt x="147850" y="35952"/>
                </a:cubicBezTo>
                <a:cubicBezTo>
                  <a:pt x="147850" y="36171"/>
                  <a:pt x="147850" y="36391"/>
                  <a:pt x="147854" y="36610"/>
                </a:cubicBezTo>
                <a:cubicBezTo>
                  <a:pt x="147856" y="36727"/>
                  <a:pt x="147854" y="36845"/>
                  <a:pt x="147857" y="36960"/>
                </a:cubicBezTo>
                <a:cubicBezTo>
                  <a:pt x="147861" y="37012"/>
                  <a:pt x="147861" y="37066"/>
                  <a:pt x="147869" y="37116"/>
                </a:cubicBezTo>
                <a:cubicBezTo>
                  <a:pt x="147776" y="37107"/>
                  <a:pt x="147677" y="37125"/>
                  <a:pt x="147584" y="37133"/>
                </a:cubicBezTo>
                <a:cubicBezTo>
                  <a:pt x="147448" y="37144"/>
                  <a:pt x="147311" y="37151"/>
                  <a:pt x="147173" y="37159"/>
                </a:cubicBezTo>
                <a:cubicBezTo>
                  <a:pt x="147037" y="37164"/>
                  <a:pt x="146900" y="37168"/>
                  <a:pt x="146764" y="37170"/>
                </a:cubicBezTo>
                <a:cubicBezTo>
                  <a:pt x="146684" y="37172"/>
                  <a:pt x="146602" y="37168"/>
                  <a:pt x="146524" y="37174"/>
                </a:cubicBezTo>
                <a:lnTo>
                  <a:pt x="146524" y="36248"/>
                </a:lnTo>
                <a:cubicBezTo>
                  <a:pt x="146524" y="35954"/>
                  <a:pt x="146520" y="35660"/>
                  <a:pt x="146518" y="35366"/>
                </a:cubicBezTo>
                <a:cubicBezTo>
                  <a:pt x="146517" y="35212"/>
                  <a:pt x="146513" y="35057"/>
                  <a:pt x="146507" y="34903"/>
                </a:cubicBezTo>
                <a:cubicBezTo>
                  <a:pt x="146505" y="34829"/>
                  <a:pt x="146511" y="34736"/>
                  <a:pt x="146492" y="34654"/>
                </a:cubicBezTo>
                <a:cubicBezTo>
                  <a:pt x="146760" y="34587"/>
                  <a:pt x="146961" y="34315"/>
                  <a:pt x="146957" y="34040"/>
                </a:cubicBezTo>
                <a:cubicBezTo>
                  <a:pt x="146955" y="33804"/>
                  <a:pt x="146799" y="33551"/>
                  <a:pt x="146572" y="33467"/>
                </a:cubicBezTo>
                <a:cubicBezTo>
                  <a:pt x="146574" y="33244"/>
                  <a:pt x="146563" y="33021"/>
                  <a:pt x="146559" y="32798"/>
                </a:cubicBezTo>
                <a:cubicBezTo>
                  <a:pt x="146556" y="32682"/>
                  <a:pt x="146554" y="32567"/>
                  <a:pt x="146548" y="32452"/>
                </a:cubicBezTo>
                <a:cubicBezTo>
                  <a:pt x="146544" y="32381"/>
                  <a:pt x="146544" y="32305"/>
                  <a:pt x="146537" y="32232"/>
                </a:cubicBezTo>
                <a:cubicBezTo>
                  <a:pt x="146842" y="32000"/>
                  <a:pt x="147099" y="31686"/>
                  <a:pt x="147298" y="31366"/>
                </a:cubicBezTo>
                <a:cubicBezTo>
                  <a:pt x="147406" y="31187"/>
                  <a:pt x="147500" y="30999"/>
                  <a:pt x="147575" y="30804"/>
                </a:cubicBezTo>
                <a:cubicBezTo>
                  <a:pt x="147614" y="30704"/>
                  <a:pt x="147645" y="30598"/>
                  <a:pt x="147671" y="30493"/>
                </a:cubicBezTo>
                <a:cubicBezTo>
                  <a:pt x="147690" y="30417"/>
                  <a:pt x="147712" y="30337"/>
                  <a:pt x="147711" y="30257"/>
                </a:cubicBezTo>
                <a:cubicBezTo>
                  <a:pt x="147750" y="30068"/>
                  <a:pt x="147725" y="29863"/>
                  <a:pt x="147722" y="29671"/>
                </a:cubicBezTo>
                <a:cubicBezTo>
                  <a:pt x="147718" y="29465"/>
                  <a:pt x="147714" y="29260"/>
                  <a:pt x="147711" y="29054"/>
                </a:cubicBezTo>
                <a:cubicBezTo>
                  <a:pt x="147705" y="28652"/>
                  <a:pt x="147698" y="28249"/>
                  <a:pt x="147688" y="27845"/>
                </a:cubicBezTo>
                <a:cubicBezTo>
                  <a:pt x="147677" y="27442"/>
                  <a:pt x="147668" y="27038"/>
                  <a:pt x="147657" y="26636"/>
                </a:cubicBezTo>
                <a:cubicBezTo>
                  <a:pt x="147651" y="26430"/>
                  <a:pt x="147647" y="26225"/>
                  <a:pt x="147636" y="26019"/>
                </a:cubicBezTo>
                <a:cubicBezTo>
                  <a:pt x="147631" y="25917"/>
                  <a:pt x="147621" y="25814"/>
                  <a:pt x="147610" y="25712"/>
                </a:cubicBezTo>
                <a:cubicBezTo>
                  <a:pt x="147606" y="25675"/>
                  <a:pt x="147603" y="25636"/>
                  <a:pt x="147597" y="25597"/>
                </a:cubicBezTo>
                <a:cubicBezTo>
                  <a:pt x="147610" y="25580"/>
                  <a:pt x="147619" y="25558"/>
                  <a:pt x="147621" y="25535"/>
                </a:cubicBezTo>
                <a:cubicBezTo>
                  <a:pt x="147636" y="25426"/>
                  <a:pt x="147579" y="25336"/>
                  <a:pt x="147536" y="25238"/>
                </a:cubicBezTo>
                <a:cubicBezTo>
                  <a:pt x="147493" y="25137"/>
                  <a:pt x="147448" y="25035"/>
                  <a:pt x="147406" y="24933"/>
                </a:cubicBezTo>
                <a:cubicBezTo>
                  <a:pt x="147322" y="24732"/>
                  <a:pt x="147240" y="24527"/>
                  <a:pt x="147162" y="24323"/>
                </a:cubicBezTo>
                <a:cubicBezTo>
                  <a:pt x="147006" y="23914"/>
                  <a:pt x="146864" y="23501"/>
                  <a:pt x="146734" y="23082"/>
                </a:cubicBezTo>
                <a:cubicBezTo>
                  <a:pt x="146476" y="22245"/>
                  <a:pt x="146273" y="21394"/>
                  <a:pt x="146124" y="20531"/>
                </a:cubicBezTo>
                <a:cubicBezTo>
                  <a:pt x="146083" y="20294"/>
                  <a:pt x="146046" y="20058"/>
                  <a:pt x="146009" y="19822"/>
                </a:cubicBezTo>
                <a:cubicBezTo>
                  <a:pt x="145990" y="19701"/>
                  <a:pt x="145970" y="19580"/>
                  <a:pt x="145949" y="19459"/>
                </a:cubicBezTo>
                <a:cubicBezTo>
                  <a:pt x="145931" y="19359"/>
                  <a:pt x="145920" y="19253"/>
                  <a:pt x="145881" y="19158"/>
                </a:cubicBezTo>
                <a:cubicBezTo>
                  <a:pt x="145879" y="19136"/>
                  <a:pt x="145877" y="19115"/>
                  <a:pt x="145875" y="19093"/>
                </a:cubicBezTo>
                <a:cubicBezTo>
                  <a:pt x="145862" y="18989"/>
                  <a:pt x="145735" y="18970"/>
                  <a:pt x="145693" y="19069"/>
                </a:cubicBezTo>
                <a:cubicBezTo>
                  <a:pt x="145609" y="19272"/>
                  <a:pt x="145589" y="19504"/>
                  <a:pt x="145553" y="19720"/>
                </a:cubicBezTo>
                <a:cubicBezTo>
                  <a:pt x="145518" y="19941"/>
                  <a:pt x="145481" y="20161"/>
                  <a:pt x="145440" y="20382"/>
                </a:cubicBezTo>
                <a:cubicBezTo>
                  <a:pt x="145362" y="20821"/>
                  <a:pt x="145271" y="21258"/>
                  <a:pt x="145170" y="21693"/>
                </a:cubicBezTo>
                <a:cubicBezTo>
                  <a:pt x="144971" y="22565"/>
                  <a:pt x="144729" y="23426"/>
                  <a:pt x="144460" y="24278"/>
                </a:cubicBezTo>
                <a:cubicBezTo>
                  <a:pt x="144385" y="24511"/>
                  <a:pt x="144307" y="24743"/>
                  <a:pt x="144229" y="24974"/>
                </a:cubicBezTo>
                <a:cubicBezTo>
                  <a:pt x="144186" y="25091"/>
                  <a:pt x="144149" y="25212"/>
                  <a:pt x="144110" y="25331"/>
                </a:cubicBezTo>
                <a:cubicBezTo>
                  <a:pt x="144069" y="25455"/>
                  <a:pt x="144049" y="25587"/>
                  <a:pt x="144006" y="25714"/>
                </a:cubicBezTo>
                <a:cubicBezTo>
                  <a:pt x="143995" y="25747"/>
                  <a:pt x="144015" y="25779"/>
                  <a:pt x="144043" y="25794"/>
                </a:cubicBezTo>
                <a:cubicBezTo>
                  <a:pt x="144017" y="25892"/>
                  <a:pt x="144036" y="26004"/>
                  <a:pt x="144039" y="26104"/>
                </a:cubicBezTo>
                <a:cubicBezTo>
                  <a:pt x="144043" y="26240"/>
                  <a:pt x="144047" y="26376"/>
                  <a:pt x="144051" y="26514"/>
                </a:cubicBezTo>
                <a:cubicBezTo>
                  <a:pt x="144058" y="26744"/>
                  <a:pt x="144065" y="26973"/>
                  <a:pt x="144077" y="27202"/>
                </a:cubicBezTo>
                <a:cubicBezTo>
                  <a:pt x="144000" y="27207"/>
                  <a:pt x="143926" y="27213"/>
                  <a:pt x="143852" y="27224"/>
                </a:cubicBezTo>
                <a:cubicBezTo>
                  <a:pt x="143798" y="27205"/>
                  <a:pt x="143740" y="27205"/>
                  <a:pt x="143669" y="27209"/>
                </a:cubicBezTo>
                <a:cubicBezTo>
                  <a:pt x="143565" y="27211"/>
                  <a:pt x="143463" y="27215"/>
                  <a:pt x="143361" y="27218"/>
                </a:cubicBezTo>
                <a:cubicBezTo>
                  <a:pt x="143141" y="27224"/>
                  <a:pt x="142920" y="27230"/>
                  <a:pt x="142700" y="27231"/>
                </a:cubicBezTo>
                <a:cubicBezTo>
                  <a:pt x="142481" y="27235"/>
                  <a:pt x="142260" y="27235"/>
                  <a:pt x="142040" y="27235"/>
                </a:cubicBezTo>
                <a:cubicBezTo>
                  <a:pt x="141856" y="27237"/>
                  <a:pt x="141596" y="27190"/>
                  <a:pt x="141434" y="27293"/>
                </a:cubicBezTo>
                <a:cubicBezTo>
                  <a:pt x="141393" y="27321"/>
                  <a:pt x="141395" y="27371"/>
                  <a:pt x="141428" y="27401"/>
                </a:cubicBezTo>
                <a:cubicBezTo>
                  <a:pt x="141419" y="27414"/>
                  <a:pt x="141413" y="27427"/>
                  <a:pt x="141412" y="27445"/>
                </a:cubicBezTo>
                <a:cubicBezTo>
                  <a:pt x="141369" y="27840"/>
                  <a:pt x="141367" y="28238"/>
                  <a:pt x="141356" y="28634"/>
                </a:cubicBezTo>
                <a:cubicBezTo>
                  <a:pt x="141346" y="29037"/>
                  <a:pt x="141335" y="29439"/>
                  <a:pt x="141322" y="29842"/>
                </a:cubicBezTo>
                <a:cubicBezTo>
                  <a:pt x="141311" y="30239"/>
                  <a:pt x="141298" y="30635"/>
                  <a:pt x="141287" y="31031"/>
                </a:cubicBezTo>
                <a:cubicBezTo>
                  <a:pt x="141281" y="31228"/>
                  <a:pt x="141278" y="31427"/>
                  <a:pt x="141274" y="31624"/>
                </a:cubicBezTo>
                <a:cubicBezTo>
                  <a:pt x="141274" y="31682"/>
                  <a:pt x="141270" y="31743"/>
                  <a:pt x="141268" y="31805"/>
                </a:cubicBezTo>
                <a:cubicBezTo>
                  <a:pt x="141201" y="31810"/>
                  <a:pt x="141133" y="31818"/>
                  <a:pt x="141067" y="31829"/>
                </a:cubicBezTo>
                <a:cubicBezTo>
                  <a:pt x="140999" y="31842"/>
                  <a:pt x="140922" y="31857"/>
                  <a:pt x="140854" y="31883"/>
                </a:cubicBezTo>
                <a:cubicBezTo>
                  <a:pt x="140854" y="31877"/>
                  <a:pt x="140854" y="31872"/>
                  <a:pt x="140854" y="31866"/>
                </a:cubicBezTo>
                <a:cubicBezTo>
                  <a:pt x="140848" y="31764"/>
                  <a:pt x="140842" y="31659"/>
                  <a:pt x="140835" y="31557"/>
                </a:cubicBezTo>
                <a:cubicBezTo>
                  <a:pt x="140822" y="31368"/>
                  <a:pt x="140811" y="31178"/>
                  <a:pt x="140800" y="30986"/>
                </a:cubicBezTo>
                <a:cubicBezTo>
                  <a:pt x="140775" y="30585"/>
                  <a:pt x="140755" y="30181"/>
                  <a:pt x="140733" y="29777"/>
                </a:cubicBezTo>
                <a:cubicBezTo>
                  <a:pt x="140710" y="29383"/>
                  <a:pt x="140690" y="28987"/>
                  <a:pt x="140671" y="28591"/>
                </a:cubicBezTo>
                <a:cubicBezTo>
                  <a:pt x="140655" y="28265"/>
                  <a:pt x="140649" y="27933"/>
                  <a:pt x="140591" y="27611"/>
                </a:cubicBezTo>
                <a:cubicBezTo>
                  <a:pt x="140593" y="27596"/>
                  <a:pt x="140593" y="27581"/>
                  <a:pt x="140593" y="27568"/>
                </a:cubicBezTo>
                <a:cubicBezTo>
                  <a:pt x="140599" y="27332"/>
                  <a:pt x="140599" y="27096"/>
                  <a:pt x="140599" y="26859"/>
                </a:cubicBezTo>
                <a:cubicBezTo>
                  <a:pt x="140601" y="26402"/>
                  <a:pt x="140601" y="25944"/>
                  <a:pt x="140601" y="25489"/>
                </a:cubicBezTo>
                <a:cubicBezTo>
                  <a:pt x="140599" y="25031"/>
                  <a:pt x="140599" y="24574"/>
                  <a:pt x="140597" y="24116"/>
                </a:cubicBezTo>
                <a:cubicBezTo>
                  <a:pt x="140597" y="24055"/>
                  <a:pt x="140597" y="23994"/>
                  <a:pt x="140597" y="23932"/>
                </a:cubicBezTo>
                <a:cubicBezTo>
                  <a:pt x="140597" y="23757"/>
                  <a:pt x="140595" y="23582"/>
                  <a:pt x="140593" y="23410"/>
                </a:cubicBezTo>
                <a:cubicBezTo>
                  <a:pt x="140591" y="23183"/>
                  <a:pt x="140608" y="22945"/>
                  <a:pt x="140549" y="22727"/>
                </a:cubicBezTo>
                <a:cubicBezTo>
                  <a:pt x="140536" y="22682"/>
                  <a:pt x="140489" y="22667"/>
                  <a:pt x="140454" y="22679"/>
                </a:cubicBezTo>
                <a:cubicBezTo>
                  <a:pt x="140428" y="22673"/>
                  <a:pt x="140398" y="22681"/>
                  <a:pt x="140385" y="22707"/>
                </a:cubicBezTo>
                <a:cubicBezTo>
                  <a:pt x="140316" y="22846"/>
                  <a:pt x="140327" y="23023"/>
                  <a:pt x="140327" y="23175"/>
                </a:cubicBezTo>
                <a:cubicBezTo>
                  <a:pt x="140325" y="23350"/>
                  <a:pt x="140324" y="23525"/>
                  <a:pt x="140318" y="23700"/>
                </a:cubicBezTo>
                <a:cubicBezTo>
                  <a:pt x="140309" y="24040"/>
                  <a:pt x="140307" y="24382"/>
                  <a:pt x="140292" y="24724"/>
                </a:cubicBezTo>
                <a:cubicBezTo>
                  <a:pt x="140277" y="25067"/>
                  <a:pt x="140255" y="25407"/>
                  <a:pt x="140225" y="25747"/>
                </a:cubicBezTo>
                <a:cubicBezTo>
                  <a:pt x="140210" y="25922"/>
                  <a:pt x="140192" y="26095"/>
                  <a:pt x="140173" y="26270"/>
                </a:cubicBezTo>
                <a:cubicBezTo>
                  <a:pt x="140167" y="26335"/>
                  <a:pt x="140151" y="26407"/>
                  <a:pt x="140141" y="26482"/>
                </a:cubicBezTo>
                <a:cubicBezTo>
                  <a:pt x="140093" y="26484"/>
                  <a:pt x="140046" y="26486"/>
                  <a:pt x="140000" y="26489"/>
                </a:cubicBezTo>
                <a:cubicBezTo>
                  <a:pt x="139942" y="26489"/>
                  <a:pt x="139883" y="26493"/>
                  <a:pt x="139827" y="26502"/>
                </a:cubicBezTo>
                <a:cubicBezTo>
                  <a:pt x="139769" y="26504"/>
                  <a:pt x="139712" y="26508"/>
                  <a:pt x="139654" y="26514"/>
                </a:cubicBezTo>
                <a:cubicBezTo>
                  <a:pt x="139498" y="26474"/>
                  <a:pt x="139330" y="26495"/>
                  <a:pt x="139167" y="26497"/>
                </a:cubicBezTo>
                <a:cubicBezTo>
                  <a:pt x="138949" y="26499"/>
                  <a:pt x="138732" y="26500"/>
                  <a:pt x="138514" y="26504"/>
                </a:cubicBezTo>
                <a:cubicBezTo>
                  <a:pt x="138296" y="26506"/>
                  <a:pt x="138079" y="26508"/>
                  <a:pt x="137861" y="26512"/>
                </a:cubicBezTo>
                <a:cubicBezTo>
                  <a:pt x="137768" y="26514"/>
                  <a:pt x="137673" y="26514"/>
                  <a:pt x="137579" y="26519"/>
                </a:cubicBezTo>
                <a:lnTo>
                  <a:pt x="137579" y="25511"/>
                </a:lnTo>
                <a:cubicBezTo>
                  <a:pt x="137579" y="24683"/>
                  <a:pt x="137580" y="23856"/>
                  <a:pt x="137575" y="23026"/>
                </a:cubicBezTo>
                <a:cubicBezTo>
                  <a:pt x="137573" y="22800"/>
                  <a:pt x="137571" y="22573"/>
                  <a:pt x="137571" y="22346"/>
                </a:cubicBezTo>
                <a:cubicBezTo>
                  <a:pt x="137569" y="22206"/>
                  <a:pt x="137577" y="22059"/>
                  <a:pt x="137569" y="21916"/>
                </a:cubicBezTo>
                <a:cubicBezTo>
                  <a:pt x="137619" y="21868"/>
                  <a:pt x="137668" y="21819"/>
                  <a:pt x="137718" y="21769"/>
                </a:cubicBezTo>
                <a:cubicBezTo>
                  <a:pt x="137794" y="21693"/>
                  <a:pt x="137871" y="21617"/>
                  <a:pt x="137945" y="21540"/>
                </a:cubicBezTo>
                <a:cubicBezTo>
                  <a:pt x="138021" y="21464"/>
                  <a:pt x="138110" y="21392"/>
                  <a:pt x="138166" y="21301"/>
                </a:cubicBezTo>
                <a:cubicBezTo>
                  <a:pt x="138190" y="21262"/>
                  <a:pt x="138181" y="21221"/>
                  <a:pt x="138157" y="21193"/>
                </a:cubicBezTo>
                <a:cubicBezTo>
                  <a:pt x="138185" y="21085"/>
                  <a:pt x="138187" y="20973"/>
                  <a:pt x="138189" y="20860"/>
                </a:cubicBezTo>
                <a:cubicBezTo>
                  <a:pt x="138239" y="20860"/>
                  <a:pt x="138287" y="20858"/>
                  <a:pt x="138328" y="20860"/>
                </a:cubicBezTo>
                <a:cubicBezTo>
                  <a:pt x="138497" y="20867"/>
                  <a:pt x="138661" y="20897"/>
                  <a:pt x="138830" y="20908"/>
                </a:cubicBezTo>
                <a:cubicBezTo>
                  <a:pt x="138990" y="20916"/>
                  <a:pt x="139150" y="20929"/>
                  <a:pt x="139310" y="20925"/>
                </a:cubicBezTo>
                <a:cubicBezTo>
                  <a:pt x="139481" y="20921"/>
                  <a:pt x="139630" y="20888"/>
                  <a:pt x="139784" y="20817"/>
                </a:cubicBezTo>
                <a:cubicBezTo>
                  <a:pt x="139827" y="20798"/>
                  <a:pt x="139833" y="20731"/>
                  <a:pt x="139801" y="20700"/>
                </a:cubicBezTo>
                <a:cubicBezTo>
                  <a:pt x="139814" y="20666"/>
                  <a:pt x="139803" y="20627"/>
                  <a:pt x="139767" y="20603"/>
                </a:cubicBezTo>
                <a:cubicBezTo>
                  <a:pt x="139693" y="20551"/>
                  <a:pt x="139598" y="20564"/>
                  <a:pt x="139509" y="20557"/>
                </a:cubicBezTo>
                <a:cubicBezTo>
                  <a:pt x="139423" y="20549"/>
                  <a:pt x="139334" y="20542"/>
                  <a:pt x="139249" y="20532"/>
                </a:cubicBezTo>
                <a:cubicBezTo>
                  <a:pt x="139050" y="20512"/>
                  <a:pt x="138856" y="20508"/>
                  <a:pt x="138657" y="20508"/>
                </a:cubicBezTo>
                <a:cubicBezTo>
                  <a:pt x="138603" y="20508"/>
                  <a:pt x="138395" y="20501"/>
                  <a:pt x="138194" y="20514"/>
                </a:cubicBezTo>
                <a:cubicBezTo>
                  <a:pt x="138194" y="20430"/>
                  <a:pt x="138194" y="20348"/>
                  <a:pt x="138194" y="20265"/>
                </a:cubicBezTo>
                <a:cubicBezTo>
                  <a:pt x="138194" y="20097"/>
                  <a:pt x="138200" y="19930"/>
                  <a:pt x="138192" y="19763"/>
                </a:cubicBezTo>
                <a:cubicBezTo>
                  <a:pt x="138187" y="19643"/>
                  <a:pt x="138200" y="19495"/>
                  <a:pt x="138148" y="19383"/>
                </a:cubicBezTo>
                <a:cubicBezTo>
                  <a:pt x="138174" y="19324"/>
                  <a:pt x="138166" y="19247"/>
                  <a:pt x="138099" y="19214"/>
                </a:cubicBezTo>
                <a:cubicBezTo>
                  <a:pt x="137945" y="19136"/>
                  <a:pt x="137779" y="19069"/>
                  <a:pt x="137618" y="19006"/>
                </a:cubicBezTo>
                <a:cubicBezTo>
                  <a:pt x="137513" y="18965"/>
                  <a:pt x="137400" y="18914"/>
                  <a:pt x="137287" y="18888"/>
                </a:cubicBezTo>
                <a:cubicBezTo>
                  <a:pt x="137307" y="18807"/>
                  <a:pt x="137290" y="18708"/>
                  <a:pt x="137290" y="18632"/>
                </a:cubicBezTo>
                <a:cubicBezTo>
                  <a:pt x="137290" y="18556"/>
                  <a:pt x="137285" y="18483"/>
                  <a:pt x="137275" y="18412"/>
                </a:cubicBezTo>
                <a:cubicBezTo>
                  <a:pt x="137285" y="18280"/>
                  <a:pt x="137283" y="18148"/>
                  <a:pt x="137281" y="18014"/>
                </a:cubicBezTo>
                <a:cubicBezTo>
                  <a:pt x="137279" y="17745"/>
                  <a:pt x="137275" y="17473"/>
                  <a:pt x="137274" y="17203"/>
                </a:cubicBezTo>
                <a:cubicBezTo>
                  <a:pt x="137268" y="16690"/>
                  <a:pt x="137285" y="16171"/>
                  <a:pt x="137231" y="15658"/>
                </a:cubicBezTo>
                <a:cubicBezTo>
                  <a:pt x="137236" y="15658"/>
                  <a:pt x="137242" y="15656"/>
                  <a:pt x="137249" y="15654"/>
                </a:cubicBezTo>
                <a:cubicBezTo>
                  <a:pt x="137437" y="15597"/>
                  <a:pt x="137629" y="15686"/>
                  <a:pt x="137820" y="15665"/>
                </a:cubicBezTo>
                <a:cubicBezTo>
                  <a:pt x="137999" y="15645"/>
                  <a:pt x="138168" y="15533"/>
                  <a:pt x="138209" y="15349"/>
                </a:cubicBezTo>
                <a:cubicBezTo>
                  <a:pt x="138248" y="15173"/>
                  <a:pt x="138131" y="15022"/>
                  <a:pt x="137975" y="14951"/>
                </a:cubicBezTo>
                <a:cubicBezTo>
                  <a:pt x="137891" y="14914"/>
                  <a:pt x="137802" y="14901"/>
                  <a:pt x="137709" y="14897"/>
                </a:cubicBezTo>
                <a:cubicBezTo>
                  <a:pt x="137618" y="14894"/>
                  <a:pt x="137532" y="14884"/>
                  <a:pt x="137443" y="14873"/>
                </a:cubicBezTo>
                <a:cubicBezTo>
                  <a:pt x="136768" y="13038"/>
                  <a:pt x="136221" y="11154"/>
                  <a:pt x="135808" y="9242"/>
                </a:cubicBezTo>
                <a:cubicBezTo>
                  <a:pt x="135391" y="7306"/>
                  <a:pt x="135120" y="5338"/>
                  <a:pt x="134992" y="3361"/>
                </a:cubicBezTo>
                <a:cubicBezTo>
                  <a:pt x="134956" y="2807"/>
                  <a:pt x="134932" y="2253"/>
                  <a:pt x="134917" y="1697"/>
                </a:cubicBezTo>
                <a:cubicBezTo>
                  <a:pt x="134912" y="1427"/>
                  <a:pt x="134906" y="1155"/>
                  <a:pt x="134902" y="886"/>
                </a:cubicBezTo>
                <a:cubicBezTo>
                  <a:pt x="134899" y="607"/>
                  <a:pt x="134912" y="332"/>
                  <a:pt x="134858" y="58"/>
                </a:cubicBezTo>
                <a:cubicBezTo>
                  <a:pt x="134847" y="1"/>
                  <a:pt x="134757" y="2"/>
                  <a:pt x="134744" y="58"/>
                </a:cubicBezTo>
                <a:cubicBezTo>
                  <a:pt x="134729" y="120"/>
                  <a:pt x="134718" y="183"/>
                  <a:pt x="134711" y="246"/>
                </a:cubicBezTo>
                <a:cubicBezTo>
                  <a:pt x="134705" y="185"/>
                  <a:pt x="134698" y="125"/>
                  <a:pt x="134692" y="64"/>
                </a:cubicBezTo>
                <a:cubicBezTo>
                  <a:pt x="134687" y="12"/>
                  <a:pt x="134610" y="10"/>
                  <a:pt x="134609" y="64"/>
                </a:cubicBezTo>
                <a:cubicBezTo>
                  <a:pt x="134584" y="1077"/>
                  <a:pt x="134627" y="2093"/>
                  <a:pt x="134614" y="3106"/>
                </a:cubicBezTo>
                <a:cubicBezTo>
                  <a:pt x="134603" y="4122"/>
                  <a:pt x="134564" y="5134"/>
                  <a:pt x="134484" y="6145"/>
                </a:cubicBezTo>
                <a:cubicBezTo>
                  <a:pt x="134333" y="8072"/>
                  <a:pt x="134008" y="9984"/>
                  <a:pt x="133485" y="11845"/>
                </a:cubicBezTo>
                <a:cubicBezTo>
                  <a:pt x="133197" y="12876"/>
                  <a:pt x="132827" y="13873"/>
                  <a:pt x="132407" y="14856"/>
                </a:cubicBezTo>
                <a:cubicBezTo>
                  <a:pt x="132405" y="14860"/>
                  <a:pt x="132405" y="14866"/>
                  <a:pt x="132403" y="14869"/>
                </a:cubicBezTo>
                <a:cubicBezTo>
                  <a:pt x="132319" y="14881"/>
                  <a:pt x="132237" y="14905"/>
                  <a:pt x="132155" y="14922"/>
                </a:cubicBezTo>
                <a:cubicBezTo>
                  <a:pt x="132029" y="14949"/>
                  <a:pt x="131899" y="14964"/>
                  <a:pt x="131769" y="14972"/>
                </a:cubicBezTo>
                <a:cubicBezTo>
                  <a:pt x="131726" y="14975"/>
                  <a:pt x="131692" y="14994"/>
                  <a:pt x="131670" y="15018"/>
                </a:cubicBezTo>
                <a:cubicBezTo>
                  <a:pt x="131412" y="15072"/>
                  <a:pt x="131209" y="15429"/>
                  <a:pt x="131467" y="15617"/>
                </a:cubicBezTo>
                <a:cubicBezTo>
                  <a:pt x="131607" y="15719"/>
                  <a:pt x="131830" y="15682"/>
                  <a:pt x="131994" y="15686"/>
                </a:cubicBezTo>
                <a:cubicBezTo>
                  <a:pt x="132092" y="15688"/>
                  <a:pt x="132193" y="15691"/>
                  <a:pt x="132291" y="15695"/>
                </a:cubicBezTo>
                <a:cubicBezTo>
                  <a:pt x="132276" y="15796"/>
                  <a:pt x="132278" y="15903"/>
                  <a:pt x="132275" y="16000"/>
                </a:cubicBezTo>
                <a:cubicBezTo>
                  <a:pt x="132271" y="16155"/>
                  <a:pt x="132269" y="16307"/>
                  <a:pt x="132265" y="16461"/>
                </a:cubicBezTo>
                <a:cubicBezTo>
                  <a:pt x="132260" y="16766"/>
                  <a:pt x="132258" y="17073"/>
                  <a:pt x="132254" y="17380"/>
                </a:cubicBezTo>
                <a:cubicBezTo>
                  <a:pt x="132252" y="17680"/>
                  <a:pt x="132248" y="17979"/>
                  <a:pt x="132245" y="18278"/>
                </a:cubicBezTo>
                <a:cubicBezTo>
                  <a:pt x="132245" y="18431"/>
                  <a:pt x="132243" y="18585"/>
                  <a:pt x="132245" y="18738"/>
                </a:cubicBezTo>
                <a:cubicBezTo>
                  <a:pt x="132245" y="18818"/>
                  <a:pt x="132245" y="18898"/>
                  <a:pt x="132250" y="18978"/>
                </a:cubicBezTo>
                <a:cubicBezTo>
                  <a:pt x="132129" y="19019"/>
                  <a:pt x="132009" y="19063"/>
                  <a:pt x="131888" y="19104"/>
                </a:cubicBezTo>
                <a:cubicBezTo>
                  <a:pt x="131704" y="19166"/>
                  <a:pt x="131499" y="19214"/>
                  <a:pt x="131337" y="19324"/>
                </a:cubicBezTo>
                <a:lnTo>
                  <a:pt x="131335" y="19325"/>
                </a:lnTo>
                <a:cubicBezTo>
                  <a:pt x="131328" y="19325"/>
                  <a:pt x="131320" y="19329"/>
                  <a:pt x="131311" y="19337"/>
                </a:cubicBezTo>
                <a:cubicBezTo>
                  <a:pt x="131257" y="19379"/>
                  <a:pt x="131259" y="19433"/>
                  <a:pt x="131253" y="19500"/>
                </a:cubicBezTo>
                <a:cubicBezTo>
                  <a:pt x="131246" y="19588"/>
                  <a:pt x="131242" y="19675"/>
                  <a:pt x="131237" y="19763"/>
                </a:cubicBezTo>
                <a:cubicBezTo>
                  <a:pt x="131227" y="19937"/>
                  <a:pt x="131233" y="20114"/>
                  <a:pt x="131233" y="20289"/>
                </a:cubicBezTo>
                <a:cubicBezTo>
                  <a:pt x="131231" y="20399"/>
                  <a:pt x="131231" y="20506"/>
                  <a:pt x="131235" y="20614"/>
                </a:cubicBezTo>
                <a:cubicBezTo>
                  <a:pt x="131179" y="20614"/>
                  <a:pt x="131121" y="20614"/>
                  <a:pt x="131066" y="20616"/>
                </a:cubicBezTo>
                <a:cubicBezTo>
                  <a:pt x="130846" y="20616"/>
                  <a:pt x="130625" y="20614"/>
                  <a:pt x="130405" y="20616"/>
                </a:cubicBezTo>
                <a:cubicBezTo>
                  <a:pt x="130303" y="20618"/>
                  <a:pt x="130199" y="20620"/>
                  <a:pt x="130097" y="20627"/>
                </a:cubicBezTo>
                <a:cubicBezTo>
                  <a:pt x="129998" y="20637"/>
                  <a:pt x="129875" y="20640"/>
                  <a:pt x="129792" y="20700"/>
                </a:cubicBezTo>
                <a:cubicBezTo>
                  <a:pt x="129742" y="20735"/>
                  <a:pt x="129742" y="20798"/>
                  <a:pt x="129792" y="20836"/>
                </a:cubicBezTo>
                <a:cubicBezTo>
                  <a:pt x="129799" y="20839"/>
                  <a:pt x="129808" y="20845"/>
                  <a:pt x="129816" y="20849"/>
                </a:cubicBezTo>
                <a:cubicBezTo>
                  <a:pt x="129812" y="20865"/>
                  <a:pt x="129820" y="20884"/>
                  <a:pt x="129838" y="20890"/>
                </a:cubicBezTo>
                <a:cubicBezTo>
                  <a:pt x="130045" y="20947"/>
                  <a:pt x="130251" y="20947"/>
                  <a:pt x="130463" y="20951"/>
                </a:cubicBezTo>
                <a:cubicBezTo>
                  <a:pt x="130688" y="20955"/>
                  <a:pt x="130915" y="20955"/>
                  <a:pt x="131142" y="20955"/>
                </a:cubicBezTo>
                <a:cubicBezTo>
                  <a:pt x="131177" y="20955"/>
                  <a:pt x="131214" y="20955"/>
                  <a:pt x="131250" y="20956"/>
                </a:cubicBezTo>
                <a:cubicBezTo>
                  <a:pt x="131255" y="21063"/>
                  <a:pt x="131263" y="21169"/>
                  <a:pt x="131287" y="21271"/>
                </a:cubicBezTo>
                <a:cubicBezTo>
                  <a:pt x="131281" y="21289"/>
                  <a:pt x="131281" y="21312"/>
                  <a:pt x="131289" y="21328"/>
                </a:cubicBezTo>
                <a:cubicBezTo>
                  <a:pt x="131339" y="21446"/>
                  <a:pt x="131436" y="21546"/>
                  <a:pt x="131516" y="21645"/>
                </a:cubicBezTo>
                <a:cubicBezTo>
                  <a:pt x="131594" y="21739"/>
                  <a:pt x="131676" y="21831"/>
                  <a:pt x="131759" y="21922"/>
                </a:cubicBezTo>
                <a:cubicBezTo>
                  <a:pt x="131759" y="22091"/>
                  <a:pt x="131771" y="22264"/>
                  <a:pt x="131771" y="22426"/>
                </a:cubicBezTo>
                <a:cubicBezTo>
                  <a:pt x="131771" y="22749"/>
                  <a:pt x="131769" y="23073"/>
                  <a:pt x="131771" y="23398"/>
                </a:cubicBezTo>
                <a:cubicBezTo>
                  <a:pt x="131771" y="24031"/>
                  <a:pt x="131771" y="24663"/>
                  <a:pt x="131772" y="25297"/>
                </a:cubicBezTo>
                <a:cubicBezTo>
                  <a:pt x="131772" y="26577"/>
                  <a:pt x="131772" y="27858"/>
                  <a:pt x="131776" y="29140"/>
                </a:cubicBezTo>
                <a:cubicBezTo>
                  <a:pt x="131776" y="29493"/>
                  <a:pt x="131776" y="29846"/>
                  <a:pt x="131778" y="30200"/>
                </a:cubicBezTo>
                <a:cubicBezTo>
                  <a:pt x="131778" y="30417"/>
                  <a:pt x="131776" y="30635"/>
                  <a:pt x="131791" y="30852"/>
                </a:cubicBezTo>
                <a:cubicBezTo>
                  <a:pt x="131646" y="30875"/>
                  <a:pt x="131495" y="30957"/>
                  <a:pt x="131367" y="31003"/>
                </a:cubicBezTo>
                <a:cubicBezTo>
                  <a:pt x="131233" y="31053"/>
                  <a:pt x="131058" y="31090"/>
                  <a:pt x="130976" y="31222"/>
                </a:cubicBezTo>
                <a:cubicBezTo>
                  <a:pt x="130893" y="31360"/>
                  <a:pt x="130926" y="31563"/>
                  <a:pt x="130932" y="31715"/>
                </a:cubicBezTo>
                <a:cubicBezTo>
                  <a:pt x="130934" y="31805"/>
                  <a:pt x="130932" y="31892"/>
                  <a:pt x="130939" y="31979"/>
                </a:cubicBezTo>
                <a:cubicBezTo>
                  <a:pt x="130945" y="32056"/>
                  <a:pt x="130948" y="32171"/>
                  <a:pt x="130995" y="32232"/>
                </a:cubicBezTo>
                <a:cubicBezTo>
                  <a:pt x="131028" y="32277"/>
                  <a:pt x="131084" y="32294"/>
                  <a:pt x="131134" y="32273"/>
                </a:cubicBezTo>
                <a:cubicBezTo>
                  <a:pt x="131136" y="32273"/>
                  <a:pt x="131136" y="32273"/>
                  <a:pt x="131138" y="32271"/>
                </a:cubicBezTo>
                <a:cubicBezTo>
                  <a:pt x="131214" y="32340"/>
                  <a:pt x="131307" y="32394"/>
                  <a:pt x="131391" y="32448"/>
                </a:cubicBezTo>
                <a:cubicBezTo>
                  <a:pt x="131493" y="32517"/>
                  <a:pt x="131596" y="32582"/>
                  <a:pt x="131700" y="32647"/>
                </a:cubicBezTo>
                <a:cubicBezTo>
                  <a:pt x="131638" y="32820"/>
                  <a:pt x="131653" y="33043"/>
                  <a:pt x="131638" y="33225"/>
                </a:cubicBezTo>
                <a:cubicBezTo>
                  <a:pt x="131625" y="33410"/>
                  <a:pt x="131612" y="33594"/>
                  <a:pt x="131594" y="33778"/>
                </a:cubicBezTo>
                <a:cubicBezTo>
                  <a:pt x="131558" y="34152"/>
                  <a:pt x="131510" y="34524"/>
                  <a:pt x="131454" y="34894"/>
                </a:cubicBezTo>
                <a:cubicBezTo>
                  <a:pt x="131399" y="35266"/>
                  <a:pt x="131332" y="35638"/>
                  <a:pt x="131253" y="36004"/>
                </a:cubicBezTo>
                <a:cubicBezTo>
                  <a:pt x="131214" y="36186"/>
                  <a:pt x="131175" y="36365"/>
                  <a:pt x="131133" y="36545"/>
                </a:cubicBezTo>
                <a:cubicBezTo>
                  <a:pt x="131105" y="36666"/>
                  <a:pt x="131071" y="36787"/>
                  <a:pt x="131043" y="36910"/>
                </a:cubicBezTo>
                <a:cubicBezTo>
                  <a:pt x="130932" y="36910"/>
                  <a:pt x="130802" y="36954"/>
                  <a:pt x="130712" y="36977"/>
                </a:cubicBezTo>
                <a:cubicBezTo>
                  <a:pt x="130537" y="37018"/>
                  <a:pt x="130361" y="37060"/>
                  <a:pt x="130184" y="37103"/>
                </a:cubicBezTo>
                <a:cubicBezTo>
                  <a:pt x="130000" y="37150"/>
                  <a:pt x="129818" y="37196"/>
                  <a:pt x="129635" y="37243"/>
                </a:cubicBezTo>
                <a:cubicBezTo>
                  <a:pt x="129481" y="37282"/>
                  <a:pt x="129316" y="37317"/>
                  <a:pt x="129251" y="37482"/>
                </a:cubicBezTo>
                <a:cubicBezTo>
                  <a:pt x="129221" y="37559"/>
                  <a:pt x="129206" y="37681"/>
                  <a:pt x="129213" y="37782"/>
                </a:cubicBezTo>
                <a:cubicBezTo>
                  <a:pt x="129208" y="37784"/>
                  <a:pt x="129200" y="37784"/>
                  <a:pt x="129195" y="37786"/>
                </a:cubicBezTo>
                <a:cubicBezTo>
                  <a:pt x="129098" y="37802"/>
                  <a:pt x="129003" y="37825"/>
                  <a:pt x="128906" y="37843"/>
                </a:cubicBezTo>
                <a:cubicBezTo>
                  <a:pt x="128707" y="37882"/>
                  <a:pt x="128508" y="37908"/>
                  <a:pt x="128306" y="37918"/>
                </a:cubicBezTo>
                <a:cubicBezTo>
                  <a:pt x="128148" y="37923"/>
                  <a:pt x="127938" y="37888"/>
                  <a:pt x="127813" y="38012"/>
                </a:cubicBezTo>
                <a:cubicBezTo>
                  <a:pt x="127726" y="38100"/>
                  <a:pt x="127714" y="38238"/>
                  <a:pt x="127778" y="38334"/>
                </a:cubicBezTo>
                <a:cubicBezTo>
                  <a:pt x="127779" y="38344"/>
                  <a:pt x="127783" y="38355"/>
                  <a:pt x="127789" y="38364"/>
                </a:cubicBezTo>
                <a:cubicBezTo>
                  <a:pt x="127811" y="38414"/>
                  <a:pt x="127876" y="38444"/>
                  <a:pt x="127928" y="38459"/>
                </a:cubicBezTo>
                <a:cubicBezTo>
                  <a:pt x="128073" y="38500"/>
                  <a:pt x="128250" y="38489"/>
                  <a:pt x="128399" y="38494"/>
                </a:cubicBezTo>
                <a:cubicBezTo>
                  <a:pt x="128559" y="38500"/>
                  <a:pt x="128720" y="38502"/>
                  <a:pt x="128880" y="38502"/>
                </a:cubicBezTo>
                <a:cubicBezTo>
                  <a:pt x="128918" y="38502"/>
                  <a:pt x="128959" y="38503"/>
                  <a:pt x="128999" y="38503"/>
                </a:cubicBezTo>
                <a:cubicBezTo>
                  <a:pt x="129061" y="38829"/>
                  <a:pt x="129425" y="39032"/>
                  <a:pt x="129676" y="39238"/>
                </a:cubicBezTo>
                <a:cubicBezTo>
                  <a:pt x="129836" y="39370"/>
                  <a:pt x="129987" y="39513"/>
                  <a:pt x="130138" y="39658"/>
                </a:cubicBezTo>
                <a:cubicBezTo>
                  <a:pt x="130216" y="39736"/>
                  <a:pt x="130290" y="39816"/>
                  <a:pt x="130370" y="39895"/>
                </a:cubicBezTo>
                <a:cubicBezTo>
                  <a:pt x="130409" y="39932"/>
                  <a:pt x="130448" y="39975"/>
                  <a:pt x="130489" y="40015"/>
                </a:cubicBezTo>
                <a:cubicBezTo>
                  <a:pt x="130381" y="40458"/>
                  <a:pt x="130320" y="40916"/>
                  <a:pt x="130240" y="41364"/>
                </a:cubicBezTo>
                <a:cubicBezTo>
                  <a:pt x="130147" y="41883"/>
                  <a:pt x="130045" y="42398"/>
                  <a:pt x="129935" y="42911"/>
                </a:cubicBezTo>
                <a:cubicBezTo>
                  <a:pt x="129714" y="43940"/>
                  <a:pt x="129459" y="44961"/>
                  <a:pt x="129171" y="45970"/>
                </a:cubicBezTo>
                <a:cubicBezTo>
                  <a:pt x="129089" y="46259"/>
                  <a:pt x="129003" y="46545"/>
                  <a:pt x="128918" y="46830"/>
                </a:cubicBezTo>
                <a:cubicBezTo>
                  <a:pt x="128888" y="46925"/>
                  <a:pt x="128856" y="47021"/>
                  <a:pt x="128828" y="47118"/>
                </a:cubicBezTo>
                <a:cubicBezTo>
                  <a:pt x="128734" y="47105"/>
                  <a:pt x="128633" y="47118"/>
                  <a:pt x="128540" y="47124"/>
                </a:cubicBezTo>
                <a:cubicBezTo>
                  <a:pt x="128486" y="47125"/>
                  <a:pt x="128430" y="47127"/>
                  <a:pt x="128376" y="47135"/>
                </a:cubicBezTo>
                <a:cubicBezTo>
                  <a:pt x="128326" y="46884"/>
                  <a:pt x="128233" y="46636"/>
                  <a:pt x="128164" y="46393"/>
                </a:cubicBezTo>
                <a:cubicBezTo>
                  <a:pt x="128073" y="46080"/>
                  <a:pt x="127988" y="45766"/>
                  <a:pt x="127902" y="45452"/>
                </a:cubicBezTo>
                <a:cubicBezTo>
                  <a:pt x="127729" y="44823"/>
                  <a:pt x="127567" y="44193"/>
                  <a:pt x="127411" y="43560"/>
                </a:cubicBezTo>
                <a:cubicBezTo>
                  <a:pt x="127099" y="42296"/>
                  <a:pt x="126846" y="41020"/>
                  <a:pt x="126625" y="39736"/>
                </a:cubicBezTo>
                <a:cubicBezTo>
                  <a:pt x="126563" y="39374"/>
                  <a:pt x="126507" y="39011"/>
                  <a:pt x="126450" y="38647"/>
                </a:cubicBezTo>
                <a:cubicBezTo>
                  <a:pt x="126390" y="38286"/>
                  <a:pt x="126344" y="37923"/>
                  <a:pt x="126249" y="37568"/>
                </a:cubicBezTo>
                <a:cubicBezTo>
                  <a:pt x="126230" y="37503"/>
                  <a:pt x="126132" y="37518"/>
                  <a:pt x="126130" y="37585"/>
                </a:cubicBezTo>
                <a:cubicBezTo>
                  <a:pt x="126130" y="37594"/>
                  <a:pt x="126130" y="37601"/>
                  <a:pt x="126130" y="37611"/>
                </a:cubicBezTo>
                <a:cubicBezTo>
                  <a:pt x="126089" y="37590"/>
                  <a:pt x="126037" y="37600"/>
                  <a:pt x="126026" y="37657"/>
                </a:cubicBezTo>
                <a:cubicBezTo>
                  <a:pt x="125922" y="38256"/>
                  <a:pt x="125897" y="38870"/>
                  <a:pt x="125830" y="39474"/>
                </a:cubicBezTo>
                <a:cubicBezTo>
                  <a:pt x="125762" y="40086"/>
                  <a:pt x="125674" y="40694"/>
                  <a:pt x="125564" y="41299"/>
                </a:cubicBezTo>
                <a:cubicBezTo>
                  <a:pt x="125349" y="42495"/>
                  <a:pt x="125055" y="43675"/>
                  <a:pt x="124687" y="44832"/>
                </a:cubicBezTo>
                <a:cubicBezTo>
                  <a:pt x="124583" y="45161"/>
                  <a:pt x="124471" y="45489"/>
                  <a:pt x="124354" y="45812"/>
                </a:cubicBezTo>
                <a:cubicBezTo>
                  <a:pt x="124298" y="45969"/>
                  <a:pt x="124240" y="46123"/>
                  <a:pt x="124183" y="46279"/>
                </a:cubicBezTo>
                <a:cubicBezTo>
                  <a:pt x="124145" y="46376"/>
                  <a:pt x="124103" y="46473"/>
                  <a:pt x="124067" y="46569"/>
                </a:cubicBezTo>
                <a:cubicBezTo>
                  <a:pt x="124030" y="46612"/>
                  <a:pt x="123991" y="46649"/>
                  <a:pt x="123946" y="46686"/>
                </a:cubicBezTo>
                <a:cubicBezTo>
                  <a:pt x="123822" y="46787"/>
                  <a:pt x="123647" y="46856"/>
                  <a:pt x="123560" y="46995"/>
                </a:cubicBezTo>
                <a:cubicBezTo>
                  <a:pt x="123424" y="47211"/>
                  <a:pt x="123370" y="47780"/>
                  <a:pt x="123708" y="47804"/>
                </a:cubicBezTo>
                <a:cubicBezTo>
                  <a:pt x="123701" y="47923"/>
                  <a:pt x="123708" y="48044"/>
                  <a:pt x="123708" y="48159"/>
                </a:cubicBezTo>
                <a:lnTo>
                  <a:pt x="123708" y="48730"/>
                </a:lnTo>
                <a:cubicBezTo>
                  <a:pt x="123708" y="49112"/>
                  <a:pt x="123708" y="49493"/>
                  <a:pt x="123708" y="49874"/>
                </a:cubicBezTo>
                <a:lnTo>
                  <a:pt x="123708" y="51018"/>
                </a:lnTo>
                <a:cubicBezTo>
                  <a:pt x="123708" y="51319"/>
                  <a:pt x="123675" y="51652"/>
                  <a:pt x="123734" y="51955"/>
                </a:cubicBezTo>
                <a:cubicBezTo>
                  <a:pt x="123686" y="51979"/>
                  <a:pt x="123640" y="52020"/>
                  <a:pt x="123608" y="52057"/>
                </a:cubicBezTo>
                <a:cubicBezTo>
                  <a:pt x="123500" y="52184"/>
                  <a:pt x="123459" y="52340"/>
                  <a:pt x="123429" y="52500"/>
                </a:cubicBezTo>
                <a:cubicBezTo>
                  <a:pt x="123402" y="52654"/>
                  <a:pt x="123381" y="52814"/>
                  <a:pt x="123482" y="52950"/>
                </a:cubicBezTo>
                <a:cubicBezTo>
                  <a:pt x="123524" y="53010"/>
                  <a:pt x="123586" y="53054"/>
                  <a:pt x="123658" y="53073"/>
                </a:cubicBezTo>
                <a:cubicBezTo>
                  <a:pt x="123684" y="53080"/>
                  <a:pt x="123733" y="53075"/>
                  <a:pt x="123774" y="53071"/>
                </a:cubicBezTo>
                <a:cubicBezTo>
                  <a:pt x="123766" y="53123"/>
                  <a:pt x="123766" y="53177"/>
                  <a:pt x="123762" y="53229"/>
                </a:cubicBezTo>
                <a:cubicBezTo>
                  <a:pt x="123757" y="53369"/>
                  <a:pt x="123755" y="53508"/>
                  <a:pt x="123755" y="53648"/>
                </a:cubicBezTo>
                <a:cubicBezTo>
                  <a:pt x="123753" y="53778"/>
                  <a:pt x="123747" y="53908"/>
                  <a:pt x="123762" y="54038"/>
                </a:cubicBezTo>
                <a:cubicBezTo>
                  <a:pt x="123775" y="54144"/>
                  <a:pt x="123785" y="54261"/>
                  <a:pt x="123813" y="54367"/>
                </a:cubicBezTo>
                <a:cubicBezTo>
                  <a:pt x="123727" y="54419"/>
                  <a:pt x="123660" y="54518"/>
                  <a:pt x="123608" y="54598"/>
                </a:cubicBezTo>
                <a:cubicBezTo>
                  <a:pt x="123521" y="54730"/>
                  <a:pt x="123463" y="54879"/>
                  <a:pt x="123452" y="55037"/>
                </a:cubicBezTo>
                <a:cubicBezTo>
                  <a:pt x="123437" y="55288"/>
                  <a:pt x="123614" y="55519"/>
                  <a:pt x="123857" y="55532"/>
                </a:cubicBezTo>
                <a:cubicBezTo>
                  <a:pt x="123853" y="55636"/>
                  <a:pt x="123863" y="55744"/>
                  <a:pt x="123872" y="55840"/>
                </a:cubicBezTo>
                <a:cubicBezTo>
                  <a:pt x="123883" y="55989"/>
                  <a:pt x="123928" y="56125"/>
                  <a:pt x="124025" y="56240"/>
                </a:cubicBezTo>
                <a:cubicBezTo>
                  <a:pt x="124106" y="56335"/>
                  <a:pt x="124218" y="56406"/>
                  <a:pt x="124337" y="56445"/>
                </a:cubicBezTo>
                <a:cubicBezTo>
                  <a:pt x="124389" y="56461"/>
                  <a:pt x="124456" y="56474"/>
                  <a:pt x="124521" y="56474"/>
                </a:cubicBezTo>
                <a:cubicBezTo>
                  <a:pt x="124527" y="56547"/>
                  <a:pt x="124538" y="56620"/>
                  <a:pt x="124542" y="56688"/>
                </a:cubicBezTo>
                <a:cubicBezTo>
                  <a:pt x="124549" y="56809"/>
                  <a:pt x="124551" y="56928"/>
                  <a:pt x="124547" y="57049"/>
                </a:cubicBezTo>
                <a:cubicBezTo>
                  <a:pt x="124540" y="57244"/>
                  <a:pt x="124478" y="57490"/>
                  <a:pt x="124692" y="57600"/>
                </a:cubicBezTo>
                <a:cubicBezTo>
                  <a:pt x="124767" y="57639"/>
                  <a:pt x="124850" y="57635"/>
                  <a:pt x="124932" y="57639"/>
                </a:cubicBezTo>
                <a:cubicBezTo>
                  <a:pt x="124947" y="57641"/>
                  <a:pt x="124962" y="57642"/>
                  <a:pt x="124977" y="57642"/>
                </a:cubicBezTo>
                <a:lnTo>
                  <a:pt x="124977" y="57642"/>
                </a:lnTo>
                <a:cubicBezTo>
                  <a:pt x="124982" y="57670"/>
                  <a:pt x="124979" y="57696"/>
                  <a:pt x="124975" y="57724"/>
                </a:cubicBezTo>
                <a:cubicBezTo>
                  <a:pt x="124956" y="57834"/>
                  <a:pt x="124928" y="57940"/>
                  <a:pt x="124966" y="58048"/>
                </a:cubicBezTo>
                <a:cubicBezTo>
                  <a:pt x="124971" y="58068"/>
                  <a:pt x="124981" y="58087"/>
                  <a:pt x="124988" y="58104"/>
                </a:cubicBezTo>
                <a:cubicBezTo>
                  <a:pt x="124975" y="58174"/>
                  <a:pt x="124975" y="58249"/>
                  <a:pt x="124973" y="58327"/>
                </a:cubicBezTo>
                <a:cubicBezTo>
                  <a:pt x="124971" y="58466"/>
                  <a:pt x="124969" y="58606"/>
                  <a:pt x="124969" y="58745"/>
                </a:cubicBezTo>
                <a:cubicBezTo>
                  <a:pt x="124966" y="59017"/>
                  <a:pt x="124967" y="59288"/>
                  <a:pt x="124967" y="59560"/>
                </a:cubicBezTo>
                <a:lnTo>
                  <a:pt x="124967" y="63017"/>
                </a:lnTo>
                <a:cubicBezTo>
                  <a:pt x="124874" y="63002"/>
                  <a:pt x="124774" y="63010"/>
                  <a:pt x="124683" y="63012"/>
                </a:cubicBezTo>
                <a:cubicBezTo>
                  <a:pt x="124573" y="63015"/>
                  <a:pt x="124463" y="63026"/>
                  <a:pt x="124354" y="63041"/>
                </a:cubicBezTo>
                <a:cubicBezTo>
                  <a:pt x="124378" y="62898"/>
                  <a:pt x="124384" y="62755"/>
                  <a:pt x="124240" y="62666"/>
                </a:cubicBezTo>
                <a:cubicBezTo>
                  <a:pt x="124145" y="62606"/>
                  <a:pt x="124010" y="62625"/>
                  <a:pt x="123904" y="62625"/>
                </a:cubicBezTo>
                <a:cubicBezTo>
                  <a:pt x="123800" y="62625"/>
                  <a:pt x="123673" y="62608"/>
                  <a:pt x="123576" y="62656"/>
                </a:cubicBezTo>
                <a:cubicBezTo>
                  <a:pt x="123349" y="62772"/>
                  <a:pt x="123409" y="63123"/>
                  <a:pt x="123403" y="63335"/>
                </a:cubicBezTo>
                <a:cubicBezTo>
                  <a:pt x="123402" y="63449"/>
                  <a:pt x="123398" y="63562"/>
                  <a:pt x="123396" y="63676"/>
                </a:cubicBezTo>
                <a:cubicBezTo>
                  <a:pt x="123364" y="63709"/>
                  <a:pt x="123333" y="63744"/>
                  <a:pt x="123303" y="63778"/>
                </a:cubicBezTo>
                <a:cubicBezTo>
                  <a:pt x="123223" y="63863"/>
                  <a:pt x="123145" y="63951"/>
                  <a:pt x="123067" y="64038"/>
                </a:cubicBezTo>
                <a:cubicBezTo>
                  <a:pt x="122912" y="64217"/>
                  <a:pt x="122766" y="64399"/>
                  <a:pt x="122613" y="64579"/>
                </a:cubicBezTo>
                <a:cubicBezTo>
                  <a:pt x="122462" y="64760"/>
                  <a:pt x="122312" y="64940"/>
                  <a:pt x="122161" y="65121"/>
                </a:cubicBezTo>
                <a:cubicBezTo>
                  <a:pt x="122096" y="65201"/>
                  <a:pt x="122033" y="65279"/>
                  <a:pt x="121966" y="65357"/>
                </a:cubicBezTo>
                <a:cubicBezTo>
                  <a:pt x="121973" y="65241"/>
                  <a:pt x="121988" y="65122"/>
                  <a:pt x="121891" y="65037"/>
                </a:cubicBezTo>
                <a:cubicBezTo>
                  <a:pt x="121793" y="64951"/>
                  <a:pt x="121648" y="64989"/>
                  <a:pt x="121531" y="65000"/>
                </a:cubicBezTo>
                <a:cubicBezTo>
                  <a:pt x="121371" y="65015"/>
                  <a:pt x="121211" y="65024"/>
                  <a:pt x="121055" y="65048"/>
                </a:cubicBezTo>
                <a:cubicBezTo>
                  <a:pt x="120969" y="65059"/>
                  <a:pt x="120934" y="65137"/>
                  <a:pt x="120941" y="65212"/>
                </a:cubicBezTo>
                <a:cubicBezTo>
                  <a:pt x="120941" y="65212"/>
                  <a:pt x="120939" y="65214"/>
                  <a:pt x="120939" y="65215"/>
                </a:cubicBezTo>
                <a:cubicBezTo>
                  <a:pt x="120856" y="65385"/>
                  <a:pt x="120882" y="65623"/>
                  <a:pt x="120880" y="65807"/>
                </a:cubicBezTo>
                <a:cubicBezTo>
                  <a:pt x="120876" y="66021"/>
                  <a:pt x="120872" y="66235"/>
                  <a:pt x="120870" y="66447"/>
                </a:cubicBezTo>
                <a:cubicBezTo>
                  <a:pt x="120869" y="66859"/>
                  <a:pt x="120867" y="67272"/>
                  <a:pt x="120865" y="67685"/>
                </a:cubicBezTo>
                <a:cubicBezTo>
                  <a:pt x="120863" y="68098"/>
                  <a:pt x="120857" y="68511"/>
                  <a:pt x="120856" y="68922"/>
                </a:cubicBezTo>
                <a:lnTo>
                  <a:pt x="120856" y="69541"/>
                </a:lnTo>
                <a:cubicBezTo>
                  <a:pt x="120856" y="69683"/>
                  <a:pt x="120848" y="69820"/>
                  <a:pt x="120867" y="69956"/>
                </a:cubicBezTo>
                <a:cubicBezTo>
                  <a:pt x="120710" y="69935"/>
                  <a:pt x="120536" y="69956"/>
                  <a:pt x="120385" y="69960"/>
                </a:cubicBezTo>
                <a:cubicBezTo>
                  <a:pt x="120180" y="69963"/>
                  <a:pt x="119974" y="69967"/>
                  <a:pt x="119768" y="69973"/>
                </a:cubicBezTo>
                <a:cubicBezTo>
                  <a:pt x="119355" y="69986"/>
                  <a:pt x="118944" y="69997"/>
                  <a:pt x="118531" y="70008"/>
                </a:cubicBezTo>
                <a:cubicBezTo>
                  <a:pt x="118458" y="70010"/>
                  <a:pt x="118410" y="70053"/>
                  <a:pt x="118391" y="70107"/>
                </a:cubicBezTo>
                <a:cubicBezTo>
                  <a:pt x="118345" y="70107"/>
                  <a:pt x="118298" y="70133"/>
                  <a:pt x="118285" y="70187"/>
                </a:cubicBezTo>
                <a:cubicBezTo>
                  <a:pt x="118239" y="70369"/>
                  <a:pt x="118263" y="70583"/>
                  <a:pt x="118265" y="70771"/>
                </a:cubicBezTo>
                <a:cubicBezTo>
                  <a:pt x="118269" y="70970"/>
                  <a:pt x="118270" y="71169"/>
                  <a:pt x="118274" y="71368"/>
                </a:cubicBezTo>
                <a:cubicBezTo>
                  <a:pt x="118280" y="71766"/>
                  <a:pt x="118285" y="72164"/>
                  <a:pt x="118295" y="72561"/>
                </a:cubicBezTo>
                <a:cubicBezTo>
                  <a:pt x="118295" y="72601"/>
                  <a:pt x="118293" y="72658"/>
                  <a:pt x="118293" y="72720"/>
                </a:cubicBezTo>
                <a:cubicBezTo>
                  <a:pt x="118250" y="72718"/>
                  <a:pt x="118205" y="72725"/>
                  <a:pt x="118157" y="72733"/>
                </a:cubicBezTo>
                <a:cubicBezTo>
                  <a:pt x="118116" y="72740"/>
                  <a:pt x="118084" y="72785"/>
                  <a:pt x="118079" y="72824"/>
                </a:cubicBezTo>
                <a:cubicBezTo>
                  <a:pt x="118075" y="72852"/>
                  <a:pt x="118083" y="72883"/>
                  <a:pt x="118101" y="72906"/>
                </a:cubicBezTo>
                <a:cubicBezTo>
                  <a:pt x="118098" y="72911"/>
                  <a:pt x="118098" y="72915"/>
                  <a:pt x="118094" y="72920"/>
                </a:cubicBezTo>
                <a:cubicBezTo>
                  <a:pt x="118031" y="73119"/>
                  <a:pt x="118053" y="73352"/>
                  <a:pt x="118053" y="73558"/>
                </a:cubicBezTo>
                <a:cubicBezTo>
                  <a:pt x="118051" y="73770"/>
                  <a:pt x="118051" y="73982"/>
                  <a:pt x="118051" y="74194"/>
                </a:cubicBezTo>
                <a:cubicBezTo>
                  <a:pt x="118051" y="74406"/>
                  <a:pt x="118049" y="74618"/>
                  <a:pt x="118049" y="74830"/>
                </a:cubicBezTo>
                <a:lnTo>
                  <a:pt x="118049" y="74847"/>
                </a:lnTo>
                <a:cubicBezTo>
                  <a:pt x="118036" y="74845"/>
                  <a:pt x="118023" y="74843"/>
                  <a:pt x="118010" y="74842"/>
                </a:cubicBezTo>
                <a:cubicBezTo>
                  <a:pt x="117908" y="74840"/>
                  <a:pt x="117794" y="74840"/>
                  <a:pt x="117687" y="74855"/>
                </a:cubicBezTo>
                <a:cubicBezTo>
                  <a:pt x="117687" y="74814"/>
                  <a:pt x="117688" y="74773"/>
                  <a:pt x="117690" y="74732"/>
                </a:cubicBezTo>
                <a:cubicBezTo>
                  <a:pt x="117698" y="74522"/>
                  <a:pt x="117701" y="74310"/>
                  <a:pt x="117698" y="74100"/>
                </a:cubicBezTo>
                <a:cubicBezTo>
                  <a:pt x="117694" y="73895"/>
                  <a:pt x="117687" y="73690"/>
                  <a:pt x="117673" y="73488"/>
                </a:cubicBezTo>
                <a:cubicBezTo>
                  <a:pt x="117660" y="73311"/>
                  <a:pt x="117651" y="73123"/>
                  <a:pt x="117590" y="72956"/>
                </a:cubicBezTo>
                <a:cubicBezTo>
                  <a:pt x="117592" y="72954"/>
                  <a:pt x="117594" y="72952"/>
                  <a:pt x="117594" y="72950"/>
                </a:cubicBezTo>
                <a:cubicBezTo>
                  <a:pt x="117607" y="72928"/>
                  <a:pt x="117608" y="72893"/>
                  <a:pt x="117594" y="72872"/>
                </a:cubicBezTo>
                <a:cubicBezTo>
                  <a:pt x="117512" y="72759"/>
                  <a:pt x="117350" y="72777"/>
                  <a:pt x="117222" y="72777"/>
                </a:cubicBezTo>
                <a:cubicBezTo>
                  <a:pt x="117069" y="72777"/>
                  <a:pt x="116917" y="72775"/>
                  <a:pt x="116764" y="72779"/>
                </a:cubicBezTo>
                <a:cubicBezTo>
                  <a:pt x="116612" y="72781"/>
                  <a:pt x="116459" y="72781"/>
                  <a:pt x="116307" y="72787"/>
                </a:cubicBezTo>
                <a:cubicBezTo>
                  <a:pt x="116202" y="72788"/>
                  <a:pt x="116087" y="72779"/>
                  <a:pt x="115987" y="72805"/>
                </a:cubicBezTo>
                <a:cubicBezTo>
                  <a:pt x="116016" y="72653"/>
                  <a:pt x="116022" y="72487"/>
                  <a:pt x="116015" y="72340"/>
                </a:cubicBezTo>
                <a:cubicBezTo>
                  <a:pt x="116005" y="72132"/>
                  <a:pt x="115948" y="71924"/>
                  <a:pt x="115823" y="71752"/>
                </a:cubicBezTo>
                <a:cubicBezTo>
                  <a:pt x="115695" y="71576"/>
                  <a:pt x="115524" y="71433"/>
                  <a:pt x="115364" y="71284"/>
                </a:cubicBezTo>
                <a:cubicBezTo>
                  <a:pt x="115280" y="71206"/>
                  <a:pt x="115196" y="71128"/>
                  <a:pt x="115113" y="71050"/>
                </a:cubicBezTo>
                <a:cubicBezTo>
                  <a:pt x="115085" y="71025"/>
                  <a:pt x="115057" y="70999"/>
                  <a:pt x="115029" y="70977"/>
                </a:cubicBezTo>
                <a:cubicBezTo>
                  <a:pt x="115051" y="70916"/>
                  <a:pt x="115055" y="70847"/>
                  <a:pt x="115059" y="70778"/>
                </a:cubicBezTo>
                <a:cubicBezTo>
                  <a:pt x="115066" y="70661"/>
                  <a:pt x="115066" y="70544"/>
                  <a:pt x="115068" y="70426"/>
                </a:cubicBezTo>
                <a:cubicBezTo>
                  <a:pt x="115072" y="70179"/>
                  <a:pt x="115070" y="69930"/>
                  <a:pt x="115070" y="69683"/>
                </a:cubicBezTo>
                <a:cubicBezTo>
                  <a:pt x="115068" y="69441"/>
                  <a:pt x="115062" y="69201"/>
                  <a:pt x="115055" y="68959"/>
                </a:cubicBezTo>
                <a:cubicBezTo>
                  <a:pt x="115049" y="68721"/>
                  <a:pt x="115062" y="68466"/>
                  <a:pt x="114995" y="68238"/>
                </a:cubicBezTo>
                <a:cubicBezTo>
                  <a:pt x="114988" y="68208"/>
                  <a:pt x="114966" y="68191"/>
                  <a:pt x="114943" y="68184"/>
                </a:cubicBezTo>
                <a:cubicBezTo>
                  <a:pt x="114930" y="68070"/>
                  <a:pt x="114906" y="67964"/>
                  <a:pt x="114854" y="67862"/>
                </a:cubicBezTo>
                <a:cubicBezTo>
                  <a:pt x="114746" y="67644"/>
                  <a:pt x="114527" y="67482"/>
                  <a:pt x="114285" y="67460"/>
                </a:cubicBezTo>
                <a:cubicBezTo>
                  <a:pt x="114036" y="67438"/>
                  <a:pt x="113805" y="67592"/>
                  <a:pt x="113684" y="67804"/>
                </a:cubicBezTo>
                <a:cubicBezTo>
                  <a:pt x="113675" y="67819"/>
                  <a:pt x="113666" y="67836"/>
                  <a:pt x="113658" y="67853"/>
                </a:cubicBezTo>
                <a:cubicBezTo>
                  <a:pt x="113658" y="67486"/>
                  <a:pt x="113658" y="67122"/>
                  <a:pt x="113656" y="66755"/>
                </a:cubicBezTo>
                <a:cubicBezTo>
                  <a:pt x="113655" y="66300"/>
                  <a:pt x="113651" y="65844"/>
                  <a:pt x="113649" y="65388"/>
                </a:cubicBezTo>
                <a:cubicBezTo>
                  <a:pt x="113647" y="65154"/>
                  <a:pt x="113643" y="64920"/>
                  <a:pt x="113640" y="64683"/>
                </a:cubicBezTo>
                <a:cubicBezTo>
                  <a:pt x="113636" y="64548"/>
                  <a:pt x="113645" y="64380"/>
                  <a:pt x="113621" y="64232"/>
                </a:cubicBezTo>
                <a:cubicBezTo>
                  <a:pt x="113749" y="64239"/>
                  <a:pt x="113894" y="64179"/>
                  <a:pt x="113986" y="64109"/>
                </a:cubicBezTo>
                <a:cubicBezTo>
                  <a:pt x="114153" y="63977"/>
                  <a:pt x="114212" y="63761"/>
                  <a:pt x="114181" y="63555"/>
                </a:cubicBezTo>
                <a:cubicBezTo>
                  <a:pt x="114147" y="63350"/>
                  <a:pt x="114013" y="63175"/>
                  <a:pt x="113852" y="63051"/>
                </a:cubicBezTo>
                <a:cubicBezTo>
                  <a:pt x="113761" y="62980"/>
                  <a:pt x="113662" y="62926"/>
                  <a:pt x="113558" y="62880"/>
                </a:cubicBezTo>
                <a:cubicBezTo>
                  <a:pt x="113508" y="62857"/>
                  <a:pt x="113457" y="62831"/>
                  <a:pt x="113405" y="62816"/>
                </a:cubicBezTo>
                <a:cubicBezTo>
                  <a:pt x="112712" y="61280"/>
                  <a:pt x="112042" y="59733"/>
                  <a:pt x="111425" y="58161"/>
                </a:cubicBezTo>
                <a:cubicBezTo>
                  <a:pt x="111110" y="57360"/>
                  <a:pt x="110807" y="56553"/>
                  <a:pt x="110517" y="55742"/>
                </a:cubicBezTo>
                <a:cubicBezTo>
                  <a:pt x="110233" y="54951"/>
                  <a:pt x="109948" y="54159"/>
                  <a:pt x="109730" y="53348"/>
                </a:cubicBezTo>
                <a:cubicBezTo>
                  <a:pt x="109608" y="52893"/>
                  <a:pt x="109505" y="52431"/>
                  <a:pt x="109437" y="51965"/>
                </a:cubicBezTo>
                <a:cubicBezTo>
                  <a:pt x="109403" y="51736"/>
                  <a:pt x="109379" y="51503"/>
                  <a:pt x="109360" y="51273"/>
                </a:cubicBezTo>
                <a:cubicBezTo>
                  <a:pt x="109349" y="51137"/>
                  <a:pt x="109344" y="51001"/>
                  <a:pt x="109336" y="50867"/>
                </a:cubicBezTo>
                <a:cubicBezTo>
                  <a:pt x="109398" y="50644"/>
                  <a:pt x="109329" y="50397"/>
                  <a:pt x="109070" y="50328"/>
                </a:cubicBezTo>
                <a:cubicBezTo>
                  <a:pt x="109026" y="50315"/>
                  <a:pt x="108977" y="50307"/>
                  <a:pt x="108927" y="50302"/>
                </a:cubicBezTo>
                <a:cubicBezTo>
                  <a:pt x="108962" y="50015"/>
                  <a:pt x="108936" y="49714"/>
                  <a:pt x="108925" y="49426"/>
                </a:cubicBezTo>
                <a:cubicBezTo>
                  <a:pt x="108912" y="49047"/>
                  <a:pt x="108881" y="48667"/>
                  <a:pt x="108854" y="48288"/>
                </a:cubicBezTo>
                <a:cubicBezTo>
                  <a:pt x="108802" y="47535"/>
                  <a:pt x="108739" y="46783"/>
                  <a:pt x="108670" y="46032"/>
                </a:cubicBezTo>
                <a:cubicBezTo>
                  <a:pt x="108650" y="45820"/>
                  <a:pt x="108624" y="45610"/>
                  <a:pt x="108600" y="45398"/>
                </a:cubicBezTo>
                <a:cubicBezTo>
                  <a:pt x="108587" y="45295"/>
                  <a:pt x="108576" y="45193"/>
                  <a:pt x="108564" y="45091"/>
                </a:cubicBezTo>
                <a:cubicBezTo>
                  <a:pt x="108553" y="44988"/>
                  <a:pt x="108559" y="44871"/>
                  <a:pt x="108496" y="44786"/>
                </a:cubicBezTo>
                <a:cubicBezTo>
                  <a:pt x="108486" y="44773"/>
                  <a:pt x="108473" y="44762"/>
                  <a:pt x="108460" y="44754"/>
                </a:cubicBezTo>
                <a:cubicBezTo>
                  <a:pt x="108453" y="44739"/>
                  <a:pt x="108442" y="44726"/>
                  <a:pt x="108425" y="44715"/>
                </a:cubicBezTo>
                <a:cubicBezTo>
                  <a:pt x="108356" y="44672"/>
                  <a:pt x="108271" y="44683"/>
                  <a:pt x="108192" y="44687"/>
                </a:cubicBezTo>
                <a:cubicBezTo>
                  <a:pt x="108099" y="44693"/>
                  <a:pt x="108025" y="44700"/>
                  <a:pt x="107952" y="44763"/>
                </a:cubicBezTo>
                <a:cubicBezTo>
                  <a:pt x="107945" y="44769"/>
                  <a:pt x="107939" y="44776"/>
                  <a:pt x="107936" y="44784"/>
                </a:cubicBezTo>
                <a:cubicBezTo>
                  <a:pt x="107906" y="44756"/>
                  <a:pt x="107846" y="44771"/>
                  <a:pt x="107832" y="44814"/>
                </a:cubicBezTo>
                <a:cubicBezTo>
                  <a:pt x="107703" y="45195"/>
                  <a:pt x="107685" y="45608"/>
                  <a:pt x="107647" y="46008"/>
                </a:cubicBezTo>
                <a:cubicBezTo>
                  <a:pt x="107607" y="46421"/>
                  <a:pt x="107566" y="46835"/>
                  <a:pt x="107521" y="47248"/>
                </a:cubicBezTo>
                <a:cubicBezTo>
                  <a:pt x="107435" y="48068"/>
                  <a:pt x="107326" y="48885"/>
                  <a:pt x="107225" y="49703"/>
                </a:cubicBezTo>
                <a:cubicBezTo>
                  <a:pt x="107199" y="49911"/>
                  <a:pt x="107173" y="50120"/>
                  <a:pt x="107145" y="50326"/>
                </a:cubicBezTo>
                <a:cubicBezTo>
                  <a:pt x="107095" y="50339"/>
                  <a:pt x="107047" y="50358"/>
                  <a:pt x="106998" y="50382"/>
                </a:cubicBezTo>
                <a:cubicBezTo>
                  <a:pt x="106876" y="50443"/>
                  <a:pt x="106794" y="50555"/>
                  <a:pt x="106753" y="50685"/>
                </a:cubicBezTo>
                <a:cubicBezTo>
                  <a:pt x="106732" y="50754"/>
                  <a:pt x="106723" y="50830"/>
                  <a:pt x="106723" y="50903"/>
                </a:cubicBezTo>
                <a:cubicBezTo>
                  <a:pt x="106721" y="50949"/>
                  <a:pt x="106729" y="50986"/>
                  <a:pt x="106740" y="51025"/>
                </a:cubicBezTo>
                <a:cubicBezTo>
                  <a:pt x="106680" y="51388"/>
                  <a:pt x="106673" y="51760"/>
                  <a:pt x="106613" y="52123"/>
                </a:cubicBezTo>
                <a:cubicBezTo>
                  <a:pt x="106547" y="52522"/>
                  <a:pt x="106448" y="52919"/>
                  <a:pt x="106331" y="53309"/>
                </a:cubicBezTo>
                <a:cubicBezTo>
                  <a:pt x="106095" y="54090"/>
                  <a:pt x="105780" y="54847"/>
                  <a:pt x="105460" y="55597"/>
                </a:cubicBezTo>
                <a:cubicBezTo>
                  <a:pt x="104789" y="57172"/>
                  <a:pt x="104120" y="58753"/>
                  <a:pt x="103404" y="60309"/>
                </a:cubicBezTo>
                <a:cubicBezTo>
                  <a:pt x="103013" y="61157"/>
                  <a:pt x="102591" y="61989"/>
                  <a:pt x="102154" y="62814"/>
                </a:cubicBezTo>
                <a:cubicBezTo>
                  <a:pt x="102011" y="62774"/>
                  <a:pt x="101836" y="62811"/>
                  <a:pt x="101700" y="62842"/>
                </a:cubicBezTo>
                <a:cubicBezTo>
                  <a:pt x="101521" y="62887"/>
                  <a:pt x="101347" y="62959"/>
                  <a:pt x="101189" y="63058"/>
                </a:cubicBezTo>
                <a:cubicBezTo>
                  <a:pt x="101092" y="63118"/>
                  <a:pt x="101084" y="63224"/>
                  <a:pt x="101123" y="63305"/>
                </a:cubicBezTo>
                <a:cubicBezTo>
                  <a:pt x="101101" y="63400"/>
                  <a:pt x="101109" y="63514"/>
                  <a:pt x="101107" y="63597"/>
                </a:cubicBezTo>
                <a:cubicBezTo>
                  <a:pt x="101103" y="63780"/>
                  <a:pt x="101101" y="63962"/>
                  <a:pt x="101099" y="64146"/>
                </a:cubicBezTo>
                <a:cubicBezTo>
                  <a:pt x="101094" y="64503"/>
                  <a:pt x="101094" y="64862"/>
                  <a:pt x="101094" y="65221"/>
                </a:cubicBezTo>
                <a:cubicBezTo>
                  <a:pt x="101092" y="65578"/>
                  <a:pt x="101092" y="65937"/>
                  <a:pt x="101090" y="66296"/>
                </a:cubicBezTo>
                <a:cubicBezTo>
                  <a:pt x="101090" y="66471"/>
                  <a:pt x="101090" y="66646"/>
                  <a:pt x="101090" y="66822"/>
                </a:cubicBezTo>
                <a:cubicBezTo>
                  <a:pt x="101090" y="66861"/>
                  <a:pt x="101092" y="66898"/>
                  <a:pt x="101096" y="66936"/>
                </a:cubicBezTo>
                <a:cubicBezTo>
                  <a:pt x="100982" y="66912"/>
                  <a:pt x="100850" y="66919"/>
                  <a:pt x="100753" y="66928"/>
                </a:cubicBezTo>
                <a:cubicBezTo>
                  <a:pt x="100597" y="66941"/>
                  <a:pt x="100441" y="66971"/>
                  <a:pt x="100294" y="67025"/>
                </a:cubicBezTo>
                <a:cubicBezTo>
                  <a:pt x="100171" y="67071"/>
                  <a:pt x="100058" y="67133"/>
                  <a:pt x="99950" y="67207"/>
                </a:cubicBezTo>
                <a:lnTo>
                  <a:pt x="99929" y="67176"/>
                </a:lnTo>
                <a:cubicBezTo>
                  <a:pt x="99967" y="67155"/>
                  <a:pt x="99991" y="67112"/>
                  <a:pt x="99974" y="67057"/>
                </a:cubicBezTo>
                <a:cubicBezTo>
                  <a:pt x="99831" y="66610"/>
                  <a:pt x="99617" y="66186"/>
                  <a:pt x="99435" y="65755"/>
                </a:cubicBezTo>
                <a:cubicBezTo>
                  <a:pt x="99251" y="65321"/>
                  <a:pt x="99068" y="64886"/>
                  <a:pt x="98897" y="64449"/>
                </a:cubicBezTo>
                <a:cubicBezTo>
                  <a:pt x="98551" y="63569"/>
                  <a:pt x="98245" y="62677"/>
                  <a:pt x="97973" y="61773"/>
                </a:cubicBezTo>
                <a:cubicBezTo>
                  <a:pt x="97434" y="59978"/>
                  <a:pt x="97034" y="58145"/>
                  <a:pt x="96766" y="56288"/>
                </a:cubicBezTo>
                <a:cubicBezTo>
                  <a:pt x="96692" y="55760"/>
                  <a:pt x="96628" y="55230"/>
                  <a:pt x="96578" y="54698"/>
                </a:cubicBezTo>
                <a:cubicBezTo>
                  <a:pt x="96552" y="54436"/>
                  <a:pt x="96528" y="54174"/>
                  <a:pt x="96504" y="53912"/>
                </a:cubicBezTo>
                <a:cubicBezTo>
                  <a:pt x="96489" y="53752"/>
                  <a:pt x="96480" y="53592"/>
                  <a:pt x="96463" y="53434"/>
                </a:cubicBezTo>
                <a:cubicBezTo>
                  <a:pt x="96463" y="53432"/>
                  <a:pt x="96463" y="53432"/>
                  <a:pt x="96463" y="53432"/>
                </a:cubicBezTo>
                <a:cubicBezTo>
                  <a:pt x="96468" y="53354"/>
                  <a:pt x="96470" y="53276"/>
                  <a:pt x="96476" y="53203"/>
                </a:cubicBezTo>
                <a:cubicBezTo>
                  <a:pt x="96487" y="53028"/>
                  <a:pt x="96431" y="52850"/>
                  <a:pt x="96230" y="52829"/>
                </a:cubicBezTo>
                <a:cubicBezTo>
                  <a:pt x="95974" y="52803"/>
                  <a:pt x="95775" y="53118"/>
                  <a:pt x="95818" y="53359"/>
                </a:cubicBezTo>
                <a:cubicBezTo>
                  <a:pt x="95713" y="53884"/>
                  <a:pt x="95665" y="54423"/>
                  <a:pt x="95591" y="54953"/>
                </a:cubicBezTo>
                <a:cubicBezTo>
                  <a:pt x="95511" y="55519"/>
                  <a:pt x="95433" y="56084"/>
                  <a:pt x="95343" y="56647"/>
                </a:cubicBezTo>
                <a:cubicBezTo>
                  <a:pt x="95167" y="57776"/>
                  <a:pt x="94966" y="58898"/>
                  <a:pt x="94704" y="60010"/>
                </a:cubicBezTo>
                <a:cubicBezTo>
                  <a:pt x="94224" y="62039"/>
                  <a:pt x="93558" y="64038"/>
                  <a:pt x="92593" y="65890"/>
                </a:cubicBezTo>
                <a:cubicBezTo>
                  <a:pt x="92327" y="66402"/>
                  <a:pt x="92038" y="66900"/>
                  <a:pt x="91726" y="67384"/>
                </a:cubicBezTo>
                <a:cubicBezTo>
                  <a:pt x="91415" y="67866"/>
                  <a:pt x="91060" y="68316"/>
                  <a:pt x="90742" y="68794"/>
                </a:cubicBezTo>
                <a:cubicBezTo>
                  <a:pt x="90634" y="68821"/>
                  <a:pt x="90523" y="68844"/>
                  <a:pt x="90424" y="68892"/>
                </a:cubicBezTo>
                <a:cubicBezTo>
                  <a:pt x="90285" y="68961"/>
                  <a:pt x="90197" y="69099"/>
                  <a:pt x="90151" y="69244"/>
                </a:cubicBezTo>
                <a:cubicBezTo>
                  <a:pt x="90104" y="69385"/>
                  <a:pt x="90065" y="69584"/>
                  <a:pt x="90102" y="69729"/>
                </a:cubicBezTo>
                <a:cubicBezTo>
                  <a:pt x="90125" y="69811"/>
                  <a:pt x="90177" y="69882"/>
                  <a:pt x="90251" y="69921"/>
                </a:cubicBezTo>
                <a:cubicBezTo>
                  <a:pt x="90335" y="69963"/>
                  <a:pt x="90413" y="69937"/>
                  <a:pt x="90495" y="69960"/>
                </a:cubicBezTo>
                <a:cubicBezTo>
                  <a:pt x="90500" y="69960"/>
                  <a:pt x="90504" y="69962"/>
                  <a:pt x="90508" y="69963"/>
                </a:cubicBezTo>
                <a:cubicBezTo>
                  <a:pt x="90486" y="70095"/>
                  <a:pt x="90504" y="70246"/>
                  <a:pt x="90502" y="70371"/>
                </a:cubicBezTo>
                <a:cubicBezTo>
                  <a:pt x="90502" y="70592"/>
                  <a:pt x="90502" y="70811"/>
                  <a:pt x="90504" y="71033"/>
                </a:cubicBezTo>
                <a:cubicBezTo>
                  <a:pt x="90506" y="71457"/>
                  <a:pt x="90508" y="71883"/>
                  <a:pt x="90512" y="72310"/>
                </a:cubicBezTo>
                <a:cubicBezTo>
                  <a:pt x="90513" y="72736"/>
                  <a:pt x="90515" y="73162"/>
                  <a:pt x="90515" y="73586"/>
                </a:cubicBezTo>
                <a:cubicBezTo>
                  <a:pt x="90517" y="73808"/>
                  <a:pt x="90519" y="74027"/>
                  <a:pt x="90526" y="74248"/>
                </a:cubicBezTo>
                <a:cubicBezTo>
                  <a:pt x="90530" y="74408"/>
                  <a:pt x="90519" y="74589"/>
                  <a:pt x="90547" y="74754"/>
                </a:cubicBezTo>
                <a:cubicBezTo>
                  <a:pt x="90337" y="74762"/>
                  <a:pt x="90134" y="74974"/>
                  <a:pt x="90060" y="75148"/>
                </a:cubicBezTo>
                <a:cubicBezTo>
                  <a:pt x="89972" y="75349"/>
                  <a:pt x="89939" y="75796"/>
                  <a:pt x="90212" y="75879"/>
                </a:cubicBezTo>
                <a:cubicBezTo>
                  <a:pt x="90248" y="75890"/>
                  <a:pt x="90292" y="75889"/>
                  <a:pt x="90327" y="75883"/>
                </a:cubicBezTo>
                <a:cubicBezTo>
                  <a:pt x="90363" y="75877"/>
                  <a:pt x="90396" y="75850"/>
                  <a:pt x="90428" y="75848"/>
                </a:cubicBezTo>
                <a:cubicBezTo>
                  <a:pt x="90469" y="75844"/>
                  <a:pt x="90474" y="75837"/>
                  <a:pt x="90493" y="75894"/>
                </a:cubicBezTo>
                <a:cubicBezTo>
                  <a:pt x="90517" y="75959"/>
                  <a:pt x="90508" y="76037"/>
                  <a:pt x="90508" y="76106"/>
                </a:cubicBezTo>
                <a:cubicBezTo>
                  <a:pt x="90506" y="76194"/>
                  <a:pt x="90506" y="76281"/>
                  <a:pt x="90506" y="76370"/>
                </a:cubicBezTo>
                <a:cubicBezTo>
                  <a:pt x="90504" y="76545"/>
                  <a:pt x="90504" y="76722"/>
                  <a:pt x="90502" y="76898"/>
                </a:cubicBezTo>
                <a:cubicBezTo>
                  <a:pt x="90500" y="77062"/>
                  <a:pt x="90461" y="77259"/>
                  <a:pt x="90569" y="77393"/>
                </a:cubicBezTo>
                <a:cubicBezTo>
                  <a:pt x="90601" y="77430"/>
                  <a:pt x="90664" y="77442"/>
                  <a:pt x="90714" y="77425"/>
                </a:cubicBezTo>
                <a:cubicBezTo>
                  <a:pt x="90763" y="77447"/>
                  <a:pt x="90811" y="77466"/>
                  <a:pt x="90858" y="77484"/>
                </a:cubicBezTo>
                <a:cubicBezTo>
                  <a:pt x="90884" y="77495"/>
                  <a:pt x="90913" y="77507"/>
                  <a:pt x="90945" y="77516"/>
                </a:cubicBezTo>
                <a:cubicBezTo>
                  <a:pt x="90891" y="77871"/>
                  <a:pt x="90917" y="78247"/>
                  <a:pt x="90915" y="78604"/>
                </a:cubicBezTo>
                <a:cubicBezTo>
                  <a:pt x="90913" y="79039"/>
                  <a:pt x="90913" y="79474"/>
                  <a:pt x="90913" y="79908"/>
                </a:cubicBezTo>
                <a:lnTo>
                  <a:pt x="90913" y="82537"/>
                </a:lnTo>
                <a:cubicBezTo>
                  <a:pt x="90913" y="84291"/>
                  <a:pt x="90913" y="86045"/>
                  <a:pt x="90911" y="87799"/>
                </a:cubicBezTo>
                <a:cubicBezTo>
                  <a:pt x="90911" y="88286"/>
                  <a:pt x="90913" y="88771"/>
                  <a:pt x="90921" y="89257"/>
                </a:cubicBezTo>
                <a:cubicBezTo>
                  <a:pt x="90924" y="89508"/>
                  <a:pt x="90928" y="89759"/>
                  <a:pt x="90932" y="90008"/>
                </a:cubicBezTo>
                <a:cubicBezTo>
                  <a:pt x="90934" y="90220"/>
                  <a:pt x="90930" y="90432"/>
                  <a:pt x="90949" y="90642"/>
                </a:cubicBezTo>
                <a:cubicBezTo>
                  <a:pt x="90863" y="90689"/>
                  <a:pt x="90779" y="90741"/>
                  <a:pt x="90688" y="90778"/>
                </a:cubicBezTo>
                <a:cubicBezTo>
                  <a:pt x="90560" y="90828"/>
                  <a:pt x="90426" y="90862"/>
                  <a:pt x="90294" y="90897"/>
                </a:cubicBezTo>
                <a:cubicBezTo>
                  <a:pt x="90032" y="90970"/>
                  <a:pt x="89744" y="91050"/>
                  <a:pt x="89552" y="91254"/>
                </a:cubicBezTo>
                <a:cubicBezTo>
                  <a:pt x="89282" y="91540"/>
                  <a:pt x="89269" y="91983"/>
                  <a:pt x="89240" y="92353"/>
                </a:cubicBezTo>
                <a:cubicBezTo>
                  <a:pt x="89223" y="92569"/>
                  <a:pt x="89215" y="92787"/>
                  <a:pt x="89213" y="93004"/>
                </a:cubicBezTo>
                <a:cubicBezTo>
                  <a:pt x="89212" y="93105"/>
                  <a:pt x="89212" y="93207"/>
                  <a:pt x="89213" y="93309"/>
                </a:cubicBezTo>
                <a:cubicBezTo>
                  <a:pt x="89213" y="93367"/>
                  <a:pt x="89212" y="93424"/>
                  <a:pt x="89219" y="93482"/>
                </a:cubicBezTo>
                <a:cubicBezTo>
                  <a:pt x="89225" y="93547"/>
                  <a:pt x="89251" y="93588"/>
                  <a:pt x="89267" y="93648"/>
                </a:cubicBezTo>
                <a:cubicBezTo>
                  <a:pt x="89295" y="93759"/>
                  <a:pt x="89450" y="93774"/>
                  <a:pt x="89505" y="93687"/>
                </a:cubicBezTo>
                <a:cubicBezTo>
                  <a:pt x="89518" y="93698"/>
                  <a:pt x="89530" y="93707"/>
                  <a:pt x="89543" y="93716"/>
                </a:cubicBezTo>
                <a:cubicBezTo>
                  <a:pt x="89574" y="93737"/>
                  <a:pt x="89613" y="93744"/>
                  <a:pt x="89645" y="93761"/>
                </a:cubicBezTo>
                <a:cubicBezTo>
                  <a:pt x="89721" y="93796"/>
                  <a:pt x="89794" y="93845"/>
                  <a:pt x="89855" y="93901"/>
                </a:cubicBezTo>
                <a:cubicBezTo>
                  <a:pt x="89989" y="94018"/>
                  <a:pt x="90084" y="94168"/>
                  <a:pt x="90156" y="94330"/>
                </a:cubicBezTo>
                <a:cubicBezTo>
                  <a:pt x="90326" y="94713"/>
                  <a:pt x="90385" y="95156"/>
                  <a:pt x="90478" y="95563"/>
                </a:cubicBezTo>
                <a:cubicBezTo>
                  <a:pt x="90681" y="96448"/>
                  <a:pt x="90885" y="97332"/>
                  <a:pt x="91090" y="98217"/>
                </a:cubicBezTo>
                <a:cubicBezTo>
                  <a:pt x="91148" y="98466"/>
                  <a:pt x="91205" y="98715"/>
                  <a:pt x="91263" y="98965"/>
                </a:cubicBezTo>
                <a:cubicBezTo>
                  <a:pt x="91319" y="99206"/>
                  <a:pt x="91345" y="99500"/>
                  <a:pt x="91492" y="99707"/>
                </a:cubicBezTo>
                <a:cubicBezTo>
                  <a:pt x="91503" y="99720"/>
                  <a:pt x="91516" y="99733"/>
                  <a:pt x="91533" y="99742"/>
                </a:cubicBezTo>
                <a:cubicBezTo>
                  <a:pt x="91527" y="99802"/>
                  <a:pt x="91559" y="99865"/>
                  <a:pt x="91629" y="99880"/>
                </a:cubicBezTo>
                <a:cubicBezTo>
                  <a:pt x="91838" y="99928"/>
                  <a:pt x="92068" y="99908"/>
                  <a:pt x="92280" y="99906"/>
                </a:cubicBezTo>
                <a:cubicBezTo>
                  <a:pt x="92451" y="99906"/>
                  <a:pt x="92624" y="99908"/>
                  <a:pt x="92797" y="99902"/>
                </a:cubicBezTo>
                <a:cubicBezTo>
                  <a:pt x="92782" y="100125"/>
                  <a:pt x="92781" y="100350"/>
                  <a:pt x="92781" y="100575"/>
                </a:cubicBezTo>
                <a:cubicBezTo>
                  <a:pt x="92779" y="100929"/>
                  <a:pt x="92777" y="101282"/>
                  <a:pt x="92775" y="101637"/>
                </a:cubicBezTo>
                <a:cubicBezTo>
                  <a:pt x="92773" y="102344"/>
                  <a:pt x="92775" y="103052"/>
                  <a:pt x="92775" y="103759"/>
                </a:cubicBezTo>
                <a:lnTo>
                  <a:pt x="92775" y="118931"/>
                </a:lnTo>
                <a:cubicBezTo>
                  <a:pt x="92775" y="119603"/>
                  <a:pt x="92766" y="120274"/>
                  <a:pt x="92808" y="120942"/>
                </a:cubicBezTo>
                <a:cubicBezTo>
                  <a:pt x="92792" y="120957"/>
                  <a:pt x="92779" y="120975"/>
                  <a:pt x="92777" y="121001"/>
                </a:cubicBezTo>
                <a:cubicBezTo>
                  <a:pt x="92771" y="121072"/>
                  <a:pt x="92754" y="121139"/>
                  <a:pt x="92754" y="121211"/>
                </a:cubicBezTo>
                <a:cubicBezTo>
                  <a:pt x="92753" y="121280"/>
                  <a:pt x="92756" y="121351"/>
                  <a:pt x="92756" y="121420"/>
                </a:cubicBezTo>
                <a:cubicBezTo>
                  <a:pt x="92758" y="121487"/>
                  <a:pt x="92758" y="121552"/>
                  <a:pt x="92758" y="121617"/>
                </a:cubicBezTo>
                <a:cubicBezTo>
                  <a:pt x="92481" y="121568"/>
                  <a:pt x="92193" y="121554"/>
                  <a:pt x="91918" y="121539"/>
                </a:cubicBezTo>
                <a:cubicBezTo>
                  <a:pt x="91562" y="121518"/>
                  <a:pt x="91205" y="121522"/>
                  <a:pt x="90850" y="121542"/>
                </a:cubicBezTo>
                <a:cubicBezTo>
                  <a:pt x="90720" y="121548"/>
                  <a:pt x="90632" y="121660"/>
                  <a:pt x="90662" y="121790"/>
                </a:cubicBezTo>
                <a:cubicBezTo>
                  <a:pt x="90727" y="122080"/>
                  <a:pt x="90536" y="122376"/>
                  <a:pt x="90300" y="122532"/>
                </a:cubicBezTo>
                <a:cubicBezTo>
                  <a:pt x="89985" y="122742"/>
                  <a:pt x="89591" y="122774"/>
                  <a:pt x="89223" y="122787"/>
                </a:cubicBezTo>
                <a:cubicBezTo>
                  <a:pt x="88916" y="122800"/>
                  <a:pt x="88607" y="122807"/>
                  <a:pt x="88300" y="122814"/>
                </a:cubicBezTo>
                <a:cubicBezTo>
                  <a:pt x="88285" y="122785"/>
                  <a:pt x="88267" y="122759"/>
                  <a:pt x="88248" y="122733"/>
                </a:cubicBezTo>
                <a:cubicBezTo>
                  <a:pt x="88219" y="122694"/>
                  <a:pt x="88181" y="122653"/>
                  <a:pt x="88140" y="122621"/>
                </a:cubicBezTo>
                <a:cubicBezTo>
                  <a:pt x="88137" y="122576"/>
                  <a:pt x="88113" y="122532"/>
                  <a:pt x="88057" y="122513"/>
                </a:cubicBezTo>
                <a:cubicBezTo>
                  <a:pt x="87980" y="122487"/>
                  <a:pt x="87947" y="122383"/>
                  <a:pt x="87979" y="122312"/>
                </a:cubicBezTo>
                <a:cubicBezTo>
                  <a:pt x="87982" y="122301"/>
                  <a:pt x="87990" y="122292"/>
                  <a:pt x="87997" y="122283"/>
                </a:cubicBezTo>
                <a:cubicBezTo>
                  <a:pt x="88068" y="122204"/>
                  <a:pt x="88027" y="122039"/>
                  <a:pt x="87901" y="122052"/>
                </a:cubicBezTo>
                <a:cubicBezTo>
                  <a:pt x="87469" y="122095"/>
                  <a:pt x="87467" y="121462"/>
                  <a:pt x="87497" y="121180"/>
                </a:cubicBezTo>
                <a:cubicBezTo>
                  <a:pt x="87545" y="120711"/>
                  <a:pt x="87783" y="120276"/>
                  <a:pt x="88133" y="119963"/>
                </a:cubicBezTo>
                <a:cubicBezTo>
                  <a:pt x="88246" y="119863"/>
                  <a:pt x="88172" y="119701"/>
                  <a:pt x="88051" y="119655"/>
                </a:cubicBezTo>
                <a:cubicBezTo>
                  <a:pt x="87742" y="119539"/>
                  <a:pt x="87434" y="119424"/>
                  <a:pt x="87123" y="119309"/>
                </a:cubicBezTo>
                <a:cubicBezTo>
                  <a:pt x="87142" y="118903"/>
                  <a:pt x="87138" y="118479"/>
                  <a:pt x="86937" y="118119"/>
                </a:cubicBezTo>
                <a:cubicBezTo>
                  <a:pt x="86760" y="117804"/>
                  <a:pt x="86428" y="117542"/>
                  <a:pt x="86052" y="117561"/>
                </a:cubicBezTo>
                <a:cubicBezTo>
                  <a:pt x="85669" y="117579"/>
                  <a:pt x="85340" y="117851"/>
                  <a:pt x="85172" y="118184"/>
                </a:cubicBezTo>
                <a:cubicBezTo>
                  <a:pt x="84964" y="118591"/>
                  <a:pt x="84945" y="119056"/>
                  <a:pt x="84891" y="119502"/>
                </a:cubicBezTo>
                <a:cubicBezTo>
                  <a:pt x="84837" y="119975"/>
                  <a:pt x="84778" y="120445"/>
                  <a:pt x="84728" y="120916"/>
                </a:cubicBezTo>
                <a:cubicBezTo>
                  <a:pt x="84646" y="120916"/>
                  <a:pt x="84560" y="120936"/>
                  <a:pt x="84475" y="120973"/>
                </a:cubicBezTo>
                <a:cubicBezTo>
                  <a:pt x="84317" y="121042"/>
                  <a:pt x="84177" y="121159"/>
                  <a:pt x="84012" y="121213"/>
                </a:cubicBezTo>
                <a:cubicBezTo>
                  <a:pt x="83671" y="121327"/>
                  <a:pt x="83530" y="120838"/>
                  <a:pt x="83547" y="120585"/>
                </a:cubicBezTo>
                <a:cubicBezTo>
                  <a:pt x="83575" y="120142"/>
                  <a:pt x="83777" y="119647"/>
                  <a:pt x="83508" y="119240"/>
                </a:cubicBezTo>
                <a:cubicBezTo>
                  <a:pt x="83335" y="118978"/>
                  <a:pt x="83028" y="118833"/>
                  <a:pt x="82723" y="118799"/>
                </a:cubicBezTo>
                <a:cubicBezTo>
                  <a:pt x="82476" y="118771"/>
                  <a:pt x="82193" y="118836"/>
                  <a:pt x="81983" y="118985"/>
                </a:cubicBezTo>
                <a:cubicBezTo>
                  <a:pt x="81821" y="118563"/>
                  <a:pt x="81871" y="118070"/>
                  <a:pt x="81674" y="117655"/>
                </a:cubicBezTo>
                <a:cubicBezTo>
                  <a:pt x="81510" y="117310"/>
                  <a:pt x="81138" y="116977"/>
                  <a:pt x="80752" y="116997"/>
                </a:cubicBezTo>
                <a:cubicBezTo>
                  <a:pt x="80729" y="116620"/>
                  <a:pt x="80562" y="116270"/>
                  <a:pt x="80465" y="115896"/>
                </a:cubicBezTo>
                <a:cubicBezTo>
                  <a:pt x="80385" y="115591"/>
                  <a:pt x="80363" y="115160"/>
                  <a:pt x="80666" y="114968"/>
                </a:cubicBezTo>
                <a:cubicBezTo>
                  <a:pt x="80755" y="114910"/>
                  <a:pt x="80761" y="114730"/>
                  <a:pt x="80633" y="114713"/>
                </a:cubicBezTo>
                <a:cubicBezTo>
                  <a:pt x="80599" y="114708"/>
                  <a:pt x="80564" y="114704"/>
                  <a:pt x="80528" y="114698"/>
                </a:cubicBezTo>
                <a:cubicBezTo>
                  <a:pt x="80290" y="114667"/>
                  <a:pt x="80015" y="114615"/>
                  <a:pt x="79877" y="114410"/>
                </a:cubicBezTo>
                <a:cubicBezTo>
                  <a:pt x="79816" y="114317"/>
                  <a:pt x="79781" y="114193"/>
                  <a:pt x="79818" y="114083"/>
                </a:cubicBezTo>
                <a:cubicBezTo>
                  <a:pt x="79863" y="113960"/>
                  <a:pt x="80006" y="113901"/>
                  <a:pt x="80082" y="113800"/>
                </a:cubicBezTo>
                <a:cubicBezTo>
                  <a:pt x="80238" y="113592"/>
                  <a:pt x="80203" y="113298"/>
                  <a:pt x="80056" y="113095"/>
                </a:cubicBezTo>
                <a:cubicBezTo>
                  <a:pt x="79944" y="112937"/>
                  <a:pt x="79766" y="112824"/>
                  <a:pt x="79580" y="112738"/>
                </a:cubicBezTo>
                <a:cubicBezTo>
                  <a:pt x="79690" y="112597"/>
                  <a:pt x="79705" y="112374"/>
                  <a:pt x="79628" y="112204"/>
                </a:cubicBezTo>
                <a:cubicBezTo>
                  <a:pt x="79506" y="111935"/>
                  <a:pt x="79204" y="111872"/>
                  <a:pt x="78918" y="111873"/>
                </a:cubicBezTo>
                <a:cubicBezTo>
                  <a:pt x="78946" y="111725"/>
                  <a:pt x="78912" y="111555"/>
                  <a:pt x="78842" y="111425"/>
                </a:cubicBezTo>
                <a:cubicBezTo>
                  <a:pt x="78684" y="111131"/>
                  <a:pt x="78295" y="111027"/>
                  <a:pt x="78174" y="110711"/>
                </a:cubicBezTo>
                <a:cubicBezTo>
                  <a:pt x="78113" y="110549"/>
                  <a:pt x="78124" y="110373"/>
                  <a:pt x="78144" y="110205"/>
                </a:cubicBezTo>
                <a:cubicBezTo>
                  <a:pt x="78166" y="110015"/>
                  <a:pt x="78204" y="109830"/>
                  <a:pt x="78230" y="109640"/>
                </a:cubicBezTo>
                <a:cubicBezTo>
                  <a:pt x="78274" y="109316"/>
                  <a:pt x="78250" y="108942"/>
                  <a:pt x="77967" y="108730"/>
                </a:cubicBezTo>
                <a:cubicBezTo>
                  <a:pt x="77759" y="108576"/>
                  <a:pt x="77441" y="108546"/>
                  <a:pt x="77266" y="108753"/>
                </a:cubicBezTo>
                <a:cubicBezTo>
                  <a:pt x="76576" y="108758"/>
                  <a:pt x="76258" y="109683"/>
                  <a:pt x="76002" y="110194"/>
                </a:cubicBezTo>
                <a:cubicBezTo>
                  <a:pt x="75855" y="110486"/>
                  <a:pt x="75684" y="110797"/>
                  <a:pt x="75420" y="110957"/>
                </a:cubicBezTo>
                <a:cubicBezTo>
                  <a:pt x="75342" y="111003"/>
                  <a:pt x="75301" y="111022"/>
                  <a:pt x="75215" y="111044"/>
                </a:cubicBezTo>
                <a:cubicBezTo>
                  <a:pt x="75061" y="111083"/>
                  <a:pt x="74899" y="111072"/>
                  <a:pt x="74739" y="111074"/>
                </a:cubicBezTo>
                <a:cubicBezTo>
                  <a:pt x="74454" y="111079"/>
                  <a:pt x="74185" y="111137"/>
                  <a:pt x="73937" y="111282"/>
                </a:cubicBezTo>
                <a:cubicBezTo>
                  <a:pt x="73458" y="111561"/>
                  <a:pt x="73136" y="112044"/>
                  <a:pt x="72822" y="112487"/>
                </a:cubicBezTo>
                <a:cubicBezTo>
                  <a:pt x="72632" y="112753"/>
                  <a:pt x="72440" y="113019"/>
                  <a:pt x="72271" y="113300"/>
                </a:cubicBezTo>
                <a:cubicBezTo>
                  <a:pt x="72109" y="113566"/>
                  <a:pt x="71966" y="113847"/>
                  <a:pt x="71828" y="114127"/>
                </a:cubicBezTo>
                <a:cubicBezTo>
                  <a:pt x="71369" y="115074"/>
                  <a:pt x="71157" y="116103"/>
                  <a:pt x="70830" y="117096"/>
                </a:cubicBezTo>
                <a:cubicBezTo>
                  <a:pt x="70659" y="117620"/>
                  <a:pt x="70452" y="118146"/>
                  <a:pt x="70173" y="118623"/>
                </a:cubicBezTo>
                <a:cubicBezTo>
                  <a:pt x="69976" y="118961"/>
                  <a:pt x="69762" y="119275"/>
                  <a:pt x="69500" y="119554"/>
                </a:cubicBezTo>
                <a:cubicBezTo>
                  <a:pt x="69446" y="118842"/>
                  <a:pt x="69409" y="118130"/>
                  <a:pt x="69361" y="117416"/>
                </a:cubicBezTo>
                <a:cubicBezTo>
                  <a:pt x="69305" y="116608"/>
                  <a:pt x="69308" y="115799"/>
                  <a:pt x="69310" y="114992"/>
                </a:cubicBezTo>
                <a:cubicBezTo>
                  <a:pt x="69364" y="114308"/>
                  <a:pt x="69524" y="113644"/>
                  <a:pt x="69948" y="113093"/>
                </a:cubicBezTo>
                <a:cubicBezTo>
                  <a:pt x="70026" y="112991"/>
                  <a:pt x="69920" y="112840"/>
                  <a:pt x="69805" y="112844"/>
                </a:cubicBezTo>
                <a:cubicBezTo>
                  <a:pt x="69688" y="112846"/>
                  <a:pt x="69658" y="112673"/>
                  <a:pt x="69656" y="112582"/>
                </a:cubicBezTo>
                <a:cubicBezTo>
                  <a:pt x="69652" y="112400"/>
                  <a:pt x="69714" y="112223"/>
                  <a:pt x="69692" y="112039"/>
                </a:cubicBezTo>
                <a:cubicBezTo>
                  <a:pt x="69643" y="111641"/>
                  <a:pt x="69301" y="111544"/>
                  <a:pt x="68974" y="111446"/>
                </a:cubicBezTo>
                <a:cubicBezTo>
                  <a:pt x="68849" y="111408"/>
                  <a:pt x="68715" y="111356"/>
                  <a:pt x="68689" y="111213"/>
                </a:cubicBezTo>
                <a:cubicBezTo>
                  <a:pt x="68659" y="111057"/>
                  <a:pt x="68730" y="110890"/>
                  <a:pt x="68801" y="110756"/>
                </a:cubicBezTo>
                <a:cubicBezTo>
                  <a:pt x="68972" y="110428"/>
                  <a:pt x="69260" y="110086"/>
                  <a:pt x="69124" y="109694"/>
                </a:cubicBezTo>
                <a:cubicBezTo>
                  <a:pt x="69031" y="109424"/>
                  <a:pt x="68788" y="109221"/>
                  <a:pt x="68514" y="109173"/>
                </a:cubicBezTo>
                <a:cubicBezTo>
                  <a:pt x="68628" y="108727"/>
                  <a:pt x="68548" y="108236"/>
                  <a:pt x="68310" y="107841"/>
                </a:cubicBezTo>
                <a:cubicBezTo>
                  <a:pt x="68167" y="107607"/>
                  <a:pt x="67975" y="107438"/>
                  <a:pt x="67754" y="107280"/>
                </a:cubicBezTo>
                <a:cubicBezTo>
                  <a:pt x="67623" y="107185"/>
                  <a:pt x="67389" y="107045"/>
                  <a:pt x="67361" y="106867"/>
                </a:cubicBezTo>
                <a:cubicBezTo>
                  <a:pt x="67622" y="106826"/>
                  <a:pt x="67876" y="106696"/>
                  <a:pt x="68042" y="106489"/>
                </a:cubicBezTo>
                <a:cubicBezTo>
                  <a:pt x="68248" y="106233"/>
                  <a:pt x="68284" y="105885"/>
                  <a:pt x="68103" y="105602"/>
                </a:cubicBezTo>
                <a:cubicBezTo>
                  <a:pt x="67938" y="105340"/>
                  <a:pt x="67625" y="105182"/>
                  <a:pt x="67322" y="105297"/>
                </a:cubicBezTo>
                <a:cubicBezTo>
                  <a:pt x="67075" y="105388"/>
                  <a:pt x="66919" y="105641"/>
                  <a:pt x="66688" y="105747"/>
                </a:cubicBezTo>
                <a:cubicBezTo>
                  <a:pt x="66591" y="105546"/>
                  <a:pt x="66714" y="105260"/>
                  <a:pt x="66770" y="105068"/>
                </a:cubicBezTo>
                <a:cubicBezTo>
                  <a:pt x="66855" y="104786"/>
                  <a:pt x="66941" y="104464"/>
                  <a:pt x="66794" y="104189"/>
                </a:cubicBezTo>
                <a:cubicBezTo>
                  <a:pt x="66716" y="104042"/>
                  <a:pt x="66578" y="103941"/>
                  <a:pt x="66454" y="103835"/>
                </a:cubicBezTo>
                <a:cubicBezTo>
                  <a:pt x="66405" y="103795"/>
                  <a:pt x="66322" y="103739"/>
                  <a:pt x="66299" y="103676"/>
                </a:cubicBezTo>
                <a:cubicBezTo>
                  <a:pt x="66281" y="103629"/>
                  <a:pt x="66314" y="103609"/>
                  <a:pt x="66357" y="103581"/>
                </a:cubicBezTo>
                <a:cubicBezTo>
                  <a:pt x="66530" y="103464"/>
                  <a:pt x="66645" y="103337"/>
                  <a:pt x="66697" y="103129"/>
                </a:cubicBezTo>
                <a:cubicBezTo>
                  <a:pt x="66748" y="102924"/>
                  <a:pt x="66757" y="102692"/>
                  <a:pt x="66740" y="102482"/>
                </a:cubicBezTo>
                <a:cubicBezTo>
                  <a:pt x="66720" y="102249"/>
                  <a:pt x="66647" y="102013"/>
                  <a:pt x="66470" y="101847"/>
                </a:cubicBezTo>
                <a:cubicBezTo>
                  <a:pt x="66372" y="101754"/>
                  <a:pt x="66251" y="101689"/>
                  <a:pt x="66121" y="101665"/>
                </a:cubicBezTo>
                <a:cubicBezTo>
                  <a:pt x="66154" y="101542"/>
                  <a:pt x="66177" y="101420"/>
                  <a:pt x="66190" y="101295"/>
                </a:cubicBezTo>
                <a:cubicBezTo>
                  <a:pt x="66195" y="101252"/>
                  <a:pt x="66199" y="101208"/>
                  <a:pt x="66203" y="101165"/>
                </a:cubicBezTo>
                <a:cubicBezTo>
                  <a:pt x="66212" y="101046"/>
                  <a:pt x="66058" y="100944"/>
                  <a:pt x="65953" y="101003"/>
                </a:cubicBezTo>
                <a:cubicBezTo>
                  <a:pt x="65948" y="100997"/>
                  <a:pt x="65944" y="100992"/>
                  <a:pt x="65942" y="100986"/>
                </a:cubicBezTo>
                <a:cubicBezTo>
                  <a:pt x="65933" y="100945"/>
                  <a:pt x="65974" y="100884"/>
                  <a:pt x="65992" y="100851"/>
                </a:cubicBezTo>
                <a:cubicBezTo>
                  <a:pt x="66065" y="100718"/>
                  <a:pt x="66134" y="100592"/>
                  <a:pt x="66158" y="100440"/>
                </a:cubicBezTo>
                <a:cubicBezTo>
                  <a:pt x="66199" y="100177"/>
                  <a:pt x="66195" y="99854"/>
                  <a:pt x="66089" y="99606"/>
                </a:cubicBezTo>
                <a:cubicBezTo>
                  <a:pt x="65996" y="99394"/>
                  <a:pt x="65792" y="99247"/>
                  <a:pt x="65565" y="99305"/>
                </a:cubicBezTo>
                <a:cubicBezTo>
                  <a:pt x="65522" y="99130"/>
                  <a:pt x="65451" y="98961"/>
                  <a:pt x="65356" y="98807"/>
                </a:cubicBezTo>
                <a:cubicBezTo>
                  <a:pt x="65316" y="98740"/>
                  <a:pt x="65269" y="98676"/>
                  <a:pt x="65219" y="98615"/>
                </a:cubicBezTo>
                <a:cubicBezTo>
                  <a:pt x="65193" y="98583"/>
                  <a:pt x="65076" y="98490"/>
                  <a:pt x="65072" y="98444"/>
                </a:cubicBezTo>
                <a:cubicBezTo>
                  <a:pt x="65068" y="98399"/>
                  <a:pt x="65139" y="98344"/>
                  <a:pt x="65167" y="98310"/>
                </a:cubicBezTo>
                <a:cubicBezTo>
                  <a:pt x="65210" y="98258"/>
                  <a:pt x="65250" y="98206"/>
                  <a:pt x="65278" y="98145"/>
                </a:cubicBezTo>
                <a:cubicBezTo>
                  <a:pt x="65462" y="97758"/>
                  <a:pt x="65262" y="97282"/>
                  <a:pt x="64899" y="97099"/>
                </a:cubicBezTo>
                <a:cubicBezTo>
                  <a:pt x="64966" y="97005"/>
                  <a:pt x="65033" y="96908"/>
                  <a:pt x="65100" y="96813"/>
                </a:cubicBezTo>
                <a:cubicBezTo>
                  <a:pt x="65157" y="96729"/>
                  <a:pt x="65102" y="96586"/>
                  <a:pt x="64999" y="96567"/>
                </a:cubicBezTo>
                <a:cubicBezTo>
                  <a:pt x="64709" y="96517"/>
                  <a:pt x="64419" y="96523"/>
                  <a:pt x="64135" y="96593"/>
                </a:cubicBezTo>
                <a:cubicBezTo>
                  <a:pt x="64042" y="96116"/>
                  <a:pt x="63947" y="95636"/>
                  <a:pt x="63854" y="95156"/>
                </a:cubicBezTo>
                <a:cubicBezTo>
                  <a:pt x="63841" y="95087"/>
                  <a:pt x="63761" y="95031"/>
                  <a:pt x="63692" y="95033"/>
                </a:cubicBezTo>
                <a:cubicBezTo>
                  <a:pt x="63489" y="95039"/>
                  <a:pt x="63285" y="95042"/>
                  <a:pt x="63082" y="95048"/>
                </a:cubicBezTo>
                <a:cubicBezTo>
                  <a:pt x="63203" y="94886"/>
                  <a:pt x="63305" y="94711"/>
                  <a:pt x="63353" y="94512"/>
                </a:cubicBezTo>
                <a:cubicBezTo>
                  <a:pt x="63419" y="94250"/>
                  <a:pt x="63370" y="93956"/>
                  <a:pt x="63201" y="93742"/>
                </a:cubicBezTo>
                <a:cubicBezTo>
                  <a:pt x="63119" y="93635"/>
                  <a:pt x="63008" y="93556"/>
                  <a:pt x="62879" y="93516"/>
                </a:cubicBezTo>
                <a:cubicBezTo>
                  <a:pt x="62755" y="93477"/>
                  <a:pt x="62593" y="93501"/>
                  <a:pt x="62498" y="93398"/>
                </a:cubicBezTo>
                <a:cubicBezTo>
                  <a:pt x="62375" y="93265"/>
                  <a:pt x="62349" y="93049"/>
                  <a:pt x="62292" y="92885"/>
                </a:cubicBezTo>
                <a:cubicBezTo>
                  <a:pt x="62210" y="92656"/>
                  <a:pt x="62074" y="92454"/>
                  <a:pt x="61808" y="92448"/>
                </a:cubicBezTo>
                <a:cubicBezTo>
                  <a:pt x="61709" y="92446"/>
                  <a:pt x="61654" y="92526"/>
                  <a:pt x="61641" y="92615"/>
                </a:cubicBezTo>
                <a:cubicBezTo>
                  <a:pt x="61618" y="92787"/>
                  <a:pt x="61594" y="92961"/>
                  <a:pt x="61572" y="93132"/>
                </a:cubicBezTo>
                <a:cubicBezTo>
                  <a:pt x="61512" y="93099"/>
                  <a:pt x="61453" y="93066"/>
                  <a:pt x="61393" y="93032"/>
                </a:cubicBezTo>
                <a:cubicBezTo>
                  <a:pt x="61300" y="92978"/>
                  <a:pt x="61178" y="93026"/>
                  <a:pt x="61148" y="93132"/>
                </a:cubicBezTo>
                <a:cubicBezTo>
                  <a:pt x="61055" y="93463"/>
                  <a:pt x="60913" y="93780"/>
                  <a:pt x="60726" y="94066"/>
                </a:cubicBezTo>
                <a:cubicBezTo>
                  <a:pt x="60662" y="94161"/>
                  <a:pt x="60595" y="94254"/>
                  <a:pt x="60523" y="94343"/>
                </a:cubicBezTo>
                <a:cubicBezTo>
                  <a:pt x="60449" y="94432"/>
                  <a:pt x="60486" y="94544"/>
                  <a:pt x="60555" y="94600"/>
                </a:cubicBezTo>
                <a:cubicBezTo>
                  <a:pt x="60508" y="94758"/>
                  <a:pt x="60469" y="94918"/>
                  <a:pt x="60432" y="95080"/>
                </a:cubicBezTo>
                <a:cubicBezTo>
                  <a:pt x="60305" y="95016"/>
                  <a:pt x="60177" y="94957"/>
                  <a:pt x="60051" y="94896"/>
                </a:cubicBezTo>
                <a:cubicBezTo>
                  <a:pt x="59892" y="94817"/>
                  <a:pt x="59697" y="94682"/>
                  <a:pt x="59524" y="94795"/>
                </a:cubicBezTo>
                <a:cubicBezTo>
                  <a:pt x="59403" y="94873"/>
                  <a:pt x="59364" y="95042"/>
                  <a:pt x="59333" y="95174"/>
                </a:cubicBezTo>
                <a:cubicBezTo>
                  <a:pt x="59299" y="95314"/>
                  <a:pt x="59284" y="95461"/>
                  <a:pt x="59308" y="95604"/>
                </a:cubicBezTo>
                <a:cubicBezTo>
                  <a:pt x="59333" y="95740"/>
                  <a:pt x="59407" y="95864"/>
                  <a:pt x="59522" y="95941"/>
                </a:cubicBezTo>
                <a:cubicBezTo>
                  <a:pt x="59528" y="95946"/>
                  <a:pt x="59535" y="95950"/>
                  <a:pt x="59541" y="95954"/>
                </a:cubicBezTo>
                <a:cubicBezTo>
                  <a:pt x="59450" y="95931"/>
                  <a:pt x="59357" y="95909"/>
                  <a:pt x="59266" y="95887"/>
                </a:cubicBezTo>
                <a:cubicBezTo>
                  <a:pt x="59056" y="95835"/>
                  <a:pt x="58847" y="95783"/>
                  <a:pt x="58637" y="95731"/>
                </a:cubicBezTo>
                <a:cubicBezTo>
                  <a:pt x="58516" y="95701"/>
                  <a:pt x="58429" y="95786"/>
                  <a:pt x="58416" y="95898"/>
                </a:cubicBezTo>
                <a:cubicBezTo>
                  <a:pt x="58401" y="96023"/>
                  <a:pt x="58388" y="96145"/>
                  <a:pt x="58375" y="96268"/>
                </a:cubicBezTo>
                <a:cubicBezTo>
                  <a:pt x="58200" y="96225"/>
                  <a:pt x="58005" y="96261"/>
                  <a:pt x="57858" y="96365"/>
                </a:cubicBezTo>
                <a:cubicBezTo>
                  <a:pt x="57717" y="96465"/>
                  <a:pt x="57642" y="96605"/>
                  <a:pt x="57624" y="96776"/>
                </a:cubicBezTo>
                <a:cubicBezTo>
                  <a:pt x="57607" y="96926"/>
                  <a:pt x="57625" y="97032"/>
                  <a:pt x="57488" y="97120"/>
                </a:cubicBezTo>
                <a:cubicBezTo>
                  <a:pt x="57371" y="97196"/>
                  <a:pt x="57239" y="97252"/>
                  <a:pt x="57136" y="97350"/>
                </a:cubicBezTo>
                <a:cubicBezTo>
                  <a:pt x="57021" y="97462"/>
                  <a:pt x="56971" y="97616"/>
                  <a:pt x="56995" y="97774"/>
                </a:cubicBezTo>
                <a:cubicBezTo>
                  <a:pt x="57019" y="97936"/>
                  <a:pt x="57118" y="98065"/>
                  <a:pt x="57172" y="98215"/>
                </a:cubicBezTo>
                <a:cubicBezTo>
                  <a:pt x="57222" y="98358"/>
                  <a:pt x="57131" y="98425"/>
                  <a:pt x="57025" y="98511"/>
                </a:cubicBezTo>
                <a:cubicBezTo>
                  <a:pt x="56874" y="98632"/>
                  <a:pt x="56757" y="98755"/>
                  <a:pt x="56733" y="98954"/>
                </a:cubicBezTo>
                <a:cubicBezTo>
                  <a:pt x="56727" y="99000"/>
                  <a:pt x="56731" y="99047"/>
                  <a:pt x="56738" y="99089"/>
                </a:cubicBezTo>
                <a:cubicBezTo>
                  <a:pt x="56543" y="99175"/>
                  <a:pt x="56361" y="99314"/>
                  <a:pt x="56311" y="99521"/>
                </a:cubicBezTo>
                <a:cubicBezTo>
                  <a:pt x="56238" y="99830"/>
                  <a:pt x="56502" y="100004"/>
                  <a:pt x="56748" y="100107"/>
                </a:cubicBezTo>
                <a:cubicBezTo>
                  <a:pt x="56818" y="100135"/>
                  <a:pt x="56937" y="100174"/>
                  <a:pt x="56958" y="100227"/>
                </a:cubicBezTo>
                <a:cubicBezTo>
                  <a:pt x="56982" y="100291"/>
                  <a:pt x="56900" y="100376"/>
                  <a:pt x="56837" y="100404"/>
                </a:cubicBezTo>
                <a:cubicBezTo>
                  <a:pt x="56701" y="100464"/>
                  <a:pt x="56474" y="100417"/>
                  <a:pt x="56424" y="100261"/>
                </a:cubicBezTo>
                <a:cubicBezTo>
                  <a:pt x="56400" y="100181"/>
                  <a:pt x="56331" y="100129"/>
                  <a:pt x="56247" y="100125"/>
                </a:cubicBezTo>
                <a:cubicBezTo>
                  <a:pt x="56017" y="100118"/>
                  <a:pt x="55860" y="100311"/>
                  <a:pt x="55812" y="100521"/>
                </a:cubicBezTo>
                <a:cubicBezTo>
                  <a:pt x="55788" y="100635"/>
                  <a:pt x="55794" y="100743"/>
                  <a:pt x="55801" y="100858"/>
                </a:cubicBezTo>
                <a:cubicBezTo>
                  <a:pt x="55805" y="100932"/>
                  <a:pt x="55823" y="101059"/>
                  <a:pt x="55769" y="101120"/>
                </a:cubicBezTo>
                <a:cubicBezTo>
                  <a:pt x="55714" y="101185"/>
                  <a:pt x="55593" y="101157"/>
                  <a:pt x="55520" y="101148"/>
                </a:cubicBezTo>
                <a:cubicBezTo>
                  <a:pt x="55396" y="101131"/>
                  <a:pt x="55277" y="101113"/>
                  <a:pt x="55152" y="101129"/>
                </a:cubicBezTo>
                <a:cubicBezTo>
                  <a:pt x="55009" y="101146"/>
                  <a:pt x="54871" y="101189"/>
                  <a:pt x="54748" y="101258"/>
                </a:cubicBezTo>
                <a:cubicBezTo>
                  <a:pt x="54730" y="100765"/>
                  <a:pt x="54893" y="100278"/>
                  <a:pt x="55197" y="99883"/>
                </a:cubicBezTo>
                <a:cubicBezTo>
                  <a:pt x="55232" y="99837"/>
                  <a:pt x="55228" y="99748"/>
                  <a:pt x="55197" y="99699"/>
                </a:cubicBezTo>
                <a:cubicBezTo>
                  <a:pt x="55105" y="99565"/>
                  <a:pt x="54973" y="99500"/>
                  <a:pt x="54817" y="99465"/>
                </a:cubicBezTo>
                <a:cubicBezTo>
                  <a:pt x="54735" y="99445"/>
                  <a:pt x="54566" y="99441"/>
                  <a:pt x="54518" y="99361"/>
                </a:cubicBezTo>
                <a:cubicBezTo>
                  <a:pt x="54473" y="99283"/>
                  <a:pt x="54592" y="99134"/>
                  <a:pt x="54633" y="99067"/>
                </a:cubicBezTo>
                <a:cubicBezTo>
                  <a:pt x="54715" y="98929"/>
                  <a:pt x="54797" y="98779"/>
                  <a:pt x="54799" y="98613"/>
                </a:cubicBezTo>
                <a:cubicBezTo>
                  <a:pt x="54802" y="98273"/>
                  <a:pt x="54464" y="97999"/>
                  <a:pt x="54135" y="98011"/>
                </a:cubicBezTo>
                <a:cubicBezTo>
                  <a:pt x="53792" y="98022"/>
                  <a:pt x="53530" y="98318"/>
                  <a:pt x="53471" y="98641"/>
                </a:cubicBezTo>
                <a:cubicBezTo>
                  <a:pt x="53435" y="98831"/>
                  <a:pt x="53478" y="98996"/>
                  <a:pt x="53521" y="99182"/>
                </a:cubicBezTo>
                <a:cubicBezTo>
                  <a:pt x="53564" y="99378"/>
                  <a:pt x="53409" y="99459"/>
                  <a:pt x="53329" y="99617"/>
                </a:cubicBezTo>
                <a:cubicBezTo>
                  <a:pt x="53182" y="99915"/>
                  <a:pt x="53354" y="100194"/>
                  <a:pt x="53469" y="100467"/>
                </a:cubicBezTo>
                <a:cubicBezTo>
                  <a:pt x="53506" y="100555"/>
                  <a:pt x="53554" y="100668"/>
                  <a:pt x="53495" y="100745"/>
                </a:cubicBezTo>
                <a:cubicBezTo>
                  <a:pt x="53422" y="100838"/>
                  <a:pt x="53251" y="100826"/>
                  <a:pt x="53149" y="100832"/>
                </a:cubicBezTo>
                <a:cubicBezTo>
                  <a:pt x="52974" y="100843"/>
                  <a:pt x="52810" y="100865"/>
                  <a:pt x="52652" y="100944"/>
                </a:cubicBezTo>
                <a:cubicBezTo>
                  <a:pt x="52496" y="101023"/>
                  <a:pt x="52368" y="101152"/>
                  <a:pt x="52264" y="101293"/>
                </a:cubicBezTo>
                <a:cubicBezTo>
                  <a:pt x="51992" y="101663"/>
                  <a:pt x="51959" y="102130"/>
                  <a:pt x="51864" y="102563"/>
                </a:cubicBezTo>
                <a:cubicBezTo>
                  <a:pt x="51814" y="102800"/>
                  <a:pt x="51739" y="103028"/>
                  <a:pt x="51654" y="103255"/>
                </a:cubicBezTo>
                <a:cubicBezTo>
                  <a:pt x="51590" y="103421"/>
                  <a:pt x="51531" y="103588"/>
                  <a:pt x="51473" y="103755"/>
                </a:cubicBezTo>
                <a:cubicBezTo>
                  <a:pt x="51470" y="103754"/>
                  <a:pt x="51466" y="103748"/>
                  <a:pt x="51460" y="103746"/>
                </a:cubicBezTo>
                <a:cubicBezTo>
                  <a:pt x="51375" y="103679"/>
                  <a:pt x="51276" y="103819"/>
                  <a:pt x="51349" y="103893"/>
                </a:cubicBezTo>
                <a:cubicBezTo>
                  <a:pt x="51371" y="103915"/>
                  <a:pt x="51388" y="103940"/>
                  <a:pt x="51403" y="103964"/>
                </a:cubicBezTo>
                <a:cubicBezTo>
                  <a:pt x="51388" y="104014"/>
                  <a:pt x="51406" y="104057"/>
                  <a:pt x="51438" y="104085"/>
                </a:cubicBezTo>
                <a:cubicBezTo>
                  <a:pt x="51457" y="104313"/>
                  <a:pt x="51228" y="104566"/>
                  <a:pt x="51062" y="104684"/>
                </a:cubicBezTo>
                <a:cubicBezTo>
                  <a:pt x="50746" y="104909"/>
                  <a:pt x="50415" y="105108"/>
                  <a:pt x="50315" y="105513"/>
                </a:cubicBezTo>
                <a:cubicBezTo>
                  <a:pt x="50220" y="105892"/>
                  <a:pt x="50354" y="106287"/>
                  <a:pt x="50261" y="106662"/>
                </a:cubicBezTo>
                <a:cubicBezTo>
                  <a:pt x="50166" y="107042"/>
                  <a:pt x="49751" y="107295"/>
                  <a:pt x="49439" y="107482"/>
                </a:cubicBezTo>
                <a:cubicBezTo>
                  <a:pt x="49238" y="107605"/>
                  <a:pt x="49007" y="107698"/>
                  <a:pt x="48903" y="107925"/>
                </a:cubicBezTo>
                <a:cubicBezTo>
                  <a:pt x="48844" y="108059"/>
                  <a:pt x="48829" y="108206"/>
                  <a:pt x="48845" y="108351"/>
                </a:cubicBezTo>
                <a:cubicBezTo>
                  <a:pt x="48682" y="108383"/>
                  <a:pt x="48533" y="108477"/>
                  <a:pt x="48431" y="108615"/>
                </a:cubicBezTo>
                <a:cubicBezTo>
                  <a:pt x="48267" y="108836"/>
                  <a:pt x="48301" y="109099"/>
                  <a:pt x="48405" y="109337"/>
                </a:cubicBezTo>
                <a:cubicBezTo>
                  <a:pt x="48485" y="109526"/>
                  <a:pt x="48650" y="109740"/>
                  <a:pt x="48503" y="109937"/>
                </a:cubicBezTo>
                <a:cubicBezTo>
                  <a:pt x="48421" y="110049"/>
                  <a:pt x="48301" y="110142"/>
                  <a:pt x="48200" y="110237"/>
                </a:cubicBezTo>
                <a:cubicBezTo>
                  <a:pt x="48072" y="110358"/>
                  <a:pt x="47943" y="110480"/>
                  <a:pt x="47815" y="110601"/>
                </a:cubicBezTo>
                <a:cubicBezTo>
                  <a:pt x="47780" y="110633"/>
                  <a:pt x="47692" y="110754"/>
                  <a:pt x="47644" y="110759"/>
                </a:cubicBezTo>
                <a:cubicBezTo>
                  <a:pt x="47640" y="110759"/>
                  <a:pt x="47594" y="110731"/>
                  <a:pt x="47577" y="110724"/>
                </a:cubicBezTo>
                <a:cubicBezTo>
                  <a:pt x="47441" y="110655"/>
                  <a:pt x="47291" y="110614"/>
                  <a:pt x="47149" y="110694"/>
                </a:cubicBezTo>
                <a:cubicBezTo>
                  <a:pt x="46941" y="110811"/>
                  <a:pt x="46887" y="111100"/>
                  <a:pt x="46950" y="111315"/>
                </a:cubicBezTo>
                <a:cubicBezTo>
                  <a:pt x="46999" y="111479"/>
                  <a:pt x="47261" y="111782"/>
                  <a:pt x="47030" y="111909"/>
                </a:cubicBezTo>
                <a:cubicBezTo>
                  <a:pt x="46828" y="112020"/>
                  <a:pt x="46614" y="111859"/>
                  <a:pt x="46474" y="111719"/>
                </a:cubicBezTo>
                <a:cubicBezTo>
                  <a:pt x="46024" y="111265"/>
                  <a:pt x="45740" y="110650"/>
                  <a:pt x="45624" y="110025"/>
                </a:cubicBezTo>
                <a:cubicBezTo>
                  <a:pt x="45608" y="109937"/>
                  <a:pt x="45515" y="109885"/>
                  <a:pt x="45433" y="109880"/>
                </a:cubicBezTo>
                <a:cubicBezTo>
                  <a:pt x="45236" y="109869"/>
                  <a:pt x="45053" y="109792"/>
                  <a:pt x="44905" y="109666"/>
                </a:cubicBezTo>
                <a:cubicBezTo>
                  <a:pt x="44884" y="109647"/>
                  <a:pt x="44864" y="109629"/>
                  <a:pt x="44843" y="109608"/>
                </a:cubicBezTo>
                <a:cubicBezTo>
                  <a:pt x="44702" y="109465"/>
                  <a:pt x="44462" y="109612"/>
                  <a:pt x="44510" y="109802"/>
                </a:cubicBezTo>
                <a:cubicBezTo>
                  <a:pt x="44518" y="109830"/>
                  <a:pt x="44520" y="109857"/>
                  <a:pt x="44516" y="109883"/>
                </a:cubicBezTo>
                <a:cubicBezTo>
                  <a:pt x="44507" y="109967"/>
                  <a:pt x="44449" y="110036"/>
                  <a:pt x="44365" y="110068"/>
                </a:cubicBezTo>
                <a:cubicBezTo>
                  <a:pt x="44274" y="110105"/>
                  <a:pt x="44185" y="110133"/>
                  <a:pt x="44116" y="110207"/>
                </a:cubicBezTo>
                <a:cubicBezTo>
                  <a:pt x="44049" y="110281"/>
                  <a:pt x="44012" y="110382"/>
                  <a:pt x="44012" y="110482"/>
                </a:cubicBezTo>
                <a:cubicBezTo>
                  <a:pt x="44012" y="110674"/>
                  <a:pt x="44116" y="110815"/>
                  <a:pt x="44216" y="110968"/>
                </a:cubicBezTo>
                <a:cubicBezTo>
                  <a:pt x="44246" y="111010"/>
                  <a:pt x="44285" y="111064"/>
                  <a:pt x="44282" y="111118"/>
                </a:cubicBezTo>
                <a:cubicBezTo>
                  <a:pt x="44278" y="111182"/>
                  <a:pt x="44226" y="111245"/>
                  <a:pt x="44190" y="111293"/>
                </a:cubicBezTo>
                <a:cubicBezTo>
                  <a:pt x="44135" y="111366"/>
                  <a:pt x="44075" y="111436"/>
                  <a:pt x="44027" y="111514"/>
                </a:cubicBezTo>
                <a:cubicBezTo>
                  <a:pt x="44034" y="111457"/>
                  <a:pt x="44023" y="111392"/>
                  <a:pt x="43977" y="111353"/>
                </a:cubicBezTo>
                <a:cubicBezTo>
                  <a:pt x="43740" y="111154"/>
                  <a:pt x="43504" y="110955"/>
                  <a:pt x="43268" y="110758"/>
                </a:cubicBezTo>
                <a:cubicBezTo>
                  <a:pt x="43155" y="110665"/>
                  <a:pt x="43041" y="110570"/>
                  <a:pt x="42928" y="110477"/>
                </a:cubicBezTo>
                <a:cubicBezTo>
                  <a:pt x="42879" y="110438"/>
                  <a:pt x="42827" y="110399"/>
                  <a:pt x="42788" y="110350"/>
                </a:cubicBezTo>
                <a:cubicBezTo>
                  <a:pt x="42775" y="110334"/>
                  <a:pt x="42758" y="110313"/>
                  <a:pt x="42751" y="110293"/>
                </a:cubicBezTo>
                <a:cubicBezTo>
                  <a:pt x="42753" y="110287"/>
                  <a:pt x="42757" y="110280"/>
                  <a:pt x="42758" y="110270"/>
                </a:cubicBezTo>
                <a:cubicBezTo>
                  <a:pt x="42799" y="110151"/>
                  <a:pt x="42690" y="110001"/>
                  <a:pt x="42561" y="110010"/>
                </a:cubicBezTo>
                <a:cubicBezTo>
                  <a:pt x="42234" y="110036"/>
                  <a:pt x="41871" y="110073"/>
                  <a:pt x="41624" y="110317"/>
                </a:cubicBezTo>
                <a:cubicBezTo>
                  <a:pt x="41497" y="110440"/>
                  <a:pt x="41416" y="110603"/>
                  <a:pt x="41397" y="110772"/>
                </a:cubicBezTo>
                <a:cubicBezTo>
                  <a:pt x="41179" y="110743"/>
                  <a:pt x="40956" y="110754"/>
                  <a:pt x="40768" y="110864"/>
                </a:cubicBezTo>
                <a:cubicBezTo>
                  <a:pt x="40609" y="110957"/>
                  <a:pt x="40503" y="111118"/>
                  <a:pt x="40467" y="111297"/>
                </a:cubicBezTo>
                <a:cubicBezTo>
                  <a:pt x="40439" y="111440"/>
                  <a:pt x="40454" y="111635"/>
                  <a:pt x="40370" y="111753"/>
                </a:cubicBezTo>
                <a:cubicBezTo>
                  <a:pt x="40233" y="111946"/>
                  <a:pt x="39956" y="112035"/>
                  <a:pt x="39792" y="112223"/>
                </a:cubicBezTo>
                <a:cubicBezTo>
                  <a:pt x="39697" y="112333"/>
                  <a:pt x="39632" y="112467"/>
                  <a:pt x="39638" y="112614"/>
                </a:cubicBezTo>
                <a:cubicBezTo>
                  <a:pt x="39641" y="112708"/>
                  <a:pt x="39671" y="112796"/>
                  <a:pt x="39714" y="112881"/>
                </a:cubicBezTo>
                <a:cubicBezTo>
                  <a:pt x="39749" y="112956"/>
                  <a:pt x="39807" y="113023"/>
                  <a:pt x="39831" y="113101"/>
                </a:cubicBezTo>
                <a:cubicBezTo>
                  <a:pt x="39872" y="113242"/>
                  <a:pt x="39740" y="113378"/>
                  <a:pt x="39617" y="113426"/>
                </a:cubicBezTo>
                <a:cubicBezTo>
                  <a:pt x="39418" y="113506"/>
                  <a:pt x="39184" y="113454"/>
                  <a:pt x="38983" y="113415"/>
                </a:cubicBezTo>
                <a:cubicBezTo>
                  <a:pt x="38872" y="113393"/>
                  <a:pt x="38754" y="113445"/>
                  <a:pt x="38723" y="113562"/>
                </a:cubicBezTo>
                <a:cubicBezTo>
                  <a:pt x="38622" y="113943"/>
                  <a:pt x="38641" y="114347"/>
                  <a:pt x="38792" y="114710"/>
                </a:cubicBezTo>
                <a:cubicBezTo>
                  <a:pt x="38695" y="114847"/>
                  <a:pt x="38624" y="115000"/>
                  <a:pt x="38576" y="115158"/>
                </a:cubicBezTo>
                <a:cubicBezTo>
                  <a:pt x="38423" y="115095"/>
                  <a:pt x="38301" y="114927"/>
                  <a:pt x="38228" y="114791"/>
                </a:cubicBezTo>
                <a:cubicBezTo>
                  <a:pt x="38113" y="114576"/>
                  <a:pt x="38001" y="114341"/>
                  <a:pt x="37785" y="114209"/>
                </a:cubicBezTo>
                <a:cubicBezTo>
                  <a:pt x="37666" y="114135"/>
                  <a:pt x="37542" y="114133"/>
                  <a:pt x="37410" y="114103"/>
                </a:cubicBezTo>
                <a:cubicBezTo>
                  <a:pt x="37289" y="114077"/>
                  <a:pt x="37287" y="113982"/>
                  <a:pt x="37306" y="113875"/>
                </a:cubicBezTo>
                <a:cubicBezTo>
                  <a:pt x="37363" y="113568"/>
                  <a:pt x="37503" y="113259"/>
                  <a:pt x="37674" y="112999"/>
                </a:cubicBezTo>
                <a:cubicBezTo>
                  <a:pt x="37746" y="112889"/>
                  <a:pt x="37670" y="112755"/>
                  <a:pt x="37559" y="112716"/>
                </a:cubicBezTo>
                <a:cubicBezTo>
                  <a:pt x="37419" y="112668"/>
                  <a:pt x="37214" y="112599"/>
                  <a:pt x="37136" y="112467"/>
                </a:cubicBezTo>
                <a:cubicBezTo>
                  <a:pt x="37108" y="112418"/>
                  <a:pt x="37120" y="112368"/>
                  <a:pt x="37149" y="112301"/>
                </a:cubicBezTo>
                <a:cubicBezTo>
                  <a:pt x="37194" y="112197"/>
                  <a:pt x="37252" y="112102"/>
                  <a:pt x="37270" y="111989"/>
                </a:cubicBezTo>
                <a:cubicBezTo>
                  <a:pt x="37291" y="111853"/>
                  <a:pt x="37257" y="111728"/>
                  <a:pt x="37177" y="111617"/>
                </a:cubicBezTo>
                <a:cubicBezTo>
                  <a:pt x="37123" y="111544"/>
                  <a:pt x="37077" y="111487"/>
                  <a:pt x="37068" y="111403"/>
                </a:cubicBezTo>
                <a:cubicBezTo>
                  <a:pt x="37045" y="111195"/>
                  <a:pt x="37110" y="110990"/>
                  <a:pt x="37075" y="110780"/>
                </a:cubicBezTo>
                <a:cubicBezTo>
                  <a:pt x="37058" y="110678"/>
                  <a:pt x="37015" y="110583"/>
                  <a:pt x="36950" y="110503"/>
                </a:cubicBezTo>
                <a:cubicBezTo>
                  <a:pt x="36865" y="110402"/>
                  <a:pt x="36750" y="110367"/>
                  <a:pt x="36645" y="110293"/>
                </a:cubicBezTo>
                <a:cubicBezTo>
                  <a:pt x="36567" y="110239"/>
                  <a:pt x="36532" y="110140"/>
                  <a:pt x="36485" y="110062"/>
                </a:cubicBezTo>
                <a:cubicBezTo>
                  <a:pt x="36431" y="109973"/>
                  <a:pt x="36368" y="109889"/>
                  <a:pt x="36286" y="109822"/>
                </a:cubicBezTo>
                <a:cubicBezTo>
                  <a:pt x="35981" y="109569"/>
                  <a:pt x="35543" y="109536"/>
                  <a:pt x="35189" y="109703"/>
                </a:cubicBezTo>
                <a:cubicBezTo>
                  <a:pt x="34739" y="109915"/>
                  <a:pt x="34665" y="110395"/>
                  <a:pt x="34635" y="110843"/>
                </a:cubicBezTo>
                <a:cubicBezTo>
                  <a:pt x="34622" y="111042"/>
                  <a:pt x="34601" y="111254"/>
                  <a:pt x="34477" y="111420"/>
                </a:cubicBezTo>
                <a:cubicBezTo>
                  <a:pt x="34445" y="111466"/>
                  <a:pt x="34399" y="111511"/>
                  <a:pt x="34349" y="111533"/>
                </a:cubicBezTo>
                <a:cubicBezTo>
                  <a:pt x="34241" y="111580"/>
                  <a:pt x="34111" y="111529"/>
                  <a:pt x="33999" y="111526"/>
                </a:cubicBezTo>
                <a:cubicBezTo>
                  <a:pt x="33772" y="111520"/>
                  <a:pt x="33592" y="111635"/>
                  <a:pt x="33478" y="111827"/>
                </a:cubicBezTo>
                <a:cubicBezTo>
                  <a:pt x="33398" y="111961"/>
                  <a:pt x="33365" y="112126"/>
                  <a:pt x="33266" y="112251"/>
                </a:cubicBezTo>
                <a:cubicBezTo>
                  <a:pt x="33266" y="112247"/>
                  <a:pt x="33238" y="112271"/>
                  <a:pt x="33238" y="112275"/>
                </a:cubicBezTo>
                <a:cubicBezTo>
                  <a:pt x="33233" y="112279"/>
                  <a:pt x="33214" y="112284"/>
                  <a:pt x="33212" y="112284"/>
                </a:cubicBezTo>
                <a:lnTo>
                  <a:pt x="33212" y="112286"/>
                </a:lnTo>
                <a:cubicBezTo>
                  <a:pt x="33199" y="112288"/>
                  <a:pt x="33188" y="112288"/>
                  <a:pt x="33175" y="112290"/>
                </a:cubicBezTo>
                <a:cubicBezTo>
                  <a:pt x="33026" y="112307"/>
                  <a:pt x="32894" y="112303"/>
                  <a:pt x="32771" y="112405"/>
                </a:cubicBezTo>
                <a:cubicBezTo>
                  <a:pt x="32600" y="112545"/>
                  <a:pt x="32586" y="112775"/>
                  <a:pt x="32632" y="112978"/>
                </a:cubicBezTo>
                <a:cubicBezTo>
                  <a:pt x="32678" y="113185"/>
                  <a:pt x="32822" y="113350"/>
                  <a:pt x="32870" y="113553"/>
                </a:cubicBezTo>
                <a:cubicBezTo>
                  <a:pt x="32877" y="113583"/>
                  <a:pt x="32883" y="113638"/>
                  <a:pt x="32881" y="113649"/>
                </a:cubicBezTo>
                <a:cubicBezTo>
                  <a:pt x="32881" y="113659"/>
                  <a:pt x="32877" y="113672"/>
                  <a:pt x="32874" y="113683"/>
                </a:cubicBezTo>
                <a:lnTo>
                  <a:pt x="32874" y="113683"/>
                </a:lnTo>
                <a:cubicBezTo>
                  <a:pt x="32872" y="113685"/>
                  <a:pt x="32868" y="113692"/>
                  <a:pt x="32863" y="113694"/>
                </a:cubicBezTo>
                <a:cubicBezTo>
                  <a:pt x="32753" y="113728"/>
                  <a:pt x="32626" y="113718"/>
                  <a:pt x="32519" y="113791"/>
                </a:cubicBezTo>
                <a:cubicBezTo>
                  <a:pt x="32294" y="113945"/>
                  <a:pt x="32249" y="114228"/>
                  <a:pt x="32247" y="114481"/>
                </a:cubicBezTo>
                <a:cubicBezTo>
                  <a:pt x="32247" y="114579"/>
                  <a:pt x="32266" y="114726"/>
                  <a:pt x="32202" y="114812"/>
                </a:cubicBezTo>
                <a:cubicBezTo>
                  <a:pt x="32193" y="114825"/>
                  <a:pt x="32180" y="114838"/>
                  <a:pt x="32167" y="114847"/>
                </a:cubicBezTo>
                <a:cubicBezTo>
                  <a:pt x="32139" y="114817"/>
                  <a:pt x="32093" y="114806"/>
                  <a:pt x="32050" y="114843"/>
                </a:cubicBezTo>
                <a:cubicBezTo>
                  <a:pt x="32044" y="114847"/>
                  <a:pt x="32039" y="114853"/>
                  <a:pt x="32033" y="114856"/>
                </a:cubicBezTo>
                <a:cubicBezTo>
                  <a:pt x="31961" y="114808"/>
                  <a:pt x="31883" y="114843"/>
                  <a:pt x="31838" y="114905"/>
                </a:cubicBezTo>
                <a:cubicBezTo>
                  <a:pt x="31721" y="114897"/>
                  <a:pt x="31602" y="114834"/>
                  <a:pt x="31527" y="114752"/>
                </a:cubicBezTo>
                <a:cubicBezTo>
                  <a:pt x="31462" y="114680"/>
                  <a:pt x="31447" y="114605"/>
                  <a:pt x="31458" y="114509"/>
                </a:cubicBezTo>
                <a:cubicBezTo>
                  <a:pt x="31477" y="114351"/>
                  <a:pt x="31475" y="114198"/>
                  <a:pt x="31336" y="114092"/>
                </a:cubicBezTo>
                <a:cubicBezTo>
                  <a:pt x="31198" y="113988"/>
                  <a:pt x="31003" y="113953"/>
                  <a:pt x="30839" y="113904"/>
                </a:cubicBezTo>
                <a:cubicBezTo>
                  <a:pt x="30674" y="113856"/>
                  <a:pt x="30508" y="113802"/>
                  <a:pt x="30339" y="113765"/>
                </a:cubicBezTo>
                <a:cubicBezTo>
                  <a:pt x="30088" y="113711"/>
                  <a:pt x="29787" y="113687"/>
                  <a:pt x="29565" y="113837"/>
                </a:cubicBezTo>
                <a:cubicBezTo>
                  <a:pt x="29307" y="114012"/>
                  <a:pt x="29290" y="114319"/>
                  <a:pt x="29385" y="114592"/>
                </a:cubicBezTo>
                <a:cubicBezTo>
                  <a:pt x="29424" y="114702"/>
                  <a:pt x="29491" y="114827"/>
                  <a:pt x="29493" y="114942"/>
                </a:cubicBezTo>
                <a:cubicBezTo>
                  <a:pt x="29495" y="115042"/>
                  <a:pt x="29409" y="115098"/>
                  <a:pt x="29323" y="115148"/>
                </a:cubicBezTo>
                <a:cubicBezTo>
                  <a:pt x="29063" y="115301"/>
                  <a:pt x="28777" y="115459"/>
                  <a:pt x="28695" y="115775"/>
                </a:cubicBezTo>
                <a:cubicBezTo>
                  <a:pt x="28604" y="116117"/>
                  <a:pt x="28810" y="116447"/>
                  <a:pt x="29071" y="116653"/>
                </a:cubicBezTo>
                <a:cubicBezTo>
                  <a:pt x="29320" y="116852"/>
                  <a:pt x="29636" y="116997"/>
                  <a:pt x="29738" y="117323"/>
                </a:cubicBezTo>
                <a:cubicBezTo>
                  <a:pt x="29781" y="117451"/>
                  <a:pt x="29794" y="117592"/>
                  <a:pt x="29772" y="117726"/>
                </a:cubicBezTo>
                <a:cubicBezTo>
                  <a:pt x="29761" y="117789"/>
                  <a:pt x="29744" y="117853"/>
                  <a:pt x="29720" y="117910"/>
                </a:cubicBezTo>
                <a:cubicBezTo>
                  <a:pt x="29710" y="117931"/>
                  <a:pt x="29695" y="117970"/>
                  <a:pt x="29677" y="118003"/>
                </a:cubicBezTo>
                <a:cubicBezTo>
                  <a:pt x="29649" y="117979"/>
                  <a:pt x="29617" y="117957"/>
                  <a:pt x="29586" y="117942"/>
                </a:cubicBezTo>
                <a:cubicBezTo>
                  <a:pt x="29495" y="117897"/>
                  <a:pt x="29389" y="117892"/>
                  <a:pt x="29292" y="117920"/>
                </a:cubicBezTo>
                <a:cubicBezTo>
                  <a:pt x="29121" y="117970"/>
                  <a:pt x="28976" y="118120"/>
                  <a:pt x="28933" y="118295"/>
                </a:cubicBezTo>
                <a:cubicBezTo>
                  <a:pt x="28885" y="118496"/>
                  <a:pt x="28979" y="118699"/>
                  <a:pt x="29108" y="118849"/>
                </a:cubicBezTo>
                <a:cubicBezTo>
                  <a:pt x="29227" y="118991"/>
                  <a:pt x="29389" y="119082"/>
                  <a:pt x="29522" y="119206"/>
                </a:cubicBezTo>
                <a:cubicBezTo>
                  <a:pt x="29625" y="119301"/>
                  <a:pt x="29688" y="119396"/>
                  <a:pt x="29628" y="119511"/>
                </a:cubicBezTo>
                <a:cubicBezTo>
                  <a:pt x="29575" y="119621"/>
                  <a:pt x="29487" y="119670"/>
                  <a:pt x="29383" y="119657"/>
                </a:cubicBezTo>
                <a:cubicBezTo>
                  <a:pt x="29270" y="119644"/>
                  <a:pt x="29162" y="119616"/>
                  <a:pt x="29048" y="119651"/>
                </a:cubicBezTo>
                <a:cubicBezTo>
                  <a:pt x="28931" y="119690"/>
                  <a:pt x="28838" y="119779"/>
                  <a:pt x="28784" y="119891"/>
                </a:cubicBezTo>
                <a:cubicBezTo>
                  <a:pt x="28699" y="120068"/>
                  <a:pt x="28632" y="120261"/>
                  <a:pt x="28580" y="120449"/>
                </a:cubicBezTo>
                <a:cubicBezTo>
                  <a:pt x="28526" y="120650"/>
                  <a:pt x="28487" y="120869"/>
                  <a:pt x="28501" y="121077"/>
                </a:cubicBezTo>
                <a:cubicBezTo>
                  <a:pt x="28511" y="121189"/>
                  <a:pt x="28533" y="121291"/>
                  <a:pt x="28568" y="121388"/>
                </a:cubicBezTo>
                <a:cubicBezTo>
                  <a:pt x="28317" y="121514"/>
                  <a:pt x="28144" y="121799"/>
                  <a:pt x="28113" y="122080"/>
                </a:cubicBezTo>
                <a:cubicBezTo>
                  <a:pt x="28074" y="122411"/>
                  <a:pt x="28226" y="122710"/>
                  <a:pt x="28416" y="122978"/>
                </a:cubicBezTo>
                <a:cubicBezTo>
                  <a:pt x="28249" y="123008"/>
                  <a:pt x="28079" y="123038"/>
                  <a:pt x="27912" y="123069"/>
                </a:cubicBezTo>
                <a:cubicBezTo>
                  <a:pt x="27778" y="123093"/>
                  <a:pt x="27642" y="123116"/>
                  <a:pt x="27508" y="123145"/>
                </a:cubicBezTo>
                <a:cubicBezTo>
                  <a:pt x="27440" y="123162"/>
                  <a:pt x="27365" y="123172"/>
                  <a:pt x="27298" y="123194"/>
                </a:cubicBezTo>
                <a:cubicBezTo>
                  <a:pt x="27278" y="123199"/>
                  <a:pt x="27259" y="123209"/>
                  <a:pt x="27239" y="123220"/>
                </a:cubicBezTo>
                <a:cubicBezTo>
                  <a:pt x="26878" y="123181"/>
                  <a:pt x="26582" y="123558"/>
                  <a:pt x="26286" y="123724"/>
                </a:cubicBezTo>
                <a:cubicBezTo>
                  <a:pt x="26270" y="123733"/>
                  <a:pt x="26253" y="123742"/>
                  <a:pt x="26236" y="123750"/>
                </a:cubicBezTo>
                <a:cubicBezTo>
                  <a:pt x="26242" y="123746"/>
                  <a:pt x="26192" y="123767"/>
                  <a:pt x="26190" y="123770"/>
                </a:cubicBezTo>
                <a:cubicBezTo>
                  <a:pt x="26169" y="123778"/>
                  <a:pt x="26151" y="123783"/>
                  <a:pt x="26130" y="123789"/>
                </a:cubicBezTo>
                <a:cubicBezTo>
                  <a:pt x="26125" y="123789"/>
                  <a:pt x="26123" y="123791"/>
                  <a:pt x="26121" y="123791"/>
                </a:cubicBezTo>
                <a:lnTo>
                  <a:pt x="26119" y="123791"/>
                </a:lnTo>
                <a:cubicBezTo>
                  <a:pt x="26112" y="123793"/>
                  <a:pt x="26102" y="123793"/>
                  <a:pt x="26093" y="123793"/>
                </a:cubicBezTo>
                <a:cubicBezTo>
                  <a:pt x="26084" y="123793"/>
                  <a:pt x="26073" y="123793"/>
                  <a:pt x="26063" y="123791"/>
                </a:cubicBezTo>
                <a:lnTo>
                  <a:pt x="26063" y="123791"/>
                </a:lnTo>
                <a:cubicBezTo>
                  <a:pt x="26061" y="123791"/>
                  <a:pt x="26060" y="123791"/>
                  <a:pt x="26056" y="123789"/>
                </a:cubicBezTo>
                <a:cubicBezTo>
                  <a:pt x="26037" y="123783"/>
                  <a:pt x="26021" y="123780"/>
                  <a:pt x="26004" y="123772"/>
                </a:cubicBezTo>
                <a:cubicBezTo>
                  <a:pt x="25961" y="123750"/>
                  <a:pt x="25929" y="123715"/>
                  <a:pt x="25905" y="123674"/>
                </a:cubicBezTo>
                <a:cubicBezTo>
                  <a:pt x="25747" y="123424"/>
                  <a:pt x="25812" y="123090"/>
                  <a:pt x="25771" y="122811"/>
                </a:cubicBezTo>
                <a:cubicBezTo>
                  <a:pt x="25756" y="122712"/>
                  <a:pt x="25727" y="122619"/>
                  <a:pt x="25686" y="122528"/>
                </a:cubicBezTo>
                <a:cubicBezTo>
                  <a:pt x="25650" y="122450"/>
                  <a:pt x="25595" y="122383"/>
                  <a:pt x="25559" y="122307"/>
                </a:cubicBezTo>
                <a:cubicBezTo>
                  <a:pt x="25490" y="122154"/>
                  <a:pt x="25639" y="121979"/>
                  <a:pt x="25723" y="121864"/>
                </a:cubicBezTo>
                <a:cubicBezTo>
                  <a:pt x="25827" y="121719"/>
                  <a:pt x="25684" y="121546"/>
                  <a:pt x="25535" y="121537"/>
                </a:cubicBezTo>
                <a:cubicBezTo>
                  <a:pt x="25520" y="121535"/>
                  <a:pt x="25463" y="121524"/>
                  <a:pt x="25442" y="121514"/>
                </a:cubicBezTo>
                <a:cubicBezTo>
                  <a:pt x="25425" y="121505"/>
                  <a:pt x="25375" y="121472"/>
                  <a:pt x="25364" y="121462"/>
                </a:cubicBezTo>
                <a:cubicBezTo>
                  <a:pt x="25280" y="121388"/>
                  <a:pt x="25243" y="121327"/>
                  <a:pt x="25180" y="121237"/>
                </a:cubicBezTo>
                <a:cubicBezTo>
                  <a:pt x="25046" y="121048"/>
                  <a:pt x="24921" y="120841"/>
                  <a:pt x="24752" y="120681"/>
                </a:cubicBezTo>
                <a:cubicBezTo>
                  <a:pt x="24566" y="120506"/>
                  <a:pt x="24326" y="120417"/>
                  <a:pt x="24096" y="120320"/>
                </a:cubicBezTo>
                <a:cubicBezTo>
                  <a:pt x="24008" y="120285"/>
                  <a:pt x="23900" y="120237"/>
                  <a:pt x="23861" y="120146"/>
                </a:cubicBezTo>
                <a:cubicBezTo>
                  <a:pt x="23811" y="120032"/>
                  <a:pt x="23837" y="119893"/>
                  <a:pt x="23848" y="119772"/>
                </a:cubicBezTo>
                <a:cubicBezTo>
                  <a:pt x="23880" y="119469"/>
                  <a:pt x="23835" y="119203"/>
                  <a:pt x="23610" y="118983"/>
                </a:cubicBezTo>
                <a:cubicBezTo>
                  <a:pt x="23528" y="118903"/>
                  <a:pt x="23437" y="118838"/>
                  <a:pt x="23352" y="118766"/>
                </a:cubicBezTo>
                <a:cubicBezTo>
                  <a:pt x="23311" y="118730"/>
                  <a:pt x="23272" y="118695"/>
                  <a:pt x="23236" y="118656"/>
                </a:cubicBezTo>
                <a:cubicBezTo>
                  <a:pt x="23233" y="118652"/>
                  <a:pt x="23231" y="118650"/>
                  <a:pt x="23229" y="118649"/>
                </a:cubicBezTo>
                <a:lnTo>
                  <a:pt x="23229" y="118649"/>
                </a:lnTo>
                <a:cubicBezTo>
                  <a:pt x="23225" y="118641"/>
                  <a:pt x="23222" y="118636"/>
                  <a:pt x="23216" y="118628"/>
                </a:cubicBezTo>
                <a:cubicBezTo>
                  <a:pt x="23212" y="118623"/>
                  <a:pt x="23209" y="118617"/>
                  <a:pt x="23207" y="118611"/>
                </a:cubicBezTo>
                <a:lnTo>
                  <a:pt x="23207" y="118611"/>
                </a:lnTo>
                <a:cubicBezTo>
                  <a:pt x="23205" y="118608"/>
                  <a:pt x="23196" y="118587"/>
                  <a:pt x="23196" y="118582"/>
                </a:cubicBezTo>
                <a:cubicBezTo>
                  <a:pt x="23194" y="118572"/>
                  <a:pt x="23194" y="118570"/>
                  <a:pt x="23192" y="118570"/>
                </a:cubicBezTo>
                <a:cubicBezTo>
                  <a:pt x="23192" y="118563"/>
                  <a:pt x="23192" y="118557"/>
                  <a:pt x="23194" y="118552"/>
                </a:cubicBezTo>
                <a:cubicBezTo>
                  <a:pt x="23197" y="118535"/>
                  <a:pt x="23199" y="118520"/>
                  <a:pt x="23207" y="118503"/>
                </a:cubicBezTo>
                <a:cubicBezTo>
                  <a:pt x="23233" y="118437"/>
                  <a:pt x="23283" y="118377"/>
                  <a:pt x="23320" y="118316"/>
                </a:cubicBezTo>
                <a:cubicBezTo>
                  <a:pt x="23415" y="118158"/>
                  <a:pt x="23471" y="117973"/>
                  <a:pt x="23461" y="117787"/>
                </a:cubicBezTo>
                <a:cubicBezTo>
                  <a:pt x="23445" y="117490"/>
                  <a:pt x="23279" y="117237"/>
                  <a:pt x="23036" y="117070"/>
                </a:cubicBezTo>
                <a:cubicBezTo>
                  <a:pt x="22519" y="116718"/>
                  <a:pt x="21838" y="116939"/>
                  <a:pt x="21550" y="117473"/>
                </a:cubicBezTo>
                <a:cubicBezTo>
                  <a:pt x="21395" y="117758"/>
                  <a:pt x="21366" y="118070"/>
                  <a:pt x="21436" y="118383"/>
                </a:cubicBezTo>
                <a:cubicBezTo>
                  <a:pt x="21490" y="118628"/>
                  <a:pt x="21645" y="118937"/>
                  <a:pt x="21514" y="119182"/>
                </a:cubicBezTo>
                <a:cubicBezTo>
                  <a:pt x="21451" y="119299"/>
                  <a:pt x="21304" y="119309"/>
                  <a:pt x="21198" y="119376"/>
                </a:cubicBezTo>
                <a:cubicBezTo>
                  <a:pt x="21064" y="119459"/>
                  <a:pt x="20975" y="119586"/>
                  <a:pt x="20921" y="119733"/>
                </a:cubicBezTo>
                <a:cubicBezTo>
                  <a:pt x="20804" y="120055"/>
                  <a:pt x="20925" y="120361"/>
                  <a:pt x="20971" y="120681"/>
                </a:cubicBezTo>
                <a:cubicBezTo>
                  <a:pt x="21001" y="120897"/>
                  <a:pt x="20982" y="121170"/>
                  <a:pt x="20785" y="121304"/>
                </a:cubicBezTo>
                <a:cubicBezTo>
                  <a:pt x="20603" y="121429"/>
                  <a:pt x="20404" y="121529"/>
                  <a:pt x="20224" y="121656"/>
                </a:cubicBezTo>
                <a:cubicBezTo>
                  <a:pt x="20036" y="121786"/>
                  <a:pt x="19878" y="121944"/>
                  <a:pt x="19801" y="122164"/>
                </a:cubicBezTo>
                <a:cubicBezTo>
                  <a:pt x="19695" y="122463"/>
                  <a:pt x="19811" y="122766"/>
                  <a:pt x="19973" y="123021"/>
                </a:cubicBezTo>
                <a:cubicBezTo>
                  <a:pt x="20054" y="123153"/>
                  <a:pt x="20166" y="123279"/>
                  <a:pt x="20226" y="123423"/>
                </a:cubicBezTo>
                <a:cubicBezTo>
                  <a:pt x="20276" y="123547"/>
                  <a:pt x="20196" y="123642"/>
                  <a:pt x="20119" y="123737"/>
                </a:cubicBezTo>
                <a:cubicBezTo>
                  <a:pt x="20040" y="123837"/>
                  <a:pt x="19960" y="123936"/>
                  <a:pt x="19919" y="124059"/>
                </a:cubicBezTo>
                <a:cubicBezTo>
                  <a:pt x="19761" y="124007"/>
                  <a:pt x="19591" y="124008"/>
                  <a:pt x="19426" y="124113"/>
                </a:cubicBezTo>
                <a:cubicBezTo>
                  <a:pt x="19115" y="124308"/>
                  <a:pt x="19186" y="124652"/>
                  <a:pt x="19288" y="124942"/>
                </a:cubicBezTo>
                <a:cubicBezTo>
                  <a:pt x="19310" y="125002"/>
                  <a:pt x="19337" y="125067"/>
                  <a:pt x="19342" y="125132"/>
                </a:cubicBezTo>
                <a:cubicBezTo>
                  <a:pt x="19344" y="125147"/>
                  <a:pt x="19340" y="125167"/>
                  <a:pt x="19327" y="125182"/>
                </a:cubicBezTo>
                <a:cubicBezTo>
                  <a:pt x="19279" y="125241"/>
                  <a:pt x="19212" y="125281"/>
                  <a:pt x="19164" y="125342"/>
                </a:cubicBezTo>
                <a:cubicBezTo>
                  <a:pt x="19097" y="125429"/>
                  <a:pt x="19065" y="125537"/>
                  <a:pt x="19082" y="125647"/>
                </a:cubicBezTo>
                <a:cubicBezTo>
                  <a:pt x="19106" y="125833"/>
                  <a:pt x="19255" y="125982"/>
                  <a:pt x="19422" y="126058"/>
                </a:cubicBezTo>
                <a:cubicBezTo>
                  <a:pt x="19523" y="126103"/>
                  <a:pt x="19757" y="126123"/>
                  <a:pt x="19800" y="126240"/>
                </a:cubicBezTo>
                <a:cubicBezTo>
                  <a:pt x="19831" y="126328"/>
                  <a:pt x="19742" y="126463"/>
                  <a:pt x="19655" y="126517"/>
                </a:cubicBezTo>
                <a:cubicBezTo>
                  <a:pt x="19487" y="126620"/>
                  <a:pt x="19281" y="126623"/>
                  <a:pt x="19091" y="126621"/>
                </a:cubicBezTo>
                <a:cubicBezTo>
                  <a:pt x="19035" y="126620"/>
                  <a:pt x="18963" y="126653"/>
                  <a:pt x="18940" y="126707"/>
                </a:cubicBezTo>
                <a:cubicBezTo>
                  <a:pt x="18799" y="127034"/>
                  <a:pt x="18961" y="127326"/>
                  <a:pt x="19173" y="127577"/>
                </a:cubicBezTo>
                <a:cubicBezTo>
                  <a:pt x="19268" y="127693"/>
                  <a:pt x="19376" y="127802"/>
                  <a:pt x="19433" y="127944"/>
                </a:cubicBezTo>
                <a:cubicBezTo>
                  <a:pt x="19491" y="128085"/>
                  <a:pt x="19457" y="128161"/>
                  <a:pt x="19353" y="128262"/>
                </a:cubicBezTo>
                <a:cubicBezTo>
                  <a:pt x="19236" y="128373"/>
                  <a:pt x="19171" y="128509"/>
                  <a:pt x="19182" y="128673"/>
                </a:cubicBezTo>
                <a:cubicBezTo>
                  <a:pt x="19190" y="128799"/>
                  <a:pt x="19251" y="128946"/>
                  <a:pt x="19191" y="129065"/>
                </a:cubicBezTo>
                <a:cubicBezTo>
                  <a:pt x="19043" y="129355"/>
                  <a:pt x="18615" y="129255"/>
                  <a:pt x="18368" y="129203"/>
                </a:cubicBezTo>
                <a:cubicBezTo>
                  <a:pt x="18236" y="129175"/>
                  <a:pt x="18137" y="129260"/>
                  <a:pt x="18122" y="129391"/>
                </a:cubicBezTo>
                <a:cubicBezTo>
                  <a:pt x="18046" y="130086"/>
                  <a:pt x="18663" y="130559"/>
                  <a:pt x="18976" y="131107"/>
                </a:cubicBezTo>
                <a:cubicBezTo>
                  <a:pt x="19056" y="131250"/>
                  <a:pt x="19108" y="131401"/>
                  <a:pt x="19128" y="131559"/>
                </a:cubicBezTo>
                <a:cubicBezTo>
                  <a:pt x="19059" y="131544"/>
                  <a:pt x="18991" y="131511"/>
                  <a:pt x="18940" y="131477"/>
                </a:cubicBezTo>
                <a:cubicBezTo>
                  <a:pt x="18803" y="131384"/>
                  <a:pt x="18689" y="131263"/>
                  <a:pt x="18533" y="131200"/>
                </a:cubicBezTo>
                <a:cubicBezTo>
                  <a:pt x="18369" y="131131"/>
                  <a:pt x="18157" y="131157"/>
                  <a:pt x="18022" y="131267"/>
                </a:cubicBezTo>
                <a:cubicBezTo>
                  <a:pt x="17826" y="131103"/>
                  <a:pt x="17534" y="131061"/>
                  <a:pt x="17308" y="131209"/>
                </a:cubicBezTo>
                <a:cubicBezTo>
                  <a:pt x="17034" y="131386"/>
                  <a:pt x="16973" y="131728"/>
                  <a:pt x="17081" y="132011"/>
                </a:cubicBezTo>
                <a:cubicBezTo>
                  <a:pt x="16781" y="132108"/>
                  <a:pt x="16456" y="132113"/>
                  <a:pt x="16151" y="132035"/>
                </a:cubicBezTo>
                <a:cubicBezTo>
                  <a:pt x="16082" y="132017"/>
                  <a:pt x="16000" y="132046"/>
                  <a:pt x="15965" y="132111"/>
                </a:cubicBezTo>
                <a:cubicBezTo>
                  <a:pt x="15818" y="132372"/>
                  <a:pt x="15770" y="132673"/>
                  <a:pt x="15822" y="132965"/>
                </a:cubicBezTo>
                <a:cubicBezTo>
                  <a:pt x="15738" y="132991"/>
                  <a:pt x="15647" y="132982"/>
                  <a:pt x="15574" y="132920"/>
                </a:cubicBezTo>
                <a:cubicBezTo>
                  <a:pt x="15485" y="132842"/>
                  <a:pt x="15373" y="132863"/>
                  <a:pt x="15305" y="132956"/>
                </a:cubicBezTo>
                <a:cubicBezTo>
                  <a:pt x="15122" y="133201"/>
                  <a:pt x="14827" y="133344"/>
                  <a:pt x="14732" y="133655"/>
                </a:cubicBezTo>
                <a:cubicBezTo>
                  <a:pt x="14695" y="133778"/>
                  <a:pt x="14691" y="133921"/>
                  <a:pt x="14730" y="134046"/>
                </a:cubicBezTo>
                <a:cubicBezTo>
                  <a:pt x="14637" y="133986"/>
                  <a:pt x="14548" y="133925"/>
                  <a:pt x="14436" y="133906"/>
                </a:cubicBezTo>
                <a:cubicBezTo>
                  <a:pt x="14205" y="133867"/>
                  <a:pt x="13995" y="133994"/>
                  <a:pt x="13863" y="134174"/>
                </a:cubicBezTo>
                <a:cubicBezTo>
                  <a:pt x="13584" y="134566"/>
                  <a:pt x="13800" y="135007"/>
                  <a:pt x="14066" y="135338"/>
                </a:cubicBezTo>
                <a:cubicBezTo>
                  <a:pt x="13941" y="135472"/>
                  <a:pt x="13806" y="135597"/>
                  <a:pt x="13668" y="135716"/>
                </a:cubicBezTo>
                <a:cubicBezTo>
                  <a:pt x="13582" y="135788"/>
                  <a:pt x="13495" y="135857"/>
                  <a:pt x="13406" y="135924"/>
                </a:cubicBezTo>
                <a:cubicBezTo>
                  <a:pt x="13359" y="135957"/>
                  <a:pt x="13296" y="136017"/>
                  <a:pt x="13233" y="136054"/>
                </a:cubicBezTo>
                <a:cubicBezTo>
                  <a:pt x="13194" y="135969"/>
                  <a:pt x="13090" y="135900"/>
                  <a:pt x="12998" y="135970"/>
                </a:cubicBezTo>
                <a:cubicBezTo>
                  <a:pt x="12891" y="136052"/>
                  <a:pt x="12859" y="136196"/>
                  <a:pt x="12924" y="136303"/>
                </a:cubicBezTo>
                <a:cubicBezTo>
                  <a:pt x="12924" y="136441"/>
                  <a:pt x="12909" y="136575"/>
                  <a:pt x="12879" y="136711"/>
                </a:cubicBezTo>
                <a:cubicBezTo>
                  <a:pt x="12844" y="136694"/>
                  <a:pt x="12809" y="136677"/>
                  <a:pt x="12773" y="136660"/>
                </a:cubicBezTo>
                <a:cubicBezTo>
                  <a:pt x="12703" y="136627"/>
                  <a:pt x="12621" y="136629"/>
                  <a:pt x="12563" y="136686"/>
                </a:cubicBezTo>
                <a:cubicBezTo>
                  <a:pt x="12515" y="136737"/>
                  <a:pt x="12491" y="136837"/>
                  <a:pt x="12537" y="136897"/>
                </a:cubicBezTo>
                <a:cubicBezTo>
                  <a:pt x="12554" y="136919"/>
                  <a:pt x="12567" y="136941"/>
                  <a:pt x="12576" y="136965"/>
                </a:cubicBezTo>
                <a:cubicBezTo>
                  <a:pt x="12677" y="137194"/>
                  <a:pt x="12459" y="137471"/>
                  <a:pt x="12195" y="137356"/>
                </a:cubicBezTo>
                <a:cubicBezTo>
                  <a:pt x="11853" y="137209"/>
                  <a:pt x="11970" y="136757"/>
                  <a:pt x="12292" y="136672"/>
                </a:cubicBezTo>
                <a:cubicBezTo>
                  <a:pt x="12428" y="136636"/>
                  <a:pt x="12454" y="136474"/>
                  <a:pt x="12370" y="136378"/>
                </a:cubicBezTo>
                <a:cubicBezTo>
                  <a:pt x="12243" y="136231"/>
                  <a:pt x="12115" y="136084"/>
                  <a:pt x="11989" y="135937"/>
                </a:cubicBezTo>
                <a:cubicBezTo>
                  <a:pt x="12096" y="135837"/>
                  <a:pt x="12162" y="135699"/>
                  <a:pt x="12176" y="135541"/>
                </a:cubicBezTo>
                <a:cubicBezTo>
                  <a:pt x="12186" y="135446"/>
                  <a:pt x="12089" y="135360"/>
                  <a:pt x="11998" y="135362"/>
                </a:cubicBezTo>
                <a:cubicBezTo>
                  <a:pt x="11827" y="135364"/>
                  <a:pt x="11659" y="135392"/>
                  <a:pt x="11499" y="135442"/>
                </a:cubicBezTo>
                <a:cubicBezTo>
                  <a:pt x="11650" y="134842"/>
                  <a:pt x="11700" y="134217"/>
                  <a:pt x="11645" y="133597"/>
                </a:cubicBezTo>
                <a:cubicBezTo>
                  <a:pt x="11639" y="133534"/>
                  <a:pt x="11609" y="133477"/>
                  <a:pt x="11563" y="133443"/>
                </a:cubicBezTo>
                <a:cubicBezTo>
                  <a:pt x="11561" y="133436"/>
                  <a:pt x="11557" y="133426"/>
                  <a:pt x="11555" y="133419"/>
                </a:cubicBezTo>
                <a:cubicBezTo>
                  <a:pt x="11464" y="133116"/>
                  <a:pt x="11124" y="132969"/>
                  <a:pt x="10845" y="132887"/>
                </a:cubicBezTo>
                <a:cubicBezTo>
                  <a:pt x="10529" y="132796"/>
                  <a:pt x="10164" y="132800"/>
                  <a:pt x="9904" y="133025"/>
                </a:cubicBezTo>
                <a:cubicBezTo>
                  <a:pt x="9759" y="133149"/>
                  <a:pt x="9669" y="133320"/>
                  <a:pt x="9656" y="133499"/>
                </a:cubicBezTo>
                <a:cubicBezTo>
                  <a:pt x="9539" y="133523"/>
                  <a:pt x="9430" y="133592"/>
                  <a:pt x="9350" y="133683"/>
                </a:cubicBezTo>
                <a:cubicBezTo>
                  <a:pt x="9160" y="133899"/>
                  <a:pt x="9143" y="134152"/>
                  <a:pt x="9205" y="134421"/>
                </a:cubicBezTo>
                <a:cubicBezTo>
                  <a:pt x="9260" y="134661"/>
                  <a:pt x="9387" y="134927"/>
                  <a:pt x="9238" y="135158"/>
                </a:cubicBezTo>
                <a:cubicBezTo>
                  <a:pt x="9086" y="135394"/>
                  <a:pt x="8782" y="135336"/>
                  <a:pt x="8600" y="135528"/>
                </a:cubicBezTo>
                <a:cubicBezTo>
                  <a:pt x="8394" y="135744"/>
                  <a:pt x="8377" y="136108"/>
                  <a:pt x="8405" y="136385"/>
                </a:cubicBezTo>
                <a:cubicBezTo>
                  <a:pt x="8433" y="136677"/>
                  <a:pt x="8524" y="136962"/>
                  <a:pt x="8542" y="137254"/>
                </a:cubicBezTo>
                <a:cubicBezTo>
                  <a:pt x="8557" y="137455"/>
                  <a:pt x="8541" y="137672"/>
                  <a:pt x="8442" y="137853"/>
                </a:cubicBezTo>
                <a:cubicBezTo>
                  <a:pt x="8338" y="138046"/>
                  <a:pt x="8178" y="138096"/>
                  <a:pt x="7972" y="138124"/>
                </a:cubicBezTo>
                <a:cubicBezTo>
                  <a:pt x="7668" y="138163"/>
                  <a:pt x="7365" y="138288"/>
                  <a:pt x="7332" y="138634"/>
                </a:cubicBezTo>
                <a:cubicBezTo>
                  <a:pt x="7306" y="138883"/>
                  <a:pt x="7445" y="139123"/>
                  <a:pt x="7601" y="139316"/>
                </a:cubicBezTo>
                <a:cubicBezTo>
                  <a:pt x="7667" y="139495"/>
                  <a:pt x="7732" y="139675"/>
                  <a:pt x="7797" y="139854"/>
                </a:cubicBezTo>
                <a:cubicBezTo>
                  <a:pt x="7722" y="139816"/>
                  <a:pt x="7642" y="139716"/>
                  <a:pt x="7601" y="139679"/>
                </a:cubicBezTo>
                <a:cubicBezTo>
                  <a:pt x="7482" y="139573"/>
                  <a:pt x="7352" y="139476"/>
                  <a:pt x="7187" y="139474"/>
                </a:cubicBezTo>
                <a:cubicBezTo>
                  <a:pt x="7003" y="139471"/>
                  <a:pt x="6839" y="139582"/>
                  <a:pt x="6742" y="139735"/>
                </a:cubicBezTo>
                <a:cubicBezTo>
                  <a:pt x="6655" y="139869"/>
                  <a:pt x="6629" y="140036"/>
                  <a:pt x="6614" y="140198"/>
                </a:cubicBezTo>
                <a:cubicBezTo>
                  <a:pt x="6515" y="140211"/>
                  <a:pt x="6419" y="140231"/>
                  <a:pt x="6322" y="140246"/>
                </a:cubicBezTo>
                <a:cubicBezTo>
                  <a:pt x="6262" y="140255"/>
                  <a:pt x="6205" y="140265"/>
                  <a:pt x="6145" y="140274"/>
                </a:cubicBezTo>
                <a:cubicBezTo>
                  <a:pt x="6160" y="140038"/>
                  <a:pt x="6175" y="139800"/>
                  <a:pt x="6188" y="139564"/>
                </a:cubicBezTo>
                <a:cubicBezTo>
                  <a:pt x="6192" y="139511"/>
                  <a:pt x="6194" y="139459"/>
                  <a:pt x="6197" y="139407"/>
                </a:cubicBezTo>
                <a:cubicBezTo>
                  <a:pt x="6208" y="139205"/>
                  <a:pt x="5963" y="139149"/>
                  <a:pt x="5831" y="139257"/>
                </a:cubicBezTo>
                <a:cubicBezTo>
                  <a:pt x="5571" y="139469"/>
                  <a:pt x="5100" y="139402"/>
                  <a:pt x="4903" y="139127"/>
                </a:cubicBezTo>
                <a:cubicBezTo>
                  <a:pt x="4801" y="138983"/>
                  <a:pt x="4600" y="139007"/>
                  <a:pt x="4540" y="139175"/>
                </a:cubicBezTo>
                <a:cubicBezTo>
                  <a:pt x="4524" y="139220"/>
                  <a:pt x="4509" y="139264"/>
                  <a:pt x="4497" y="139311"/>
                </a:cubicBezTo>
                <a:cubicBezTo>
                  <a:pt x="4427" y="139580"/>
                  <a:pt x="4429" y="139859"/>
                  <a:pt x="4449" y="140136"/>
                </a:cubicBezTo>
                <a:cubicBezTo>
                  <a:pt x="4237" y="140172"/>
                  <a:pt x="4044" y="140356"/>
                  <a:pt x="3980" y="140564"/>
                </a:cubicBezTo>
                <a:cubicBezTo>
                  <a:pt x="3923" y="140752"/>
                  <a:pt x="3954" y="140947"/>
                  <a:pt x="3962" y="141139"/>
                </a:cubicBezTo>
                <a:cubicBezTo>
                  <a:pt x="3964" y="141182"/>
                  <a:pt x="3966" y="141241"/>
                  <a:pt x="3960" y="141301"/>
                </a:cubicBezTo>
                <a:cubicBezTo>
                  <a:pt x="3709" y="141055"/>
                  <a:pt x="3402" y="140838"/>
                  <a:pt x="3043" y="140875"/>
                </a:cubicBezTo>
                <a:cubicBezTo>
                  <a:pt x="2627" y="140917"/>
                  <a:pt x="2219" y="141293"/>
                  <a:pt x="2351" y="141738"/>
                </a:cubicBezTo>
                <a:cubicBezTo>
                  <a:pt x="2353" y="141747"/>
                  <a:pt x="2357" y="141754"/>
                  <a:pt x="2361" y="141764"/>
                </a:cubicBezTo>
                <a:cubicBezTo>
                  <a:pt x="2208" y="141899"/>
                  <a:pt x="1979" y="141957"/>
                  <a:pt x="1786" y="141899"/>
                </a:cubicBezTo>
                <a:cubicBezTo>
                  <a:pt x="1611" y="141847"/>
                  <a:pt x="1464" y="141647"/>
                  <a:pt x="1260" y="141604"/>
                </a:cubicBezTo>
                <a:cubicBezTo>
                  <a:pt x="968" y="141544"/>
                  <a:pt x="733" y="141767"/>
                  <a:pt x="644" y="142028"/>
                </a:cubicBezTo>
                <a:cubicBezTo>
                  <a:pt x="568" y="142258"/>
                  <a:pt x="603" y="142524"/>
                  <a:pt x="689" y="142748"/>
                </a:cubicBezTo>
                <a:cubicBezTo>
                  <a:pt x="776" y="142980"/>
                  <a:pt x="919" y="143188"/>
                  <a:pt x="994" y="143426"/>
                </a:cubicBezTo>
                <a:cubicBezTo>
                  <a:pt x="1044" y="143592"/>
                  <a:pt x="1049" y="143789"/>
                  <a:pt x="916" y="143912"/>
                </a:cubicBezTo>
                <a:cubicBezTo>
                  <a:pt x="871" y="143953"/>
                  <a:pt x="841" y="143964"/>
                  <a:pt x="772" y="143954"/>
                </a:cubicBezTo>
                <a:cubicBezTo>
                  <a:pt x="635" y="143940"/>
                  <a:pt x="506" y="143888"/>
                  <a:pt x="365" y="143915"/>
                </a:cubicBezTo>
                <a:cubicBezTo>
                  <a:pt x="77" y="143973"/>
                  <a:pt x="14" y="144245"/>
                  <a:pt x="4" y="144498"/>
                </a:cubicBezTo>
                <a:cubicBezTo>
                  <a:pt x="4" y="144548"/>
                  <a:pt x="2" y="144598"/>
                  <a:pt x="1" y="144648"/>
                </a:cubicBezTo>
                <a:lnTo>
                  <a:pt x="180485" y="144648"/>
                </a:lnTo>
                <a:lnTo>
                  <a:pt x="180485" y="62928"/>
                </a:lnTo>
                <a:lnTo>
                  <a:pt x="180485" y="62928"/>
                </a:lnTo>
                <a:close/>
                <a:moveTo>
                  <a:pt x="29387" y="118329"/>
                </a:moveTo>
                <a:lnTo>
                  <a:pt x="29387" y="118329"/>
                </a:lnTo>
                <a:cubicBezTo>
                  <a:pt x="29379" y="118321"/>
                  <a:pt x="29377" y="118318"/>
                  <a:pt x="29387" y="118329"/>
                </a:cubicBezTo>
                <a:close/>
                <a:moveTo>
                  <a:pt x="20292" y="124310"/>
                </a:moveTo>
                <a:lnTo>
                  <a:pt x="20292" y="124310"/>
                </a:lnTo>
                <a:cubicBezTo>
                  <a:pt x="20292" y="124312"/>
                  <a:pt x="20294" y="124312"/>
                  <a:pt x="20292" y="124313"/>
                </a:cubicBezTo>
                <a:cubicBezTo>
                  <a:pt x="20291" y="124319"/>
                  <a:pt x="20291" y="124315"/>
                  <a:pt x="20292" y="124310"/>
                </a:cubicBezTo>
                <a:close/>
                <a:moveTo>
                  <a:pt x="29193" y="120101"/>
                </a:moveTo>
                <a:lnTo>
                  <a:pt x="29193" y="120101"/>
                </a:lnTo>
                <a:cubicBezTo>
                  <a:pt x="29180" y="120105"/>
                  <a:pt x="29149" y="120095"/>
                  <a:pt x="29193" y="120101"/>
                </a:cubicBezTo>
                <a:close/>
                <a:moveTo>
                  <a:pt x="29733" y="118066"/>
                </a:moveTo>
                <a:lnTo>
                  <a:pt x="29733" y="118066"/>
                </a:lnTo>
                <a:cubicBezTo>
                  <a:pt x="29751" y="118072"/>
                  <a:pt x="29749" y="118087"/>
                  <a:pt x="29733" y="118066"/>
                </a:cubicBezTo>
                <a:close/>
                <a:moveTo>
                  <a:pt x="44030" y="112621"/>
                </a:moveTo>
                <a:lnTo>
                  <a:pt x="44030" y="112621"/>
                </a:lnTo>
                <a:cubicBezTo>
                  <a:pt x="43990" y="112710"/>
                  <a:pt x="43897" y="112770"/>
                  <a:pt x="43807" y="112826"/>
                </a:cubicBezTo>
                <a:cubicBezTo>
                  <a:pt x="43781" y="112840"/>
                  <a:pt x="43755" y="112857"/>
                  <a:pt x="43729" y="112872"/>
                </a:cubicBezTo>
                <a:cubicBezTo>
                  <a:pt x="43789" y="112573"/>
                  <a:pt x="43854" y="112275"/>
                  <a:pt x="43921" y="111978"/>
                </a:cubicBezTo>
                <a:cubicBezTo>
                  <a:pt x="43930" y="112061"/>
                  <a:pt x="43952" y="112143"/>
                  <a:pt x="43975" y="112223"/>
                </a:cubicBezTo>
                <a:cubicBezTo>
                  <a:pt x="44012" y="112344"/>
                  <a:pt x="44079" y="112515"/>
                  <a:pt x="44030" y="112621"/>
                </a:cubicBezTo>
                <a:close/>
                <a:moveTo>
                  <a:pt x="47337" y="111038"/>
                </a:moveTo>
                <a:lnTo>
                  <a:pt x="47337" y="111038"/>
                </a:lnTo>
                <a:cubicBezTo>
                  <a:pt x="47339" y="111033"/>
                  <a:pt x="47345" y="111029"/>
                  <a:pt x="47350" y="111025"/>
                </a:cubicBezTo>
                <a:cubicBezTo>
                  <a:pt x="47346" y="111027"/>
                  <a:pt x="47341" y="111038"/>
                  <a:pt x="47337" y="111038"/>
                </a:cubicBezTo>
                <a:close/>
                <a:moveTo>
                  <a:pt x="57088" y="99015"/>
                </a:moveTo>
                <a:lnTo>
                  <a:pt x="57088" y="99015"/>
                </a:lnTo>
                <a:cubicBezTo>
                  <a:pt x="57093" y="99022"/>
                  <a:pt x="57088" y="99028"/>
                  <a:pt x="57088" y="99015"/>
                </a:cubicBezTo>
                <a:close/>
                <a:moveTo>
                  <a:pt x="59719" y="95974"/>
                </a:moveTo>
                <a:lnTo>
                  <a:pt x="59719" y="95974"/>
                </a:lnTo>
                <a:cubicBezTo>
                  <a:pt x="59727" y="95950"/>
                  <a:pt x="59751" y="95978"/>
                  <a:pt x="59719" y="95974"/>
                </a:cubicBezTo>
                <a:close/>
                <a:moveTo>
                  <a:pt x="96188" y="53131"/>
                </a:moveTo>
                <a:lnTo>
                  <a:pt x="96188" y="53131"/>
                </a:lnTo>
                <a:cubicBezTo>
                  <a:pt x="96193" y="53132"/>
                  <a:pt x="96193" y="53140"/>
                  <a:pt x="96188" y="53131"/>
                </a:cubicBezTo>
                <a:close/>
              </a:path>
            </a:pathLst>
          </a:custGeom>
          <a:solidFill>
            <a:srgbClr val="1109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tamorphous"/>
              <a:buNone/>
              <a:defRPr sz="2800">
                <a:solidFill>
                  <a:schemeClr val="dk1"/>
                </a:solidFill>
                <a:latin typeface="Metamorphous"/>
                <a:ea typeface="Metamorphous"/>
                <a:cs typeface="Metamorphous"/>
                <a:sym typeface="Metamorphou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hilosopher"/>
              <a:buChar char="●"/>
              <a:defRPr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hilosopher"/>
              <a:buChar char="○"/>
              <a:defRPr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hilosopher"/>
              <a:buChar char="■"/>
              <a:defRPr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hilosopher"/>
              <a:buChar char="●"/>
              <a:defRPr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hilosopher"/>
              <a:buChar char="○"/>
              <a:defRPr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hilosopher"/>
              <a:buChar char="■"/>
              <a:defRPr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hilosopher"/>
              <a:buChar char="●"/>
              <a:defRPr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hilosopher"/>
              <a:buChar char="○"/>
              <a:defRPr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hilosopher"/>
              <a:buChar char="■"/>
              <a:defRPr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3" r:id="rId12"/>
    <p:sldLayoutId id="2147483665" r:id="rId13"/>
    <p:sldLayoutId id="2147483666" r:id="rId14"/>
    <p:sldLayoutId id="2147483667" r:id="rId15"/>
    <p:sldLayoutId id="2147483668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43" name="Google Shape;443;p2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6"/>
          <p:cNvSpPr txBox="1">
            <a:spLocks noGrp="1"/>
          </p:cNvSpPr>
          <p:nvPr>
            <p:ph type="ctrTitle"/>
          </p:nvPr>
        </p:nvSpPr>
        <p:spPr>
          <a:xfrm>
            <a:off x="1053575" y="545150"/>
            <a:ext cx="7039500" cy="148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Aplicaciones de la traducción orientada por la sintaxis</a:t>
            </a:r>
            <a:endParaRPr sz="3200" dirty="0"/>
          </a:p>
        </p:txBody>
      </p:sp>
      <p:sp>
        <p:nvSpPr>
          <p:cNvPr id="452" name="Google Shape;452;p26"/>
          <p:cNvSpPr txBox="1">
            <a:spLocks noGrp="1"/>
          </p:cNvSpPr>
          <p:nvPr>
            <p:ph type="subTitle" idx="1"/>
          </p:nvPr>
        </p:nvSpPr>
        <p:spPr>
          <a:xfrm>
            <a:off x="1053563" y="2025600"/>
            <a:ext cx="7039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agosto</a:t>
            </a:r>
            <a:r>
              <a:rPr lang="en"/>
              <a:t>, 2026</a:t>
            </a:r>
            <a:endParaRPr dirty="0"/>
          </a:p>
        </p:txBody>
      </p:sp>
      <p:grpSp>
        <p:nvGrpSpPr>
          <p:cNvPr id="453" name="Google Shape;453;p26"/>
          <p:cNvGrpSpPr/>
          <p:nvPr/>
        </p:nvGrpSpPr>
        <p:grpSpPr>
          <a:xfrm>
            <a:off x="50" y="2415879"/>
            <a:ext cx="9145311" cy="3157282"/>
            <a:chOff x="50" y="2415879"/>
            <a:chExt cx="9145311" cy="3157282"/>
          </a:xfrm>
        </p:grpSpPr>
        <p:sp>
          <p:nvSpPr>
            <p:cNvPr id="454" name="Google Shape;454;p26"/>
            <p:cNvSpPr/>
            <p:nvPr/>
          </p:nvSpPr>
          <p:spPr>
            <a:xfrm>
              <a:off x="50" y="2885841"/>
              <a:ext cx="1782039" cy="846980"/>
            </a:xfrm>
            <a:custGeom>
              <a:avLst/>
              <a:gdLst/>
              <a:ahLst/>
              <a:cxnLst/>
              <a:rect l="l" t="t" r="r" b="b"/>
              <a:pathLst>
                <a:path w="46868" h="36982" extrusionOk="0">
                  <a:moveTo>
                    <a:pt x="46868" y="8332"/>
                  </a:moveTo>
                  <a:cubicBezTo>
                    <a:pt x="46868" y="8332"/>
                    <a:pt x="34670" y="9009"/>
                    <a:pt x="27387" y="4267"/>
                  </a:cubicBezTo>
                  <a:cubicBezTo>
                    <a:pt x="20835" y="0"/>
                    <a:pt x="13184" y="806"/>
                    <a:pt x="0" y="10629"/>
                  </a:cubicBezTo>
                  <a:lnTo>
                    <a:pt x="0" y="36982"/>
                  </a:lnTo>
                  <a:cubicBezTo>
                    <a:pt x="1733" y="36874"/>
                    <a:pt x="3628" y="36705"/>
                    <a:pt x="5702" y="36454"/>
                  </a:cubicBezTo>
                  <a:cubicBezTo>
                    <a:pt x="21118" y="34590"/>
                    <a:pt x="30097" y="35606"/>
                    <a:pt x="33147" y="32558"/>
                  </a:cubicBezTo>
                  <a:cubicBezTo>
                    <a:pt x="36195" y="29508"/>
                    <a:pt x="46868" y="8332"/>
                    <a:pt x="46868" y="83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461712" y="2918431"/>
              <a:ext cx="1246149" cy="687602"/>
            </a:xfrm>
            <a:custGeom>
              <a:avLst/>
              <a:gdLst/>
              <a:ahLst/>
              <a:cxnLst/>
              <a:rect l="l" t="t" r="r" b="b"/>
              <a:pathLst>
                <a:path w="32774" h="30023" extrusionOk="0">
                  <a:moveTo>
                    <a:pt x="32773" y="6941"/>
                  </a:moveTo>
                  <a:cubicBezTo>
                    <a:pt x="29033" y="6915"/>
                    <a:pt x="20741" y="6422"/>
                    <a:pt x="15245" y="2844"/>
                  </a:cubicBezTo>
                  <a:cubicBezTo>
                    <a:pt x="12243" y="889"/>
                    <a:pt x="9011" y="0"/>
                    <a:pt x="5122" y="552"/>
                  </a:cubicBezTo>
                  <a:cubicBezTo>
                    <a:pt x="5371" y="1479"/>
                    <a:pt x="5472" y="2771"/>
                    <a:pt x="4845" y="4198"/>
                  </a:cubicBezTo>
                  <a:cubicBezTo>
                    <a:pt x="3618" y="6995"/>
                    <a:pt x="6117" y="3818"/>
                    <a:pt x="6582" y="4071"/>
                  </a:cubicBezTo>
                  <a:cubicBezTo>
                    <a:pt x="7049" y="4326"/>
                    <a:pt x="9504" y="7417"/>
                    <a:pt x="5396" y="13177"/>
                  </a:cubicBezTo>
                  <a:cubicBezTo>
                    <a:pt x="5396" y="13177"/>
                    <a:pt x="5185" y="13495"/>
                    <a:pt x="5375" y="13770"/>
                  </a:cubicBezTo>
                  <a:cubicBezTo>
                    <a:pt x="5565" y="14045"/>
                    <a:pt x="6772" y="13197"/>
                    <a:pt x="7620" y="12606"/>
                  </a:cubicBezTo>
                  <a:cubicBezTo>
                    <a:pt x="8466" y="12012"/>
                    <a:pt x="10880" y="9344"/>
                    <a:pt x="11390" y="9217"/>
                  </a:cubicBezTo>
                  <a:cubicBezTo>
                    <a:pt x="11897" y="9091"/>
                    <a:pt x="10839" y="17729"/>
                    <a:pt x="5163" y="24166"/>
                  </a:cubicBezTo>
                  <a:cubicBezTo>
                    <a:pt x="0" y="30022"/>
                    <a:pt x="22736" y="24242"/>
                    <a:pt x="27776" y="20155"/>
                  </a:cubicBezTo>
                  <a:cubicBezTo>
                    <a:pt x="28247" y="19292"/>
                    <a:pt x="28717" y="18421"/>
                    <a:pt x="29176" y="17564"/>
                  </a:cubicBezTo>
                  <a:cubicBezTo>
                    <a:pt x="30305" y="14285"/>
                    <a:pt x="32260" y="9530"/>
                    <a:pt x="32773" y="69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50" y="2933111"/>
              <a:ext cx="4113730" cy="1166630"/>
            </a:xfrm>
            <a:custGeom>
              <a:avLst/>
              <a:gdLst/>
              <a:ahLst/>
              <a:cxnLst/>
              <a:rect l="l" t="t" r="r" b="b"/>
              <a:pathLst>
                <a:path w="108192" h="50939" extrusionOk="0">
                  <a:moveTo>
                    <a:pt x="108192" y="48619"/>
                  </a:moveTo>
                  <a:cubicBezTo>
                    <a:pt x="108192" y="48619"/>
                    <a:pt x="103799" y="31271"/>
                    <a:pt x="89726" y="24563"/>
                  </a:cubicBezTo>
                  <a:cubicBezTo>
                    <a:pt x="75655" y="17856"/>
                    <a:pt x="60420" y="4405"/>
                    <a:pt x="55337" y="2203"/>
                  </a:cubicBezTo>
                  <a:cubicBezTo>
                    <a:pt x="50256" y="1"/>
                    <a:pt x="45343" y="1695"/>
                    <a:pt x="39245" y="8470"/>
                  </a:cubicBezTo>
                  <a:cubicBezTo>
                    <a:pt x="33147" y="15247"/>
                    <a:pt x="20441" y="20497"/>
                    <a:pt x="1806" y="23378"/>
                  </a:cubicBezTo>
                  <a:cubicBezTo>
                    <a:pt x="1194" y="23473"/>
                    <a:pt x="591" y="23572"/>
                    <a:pt x="0" y="23674"/>
                  </a:cubicBezTo>
                  <a:lnTo>
                    <a:pt x="0" y="48690"/>
                  </a:lnTo>
                  <a:cubicBezTo>
                    <a:pt x="2918" y="50148"/>
                    <a:pt x="5263" y="50938"/>
                    <a:pt x="6381" y="50482"/>
                  </a:cubicBezTo>
                  <a:cubicBezTo>
                    <a:pt x="10954" y="48619"/>
                    <a:pt x="108192" y="48619"/>
                    <a:pt x="108192" y="486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1334005" y="2913035"/>
              <a:ext cx="2781042" cy="1243198"/>
            </a:xfrm>
            <a:custGeom>
              <a:avLst/>
              <a:gdLst/>
              <a:ahLst/>
              <a:cxnLst/>
              <a:rect l="l" t="t" r="r" b="b"/>
              <a:pathLst>
                <a:path w="73142" h="48130" extrusionOk="0">
                  <a:moveTo>
                    <a:pt x="73142" y="47581"/>
                  </a:moveTo>
                  <a:cubicBezTo>
                    <a:pt x="73142" y="47581"/>
                    <a:pt x="68749" y="30233"/>
                    <a:pt x="54676" y="23525"/>
                  </a:cubicBezTo>
                  <a:cubicBezTo>
                    <a:pt x="40605" y="16818"/>
                    <a:pt x="25370" y="3367"/>
                    <a:pt x="20287" y="1165"/>
                  </a:cubicBezTo>
                  <a:cubicBezTo>
                    <a:pt x="18141" y="235"/>
                    <a:pt x="16025" y="1"/>
                    <a:pt x="13836" y="549"/>
                  </a:cubicBezTo>
                  <a:cubicBezTo>
                    <a:pt x="13998" y="2777"/>
                    <a:pt x="13758" y="6469"/>
                    <a:pt x="11329" y="10376"/>
                  </a:cubicBezTo>
                  <a:cubicBezTo>
                    <a:pt x="11329" y="10376"/>
                    <a:pt x="11054" y="11181"/>
                    <a:pt x="11775" y="11075"/>
                  </a:cubicBezTo>
                  <a:cubicBezTo>
                    <a:pt x="12495" y="10969"/>
                    <a:pt x="15523" y="7750"/>
                    <a:pt x="16010" y="6988"/>
                  </a:cubicBezTo>
                  <a:cubicBezTo>
                    <a:pt x="16497" y="6225"/>
                    <a:pt x="16793" y="11075"/>
                    <a:pt x="15523" y="12980"/>
                  </a:cubicBezTo>
                  <a:cubicBezTo>
                    <a:pt x="14252" y="14886"/>
                    <a:pt x="12432" y="16623"/>
                    <a:pt x="12515" y="17174"/>
                  </a:cubicBezTo>
                  <a:cubicBezTo>
                    <a:pt x="12601" y="17724"/>
                    <a:pt x="17005" y="16538"/>
                    <a:pt x="17853" y="16073"/>
                  </a:cubicBezTo>
                  <a:cubicBezTo>
                    <a:pt x="18699" y="15606"/>
                    <a:pt x="17048" y="22721"/>
                    <a:pt x="10948" y="30852"/>
                  </a:cubicBezTo>
                  <a:cubicBezTo>
                    <a:pt x="7388" y="35600"/>
                    <a:pt x="3021" y="42885"/>
                    <a:pt x="1" y="48130"/>
                  </a:cubicBezTo>
                  <a:cubicBezTo>
                    <a:pt x="30155" y="47583"/>
                    <a:pt x="73142" y="47581"/>
                    <a:pt x="73142" y="475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8" name="Google Shape;458;p26"/>
            <p:cNvGrpSpPr/>
            <p:nvPr/>
          </p:nvGrpSpPr>
          <p:grpSpPr>
            <a:xfrm>
              <a:off x="1073" y="2415879"/>
              <a:ext cx="9144288" cy="3157282"/>
              <a:chOff x="1073" y="2415879"/>
              <a:chExt cx="9144288" cy="3157282"/>
            </a:xfrm>
          </p:grpSpPr>
          <p:sp>
            <p:nvSpPr>
              <p:cNvPr id="459" name="Google Shape;459;p26"/>
              <p:cNvSpPr/>
              <p:nvPr/>
            </p:nvSpPr>
            <p:spPr>
              <a:xfrm>
                <a:off x="5203496" y="2415879"/>
                <a:ext cx="3929363" cy="1977829"/>
              </a:xfrm>
              <a:custGeom>
                <a:avLst/>
                <a:gdLst/>
                <a:ahLst/>
                <a:cxnLst/>
                <a:rect l="l" t="t" r="r" b="b"/>
                <a:pathLst>
                  <a:path w="152124" h="76571" extrusionOk="0">
                    <a:moveTo>
                      <a:pt x="152124" y="43707"/>
                    </a:moveTo>
                    <a:cubicBezTo>
                      <a:pt x="152124" y="43707"/>
                      <a:pt x="127052" y="36930"/>
                      <a:pt x="111806" y="25410"/>
                    </a:cubicBezTo>
                    <a:cubicBezTo>
                      <a:pt x="96560" y="13893"/>
                      <a:pt x="94187" y="3727"/>
                      <a:pt x="87581" y="1864"/>
                    </a:cubicBezTo>
                    <a:cubicBezTo>
                      <a:pt x="80975" y="0"/>
                      <a:pt x="79111" y="3896"/>
                      <a:pt x="76400" y="7793"/>
                    </a:cubicBezTo>
                    <a:cubicBezTo>
                      <a:pt x="73690" y="11691"/>
                      <a:pt x="56580" y="30493"/>
                      <a:pt x="43367" y="34051"/>
                    </a:cubicBezTo>
                    <a:cubicBezTo>
                      <a:pt x="30153" y="37608"/>
                      <a:pt x="15755" y="39980"/>
                      <a:pt x="10333" y="45570"/>
                    </a:cubicBezTo>
                    <a:cubicBezTo>
                      <a:pt x="4912" y="51161"/>
                      <a:pt x="1" y="64205"/>
                      <a:pt x="1" y="64205"/>
                    </a:cubicBezTo>
                    <a:cubicBezTo>
                      <a:pt x="1" y="64205"/>
                      <a:pt x="127052" y="76571"/>
                      <a:pt x="129931" y="75048"/>
                    </a:cubicBezTo>
                    <a:cubicBezTo>
                      <a:pt x="132812" y="73523"/>
                      <a:pt x="152124" y="43707"/>
                      <a:pt x="152124" y="437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6"/>
              <p:cNvSpPr/>
              <p:nvPr/>
            </p:nvSpPr>
            <p:spPr>
              <a:xfrm>
                <a:off x="6860921" y="2456200"/>
                <a:ext cx="2284044" cy="1716497"/>
              </a:xfrm>
              <a:custGeom>
                <a:avLst/>
                <a:gdLst/>
                <a:ahLst/>
                <a:cxnLst/>
                <a:rect l="l" t="t" r="r" b="b"/>
                <a:pathLst>
                  <a:path w="88426" h="74948" extrusionOk="0">
                    <a:moveTo>
                      <a:pt x="88425" y="42710"/>
                    </a:moveTo>
                    <a:cubicBezTo>
                      <a:pt x="74559" y="37879"/>
                      <a:pt x="56398" y="30791"/>
                      <a:pt x="47635" y="24170"/>
                    </a:cubicBezTo>
                    <a:cubicBezTo>
                      <a:pt x="32391" y="12653"/>
                      <a:pt x="30018" y="2487"/>
                      <a:pt x="23412" y="624"/>
                    </a:cubicBezTo>
                    <a:cubicBezTo>
                      <a:pt x="21202" y="1"/>
                      <a:pt x="19527" y="23"/>
                      <a:pt x="18169" y="471"/>
                    </a:cubicBezTo>
                    <a:cubicBezTo>
                      <a:pt x="18357" y="3696"/>
                      <a:pt x="18007" y="9056"/>
                      <a:pt x="14855" y="14938"/>
                    </a:cubicBezTo>
                    <a:cubicBezTo>
                      <a:pt x="14855" y="14938"/>
                      <a:pt x="14433" y="15701"/>
                      <a:pt x="14963" y="15890"/>
                    </a:cubicBezTo>
                    <a:cubicBezTo>
                      <a:pt x="15491" y="16082"/>
                      <a:pt x="20298" y="9835"/>
                      <a:pt x="20808" y="9623"/>
                    </a:cubicBezTo>
                    <a:cubicBezTo>
                      <a:pt x="21316" y="9411"/>
                      <a:pt x="19579" y="16060"/>
                      <a:pt x="17377" y="19703"/>
                    </a:cubicBezTo>
                    <a:cubicBezTo>
                      <a:pt x="15173" y="23344"/>
                      <a:pt x="13693" y="24912"/>
                      <a:pt x="13607" y="25675"/>
                    </a:cubicBezTo>
                    <a:cubicBezTo>
                      <a:pt x="13521" y="26437"/>
                      <a:pt x="18266" y="23599"/>
                      <a:pt x="20722" y="20592"/>
                    </a:cubicBezTo>
                    <a:cubicBezTo>
                      <a:pt x="20722" y="20592"/>
                      <a:pt x="21781" y="19915"/>
                      <a:pt x="21781" y="20973"/>
                    </a:cubicBezTo>
                    <a:cubicBezTo>
                      <a:pt x="21781" y="22031"/>
                      <a:pt x="20819" y="48066"/>
                      <a:pt x="1" y="68981"/>
                    </a:cubicBezTo>
                    <a:cubicBezTo>
                      <a:pt x="32032" y="71873"/>
                      <a:pt x="63605" y="74948"/>
                      <a:pt x="65762" y="73806"/>
                    </a:cubicBezTo>
                    <a:cubicBezTo>
                      <a:pt x="66893" y="73207"/>
                      <a:pt x="78057" y="66320"/>
                      <a:pt x="88425" y="59900"/>
                    </a:cubicBezTo>
                    <a:lnTo>
                      <a:pt x="88425" y="427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6"/>
              <p:cNvSpPr/>
              <p:nvPr/>
            </p:nvSpPr>
            <p:spPr>
              <a:xfrm>
                <a:off x="1073" y="3322293"/>
                <a:ext cx="9144086" cy="2159294"/>
              </a:xfrm>
              <a:custGeom>
                <a:avLst/>
                <a:gdLst/>
                <a:ahLst/>
                <a:cxnLst/>
                <a:rect l="l" t="t" r="r" b="b"/>
                <a:pathLst>
                  <a:path w="215726" h="94282" extrusionOk="0">
                    <a:moveTo>
                      <a:pt x="0" y="90015"/>
                    </a:moveTo>
                    <a:cubicBezTo>
                      <a:pt x="1648" y="90240"/>
                      <a:pt x="3297" y="90460"/>
                      <a:pt x="4947" y="90692"/>
                    </a:cubicBezTo>
                    <a:cubicBezTo>
                      <a:pt x="8605" y="91207"/>
                      <a:pt x="12284" y="91542"/>
                      <a:pt x="15931" y="92124"/>
                    </a:cubicBezTo>
                    <a:cubicBezTo>
                      <a:pt x="19394" y="92676"/>
                      <a:pt x="22832" y="93366"/>
                      <a:pt x="26277" y="94019"/>
                    </a:cubicBezTo>
                    <a:cubicBezTo>
                      <a:pt x="26742" y="94107"/>
                      <a:pt x="27210" y="94196"/>
                      <a:pt x="27677" y="94281"/>
                    </a:cubicBezTo>
                    <a:lnTo>
                      <a:pt x="214948" y="77276"/>
                    </a:lnTo>
                    <a:lnTo>
                      <a:pt x="215725" y="50489"/>
                    </a:lnTo>
                    <a:lnTo>
                      <a:pt x="215725" y="11713"/>
                    </a:lnTo>
                    <a:cubicBezTo>
                      <a:pt x="215653" y="11752"/>
                      <a:pt x="215578" y="11797"/>
                      <a:pt x="215508" y="11845"/>
                    </a:cubicBezTo>
                    <a:cubicBezTo>
                      <a:pt x="215342" y="11955"/>
                      <a:pt x="215167" y="12020"/>
                      <a:pt x="214993" y="12113"/>
                    </a:cubicBezTo>
                    <a:cubicBezTo>
                      <a:pt x="214801" y="12215"/>
                      <a:pt x="214622" y="12338"/>
                      <a:pt x="214431" y="12440"/>
                    </a:cubicBezTo>
                    <a:cubicBezTo>
                      <a:pt x="214109" y="12613"/>
                      <a:pt x="213880" y="12929"/>
                      <a:pt x="213540" y="13069"/>
                    </a:cubicBezTo>
                    <a:cubicBezTo>
                      <a:pt x="213172" y="13218"/>
                      <a:pt x="212822" y="13379"/>
                      <a:pt x="212463" y="13552"/>
                    </a:cubicBezTo>
                    <a:cubicBezTo>
                      <a:pt x="212108" y="13727"/>
                      <a:pt x="211755" y="13850"/>
                      <a:pt x="211355" y="13889"/>
                    </a:cubicBezTo>
                    <a:cubicBezTo>
                      <a:pt x="210949" y="13930"/>
                      <a:pt x="210583" y="13835"/>
                      <a:pt x="210183" y="13785"/>
                    </a:cubicBezTo>
                    <a:cubicBezTo>
                      <a:pt x="209809" y="13736"/>
                      <a:pt x="209516" y="13500"/>
                      <a:pt x="209196" y="13320"/>
                    </a:cubicBezTo>
                    <a:cubicBezTo>
                      <a:pt x="208852" y="13125"/>
                      <a:pt x="208461" y="12959"/>
                      <a:pt x="208091" y="12818"/>
                    </a:cubicBezTo>
                    <a:cubicBezTo>
                      <a:pt x="207743" y="12686"/>
                      <a:pt x="207477" y="12442"/>
                      <a:pt x="207124" y="12314"/>
                    </a:cubicBezTo>
                    <a:cubicBezTo>
                      <a:pt x="206784" y="12191"/>
                      <a:pt x="206441" y="12139"/>
                      <a:pt x="206079" y="12169"/>
                    </a:cubicBezTo>
                    <a:cubicBezTo>
                      <a:pt x="205865" y="12187"/>
                      <a:pt x="205644" y="12251"/>
                      <a:pt x="205433" y="12174"/>
                    </a:cubicBezTo>
                    <a:cubicBezTo>
                      <a:pt x="205244" y="12105"/>
                      <a:pt x="205058" y="12018"/>
                      <a:pt x="204868" y="11947"/>
                    </a:cubicBezTo>
                    <a:cubicBezTo>
                      <a:pt x="204489" y="11804"/>
                      <a:pt x="204107" y="11659"/>
                      <a:pt x="203709" y="11574"/>
                    </a:cubicBezTo>
                    <a:cubicBezTo>
                      <a:pt x="203280" y="11481"/>
                      <a:pt x="202871" y="11332"/>
                      <a:pt x="202445" y="11233"/>
                    </a:cubicBezTo>
                    <a:cubicBezTo>
                      <a:pt x="202274" y="11192"/>
                      <a:pt x="202097" y="11168"/>
                      <a:pt x="201924" y="11133"/>
                    </a:cubicBezTo>
                    <a:cubicBezTo>
                      <a:pt x="201725" y="11090"/>
                      <a:pt x="201539" y="11017"/>
                      <a:pt x="201344" y="10958"/>
                    </a:cubicBezTo>
                    <a:cubicBezTo>
                      <a:pt x="201141" y="10898"/>
                      <a:pt x="200940" y="10839"/>
                      <a:pt x="200739" y="10770"/>
                    </a:cubicBezTo>
                    <a:cubicBezTo>
                      <a:pt x="200538" y="10701"/>
                      <a:pt x="200369" y="10711"/>
                      <a:pt x="200161" y="10690"/>
                    </a:cubicBezTo>
                    <a:cubicBezTo>
                      <a:pt x="200133" y="10686"/>
                      <a:pt x="200103" y="10683"/>
                      <a:pt x="200074" y="10681"/>
                    </a:cubicBezTo>
                    <a:cubicBezTo>
                      <a:pt x="200068" y="10651"/>
                      <a:pt x="200046" y="10625"/>
                      <a:pt x="200005" y="10627"/>
                    </a:cubicBezTo>
                    <a:cubicBezTo>
                      <a:pt x="199822" y="10633"/>
                      <a:pt x="199638" y="10633"/>
                      <a:pt x="199456" y="10644"/>
                    </a:cubicBezTo>
                    <a:cubicBezTo>
                      <a:pt x="199296" y="10655"/>
                      <a:pt x="199159" y="10699"/>
                      <a:pt x="199010" y="10748"/>
                    </a:cubicBezTo>
                    <a:cubicBezTo>
                      <a:pt x="198852" y="10796"/>
                      <a:pt x="198677" y="10792"/>
                      <a:pt x="198513" y="10798"/>
                    </a:cubicBezTo>
                    <a:cubicBezTo>
                      <a:pt x="198333" y="10805"/>
                      <a:pt x="198154" y="10819"/>
                      <a:pt x="197974" y="10830"/>
                    </a:cubicBezTo>
                    <a:cubicBezTo>
                      <a:pt x="197892" y="10837"/>
                      <a:pt x="197814" y="10843"/>
                      <a:pt x="197734" y="10861"/>
                    </a:cubicBezTo>
                    <a:cubicBezTo>
                      <a:pt x="197652" y="10880"/>
                      <a:pt x="197581" y="10915"/>
                      <a:pt x="197505" y="10945"/>
                    </a:cubicBezTo>
                    <a:cubicBezTo>
                      <a:pt x="197353" y="11006"/>
                      <a:pt x="197191" y="10978"/>
                      <a:pt x="197033" y="10973"/>
                    </a:cubicBezTo>
                    <a:cubicBezTo>
                      <a:pt x="196867" y="10965"/>
                      <a:pt x="196704" y="10971"/>
                      <a:pt x="196540" y="10960"/>
                    </a:cubicBezTo>
                    <a:cubicBezTo>
                      <a:pt x="196360" y="10947"/>
                      <a:pt x="196203" y="10990"/>
                      <a:pt x="196045" y="11073"/>
                    </a:cubicBezTo>
                    <a:cubicBezTo>
                      <a:pt x="195900" y="11151"/>
                      <a:pt x="195748" y="11211"/>
                      <a:pt x="195597" y="11278"/>
                    </a:cubicBezTo>
                    <a:cubicBezTo>
                      <a:pt x="195446" y="11343"/>
                      <a:pt x="195305" y="11423"/>
                      <a:pt x="195151" y="11482"/>
                    </a:cubicBezTo>
                    <a:cubicBezTo>
                      <a:pt x="194996" y="11542"/>
                      <a:pt x="194853" y="11609"/>
                      <a:pt x="194716" y="11700"/>
                    </a:cubicBezTo>
                    <a:cubicBezTo>
                      <a:pt x="194660" y="11735"/>
                      <a:pt x="194606" y="11774"/>
                      <a:pt x="194544" y="11799"/>
                    </a:cubicBezTo>
                    <a:cubicBezTo>
                      <a:pt x="194468" y="11830"/>
                      <a:pt x="194388" y="11834"/>
                      <a:pt x="194308" y="11841"/>
                    </a:cubicBezTo>
                    <a:cubicBezTo>
                      <a:pt x="194139" y="11858"/>
                      <a:pt x="193968" y="11873"/>
                      <a:pt x="193799" y="11884"/>
                    </a:cubicBezTo>
                    <a:cubicBezTo>
                      <a:pt x="193639" y="11895"/>
                      <a:pt x="193490" y="11895"/>
                      <a:pt x="193339" y="11828"/>
                    </a:cubicBezTo>
                    <a:cubicBezTo>
                      <a:pt x="193055" y="11702"/>
                      <a:pt x="192744" y="11579"/>
                      <a:pt x="192426" y="11570"/>
                    </a:cubicBezTo>
                    <a:cubicBezTo>
                      <a:pt x="192272" y="11566"/>
                      <a:pt x="192123" y="11614"/>
                      <a:pt x="191976" y="11655"/>
                    </a:cubicBezTo>
                    <a:cubicBezTo>
                      <a:pt x="191816" y="11700"/>
                      <a:pt x="191673" y="11707"/>
                      <a:pt x="191515" y="11650"/>
                    </a:cubicBezTo>
                    <a:cubicBezTo>
                      <a:pt x="191243" y="11549"/>
                      <a:pt x="191018" y="11350"/>
                      <a:pt x="190736" y="11274"/>
                    </a:cubicBezTo>
                    <a:cubicBezTo>
                      <a:pt x="190667" y="11256"/>
                      <a:pt x="190596" y="11239"/>
                      <a:pt x="190531" y="11205"/>
                    </a:cubicBezTo>
                    <a:cubicBezTo>
                      <a:pt x="190477" y="11177"/>
                      <a:pt x="190431" y="11138"/>
                      <a:pt x="190382" y="11103"/>
                    </a:cubicBezTo>
                    <a:cubicBezTo>
                      <a:pt x="190271" y="11027"/>
                      <a:pt x="190146" y="10990"/>
                      <a:pt x="190014" y="10967"/>
                    </a:cubicBezTo>
                    <a:cubicBezTo>
                      <a:pt x="189690" y="10911"/>
                      <a:pt x="189406" y="10971"/>
                      <a:pt x="189120" y="11127"/>
                    </a:cubicBezTo>
                    <a:cubicBezTo>
                      <a:pt x="188835" y="11283"/>
                      <a:pt x="188593" y="11505"/>
                      <a:pt x="188327" y="11691"/>
                    </a:cubicBezTo>
                    <a:cubicBezTo>
                      <a:pt x="188208" y="11774"/>
                      <a:pt x="188089" y="11858"/>
                      <a:pt x="187991" y="11966"/>
                    </a:cubicBezTo>
                    <a:cubicBezTo>
                      <a:pt x="187894" y="12070"/>
                      <a:pt x="187808" y="12156"/>
                      <a:pt x="187682" y="12224"/>
                    </a:cubicBezTo>
                    <a:cubicBezTo>
                      <a:pt x="187537" y="12303"/>
                      <a:pt x="187394" y="12386"/>
                      <a:pt x="187249" y="12466"/>
                    </a:cubicBezTo>
                    <a:cubicBezTo>
                      <a:pt x="187104" y="12546"/>
                      <a:pt x="186945" y="12643"/>
                      <a:pt x="186782" y="12682"/>
                    </a:cubicBezTo>
                    <a:cubicBezTo>
                      <a:pt x="186622" y="12717"/>
                      <a:pt x="186454" y="12710"/>
                      <a:pt x="186293" y="12747"/>
                    </a:cubicBezTo>
                    <a:cubicBezTo>
                      <a:pt x="186140" y="12782"/>
                      <a:pt x="185999" y="12859"/>
                      <a:pt x="185872" y="12948"/>
                    </a:cubicBezTo>
                    <a:cubicBezTo>
                      <a:pt x="185634" y="13119"/>
                      <a:pt x="185441" y="13342"/>
                      <a:pt x="185195" y="13506"/>
                    </a:cubicBezTo>
                    <a:cubicBezTo>
                      <a:pt x="184924" y="13688"/>
                      <a:pt x="184623" y="13815"/>
                      <a:pt x="184368" y="14021"/>
                    </a:cubicBezTo>
                    <a:cubicBezTo>
                      <a:pt x="184126" y="14214"/>
                      <a:pt x="183912" y="14441"/>
                      <a:pt x="183669" y="14635"/>
                    </a:cubicBezTo>
                    <a:cubicBezTo>
                      <a:pt x="183557" y="14724"/>
                      <a:pt x="183438" y="14808"/>
                      <a:pt x="183308" y="14871"/>
                    </a:cubicBezTo>
                    <a:cubicBezTo>
                      <a:pt x="183161" y="14942"/>
                      <a:pt x="182999" y="14990"/>
                      <a:pt x="182847" y="15046"/>
                    </a:cubicBezTo>
                    <a:cubicBezTo>
                      <a:pt x="182698" y="15100"/>
                      <a:pt x="182566" y="15076"/>
                      <a:pt x="182411" y="15081"/>
                    </a:cubicBezTo>
                    <a:cubicBezTo>
                      <a:pt x="182372" y="15083"/>
                      <a:pt x="182350" y="15113"/>
                      <a:pt x="182346" y="15144"/>
                    </a:cubicBezTo>
                    <a:cubicBezTo>
                      <a:pt x="182242" y="15124"/>
                      <a:pt x="182140" y="15103"/>
                      <a:pt x="182036" y="15085"/>
                    </a:cubicBezTo>
                    <a:cubicBezTo>
                      <a:pt x="181842" y="15053"/>
                      <a:pt x="181656" y="15057"/>
                      <a:pt x="181463" y="15064"/>
                    </a:cubicBezTo>
                    <a:cubicBezTo>
                      <a:pt x="181273" y="15072"/>
                      <a:pt x="181083" y="15063"/>
                      <a:pt x="180894" y="15042"/>
                    </a:cubicBezTo>
                    <a:cubicBezTo>
                      <a:pt x="180715" y="15022"/>
                      <a:pt x="180535" y="15001"/>
                      <a:pt x="180354" y="15016"/>
                    </a:cubicBezTo>
                    <a:cubicBezTo>
                      <a:pt x="180274" y="15023"/>
                      <a:pt x="180195" y="15040"/>
                      <a:pt x="180115" y="15042"/>
                    </a:cubicBezTo>
                    <a:cubicBezTo>
                      <a:pt x="180022" y="15044"/>
                      <a:pt x="179930" y="15020"/>
                      <a:pt x="179837" y="15018"/>
                    </a:cubicBezTo>
                    <a:cubicBezTo>
                      <a:pt x="179746" y="15014"/>
                      <a:pt x="179655" y="15027"/>
                      <a:pt x="179564" y="15027"/>
                    </a:cubicBezTo>
                    <a:cubicBezTo>
                      <a:pt x="179467" y="15027"/>
                      <a:pt x="179369" y="15020"/>
                      <a:pt x="179270" y="15020"/>
                    </a:cubicBezTo>
                    <a:cubicBezTo>
                      <a:pt x="179077" y="15022"/>
                      <a:pt x="178887" y="15046"/>
                      <a:pt x="178694" y="15033"/>
                    </a:cubicBezTo>
                    <a:cubicBezTo>
                      <a:pt x="178502" y="15018"/>
                      <a:pt x="178322" y="14986"/>
                      <a:pt x="178130" y="15010"/>
                    </a:cubicBezTo>
                    <a:cubicBezTo>
                      <a:pt x="178041" y="15022"/>
                      <a:pt x="177952" y="15038"/>
                      <a:pt x="177862" y="15044"/>
                    </a:cubicBezTo>
                    <a:cubicBezTo>
                      <a:pt x="177777" y="15049"/>
                      <a:pt x="177723" y="15018"/>
                      <a:pt x="177649" y="14979"/>
                    </a:cubicBezTo>
                    <a:cubicBezTo>
                      <a:pt x="177576" y="14940"/>
                      <a:pt x="177498" y="14916"/>
                      <a:pt x="177422" y="14884"/>
                    </a:cubicBezTo>
                    <a:cubicBezTo>
                      <a:pt x="177332" y="14849"/>
                      <a:pt x="177251" y="14798"/>
                      <a:pt x="177161" y="14759"/>
                    </a:cubicBezTo>
                    <a:cubicBezTo>
                      <a:pt x="176990" y="14679"/>
                      <a:pt x="176817" y="14603"/>
                      <a:pt x="176652" y="14508"/>
                    </a:cubicBezTo>
                    <a:cubicBezTo>
                      <a:pt x="176484" y="14413"/>
                      <a:pt x="176313" y="14356"/>
                      <a:pt x="176127" y="14298"/>
                    </a:cubicBezTo>
                    <a:cubicBezTo>
                      <a:pt x="175765" y="14183"/>
                      <a:pt x="175398" y="14064"/>
                      <a:pt x="175026" y="13976"/>
                    </a:cubicBezTo>
                    <a:cubicBezTo>
                      <a:pt x="174853" y="13937"/>
                      <a:pt x="174688" y="13949"/>
                      <a:pt x="174511" y="13960"/>
                    </a:cubicBezTo>
                    <a:cubicBezTo>
                      <a:pt x="174325" y="13971"/>
                      <a:pt x="174152" y="13989"/>
                      <a:pt x="173979" y="14056"/>
                    </a:cubicBezTo>
                    <a:cubicBezTo>
                      <a:pt x="173819" y="14120"/>
                      <a:pt x="173659" y="14188"/>
                      <a:pt x="173496" y="14244"/>
                    </a:cubicBezTo>
                    <a:cubicBezTo>
                      <a:pt x="173325" y="14302"/>
                      <a:pt x="173135" y="14268"/>
                      <a:pt x="172962" y="14330"/>
                    </a:cubicBezTo>
                    <a:cubicBezTo>
                      <a:pt x="172919" y="14345"/>
                      <a:pt x="172878" y="14367"/>
                      <a:pt x="172834" y="14373"/>
                    </a:cubicBezTo>
                    <a:cubicBezTo>
                      <a:pt x="172791" y="14378"/>
                      <a:pt x="172748" y="14373"/>
                      <a:pt x="172705" y="14380"/>
                    </a:cubicBezTo>
                    <a:cubicBezTo>
                      <a:pt x="172620" y="14391"/>
                      <a:pt x="172547" y="14436"/>
                      <a:pt x="172480" y="14488"/>
                    </a:cubicBezTo>
                    <a:cubicBezTo>
                      <a:pt x="172331" y="14601"/>
                      <a:pt x="172162" y="14681"/>
                      <a:pt x="172004" y="14780"/>
                    </a:cubicBezTo>
                    <a:cubicBezTo>
                      <a:pt x="171842" y="14880"/>
                      <a:pt x="171681" y="14947"/>
                      <a:pt x="171506" y="15022"/>
                    </a:cubicBezTo>
                    <a:cubicBezTo>
                      <a:pt x="171349" y="15090"/>
                      <a:pt x="171206" y="15185"/>
                      <a:pt x="171031" y="15202"/>
                    </a:cubicBezTo>
                    <a:cubicBezTo>
                      <a:pt x="170859" y="15217"/>
                      <a:pt x="170682" y="15169"/>
                      <a:pt x="170514" y="15137"/>
                    </a:cubicBezTo>
                    <a:cubicBezTo>
                      <a:pt x="170340" y="15105"/>
                      <a:pt x="170183" y="15022"/>
                      <a:pt x="170009" y="14999"/>
                    </a:cubicBezTo>
                    <a:cubicBezTo>
                      <a:pt x="169919" y="14986"/>
                      <a:pt x="169849" y="14971"/>
                      <a:pt x="169769" y="14936"/>
                    </a:cubicBezTo>
                    <a:cubicBezTo>
                      <a:pt x="169702" y="14906"/>
                      <a:pt x="169633" y="14882"/>
                      <a:pt x="169562" y="14862"/>
                    </a:cubicBezTo>
                    <a:cubicBezTo>
                      <a:pt x="169382" y="14811"/>
                      <a:pt x="169198" y="14771"/>
                      <a:pt x="169017" y="14717"/>
                    </a:cubicBezTo>
                    <a:cubicBezTo>
                      <a:pt x="168655" y="14609"/>
                      <a:pt x="168285" y="14492"/>
                      <a:pt x="167954" y="14304"/>
                    </a:cubicBezTo>
                    <a:cubicBezTo>
                      <a:pt x="167792" y="14211"/>
                      <a:pt x="167680" y="14092"/>
                      <a:pt x="167561" y="13950"/>
                    </a:cubicBezTo>
                    <a:cubicBezTo>
                      <a:pt x="167461" y="13831"/>
                      <a:pt x="167349" y="13718"/>
                      <a:pt x="167198" y="13664"/>
                    </a:cubicBezTo>
                    <a:cubicBezTo>
                      <a:pt x="166906" y="13558"/>
                      <a:pt x="166603" y="13662"/>
                      <a:pt x="166313" y="13727"/>
                    </a:cubicBezTo>
                    <a:cubicBezTo>
                      <a:pt x="166140" y="13768"/>
                      <a:pt x="165975" y="13813"/>
                      <a:pt x="165811" y="13883"/>
                    </a:cubicBezTo>
                    <a:cubicBezTo>
                      <a:pt x="165640" y="13956"/>
                      <a:pt x="165478" y="14049"/>
                      <a:pt x="165307" y="14118"/>
                    </a:cubicBezTo>
                    <a:cubicBezTo>
                      <a:pt x="165220" y="14153"/>
                      <a:pt x="165129" y="14175"/>
                      <a:pt x="165045" y="14216"/>
                    </a:cubicBezTo>
                    <a:cubicBezTo>
                      <a:pt x="164970" y="14254"/>
                      <a:pt x="164913" y="14306"/>
                      <a:pt x="164851" y="14361"/>
                    </a:cubicBezTo>
                    <a:cubicBezTo>
                      <a:pt x="164706" y="14497"/>
                      <a:pt x="164545" y="14618"/>
                      <a:pt x="164394" y="14750"/>
                    </a:cubicBezTo>
                    <a:cubicBezTo>
                      <a:pt x="164273" y="14856"/>
                      <a:pt x="164178" y="14996"/>
                      <a:pt x="164048" y="15094"/>
                    </a:cubicBezTo>
                    <a:cubicBezTo>
                      <a:pt x="163901" y="15206"/>
                      <a:pt x="163713" y="15165"/>
                      <a:pt x="163550" y="15228"/>
                    </a:cubicBezTo>
                    <a:cubicBezTo>
                      <a:pt x="163499" y="15248"/>
                      <a:pt x="163458" y="15284"/>
                      <a:pt x="163406" y="15297"/>
                    </a:cubicBezTo>
                    <a:cubicBezTo>
                      <a:pt x="163319" y="15321"/>
                      <a:pt x="163226" y="15312"/>
                      <a:pt x="163140" y="15336"/>
                    </a:cubicBezTo>
                    <a:cubicBezTo>
                      <a:pt x="163070" y="15354"/>
                      <a:pt x="163008" y="15392"/>
                      <a:pt x="162938" y="15403"/>
                    </a:cubicBezTo>
                    <a:cubicBezTo>
                      <a:pt x="162848" y="15420"/>
                      <a:pt x="162769" y="15438"/>
                      <a:pt x="162685" y="15475"/>
                    </a:cubicBezTo>
                    <a:cubicBezTo>
                      <a:pt x="162523" y="15407"/>
                      <a:pt x="162361" y="15338"/>
                      <a:pt x="162199" y="15267"/>
                    </a:cubicBezTo>
                    <a:cubicBezTo>
                      <a:pt x="161883" y="15128"/>
                      <a:pt x="161569" y="15044"/>
                      <a:pt x="161236" y="14953"/>
                    </a:cubicBezTo>
                    <a:cubicBezTo>
                      <a:pt x="161098" y="14914"/>
                      <a:pt x="160985" y="14824"/>
                      <a:pt x="160840" y="14802"/>
                    </a:cubicBezTo>
                    <a:cubicBezTo>
                      <a:pt x="160656" y="14774"/>
                      <a:pt x="160559" y="14707"/>
                      <a:pt x="160414" y="14594"/>
                    </a:cubicBezTo>
                    <a:cubicBezTo>
                      <a:pt x="160157" y="14393"/>
                      <a:pt x="159865" y="14222"/>
                      <a:pt x="159585" y="14058"/>
                    </a:cubicBezTo>
                    <a:cubicBezTo>
                      <a:pt x="158962" y="13692"/>
                      <a:pt x="158324" y="13353"/>
                      <a:pt x="157673" y="13041"/>
                    </a:cubicBezTo>
                    <a:cubicBezTo>
                      <a:pt x="157520" y="12967"/>
                      <a:pt x="157371" y="12883"/>
                      <a:pt x="157212" y="12820"/>
                    </a:cubicBezTo>
                    <a:cubicBezTo>
                      <a:pt x="157065" y="12760"/>
                      <a:pt x="156912" y="12732"/>
                      <a:pt x="156758" y="12695"/>
                    </a:cubicBezTo>
                    <a:cubicBezTo>
                      <a:pt x="156605" y="12658"/>
                      <a:pt x="156501" y="12550"/>
                      <a:pt x="156365" y="12479"/>
                    </a:cubicBezTo>
                    <a:cubicBezTo>
                      <a:pt x="156211" y="12401"/>
                      <a:pt x="156045" y="12349"/>
                      <a:pt x="155891" y="12277"/>
                    </a:cubicBezTo>
                    <a:cubicBezTo>
                      <a:pt x="155577" y="12130"/>
                      <a:pt x="155279" y="11957"/>
                      <a:pt x="154958" y="11823"/>
                    </a:cubicBezTo>
                    <a:cubicBezTo>
                      <a:pt x="154636" y="11693"/>
                      <a:pt x="154318" y="11572"/>
                      <a:pt x="153990" y="11456"/>
                    </a:cubicBezTo>
                    <a:cubicBezTo>
                      <a:pt x="153836" y="11402"/>
                      <a:pt x="153693" y="11324"/>
                      <a:pt x="153544" y="11259"/>
                    </a:cubicBezTo>
                    <a:cubicBezTo>
                      <a:pt x="153384" y="11189"/>
                      <a:pt x="153219" y="11137"/>
                      <a:pt x="153059" y="11064"/>
                    </a:cubicBezTo>
                    <a:cubicBezTo>
                      <a:pt x="152737" y="10919"/>
                      <a:pt x="152397" y="10819"/>
                      <a:pt x="152069" y="10681"/>
                    </a:cubicBezTo>
                    <a:cubicBezTo>
                      <a:pt x="151748" y="10545"/>
                      <a:pt x="151439" y="10394"/>
                      <a:pt x="151102" y="10288"/>
                    </a:cubicBezTo>
                    <a:cubicBezTo>
                      <a:pt x="150786" y="10190"/>
                      <a:pt x="150472" y="10097"/>
                      <a:pt x="150172" y="9952"/>
                    </a:cubicBezTo>
                    <a:cubicBezTo>
                      <a:pt x="149877" y="9807"/>
                      <a:pt x="149622" y="9623"/>
                      <a:pt x="149386" y="9396"/>
                    </a:cubicBezTo>
                    <a:cubicBezTo>
                      <a:pt x="149282" y="9295"/>
                      <a:pt x="149192" y="9191"/>
                      <a:pt x="149099" y="9083"/>
                    </a:cubicBezTo>
                    <a:cubicBezTo>
                      <a:pt x="148997" y="8966"/>
                      <a:pt x="148867" y="8873"/>
                      <a:pt x="148748" y="8771"/>
                    </a:cubicBezTo>
                    <a:cubicBezTo>
                      <a:pt x="148632" y="8670"/>
                      <a:pt x="148528" y="8542"/>
                      <a:pt x="148404" y="8458"/>
                    </a:cubicBezTo>
                    <a:cubicBezTo>
                      <a:pt x="148275" y="8371"/>
                      <a:pt x="148138" y="8334"/>
                      <a:pt x="148019" y="8232"/>
                    </a:cubicBezTo>
                    <a:cubicBezTo>
                      <a:pt x="147742" y="7994"/>
                      <a:pt x="147455" y="7774"/>
                      <a:pt x="147197" y="7519"/>
                    </a:cubicBezTo>
                    <a:cubicBezTo>
                      <a:pt x="146955" y="7283"/>
                      <a:pt x="146685" y="7080"/>
                      <a:pt x="146522" y="6785"/>
                    </a:cubicBezTo>
                    <a:cubicBezTo>
                      <a:pt x="146380" y="6528"/>
                      <a:pt x="146142" y="6348"/>
                      <a:pt x="145902" y="6184"/>
                    </a:cubicBezTo>
                    <a:cubicBezTo>
                      <a:pt x="145789" y="6104"/>
                      <a:pt x="145666" y="6028"/>
                      <a:pt x="145534" y="5981"/>
                    </a:cubicBezTo>
                    <a:cubicBezTo>
                      <a:pt x="145395" y="5931"/>
                      <a:pt x="145246" y="5937"/>
                      <a:pt x="145101" y="5927"/>
                    </a:cubicBezTo>
                    <a:cubicBezTo>
                      <a:pt x="144777" y="5909"/>
                      <a:pt x="144413" y="5964"/>
                      <a:pt x="144113" y="6085"/>
                    </a:cubicBezTo>
                    <a:cubicBezTo>
                      <a:pt x="143955" y="6149"/>
                      <a:pt x="143803" y="6175"/>
                      <a:pt x="143641" y="6219"/>
                    </a:cubicBezTo>
                    <a:cubicBezTo>
                      <a:pt x="143466" y="6268"/>
                      <a:pt x="143302" y="6338"/>
                      <a:pt x="143126" y="6379"/>
                    </a:cubicBezTo>
                    <a:cubicBezTo>
                      <a:pt x="142811" y="6450"/>
                      <a:pt x="142497" y="6532"/>
                      <a:pt x="142183" y="6597"/>
                    </a:cubicBezTo>
                    <a:cubicBezTo>
                      <a:pt x="141865" y="6660"/>
                      <a:pt x="141580" y="6842"/>
                      <a:pt x="141305" y="7006"/>
                    </a:cubicBezTo>
                    <a:cubicBezTo>
                      <a:pt x="141022" y="7177"/>
                      <a:pt x="140779" y="7359"/>
                      <a:pt x="140548" y="7594"/>
                    </a:cubicBezTo>
                    <a:cubicBezTo>
                      <a:pt x="140498" y="7644"/>
                      <a:pt x="140461" y="7700"/>
                      <a:pt x="140414" y="7752"/>
                    </a:cubicBezTo>
                    <a:cubicBezTo>
                      <a:pt x="140360" y="7811"/>
                      <a:pt x="140303" y="7841"/>
                      <a:pt x="140236" y="7880"/>
                    </a:cubicBezTo>
                    <a:cubicBezTo>
                      <a:pt x="140079" y="7975"/>
                      <a:pt x="139938" y="8103"/>
                      <a:pt x="139797" y="8217"/>
                    </a:cubicBezTo>
                    <a:cubicBezTo>
                      <a:pt x="139520" y="8436"/>
                      <a:pt x="139252" y="8656"/>
                      <a:pt x="138947" y="8838"/>
                    </a:cubicBezTo>
                    <a:cubicBezTo>
                      <a:pt x="138666" y="9005"/>
                      <a:pt x="138454" y="9247"/>
                      <a:pt x="138186" y="9431"/>
                    </a:cubicBezTo>
                    <a:cubicBezTo>
                      <a:pt x="138054" y="9522"/>
                      <a:pt x="137909" y="9593"/>
                      <a:pt x="137779" y="9686"/>
                    </a:cubicBezTo>
                    <a:cubicBezTo>
                      <a:pt x="137630" y="9792"/>
                      <a:pt x="137502" y="9885"/>
                      <a:pt x="137327" y="9944"/>
                    </a:cubicBezTo>
                    <a:cubicBezTo>
                      <a:pt x="137182" y="9995"/>
                      <a:pt x="137089" y="10095"/>
                      <a:pt x="136953" y="10155"/>
                    </a:cubicBezTo>
                    <a:cubicBezTo>
                      <a:pt x="136799" y="10222"/>
                      <a:pt x="136643" y="10253"/>
                      <a:pt x="136481" y="10300"/>
                    </a:cubicBezTo>
                    <a:cubicBezTo>
                      <a:pt x="136170" y="10387"/>
                      <a:pt x="135921" y="10593"/>
                      <a:pt x="135597" y="10629"/>
                    </a:cubicBezTo>
                    <a:cubicBezTo>
                      <a:pt x="135248" y="10668"/>
                      <a:pt x="134909" y="10692"/>
                      <a:pt x="134563" y="10765"/>
                    </a:cubicBezTo>
                    <a:cubicBezTo>
                      <a:pt x="134221" y="10835"/>
                      <a:pt x="133885" y="10835"/>
                      <a:pt x="133535" y="10826"/>
                    </a:cubicBezTo>
                    <a:cubicBezTo>
                      <a:pt x="133168" y="10819"/>
                      <a:pt x="132789" y="10807"/>
                      <a:pt x="132425" y="10763"/>
                    </a:cubicBezTo>
                    <a:cubicBezTo>
                      <a:pt x="132088" y="10722"/>
                      <a:pt x="131757" y="10627"/>
                      <a:pt x="131415" y="10623"/>
                    </a:cubicBezTo>
                    <a:cubicBezTo>
                      <a:pt x="131039" y="10620"/>
                      <a:pt x="130669" y="10668"/>
                      <a:pt x="130290" y="10647"/>
                    </a:cubicBezTo>
                    <a:cubicBezTo>
                      <a:pt x="129931" y="10627"/>
                      <a:pt x="129577" y="10569"/>
                      <a:pt x="129222" y="10534"/>
                    </a:cubicBezTo>
                    <a:cubicBezTo>
                      <a:pt x="128911" y="10502"/>
                      <a:pt x="128601" y="10558"/>
                      <a:pt x="128341" y="10352"/>
                    </a:cubicBezTo>
                    <a:cubicBezTo>
                      <a:pt x="128324" y="10337"/>
                      <a:pt x="128305" y="10335"/>
                      <a:pt x="128290" y="10339"/>
                    </a:cubicBezTo>
                    <a:cubicBezTo>
                      <a:pt x="127974" y="10138"/>
                      <a:pt x="127656" y="9944"/>
                      <a:pt x="127297" y="9820"/>
                    </a:cubicBezTo>
                    <a:cubicBezTo>
                      <a:pt x="127067" y="9740"/>
                      <a:pt x="126834" y="9664"/>
                      <a:pt x="126594" y="9613"/>
                    </a:cubicBezTo>
                    <a:cubicBezTo>
                      <a:pt x="126371" y="9567"/>
                      <a:pt x="126142" y="9558"/>
                      <a:pt x="125914" y="9550"/>
                    </a:cubicBezTo>
                    <a:cubicBezTo>
                      <a:pt x="125679" y="9543"/>
                      <a:pt x="125497" y="9598"/>
                      <a:pt x="125300" y="9721"/>
                    </a:cubicBezTo>
                    <a:cubicBezTo>
                      <a:pt x="125088" y="9855"/>
                      <a:pt x="124863" y="9950"/>
                      <a:pt x="124627" y="10028"/>
                    </a:cubicBezTo>
                    <a:cubicBezTo>
                      <a:pt x="124463" y="10082"/>
                      <a:pt x="124199" y="10218"/>
                      <a:pt x="124028" y="10125"/>
                    </a:cubicBezTo>
                    <a:cubicBezTo>
                      <a:pt x="123888" y="10049"/>
                      <a:pt x="123810" y="9877"/>
                      <a:pt x="123725" y="9751"/>
                    </a:cubicBezTo>
                    <a:cubicBezTo>
                      <a:pt x="123661" y="9662"/>
                      <a:pt x="123591" y="9578"/>
                      <a:pt x="123527" y="9491"/>
                    </a:cubicBezTo>
                    <a:cubicBezTo>
                      <a:pt x="123457" y="9396"/>
                      <a:pt x="123408" y="9293"/>
                      <a:pt x="123349" y="9193"/>
                    </a:cubicBezTo>
                    <a:cubicBezTo>
                      <a:pt x="123224" y="8981"/>
                      <a:pt x="123115" y="8769"/>
                      <a:pt x="123012" y="8544"/>
                    </a:cubicBezTo>
                    <a:cubicBezTo>
                      <a:pt x="122821" y="8114"/>
                      <a:pt x="122590" y="7690"/>
                      <a:pt x="122261" y="7346"/>
                    </a:cubicBezTo>
                    <a:cubicBezTo>
                      <a:pt x="122108" y="7186"/>
                      <a:pt x="121954" y="7086"/>
                      <a:pt x="121761" y="6980"/>
                    </a:cubicBezTo>
                    <a:cubicBezTo>
                      <a:pt x="121670" y="6930"/>
                      <a:pt x="121588" y="6863"/>
                      <a:pt x="121497" y="6813"/>
                    </a:cubicBezTo>
                    <a:cubicBezTo>
                      <a:pt x="121398" y="6755"/>
                      <a:pt x="121288" y="6725"/>
                      <a:pt x="121175" y="6703"/>
                    </a:cubicBezTo>
                    <a:cubicBezTo>
                      <a:pt x="120948" y="6658"/>
                      <a:pt x="120723" y="6604"/>
                      <a:pt x="120496" y="6561"/>
                    </a:cubicBezTo>
                    <a:cubicBezTo>
                      <a:pt x="120254" y="6515"/>
                      <a:pt x="120024" y="6472"/>
                      <a:pt x="119791" y="6394"/>
                    </a:cubicBezTo>
                    <a:cubicBezTo>
                      <a:pt x="119689" y="6359"/>
                      <a:pt x="119585" y="6331"/>
                      <a:pt x="119496" y="6268"/>
                    </a:cubicBezTo>
                    <a:cubicBezTo>
                      <a:pt x="119412" y="6206"/>
                      <a:pt x="119336" y="6134"/>
                      <a:pt x="119256" y="6067"/>
                    </a:cubicBezTo>
                    <a:cubicBezTo>
                      <a:pt x="119077" y="5914"/>
                      <a:pt x="118936" y="5725"/>
                      <a:pt x="118765" y="5567"/>
                    </a:cubicBezTo>
                    <a:cubicBezTo>
                      <a:pt x="118588" y="5401"/>
                      <a:pt x="118432" y="5217"/>
                      <a:pt x="118253" y="5055"/>
                    </a:cubicBezTo>
                    <a:cubicBezTo>
                      <a:pt x="118086" y="4904"/>
                      <a:pt x="117894" y="4780"/>
                      <a:pt x="117697" y="4670"/>
                    </a:cubicBezTo>
                    <a:cubicBezTo>
                      <a:pt x="117506" y="4562"/>
                      <a:pt x="117301" y="4449"/>
                      <a:pt x="117093" y="4380"/>
                    </a:cubicBezTo>
                    <a:cubicBezTo>
                      <a:pt x="116896" y="4315"/>
                      <a:pt x="116685" y="4304"/>
                      <a:pt x="116479" y="4326"/>
                    </a:cubicBezTo>
                    <a:cubicBezTo>
                      <a:pt x="116271" y="4348"/>
                      <a:pt x="116066" y="4400"/>
                      <a:pt x="115865" y="4460"/>
                    </a:cubicBezTo>
                    <a:cubicBezTo>
                      <a:pt x="115646" y="4523"/>
                      <a:pt x="115447" y="4627"/>
                      <a:pt x="115233" y="4696"/>
                    </a:cubicBezTo>
                    <a:cubicBezTo>
                      <a:pt x="115123" y="4733"/>
                      <a:pt x="115013" y="4752"/>
                      <a:pt x="114906" y="4797"/>
                    </a:cubicBezTo>
                    <a:cubicBezTo>
                      <a:pt x="114792" y="4843"/>
                      <a:pt x="114684" y="4899"/>
                      <a:pt x="114565" y="4930"/>
                    </a:cubicBezTo>
                    <a:cubicBezTo>
                      <a:pt x="114351" y="4990"/>
                      <a:pt x="114126" y="5066"/>
                      <a:pt x="113905" y="5098"/>
                    </a:cubicBezTo>
                    <a:cubicBezTo>
                      <a:pt x="113669" y="5131"/>
                      <a:pt x="113440" y="5150"/>
                      <a:pt x="113224" y="5263"/>
                    </a:cubicBezTo>
                    <a:cubicBezTo>
                      <a:pt x="113050" y="5354"/>
                      <a:pt x="112893" y="5477"/>
                      <a:pt x="112771" y="5630"/>
                    </a:cubicBezTo>
                    <a:cubicBezTo>
                      <a:pt x="112488" y="5979"/>
                      <a:pt x="112488" y="6444"/>
                      <a:pt x="112393" y="6863"/>
                    </a:cubicBezTo>
                    <a:cubicBezTo>
                      <a:pt x="112341" y="7099"/>
                      <a:pt x="112257" y="7324"/>
                      <a:pt x="112196" y="7556"/>
                    </a:cubicBezTo>
                    <a:cubicBezTo>
                      <a:pt x="112177" y="7625"/>
                      <a:pt x="112162" y="7703"/>
                      <a:pt x="112122" y="7763"/>
                    </a:cubicBezTo>
                    <a:cubicBezTo>
                      <a:pt x="112099" y="7796"/>
                      <a:pt x="112101" y="7796"/>
                      <a:pt x="112071" y="7793"/>
                    </a:cubicBezTo>
                    <a:cubicBezTo>
                      <a:pt x="112038" y="7787"/>
                      <a:pt x="111984" y="7707"/>
                      <a:pt x="111954" y="7687"/>
                    </a:cubicBezTo>
                    <a:cubicBezTo>
                      <a:pt x="111880" y="7633"/>
                      <a:pt x="111794" y="7609"/>
                      <a:pt x="111712" y="7568"/>
                    </a:cubicBezTo>
                    <a:cubicBezTo>
                      <a:pt x="111616" y="7521"/>
                      <a:pt x="111532" y="7445"/>
                      <a:pt x="111461" y="7363"/>
                    </a:cubicBezTo>
                    <a:cubicBezTo>
                      <a:pt x="111314" y="7198"/>
                      <a:pt x="111177" y="7015"/>
                      <a:pt x="111065" y="6826"/>
                    </a:cubicBezTo>
                    <a:cubicBezTo>
                      <a:pt x="110866" y="6485"/>
                      <a:pt x="110483" y="6111"/>
                      <a:pt x="110039" y="6204"/>
                    </a:cubicBezTo>
                    <a:cubicBezTo>
                      <a:pt x="109841" y="6245"/>
                      <a:pt x="109747" y="6413"/>
                      <a:pt x="109598" y="6528"/>
                    </a:cubicBezTo>
                    <a:cubicBezTo>
                      <a:pt x="109421" y="6664"/>
                      <a:pt x="109213" y="6753"/>
                      <a:pt x="109034" y="6891"/>
                    </a:cubicBezTo>
                    <a:cubicBezTo>
                      <a:pt x="108670" y="7177"/>
                      <a:pt x="108361" y="7538"/>
                      <a:pt x="108095" y="7914"/>
                    </a:cubicBezTo>
                    <a:cubicBezTo>
                      <a:pt x="107989" y="8060"/>
                      <a:pt x="107892" y="8215"/>
                      <a:pt x="107798" y="8369"/>
                    </a:cubicBezTo>
                    <a:cubicBezTo>
                      <a:pt x="107719" y="8349"/>
                      <a:pt x="107641" y="8330"/>
                      <a:pt x="107561" y="8321"/>
                    </a:cubicBezTo>
                    <a:cubicBezTo>
                      <a:pt x="107441" y="8306"/>
                      <a:pt x="107312" y="8336"/>
                      <a:pt x="107193" y="8308"/>
                    </a:cubicBezTo>
                    <a:cubicBezTo>
                      <a:pt x="107083" y="8284"/>
                      <a:pt x="106985" y="8211"/>
                      <a:pt x="106890" y="8153"/>
                    </a:cubicBezTo>
                    <a:cubicBezTo>
                      <a:pt x="106780" y="8086"/>
                      <a:pt x="106665" y="8034"/>
                      <a:pt x="106548" y="7984"/>
                    </a:cubicBezTo>
                    <a:cubicBezTo>
                      <a:pt x="106310" y="7886"/>
                      <a:pt x="106077" y="7781"/>
                      <a:pt x="105837" y="7687"/>
                    </a:cubicBezTo>
                    <a:cubicBezTo>
                      <a:pt x="105592" y="7592"/>
                      <a:pt x="105361" y="7471"/>
                      <a:pt x="105114" y="7382"/>
                    </a:cubicBezTo>
                    <a:cubicBezTo>
                      <a:pt x="104883" y="7302"/>
                      <a:pt x="104643" y="7211"/>
                      <a:pt x="104450" y="7067"/>
                    </a:cubicBezTo>
                    <a:cubicBezTo>
                      <a:pt x="104355" y="6997"/>
                      <a:pt x="104247" y="6952"/>
                      <a:pt x="104143" y="6896"/>
                    </a:cubicBezTo>
                    <a:cubicBezTo>
                      <a:pt x="104032" y="6837"/>
                      <a:pt x="103922" y="6773"/>
                      <a:pt x="103807" y="6720"/>
                    </a:cubicBezTo>
                    <a:cubicBezTo>
                      <a:pt x="103598" y="6625"/>
                      <a:pt x="103410" y="6496"/>
                      <a:pt x="103211" y="6387"/>
                    </a:cubicBezTo>
                    <a:cubicBezTo>
                      <a:pt x="102994" y="6266"/>
                      <a:pt x="102745" y="6214"/>
                      <a:pt x="102525" y="6098"/>
                    </a:cubicBezTo>
                    <a:cubicBezTo>
                      <a:pt x="102326" y="5994"/>
                      <a:pt x="102153" y="5883"/>
                      <a:pt x="101993" y="5730"/>
                    </a:cubicBezTo>
                    <a:cubicBezTo>
                      <a:pt x="101930" y="5671"/>
                      <a:pt x="101852" y="5594"/>
                      <a:pt x="101766" y="5555"/>
                    </a:cubicBezTo>
                    <a:cubicBezTo>
                      <a:pt x="101763" y="5550"/>
                      <a:pt x="101759" y="5542"/>
                      <a:pt x="101755" y="5537"/>
                    </a:cubicBezTo>
                    <a:cubicBezTo>
                      <a:pt x="101632" y="5373"/>
                      <a:pt x="101478" y="5286"/>
                      <a:pt x="101270" y="5282"/>
                    </a:cubicBezTo>
                    <a:cubicBezTo>
                      <a:pt x="101022" y="5276"/>
                      <a:pt x="100784" y="5299"/>
                      <a:pt x="100535" y="5261"/>
                    </a:cubicBezTo>
                    <a:cubicBezTo>
                      <a:pt x="100295" y="5224"/>
                      <a:pt x="100061" y="5159"/>
                      <a:pt x="99817" y="5157"/>
                    </a:cubicBezTo>
                    <a:cubicBezTo>
                      <a:pt x="99709" y="5155"/>
                      <a:pt x="99618" y="5155"/>
                      <a:pt x="99516" y="5113"/>
                    </a:cubicBezTo>
                    <a:cubicBezTo>
                      <a:pt x="99410" y="5072"/>
                      <a:pt x="99311" y="5020"/>
                      <a:pt x="99205" y="4981"/>
                    </a:cubicBezTo>
                    <a:cubicBezTo>
                      <a:pt x="98980" y="4899"/>
                      <a:pt x="98787" y="4772"/>
                      <a:pt x="98603" y="4624"/>
                    </a:cubicBezTo>
                    <a:cubicBezTo>
                      <a:pt x="98424" y="4479"/>
                      <a:pt x="98210" y="4382"/>
                      <a:pt x="98011" y="4267"/>
                    </a:cubicBezTo>
                    <a:cubicBezTo>
                      <a:pt x="97811" y="4151"/>
                      <a:pt x="97586" y="4051"/>
                      <a:pt x="97353" y="4025"/>
                    </a:cubicBezTo>
                    <a:cubicBezTo>
                      <a:pt x="97139" y="3999"/>
                      <a:pt x="96929" y="4045"/>
                      <a:pt x="96715" y="4038"/>
                    </a:cubicBezTo>
                    <a:cubicBezTo>
                      <a:pt x="96611" y="4034"/>
                      <a:pt x="96503" y="4019"/>
                      <a:pt x="96407" y="3984"/>
                    </a:cubicBezTo>
                    <a:cubicBezTo>
                      <a:pt x="96308" y="3947"/>
                      <a:pt x="96243" y="3882"/>
                      <a:pt x="96155" y="3829"/>
                    </a:cubicBezTo>
                    <a:cubicBezTo>
                      <a:pt x="95960" y="3714"/>
                      <a:pt x="95704" y="3733"/>
                      <a:pt x="95486" y="3748"/>
                    </a:cubicBezTo>
                    <a:cubicBezTo>
                      <a:pt x="95240" y="3764"/>
                      <a:pt x="94997" y="3779"/>
                      <a:pt x="94757" y="3844"/>
                    </a:cubicBezTo>
                    <a:cubicBezTo>
                      <a:pt x="94530" y="3906"/>
                      <a:pt x="94316" y="4006"/>
                      <a:pt x="94089" y="4069"/>
                    </a:cubicBezTo>
                    <a:cubicBezTo>
                      <a:pt x="93836" y="4142"/>
                      <a:pt x="93604" y="4116"/>
                      <a:pt x="93349" y="4064"/>
                    </a:cubicBezTo>
                    <a:cubicBezTo>
                      <a:pt x="93105" y="4015"/>
                      <a:pt x="92877" y="3995"/>
                      <a:pt x="92629" y="3991"/>
                    </a:cubicBezTo>
                    <a:cubicBezTo>
                      <a:pt x="92389" y="3988"/>
                      <a:pt x="92164" y="3896"/>
                      <a:pt x="91923" y="3887"/>
                    </a:cubicBezTo>
                    <a:cubicBezTo>
                      <a:pt x="91690" y="3876"/>
                      <a:pt x="91426" y="3887"/>
                      <a:pt x="91195" y="3928"/>
                    </a:cubicBezTo>
                    <a:cubicBezTo>
                      <a:pt x="91082" y="3948"/>
                      <a:pt x="90974" y="3995"/>
                      <a:pt x="90861" y="4014"/>
                    </a:cubicBezTo>
                    <a:cubicBezTo>
                      <a:pt x="90745" y="4034"/>
                      <a:pt x="90634" y="4041"/>
                      <a:pt x="90524" y="4084"/>
                    </a:cubicBezTo>
                    <a:cubicBezTo>
                      <a:pt x="90342" y="4155"/>
                      <a:pt x="90199" y="4281"/>
                      <a:pt x="90065" y="4417"/>
                    </a:cubicBezTo>
                    <a:cubicBezTo>
                      <a:pt x="89903" y="4583"/>
                      <a:pt x="89708" y="4705"/>
                      <a:pt x="89533" y="4858"/>
                    </a:cubicBezTo>
                    <a:cubicBezTo>
                      <a:pt x="89447" y="4936"/>
                      <a:pt x="89364" y="4988"/>
                      <a:pt x="89261" y="5044"/>
                    </a:cubicBezTo>
                    <a:cubicBezTo>
                      <a:pt x="89161" y="5096"/>
                      <a:pt x="89085" y="5169"/>
                      <a:pt x="88995" y="5237"/>
                    </a:cubicBezTo>
                    <a:cubicBezTo>
                      <a:pt x="88906" y="5304"/>
                      <a:pt x="88800" y="5332"/>
                      <a:pt x="88705" y="5388"/>
                    </a:cubicBezTo>
                    <a:cubicBezTo>
                      <a:pt x="88609" y="5442"/>
                      <a:pt x="88527" y="5518"/>
                      <a:pt x="88439" y="5583"/>
                    </a:cubicBezTo>
                    <a:cubicBezTo>
                      <a:pt x="88246" y="5721"/>
                      <a:pt x="88036" y="5825"/>
                      <a:pt x="87848" y="5972"/>
                    </a:cubicBezTo>
                    <a:cubicBezTo>
                      <a:pt x="87658" y="6119"/>
                      <a:pt x="87474" y="6264"/>
                      <a:pt x="87262" y="6381"/>
                    </a:cubicBezTo>
                    <a:cubicBezTo>
                      <a:pt x="87046" y="6502"/>
                      <a:pt x="86819" y="6601"/>
                      <a:pt x="86606" y="6727"/>
                    </a:cubicBezTo>
                    <a:cubicBezTo>
                      <a:pt x="86407" y="6842"/>
                      <a:pt x="86245" y="7004"/>
                      <a:pt x="86057" y="7134"/>
                    </a:cubicBezTo>
                    <a:cubicBezTo>
                      <a:pt x="85865" y="7266"/>
                      <a:pt x="85670" y="7397"/>
                      <a:pt x="85473" y="7521"/>
                    </a:cubicBezTo>
                    <a:cubicBezTo>
                      <a:pt x="85071" y="7774"/>
                      <a:pt x="84606" y="7923"/>
                      <a:pt x="84188" y="8148"/>
                    </a:cubicBezTo>
                    <a:cubicBezTo>
                      <a:pt x="83980" y="8258"/>
                      <a:pt x="83781" y="8386"/>
                      <a:pt x="83602" y="8540"/>
                    </a:cubicBezTo>
                    <a:cubicBezTo>
                      <a:pt x="83416" y="8700"/>
                      <a:pt x="83249" y="8881"/>
                      <a:pt x="83059" y="9039"/>
                    </a:cubicBezTo>
                    <a:cubicBezTo>
                      <a:pt x="82672" y="9359"/>
                      <a:pt x="82231" y="9597"/>
                      <a:pt x="81824" y="9889"/>
                    </a:cubicBezTo>
                    <a:cubicBezTo>
                      <a:pt x="81612" y="10041"/>
                      <a:pt x="81406" y="10203"/>
                      <a:pt x="81203" y="10367"/>
                    </a:cubicBezTo>
                    <a:cubicBezTo>
                      <a:pt x="81041" y="10497"/>
                      <a:pt x="80885" y="10666"/>
                      <a:pt x="80667" y="10692"/>
                    </a:cubicBezTo>
                    <a:cubicBezTo>
                      <a:pt x="80431" y="10720"/>
                      <a:pt x="80191" y="10664"/>
                      <a:pt x="79962" y="10618"/>
                    </a:cubicBezTo>
                    <a:cubicBezTo>
                      <a:pt x="79710" y="10566"/>
                      <a:pt x="79455" y="10532"/>
                      <a:pt x="79198" y="10493"/>
                    </a:cubicBezTo>
                    <a:cubicBezTo>
                      <a:pt x="78943" y="10454"/>
                      <a:pt x="78713" y="10448"/>
                      <a:pt x="78454" y="10480"/>
                    </a:cubicBezTo>
                    <a:cubicBezTo>
                      <a:pt x="78203" y="10510"/>
                      <a:pt x="77950" y="10515"/>
                      <a:pt x="77701" y="10553"/>
                    </a:cubicBezTo>
                    <a:cubicBezTo>
                      <a:pt x="77457" y="10588"/>
                      <a:pt x="77221" y="10666"/>
                      <a:pt x="76991" y="10744"/>
                    </a:cubicBezTo>
                    <a:cubicBezTo>
                      <a:pt x="76892" y="10778"/>
                      <a:pt x="76801" y="10815"/>
                      <a:pt x="76725" y="10884"/>
                    </a:cubicBezTo>
                    <a:cubicBezTo>
                      <a:pt x="76654" y="10949"/>
                      <a:pt x="76539" y="10960"/>
                      <a:pt x="76449" y="10995"/>
                    </a:cubicBezTo>
                    <a:cubicBezTo>
                      <a:pt x="76265" y="11071"/>
                      <a:pt x="76059" y="11161"/>
                      <a:pt x="75856" y="11153"/>
                    </a:cubicBezTo>
                    <a:cubicBezTo>
                      <a:pt x="75856" y="11151"/>
                      <a:pt x="75856" y="11151"/>
                      <a:pt x="75856" y="11151"/>
                    </a:cubicBezTo>
                    <a:cubicBezTo>
                      <a:pt x="75834" y="11099"/>
                      <a:pt x="75750" y="11107"/>
                      <a:pt x="75741" y="11155"/>
                    </a:cubicBezTo>
                    <a:cubicBezTo>
                      <a:pt x="75700" y="11146"/>
                      <a:pt x="75659" y="11133"/>
                      <a:pt x="75618" y="11122"/>
                    </a:cubicBezTo>
                    <a:cubicBezTo>
                      <a:pt x="75490" y="11077"/>
                      <a:pt x="75365" y="11021"/>
                      <a:pt x="75242" y="10964"/>
                    </a:cubicBezTo>
                    <a:cubicBezTo>
                      <a:pt x="74982" y="10841"/>
                      <a:pt x="74722" y="10733"/>
                      <a:pt x="74446" y="10646"/>
                    </a:cubicBezTo>
                    <a:cubicBezTo>
                      <a:pt x="74307" y="10603"/>
                      <a:pt x="74164" y="10569"/>
                      <a:pt x="74028" y="10517"/>
                    </a:cubicBezTo>
                    <a:cubicBezTo>
                      <a:pt x="73909" y="10471"/>
                      <a:pt x="73799" y="10402"/>
                      <a:pt x="73680" y="10350"/>
                    </a:cubicBezTo>
                    <a:cubicBezTo>
                      <a:pt x="73569" y="10300"/>
                      <a:pt x="73446" y="10266"/>
                      <a:pt x="73342" y="10197"/>
                    </a:cubicBezTo>
                    <a:cubicBezTo>
                      <a:pt x="73228" y="10123"/>
                      <a:pt x="73122" y="10032"/>
                      <a:pt x="73014" y="9946"/>
                    </a:cubicBezTo>
                    <a:cubicBezTo>
                      <a:pt x="72903" y="9859"/>
                      <a:pt x="72789" y="9770"/>
                      <a:pt x="72670" y="9691"/>
                    </a:cubicBezTo>
                    <a:cubicBezTo>
                      <a:pt x="72557" y="9615"/>
                      <a:pt x="72455" y="9526"/>
                      <a:pt x="72341" y="9452"/>
                    </a:cubicBezTo>
                    <a:cubicBezTo>
                      <a:pt x="72226" y="9377"/>
                      <a:pt x="72135" y="9280"/>
                      <a:pt x="72032" y="9193"/>
                    </a:cubicBezTo>
                    <a:cubicBezTo>
                      <a:pt x="71923" y="9102"/>
                      <a:pt x="71800" y="9026"/>
                      <a:pt x="71679" y="8949"/>
                    </a:cubicBezTo>
                    <a:cubicBezTo>
                      <a:pt x="71432" y="8788"/>
                      <a:pt x="71179" y="8631"/>
                      <a:pt x="70918" y="8492"/>
                    </a:cubicBezTo>
                    <a:cubicBezTo>
                      <a:pt x="70660" y="8352"/>
                      <a:pt x="70401" y="8207"/>
                      <a:pt x="70137" y="8077"/>
                    </a:cubicBezTo>
                    <a:cubicBezTo>
                      <a:pt x="69884" y="7953"/>
                      <a:pt x="69615" y="7860"/>
                      <a:pt x="69351" y="7763"/>
                    </a:cubicBezTo>
                    <a:cubicBezTo>
                      <a:pt x="69113" y="7677"/>
                      <a:pt x="68873" y="7594"/>
                      <a:pt x="68668" y="7443"/>
                    </a:cubicBezTo>
                    <a:cubicBezTo>
                      <a:pt x="68560" y="7363"/>
                      <a:pt x="68456" y="7279"/>
                      <a:pt x="68345" y="7207"/>
                    </a:cubicBezTo>
                    <a:cubicBezTo>
                      <a:pt x="68235" y="7134"/>
                      <a:pt x="68118" y="7082"/>
                      <a:pt x="68000" y="7025"/>
                    </a:cubicBezTo>
                    <a:cubicBezTo>
                      <a:pt x="67762" y="6911"/>
                      <a:pt x="67545" y="6764"/>
                      <a:pt x="67316" y="6636"/>
                    </a:cubicBezTo>
                    <a:cubicBezTo>
                      <a:pt x="67201" y="6571"/>
                      <a:pt x="67082" y="6509"/>
                      <a:pt x="66959" y="6461"/>
                    </a:cubicBezTo>
                    <a:cubicBezTo>
                      <a:pt x="66833" y="6413"/>
                      <a:pt x="66714" y="6394"/>
                      <a:pt x="66580" y="6383"/>
                    </a:cubicBezTo>
                    <a:cubicBezTo>
                      <a:pt x="66446" y="6370"/>
                      <a:pt x="66319" y="6325"/>
                      <a:pt x="66185" y="6318"/>
                    </a:cubicBezTo>
                    <a:cubicBezTo>
                      <a:pt x="66059" y="6312"/>
                      <a:pt x="65929" y="6305"/>
                      <a:pt x="65800" y="6303"/>
                    </a:cubicBezTo>
                    <a:cubicBezTo>
                      <a:pt x="65653" y="6301"/>
                      <a:pt x="65520" y="6346"/>
                      <a:pt x="65378" y="6383"/>
                    </a:cubicBezTo>
                    <a:cubicBezTo>
                      <a:pt x="65233" y="6422"/>
                      <a:pt x="65088" y="6448"/>
                      <a:pt x="64941" y="6476"/>
                    </a:cubicBezTo>
                    <a:cubicBezTo>
                      <a:pt x="64809" y="6500"/>
                      <a:pt x="64677" y="6519"/>
                      <a:pt x="64543" y="6535"/>
                    </a:cubicBezTo>
                    <a:cubicBezTo>
                      <a:pt x="64454" y="6454"/>
                      <a:pt x="64365" y="6368"/>
                      <a:pt x="64273" y="6290"/>
                    </a:cubicBezTo>
                    <a:cubicBezTo>
                      <a:pt x="64141" y="6177"/>
                      <a:pt x="63987" y="6091"/>
                      <a:pt x="63846" y="5991"/>
                    </a:cubicBezTo>
                    <a:cubicBezTo>
                      <a:pt x="63704" y="5890"/>
                      <a:pt x="63595" y="5769"/>
                      <a:pt x="63487" y="5635"/>
                    </a:cubicBezTo>
                    <a:cubicBezTo>
                      <a:pt x="63256" y="5354"/>
                      <a:pt x="62996" y="5102"/>
                      <a:pt x="62756" y="4828"/>
                    </a:cubicBezTo>
                    <a:cubicBezTo>
                      <a:pt x="62652" y="4709"/>
                      <a:pt x="62542" y="4568"/>
                      <a:pt x="62386" y="4514"/>
                    </a:cubicBezTo>
                    <a:cubicBezTo>
                      <a:pt x="62319" y="4490"/>
                      <a:pt x="62256" y="4467"/>
                      <a:pt x="62194" y="4430"/>
                    </a:cubicBezTo>
                    <a:cubicBezTo>
                      <a:pt x="62127" y="4391"/>
                      <a:pt x="62059" y="4354"/>
                      <a:pt x="61979" y="4345"/>
                    </a:cubicBezTo>
                    <a:cubicBezTo>
                      <a:pt x="61893" y="4337"/>
                      <a:pt x="61820" y="4363"/>
                      <a:pt x="61744" y="4399"/>
                    </a:cubicBezTo>
                    <a:cubicBezTo>
                      <a:pt x="61662" y="4438"/>
                      <a:pt x="61579" y="4441"/>
                      <a:pt x="61488" y="4445"/>
                    </a:cubicBezTo>
                    <a:cubicBezTo>
                      <a:pt x="61303" y="4452"/>
                      <a:pt x="61145" y="4475"/>
                      <a:pt x="60984" y="4568"/>
                    </a:cubicBezTo>
                    <a:cubicBezTo>
                      <a:pt x="60844" y="4646"/>
                      <a:pt x="60725" y="4756"/>
                      <a:pt x="60589" y="4839"/>
                    </a:cubicBezTo>
                    <a:cubicBezTo>
                      <a:pt x="60441" y="4930"/>
                      <a:pt x="60281" y="5007"/>
                      <a:pt x="60132" y="5098"/>
                    </a:cubicBezTo>
                    <a:cubicBezTo>
                      <a:pt x="59977" y="5189"/>
                      <a:pt x="59831" y="5289"/>
                      <a:pt x="59697" y="5408"/>
                    </a:cubicBezTo>
                    <a:cubicBezTo>
                      <a:pt x="59572" y="5520"/>
                      <a:pt x="59457" y="5639"/>
                      <a:pt x="59310" y="5726"/>
                    </a:cubicBezTo>
                    <a:cubicBezTo>
                      <a:pt x="58994" y="5914"/>
                      <a:pt x="58735" y="6186"/>
                      <a:pt x="58503" y="6465"/>
                    </a:cubicBezTo>
                    <a:cubicBezTo>
                      <a:pt x="58384" y="6604"/>
                      <a:pt x="58274" y="6753"/>
                      <a:pt x="58166" y="6902"/>
                    </a:cubicBezTo>
                    <a:cubicBezTo>
                      <a:pt x="58071" y="7038"/>
                      <a:pt x="57984" y="7162"/>
                      <a:pt x="57848" y="7263"/>
                    </a:cubicBezTo>
                    <a:cubicBezTo>
                      <a:pt x="57785" y="7309"/>
                      <a:pt x="57718" y="7343"/>
                      <a:pt x="57651" y="7383"/>
                    </a:cubicBezTo>
                    <a:cubicBezTo>
                      <a:pt x="57573" y="7430"/>
                      <a:pt x="57508" y="7493"/>
                      <a:pt x="57439" y="7553"/>
                    </a:cubicBezTo>
                    <a:cubicBezTo>
                      <a:pt x="57303" y="7670"/>
                      <a:pt x="57147" y="7754"/>
                      <a:pt x="56989" y="7837"/>
                    </a:cubicBezTo>
                    <a:cubicBezTo>
                      <a:pt x="56924" y="7873"/>
                      <a:pt x="56860" y="7912"/>
                      <a:pt x="56786" y="7927"/>
                    </a:cubicBezTo>
                    <a:cubicBezTo>
                      <a:pt x="56693" y="7947"/>
                      <a:pt x="56609" y="7969"/>
                      <a:pt x="56522" y="8008"/>
                    </a:cubicBezTo>
                    <a:cubicBezTo>
                      <a:pt x="56355" y="8083"/>
                      <a:pt x="56195" y="8172"/>
                      <a:pt x="56033" y="8258"/>
                    </a:cubicBezTo>
                    <a:cubicBezTo>
                      <a:pt x="55875" y="8343"/>
                      <a:pt x="55706" y="8406"/>
                      <a:pt x="55547" y="8494"/>
                    </a:cubicBezTo>
                    <a:cubicBezTo>
                      <a:pt x="55388" y="8585"/>
                      <a:pt x="55259" y="8724"/>
                      <a:pt x="55118" y="8842"/>
                    </a:cubicBezTo>
                    <a:cubicBezTo>
                      <a:pt x="54986" y="8951"/>
                      <a:pt x="54850" y="9057"/>
                      <a:pt x="54701" y="9143"/>
                    </a:cubicBezTo>
                    <a:cubicBezTo>
                      <a:pt x="54545" y="9232"/>
                      <a:pt x="54419" y="9342"/>
                      <a:pt x="54290" y="9465"/>
                    </a:cubicBezTo>
                    <a:cubicBezTo>
                      <a:pt x="54162" y="9587"/>
                      <a:pt x="54039" y="9704"/>
                      <a:pt x="53879" y="9786"/>
                    </a:cubicBezTo>
                    <a:cubicBezTo>
                      <a:pt x="53712" y="9870"/>
                      <a:pt x="53546" y="9948"/>
                      <a:pt x="53385" y="10041"/>
                    </a:cubicBezTo>
                    <a:cubicBezTo>
                      <a:pt x="53228" y="10130"/>
                      <a:pt x="53074" y="10225"/>
                      <a:pt x="52907" y="10296"/>
                    </a:cubicBezTo>
                    <a:cubicBezTo>
                      <a:pt x="52732" y="10370"/>
                      <a:pt x="52546" y="10407"/>
                      <a:pt x="52358" y="10445"/>
                    </a:cubicBezTo>
                    <a:cubicBezTo>
                      <a:pt x="52168" y="10482"/>
                      <a:pt x="51977" y="10519"/>
                      <a:pt x="51791" y="10575"/>
                    </a:cubicBezTo>
                    <a:cubicBezTo>
                      <a:pt x="51707" y="10601"/>
                      <a:pt x="51627" y="10636"/>
                      <a:pt x="51545" y="10668"/>
                    </a:cubicBezTo>
                    <a:cubicBezTo>
                      <a:pt x="51456" y="10701"/>
                      <a:pt x="51365" y="10714"/>
                      <a:pt x="51274" y="10739"/>
                    </a:cubicBezTo>
                    <a:cubicBezTo>
                      <a:pt x="51106" y="10781"/>
                      <a:pt x="50961" y="10861"/>
                      <a:pt x="50786" y="10885"/>
                    </a:cubicBezTo>
                    <a:cubicBezTo>
                      <a:pt x="50697" y="10898"/>
                      <a:pt x="50608" y="10906"/>
                      <a:pt x="50519" y="10917"/>
                    </a:cubicBezTo>
                    <a:cubicBezTo>
                      <a:pt x="50422" y="10926"/>
                      <a:pt x="50344" y="10945"/>
                      <a:pt x="50249" y="10925"/>
                    </a:cubicBezTo>
                    <a:cubicBezTo>
                      <a:pt x="50137" y="10902"/>
                      <a:pt x="49998" y="10878"/>
                      <a:pt x="49888" y="10911"/>
                    </a:cubicBezTo>
                    <a:cubicBezTo>
                      <a:pt x="49879" y="10913"/>
                      <a:pt x="49873" y="10917"/>
                      <a:pt x="49868" y="10921"/>
                    </a:cubicBezTo>
                    <a:cubicBezTo>
                      <a:pt x="49821" y="10913"/>
                      <a:pt x="49777" y="10906"/>
                      <a:pt x="49730" y="10897"/>
                    </a:cubicBezTo>
                    <a:cubicBezTo>
                      <a:pt x="49421" y="10841"/>
                      <a:pt x="49120" y="10794"/>
                      <a:pt x="48826" y="10683"/>
                    </a:cubicBezTo>
                    <a:cubicBezTo>
                      <a:pt x="48553" y="10579"/>
                      <a:pt x="48287" y="10474"/>
                      <a:pt x="47997" y="10434"/>
                    </a:cubicBezTo>
                    <a:cubicBezTo>
                      <a:pt x="47684" y="10389"/>
                      <a:pt x="47394" y="10288"/>
                      <a:pt x="47089" y="10214"/>
                    </a:cubicBezTo>
                    <a:cubicBezTo>
                      <a:pt x="46801" y="10143"/>
                      <a:pt x="46539" y="10000"/>
                      <a:pt x="46251" y="9926"/>
                    </a:cubicBezTo>
                    <a:cubicBezTo>
                      <a:pt x="45955" y="9848"/>
                      <a:pt x="45667" y="9742"/>
                      <a:pt x="45388" y="9621"/>
                    </a:cubicBezTo>
                    <a:cubicBezTo>
                      <a:pt x="45101" y="9498"/>
                      <a:pt x="44824" y="9362"/>
                      <a:pt x="44530" y="9260"/>
                    </a:cubicBezTo>
                    <a:cubicBezTo>
                      <a:pt x="44235" y="9156"/>
                      <a:pt x="43917" y="9094"/>
                      <a:pt x="43628" y="8970"/>
                    </a:cubicBezTo>
                    <a:cubicBezTo>
                      <a:pt x="43519" y="8923"/>
                      <a:pt x="43424" y="8853"/>
                      <a:pt x="43320" y="8797"/>
                    </a:cubicBezTo>
                    <a:cubicBezTo>
                      <a:pt x="43197" y="8730"/>
                      <a:pt x="43061" y="8691"/>
                      <a:pt x="42935" y="8628"/>
                    </a:cubicBezTo>
                    <a:cubicBezTo>
                      <a:pt x="42680" y="8503"/>
                      <a:pt x="42449" y="8341"/>
                      <a:pt x="42185" y="8237"/>
                    </a:cubicBezTo>
                    <a:cubicBezTo>
                      <a:pt x="41914" y="8133"/>
                      <a:pt x="41655" y="7988"/>
                      <a:pt x="41356" y="7997"/>
                    </a:cubicBezTo>
                    <a:cubicBezTo>
                      <a:pt x="41052" y="8007"/>
                      <a:pt x="40746" y="8049"/>
                      <a:pt x="40444" y="8077"/>
                    </a:cubicBezTo>
                    <a:cubicBezTo>
                      <a:pt x="40147" y="8105"/>
                      <a:pt x="39931" y="8060"/>
                      <a:pt x="39676" y="7902"/>
                    </a:cubicBezTo>
                    <a:cubicBezTo>
                      <a:pt x="39572" y="7839"/>
                      <a:pt x="39468" y="7781"/>
                      <a:pt x="39343" y="7770"/>
                    </a:cubicBezTo>
                    <a:cubicBezTo>
                      <a:pt x="39208" y="7757"/>
                      <a:pt x="39072" y="7795"/>
                      <a:pt x="38938" y="7804"/>
                    </a:cubicBezTo>
                    <a:cubicBezTo>
                      <a:pt x="38795" y="7813"/>
                      <a:pt x="38653" y="7811"/>
                      <a:pt x="38514" y="7847"/>
                    </a:cubicBezTo>
                    <a:cubicBezTo>
                      <a:pt x="38373" y="7882"/>
                      <a:pt x="38237" y="7945"/>
                      <a:pt x="38103" y="8001"/>
                    </a:cubicBezTo>
                    <a:cubicBezTo>
                      <a:pt x="37984" y="8049"/>
                      <a:pt x="37874" y="8109"/>
                      <a:pt x="37787" y="8204"/>
                    </a:cubicBezTo>
                    <a:cubicBezTo>
                      <a:pt x="37681" y="8319"/>
                      <a:pt x="37610" y="8464"/>
                      <a:pt x="37508" y="8583"/>
                    </a:cubicBezTo>
                    <a:cubicBezTo>
                      <a:pt x="37426" y="8678"/>
                      <a:pt x="37320" y="8724"/>
                      <a:pt x="37221" y="8799"/>
                    </a:cubicBezTo>
                    <a:cubicBezTo>
                      <a:pt x="37169" y="8838"/>
                      <a:pt x="37128" y="8890"/>
                      <a:pt x="37073" y="8922"/>
                    </a:cubicBezTo>
                    <a:cubicBezTo>
                      <a:pt x="37004" y="8959"/>
                      <a:pt x="36929" y="8974"/>
                      <a:pt x="36866" y="9016"/>
                    </a:cubicBezTo>
                    <a:cubicBezTo>
                      <a:pt x="36751" y="9094"/>
                      <a:pt x="36654" y="9195"/>
                      <a:pt x="36541" y="9273"/>
                    </a:cubicBezTo>
                    <a:cubicBezTo>
                      <a:pt x="36424" y="9359"/>
                      <a:pt x="36282" y="9398"/>
                      <a:pt x="36163" y="9481"/>
                    </a:cubicBezTo>
                    <a:cubicBezTo>
                      <a:pt x="36046" y="9565"/>
                      <a:pt x="35946" y="9669"/>
                      <a:pt x="35827" y="9751"/>
                    </a:cubicBezTo>
                    <a:cubicBezTo>
                      <a:pt x="35711" y="9829"/>
                      <a:pt x="35594" y="9890"/>
                      <a:pt x="35490" y="9985"/>
                    </a:cubicBezTo>
                    <a:cubicBezTo>
                      <a:pt x="35404" y="10062"/>
                      <a:pt x="35291" y="10194"/>
                      <a:pt x="35166" y="10199"/>
                    </a:cubicBezTo>
                    <a:cubicBezTo>
                      <a:pt x="35105" y="10203"/>
                      <a:pt x="35034" y="10181"/>
                      <a:pt x="34975" y="10173"/>
                    </a:cubicBezTo>
                    <a:cubicBezTo>
                      <a:pt x="34880" y="10162"/>
                      <a:pt x="34787" y="10151"/>
                      <a:pt x="34694" y="10140"/>
                    </a:cubicBezTo>
                    <a:cubicBezTo>
                      <a:pt x="34538" y="10119"/>
                      <a:pt x="34380" y="10101"/>
                      <a:pt x="34225" y="10069"/>
                    </a:cubicBezTo>
                    <a:cubicBezTo>
                      <a:pt x="34078" y="10039"/>
                      <a:pt x="33956" y="9954"/>
                      <a:pt x="33816" y="9905"/>
                    </a:cubicBezTo>
                    <a:cubicBezTo>
                      <a:pt x="33684" y="9857"/>
                      <a:pt x="33572" y="9805"/>
                      <a:pt x="33455" y="9727"/>
                    </a:cubicBezTo>
                    <a:cubicBezTo>
                      <a:pt x="33340" y="9649"/>
                      <a:pt x="33223" y="9569"/>
                      <a:pt x="33096" y="9511"/>
                    </a:cubicBezTo>
                    <a:cubicBezTo>
                      <a:pt x="32983" y="9459"/>
                      <a:pt x="32860" y="9437"/>
                      <a:pt x="32745" y="9390"/>
                    </a:cubicBezTo>
                    <a:cubicBezTo>
                      <a:pt x="32615" y="9338"/>
                      <a:pt x="32501" y="9269"/>
                      <a:pt x="32365" y="9232"/>
                    </a:cubicBezTo>
                    <a:cubicBezTo>
                      <a:pt x="32107" y="9163"/>
                      <a:pt x="31845" y="9104"/>
                      <a:pt x="31581" y="9055"/>
                    </a:cubicBezTo>
                    <a:cubicBezTo>
                      <a:pt x="31287" y="9000"/>
                      <a:pt x="30995" y="9031"/>
                      <a:pt x="30710" y="8914"/>
                    </a:cubicBezTo>
                    <a:cubicBezTo>
                      <a:pt x="30441" y="8804"/>
                      <a:pt x="30193" y="8657"/>
                      <a:pt x="30030" y="8416"/>
                    </a:cubicBezTo>
                    <a:cubicBezTo>
                      <a:pt x="29955" y="8304"/>
                      <a:pt x="29866" y="8209"/>
                      <a:pt x="29779" y="8107"/>
                    </a:cubicBezTo>
                    <a:cubicBezTo>
                      <a:pt x="29682" y="7992"/>
                      <a:pt x="29604" y="7863"/>
                      <a:pt x="29507" y="7748"/>
                    </a:cubicBezTo>
                    <a:cubicBezTo>
                      <a:pt x="29360" y="7579"/>
                      <a:pt x="29236" y="7320"/>
                      <a:pt x="29022" y="7222"/>
                    </a:cubicBezTo>
                    <a:cubicBezTo>
                      <a:pt x="28845" y="7140"/>
                      <a:pt x="28678" y="7235"/>
                      <a:pt x="28553" y="7359"/>
                    </a:cubicBezTo>
                    <a:cubicBezTo>
                      <a:pt x="28436" y="7476"/>
                      <a:pt x="28347" y="7679"/>
                      <a:pt x="28149" y="7607"/>
                    </a:cubicBezTo>
                    <a:cubicBezTo>
                      <a:pt x="28049" y="7569"/>
                      <a:pt x="27965" y="7493"/>
                      <a:pt x="27876" y="7437"/>
                    </a:cubicBezTo>
                    <a:cubicBezTo>
                      <a:pt x="27751" y="7359"/>
                      <a:pt x="27631" y="7283"/>
                      <a:pt x="27512" y="7196"/>
                    </a:cubicBezTo>
                    <a:cubicBezTo>
                      <a:pt x="27290" y="7032"/>
                      <a:pt x="27063" y="6878"/>
                      <a:pt x="26838" y="6718"/>
                    </a:cubicBezTo>
                    <a:cubicBezTo>
                      <a:pt x="26632" y="6569"/>
                      <a:pt x="26507" y="6348"/>
                      <a:pt x="26293" y="6208"/>
                    </a:cubicBezTo>
                    <a:cubicBezTo>
                      <a:pt x="26193" y="6145"/>
                      <a:pt x="26087" y="6087"/>
                      <a:pt x="25992" y="6015"/>
                    </a:cubicBezTo>
                    <a:cubicBezTo>
                      <a:pt x="25884" y="5929"/>
                      <a:pt x="25823" y="5806"/>
                      <a:pt x="25730" y="5706"/>
                    </a:cubicBezTo>
                    <a:cubicBezTo>
                      <a:pt x="25652" y="5620"/>
                      <a:pt x="25572" y="5553"/>
                      <a:pt x="25516" y="5451"/>
                    </a:cubicBezTo>
                    <a:cubicBezTo>
                      <a:pt x="25445" y="5321"/>
                      <a:pt x="25365" y="5198"/>
                      <a:pt x="25291" y="5070"/>
                    </a:cubicBezTo>
                    <a:cubicBezTo>
                      <a:pt x="25226" y="4958"/>
                      <a:pt x="25172" y="4837"/>
                      <a:pt x="25094" y="4733"/>
                    </a:cubicBezTo>
                    <a:cubicBezTo>
                      <a:pt x="25016" y="4631"/>
                      <a:pt x="24915" y="4547"/>
                      <a:pt x="24811" y="4471"/>
                    </a:cubicBezTo>
                    <a:cubicBezTo>
                      <a:pt x="24616" y="4326"/>
                      <a:pt x="24428" y="4155"/>
                      <a:pt x="24186" y="4101"/>
                    </a:cubicBezTo>
                    <a:cubicBezTo>
                      <a:pt x="24078" y="4079"/>
                      <a:pt x="23971" y="4077"/>
                      <a:pt x="23863" y="4068"/>
                    </a:cubicBezTo>
                    <a:cubicBezTo>
                      <a:pt x="23705" y="4053"/>
                      <a:pt x="23550" y="4008"/>
                      <a:pt x="23392" y="3997"/>
                    </a:cubicBezTo>
                    <a:cubicBezTo>
                      <a:pt x="23258" y="3989"/>
                      <a:pt x="23126" y="4015"/>
                      <a:pt x="22992" y="4028"/>
                    </a:cubicBezTo>
                    <a:cubicBezTo>
                      <a:pt x="22825" y="4047"/>
                      <a:pt x="22659" y="4064"/>
                      <a:pt x="22492" y="4081"/>
                    </a:cubicBezTo>
                    <a:cubicBezTo>
                      <a:pt x="22178" y="4110"/>
                      <a:pt x="21893" y="4226"/>
                      <a:pt x="21584" y="4278"/>
                    </a:cubicBezTo>
                    <a:cubicBezTo>
                      <a:pt x="21278" y="4328"/>
                      <a:pt x="20967" y="4346"/>
                      <a:pt x="20660" y="4386"/>
                    </a:cubicBezTo>
                    <a:cubicBezTo>
                      <a:pt x="20647" y="4387"/>
                      <a:pt x="20634" y="4391"/>
                      <a:pt x="20627" y="4399"/>
                    </a:cubicBezTo>
                    <a:cubicBezTo>
                      <a:pt x="20523" y="4306"/>
                      <a:pt x="20422" y="4209"/>
                      <a:pt x="20318" y="4116"/>
                    </a:cubicBezTo>
                    <a:cubicBezTo>
                      <a:pt x="20173" y="3988"/>
                      <a:pt x="20017" y="3878"/>
                      <a:pt x="19842" y="3787"/>
                    </a:cubicBezTo>
                    <a:cubicBezTo>
                      <a:pt x="19663" y="3692"/>
                      <a:pt x="19483" y="3606"/>
                      <a:pt x="19321" y="3484"/>
                    </a:cubicBezTo>
                    <a:cubicBezTo>
                      <a:pt x="19156" y="3361"/>
                      <a:pt x="18971" y="3268"/>
                      <a:pt x="18804" y="3149"/>
                    </a:cubicBezTo>
                    <a:cubicBezTo>
                      <a:pt x="18650" y="3039"/>
                      <a:pt x="18521" y="2898"/>
                      <a:pt x="18356" y="2803"/>
                    </a:cubicBezTo>
                    <a:cubicBezTo>
                      <a:pt x="18209" y="2721"/>
                      <a:pt x="18056" y="2682"/>
                      <a:pt x="17930" y="2567"/>
                    </a:cubicBezTo>
                    <a:cubicBezTo>
                      <a:pt x="17791" y="2440"/>
                      <a:pt x="17699" y="2267"/>
                      <a:pt x="17569" y="2131"/>
                    </a:cubicBezTo>
                    <a:cubicBezTo>
                      <a:pt x="17433" y="1988"/>
                      <a:pt x="17262" y="1884"/>
                      <a:pt x="17121" y="1747"/>
                    </a:cubicBezTo>
                    <a:cubicBezTo>
                      <a:pt x="16982" y="1607"/>
                      <a:pt x="16857" y="1455"/>
                      <a:pt x="16742" y="1296"/>
                    </a:cubicBezTo>
                    <a:cubicBezTo>
                      <a:pt x="16623" y="1133"/>
                      <a:pt x="16504" y="984"/>
                      <a:pt x="16344" y="856"/>
                    </a:cubicBezTo>
                    <a:cubicBezTo>
                      <a:pt x="16195" y="735"/>
                      <a:pt x="16033" y="610"/>
                      <a:pt x="15855" y="536"/>
                    </a:cubicBezTo>
                    <a:cubicBezTo>
                      <a:pt x="15652" y="452"/>
                      <a:pt x="15458" y="473"/>
                      <a:pt x="15248" y="499"/>
                    </a:cubicBezTo>
                    <a:cubicBezTo>
                      <a:pt x="15044" y="523"/>
                      <a:pt x="14826" y="504"/>
                      <a:pt x="14633" y="580"/>
                    </a:cubicBezTo>
                    <a:cubicBezTo>
                      <a:pt x="14534" y="618"/>
                      <a:pt x="14445" y="677"/>
                      <a:pt x="14359" y="739"/>
                    </a:cubicBezTo>
                    <a:cubicBezTo>
                      <a:pt x="14272" y="800"/>
                      <a:pt x="14188" y="841"/>
                      <a:pt x="14093" y="889"/>
                    </a:cubicBezTo>
                    <a:cubicBezTo>
                      <a:pt x="14013" y="930"/>
                      <a:pt x="13932" y="973"/>
                      <a:pt x="13863" y="1029"/>
                    </a:cubicBezTo>
                    <a:cubicBezTo>
                      <a:pt x="13768" y="1105"/>
                      <a:pt x="13682" y="1185"/>
                      <a:pt x="13582" y="1256"/>
                    </a:cubicBezTo>
                    <a:cubicBezTo>
                      <a:pt x="13428" y="1365"/>
                      <a:pt x="13232" y="1427"/>
                      <a:pt x="13091" y="1555"/>
                    </a:cubicBezTo>
                    <a:cubicBezTo>
                      <a:pt x="13082" y="1562"/>
                      <a:pt x="13039" y="1605"/>
                      <a:pt x="13020" y="1639"/>
                    </a:cubicBezTo>
                    <a:cubicBezTo>
                      <a:pt x="12994" y="1641"/>
                      <a:pt x="12963" y="1657"/>
                      <a:pt x="12944" y="1667"/>
                    </a:cubicBezTo>
                    <a:cubicBezTo>
                      <a:pt x="12862" y="1713"/>
                      <a:pt x="12795" y="1800"/>
                      <a:pt x="12702" y="1821"/>
                    </a:cubicBezTo>
                    <a:cubicBezTo>
                      <a:pt x="12693" y="1819"/>
                      <a:pt x="12684" y="1817"/>
                      <a:pt x="12674" y="1813"/>
                    </a:cubicBezTo>
                    <a:cubicBezTo>
                      <a:pt x="12652" y="1791"/>
                      <a:pt x="12617" y="1784"/>
                      <a:pt x="12587" y="1793"/>
                    </a:cubicBezTo>
                    <a:cubicBezTo>
                      <a:pt x="12401" y="1750"/>
                      <a:pt x="12213" y="1719"/>
                      <a:pt x="12035" y="1655"/>
                    </a:cubicBezTo>
                    <a:cubicBezTo>
                      <a:pt x="11793" y="1570"/>
                      <a:pt x="11601" y="1430"/>
                      <a:pt x="11400" y="1276"/>
                    </a:cubicBezTo>
                    <a:cubicBezTo>
                      <a:pt x="11198" y="1120"/>
                      <a:pt x="10989" y="999"/>
                      <a:pt x="10749" y="904"/>
                    </a:cubicBezTo>
                    <a:cubicBezTo>
                      <a:pt x="10627" y="856"/>
                      <a:pt x="10502" y="800"/>
                      <a:pt x="10370" y="778"/>
                    </a:cubicBezTo>
                    <a:cubicBezTo>
                      <a:pt x="10238" y="753"/>
                      <a:pt x="10117" y="742"/>
                      <a:pt x="9994" y="688"/>
                    </a:cubicBezTo>
                    <a:cubicBezTo>
                      <a:pt x="9873" y="638"/>
                      <a:pt x="9753" y="588"/>
                      <a:pt x="9630" y="541"/>
                    </a:cubicBezTo>
                    <a:cubicBezTo>
                      <a:pt x="9498" y="491"/>
                      <a:pt x="9375" y="422"/>
                      <a:pt x="9236" y="389"/>
                    </a:cubicBezTo>
                    <a:cubicBezTo>
                      <a:pt x="8970" y="328"/>
                      <a:pt x="8726" y="188"/>
                      <a:pt x="8464" y="110"/>
                    </a:cubicBezTo>
                    <a:cubicBezTo>
                      <a:pt x="8358" y="76"/>
                      <a:pt x="8254" y="86"/>
                      <a:pt x="8146" y="69"/>
                    </a:cubicBezTo>
                    <a:cubicBezTo>
                      <a:pt x="8014" y="49"/>
                      <a:pt x="7887" y="0"/>
                      <a:pt x="7753" y="11"/>
                    </a:cubicBezTo>
                    <a:cubicBezTo>
                      <a:pt x="7651" y="21"/>
                      <a:pt x="7558" y="67"/>
                      <a:pt x="7458" y="78"/>
                    </a:cubicBezTo>
                    <a:cubicBezTo>
                      <a:pt x="7311" y="91"/>
                      <a:pt x="7195" y="123"/>
                      <a:pt x="7062" y="181"/>
                    </a:cubicBezTo>
                    <a:cubicBezTo>
                      <a:pt x="6941" y="233"/>
                      <a:pt x="6816" y="246"/>
                      <a:pt x="6690" y="275"/>
                    </a:cubicBezTo>
                    <a:cubicBezTo>
                      <a:pt x="6559" y="305"/>
                      <a:pt x="6429" y="328"/>
                      <a:pt x="6297" y="352"/>
                    </a:cubicBezTo>
                    <a:cubicBezTo>
                      <a:pt x="6029" y="402"/>
                      <a:pt x="5763" y="476"/>
                      <a:pt x="5496" y="532"/>
                    </a:cubicBezTo>
                    <a:cubicBezTo>
                      <a:pt x="5213" y="592"/>
                      <a:pt x="4928" y="657"/>
                      <a:pt x="4651" y="740"/>
                    </a:cubicBezTo>
                    <a:cubicBezTo>
                      <a:pt x="4385" y="818"/>
                      <a:pt x="4134" y="921"/>
                      <a:pt x="3878" y="1023"/>
                    </a:cubicBezTo>
                    <a:cubicBezTo>
                      <a:pt x="3627" y="1124"/>
                      <a:pt x="3366" y="1196"/>
                      <a:pt x="3121" y="1311"/>
                    </a:cubicBezTo>
                    <a:cubicBezTo>
                      <a:pt x="3007" y="1365"/>
                      <a:pt x="2899" y="1430"/>
                      <a:pt x="2784" y="1479"/>
                    </a:cubicBezTo>
                    <a:cubicBezTo>
                      <a:pt x="2663" y="1529"/>
                      <a:pt x="2533" y="1559"/>
                      <a:pt x="2416" y="1614"/>
                    </a:cubicBezTo>
                    <a:cubicBezTo>
                      <a:pt x="2314" y="1665"/>
                      <a:pt x="2208" y="1696"/>
                      <a:pt x="2107" y="1748"/>
                    </a:cubicBezTo>
                    <a:cubicBezTo>
                      <a:pt x="1992" y="1810"/>
                      <a:pt x="1886" y="1880"/>
                      <a:pt x="1778" y="1949"/>
                    </a:cubicBezTo>
                    <a:cubicBezTo>
                      <a:pt x="1644" y="2035"/>
                      <a:pt x="1506" y="2111"/>
                      <a:pt x="1358" y="2171"/>
                    </a:cubicBezTo>
                    <a:cubicBezTo>
                      <a:pt x="1222" y="2223"/>
                      <a:pt x="1084" y="2265"/>
                      <a:pt x="952" y="2327"/>
                    </a:cubicBezTo>
                    <a:cubicBezTo>
                      <a:pt x="686" y="2453"/>
                      <a:pt x="407" y="2567"/>
                      <a:pt x="160" y="2723"/>
                    </a:cubicBezTo>
                    <a:cubicBezTo>
                      <a:pt x="106" y="2756"/>
                      <a:pt x="54" y="2786"/>
                      <a:pt x="0" y="2814"/>
                    </a:cubicBezTo>
                    <a:lnTo>
                      <a:pt x="0" y="9001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6"/>
              <p:cNvSpPr/>
              <p:nvPr/>
            </p:nvSpPr>
            <p:spPr>
              <a:xfrm>
                <a:off x="1125" y="3547850"/>
                <a:ext cx="9144171" cy="1935818"/>
              </a:xfrm>
              <a:custGeom>
                <a:avLst/>
                <a:gdLst/>
                <a:ahLst/>
                <a:cxnLst/>
                <a:rect l="l" t="t" r="r" b="b"/>
                <a:pathLst>
                  <a:path w="215728" h="88444" extrusionOk="0">
                    <a:moveTo>
                      <a:pt x="215725" y="1734"/>
                    </a:moveTo>
                    <a:lnTo>
                      <a:pt x="215725" y="83372"/>
                    </a:lnTo>
                    <a:lnTo>
                      <a:pt x="215489" y="83413"/>
                    </a:lnTo>
                    <a:cubicBezTo>
                      <a:pt x="212294" y="83956"/>
                      <a:pt x="209093" y="84393"/>
                      <a:pt x="205891" y="84884"/>
                    </a:cubicBezTo>
                    <a:cubicBezTo>
                      <a:pt x="202528" y="85400"/>
                      <a:pt x="199146" y="85744"/>
                      <a:pt x="195794" y="86322"/>
                    </a:cubicBezTo>
                    <a:cubicBezTo>
                      <a:pt x="192612" y="86869"/>
                      <a:pt x="189452" y="87544"/>
                      <a:pt x="186289" y="88185"/>
                    </a:cubicBezTo>
                    <a:cubicBezTo>
                      <a:pt x="185859" y="88273"/>
                      <a:pt x="185432" y="88358"/>
                      <a:pt x="185002" y="88444"/>
                    </a:cubicBezTo>
                    <a:lnTo>
                      <a:pt x="0" y="73134"/>
                    </a:lnTo>
                    <a:lnTo>
                      <a:pt x="0" y="11284"/>
                    </a:lnTo>
                    <a:cubicBezTo>
                      <a:pt x="134" y="11310"/>
                      <a:pt x="266" y="11341"/>
                      <a:pt x="398" y="11382"/>
                    </a:cubicBezTo>
                    <a:cubicBezTo>
                      <a:pt x="677" y="11468"/>
                      <a:pt x="960" y="11581"/>
                      <a:pt x="1200" y="11749"/>
                    </a:cubicBezTo>
                    <a:cubicBezTo>
                      <a:pt x="1304" y="11821"/>
                      <a:pt x="1402" y="11907"/>
                      <a:pt x="1477" y="12011"/>
                    </a:cubicBezTo>
                    <a:cubicBezTo>
                      <a:pt x="1503" y="12046"/>
                      <a:pt x="1529" y="12128"/>
                      <a:pt x="1562" y="12152"/>
                    </a:cubicBezTo>
                    <a:cubicBezTo>
                      <a:pt x="1631" y="12203"/>
                      <a:pt x="1722" y="12141"/>
                      <a:pt x="1798" y="12102"/>
                    </a:cubicBezTo>
                    <a:cubicBezTo>
                      <a:pt x="2120" y="11942"/>
                      <a:pt x="2431" y="11745"/>
                      <a:pt x="2771" y="11628"/>
                    </a:cubicBezTo>
                    <a:cubicBezTo>
                      <a:pt x="2924" y="11574"/>
                      <a:pt x="3076" y="11546"/>
                      <a:pt x="3238" y="11540"/>
                    </a:cubicBezTo>
                    <a:cubicBezTo>
                      <a:pt x="3405" y="11533"/>
                      <a:pt x="3595" y="11540"/>
                      <a:pt x="3751" y="11468"/>
                    </a:cubicBezTo>
                    <a:cubicBezTo>
                      <a:pt x="3891" y="11403"/>
                      <a:pt x="4008" y="11310"/>
                      <a:pt x="4157" y="11256"/>
                    </a:cubicBezTo>
                    <a:cubicBezTo>
                      <a:pt x="4309" y="11200"/>
                      <a:pt x="4469" y="11165"/>
                      <a:pt x="4625" y="11122"/>
                    </a:cubicBezTo>
                    <a:cubicBezTo>
                      <a:pt x="4768" y="11083"/>
                      <a:pt x="4900" y="11018"/>
                      <a:pt x="5042" y="10977"/>
                    </a:cubicBezTo>
                    <a:cubicBezTo>
                      <a:pt x="5187" y="10938"/>
                      <a:pt x="5347" y="10953"/>
                      <a:pt x="5496" y="10973"/>
                    </a:cubicBezTo>
                    <a:cubicBezTo>
                      <a:pt x="5825" y="11016"/>
                      <a:pt x="6156" y="11185"/>
                      <a:pt x="6442" y="11349"/>
                    </a:cubicBezTo>
                    <a:cubicBezTo>
                      <a:pt x="6578" y="11427"/>
                      <a:pt x="6738" y="11451"/>
                      <a:pt x="6877" y="11526"/>
                    </a:cubicBezTo>
                    <a:cubicBezTo>
                      <a:pt x="7049" y="11617"/>
                      <a:pt x="7212" y="11721"/>
                      <a:pt x="7372" y="11829"/>
                    </a:cubicBezTo>
                    <a:cubicBezTo>
                      <a:pt x="7699" y="12050"/>
                      <a:pt x="8081" y="12314"/>
                      <a:pt x="8497" y="12221"/>
                    </a:cubicBezTo>
                    <a:cubicBezTo>
                      <a:pt x="8819" y="12150"/>
                      <a:pt x="9081" y="11922"/>
                      <a:pt x="9427" y="11972"/>
                    </a:cubicBezTo>
                    <a:cubicBezTo>
                      <a:pt x="9790" y="12022"/>
                      <a:pt x="10119" y="12243"/>
                      <a:pt x="10430" y="12420"/>
                    </a:cubicBezTo>
                    <a:cubicBezTo>
                      <a:pt x="10742" y="12599"/>
                      <a:pt x="11075" y="12710"/>
                      <a:pt x="11376" y="12911"/>
                    </a:cubicBezTo>
                    <a:cubicBezTo>
                      <a:pt x="11529" y="13013"/>
                      <a:pt x="11692" y="13073"/>
                      <a:pt x="11852" y="13158"/>
                    </a:cubicBezTo>
                    <a:cubicBezTo>
                      <a:pt x="12029" y="13253"/>
                      <a:pt x="12194" y="13367"/>
                      <a:pt x="12373" y="13460"/>
                    </a:cubicBezTo>
                    <a:cubicBezTo>
                      <a:pt x="12671" y="13618"/>
                      <a:pt x="12884" y="13914"/>
                      <a:pt x="13199" y="14040"/>
                    </a:cubicBezTo>
                    <a:cubicBezTo>
                      <a:pt x="13537" y="14178"/>
                      <a:pt x="13863" y="14325"/>
                      <a:pt x="14194" y="14484"/>
                    </a:cubicBezTo>
                    <a:cubicBezTo>
                      <a:pt x="14523" y="14644"/>
                      <a:pt x="14848" y="14756"/>
                      <a:pt x="15217" y="14789"/>
                    </a:cubicBezTo>
                    <a:cubicBezTo>
                      <a:pt x="15590" y="14825"/>
                      <a:pt x="15927" y="14732"/>
                      <a:pt x="16293" y="14682"/>
                    </a:cubicBezTo>
                    <a:cubicBezTo>
                      <a:pt x="16637" y="14633"/>
                      <a:pt x="16905" y="14410"/>
                      <a:pt x="17199" y="14237"/>
                    </a:cubicBezTo>
                    <a:cubicBezTo>
                      <a:pt x="17515" y="14051"/>
                      <a:pt x="17872" y="13893"/>
                      <a:pt x="18211" y="13757"/>
                    </a:cubicBezTo>
                    <a:cubicBezTo>
                      <a:pt x="18529" y="13631"/>
                      <a:pt x="18772" y="13400"/>
                      <a:pt x="19096" y="13278"/>
                    </a:cubicBezTo>
                    <a:cubicBezTo>
                      <a:pt x="19410" y="13158"/>
                      <a:pt x="19723" y="13106"/>
                      <a:pt x="20059" y="13132"/>
                    </a:cubicBezTo>
                    <a:cubicBezTo>
                      <a:pt x="20255" y="13147"/>
                      <a:pt x="20459" y="13205"/>
                      <a:pt x="20653" y="13132"/>
                    </a:cubicBezTo>
                    <a:cubicBezTo>
                      <a:pt x="20826" y="13065"/>
                      <a:pt x="20995" y="12982"/>
                      <a:pt x="21170" y="12913"/>
                    </a:cubicBezTo>
                    <a:cubicBezTo>
                      <a:pt x="21519" y="12777"/>
                      <a:pt x="21869" y="12638"/>
                      <a:pt x="22233" y="12554"/>
                    </a:cubicBezTo>
                    <a:cubicBezTo>
                      <a:pt x="22628" y="12465"/>
                      <a:pt x="23003" y="12320"/>
                      <a:pt x="23394" y="12225"/>
                    </a:cubicBezTo>
                    <a:cubicBezTo>
                      <a:pt x="23552" y="12184"/>
                      <a:pt x="23714" y="12162"/>
                      <a:pt x="23872" y="12124"/>
                    </a:cubicBezTo>
                    <a:cubicBezTo>
                      <a:pt x="24056" y="12084"/>
                      <a:pt x="24227" y="12013"/>
                      <a:pt x="24406" y="11957"/>
                    </a:cubicBezTo>
                    <a:cubicBezTo>
                      <a:pt x="24592" y="11899"/>
                      <a:pt x="24776" y="11844"/>
                      <a:pt x="24960" y="11777"/>
                    </a:cubicBezTo>
                    <a:cubicBezTo>
                      <a:pt x="25146" y="11710"/>
                      <a:pt x="25300" y="11715"/>
                      <a:pt x="25492" y="11695"/>
                    </a:cubicBezTo>
                    <a:cubicBezTo>
                      <a:pt x="25518" y="11691"/>
                      <a:pt x="25546" y="11689"/>
                      <a:pt x="25572" y="11686"/>
                    </a:cubicBezTo>
                    <a:cubicBezTo>
                      <a:pt x="25577" y="11659"/>
                      <a:pt x="25598" y="11633"/>
                      <a:pt x="25635" y="11635"/>
                    </a:cubicBezTo>
                    <a:cubicBezTo>
                      <a:pt x="25804" y="11639"/>
                      <a:pt x="25973" y="11637"/>
                      <a:pt x="26141" y="11646"/>
                    </a:cubicBezTo>
                    <a:cubicBezTo>
                      <a:pt x="26288" y="11654"/>
                      <a:pt x="26414" y="11697"/>
                      <a:pt x="26554" y="11739"/>
                    </a:cubicBezTo>
                    <a:cubicBezTo>
                      <a:pt x="26699" y="11782"/>
                      <a:pt x="26859" y="11779"/>
                      <a:pt x="27009" y="11782"/>
                    </a:cubicBezTo>
                    <a:cubicBezTo>
                      <a:pt x="27175" y="11788"/>
                      <a:pt x="27340" y="11799"/>
                      <a:pt x="27506" y="11808"/>
                    </a:cubicBezTo>
                    <a:cubicBezTo>
                      <a:pt x="27582" y="11812"/>
                      <a:pt x="27655" y="11818"/>
                      <a:pt x="27727" y="11834"/>
                    </a:cubicBezTo>
                    <a:cubicBezTo>
                      <a:pt x="27803" y="11851"/>
                      <a:pt x="27869" y="11885"/>
                      <a:pt x="27939" y="11912"/>
                    </a:cubicBezTo>
                    <a:cubicBezTo>
                      <a:pt x="28081" y="11966"/>
                      <a:pt x="28228" y="11940"/>
                      <a:pt x="28374" y="11933"/>
                    </a:cubicBezTo>
                    <a:cubicBezTo>
                      <a:pt x="28527" y="11925"/>
                      <a:pt x="28678" y="11927"/>
                      <a:pt x="28828" y="11916"/>
                    </a:cubicBezTo>
                    <a:cubicBezTo>
                      <a:pt x="28994" y="11903"/>
                      <a:pt x="29139" y="11940"/>
                      <a:pt x="29284" y="12018"/>
                    </a:cubicBezTo>
                    <a:cubicBezTo>
                      <a:pt x="29418" y="12089"/>
                      <a:pt x="29559" y="12145"/>
                      <a:pt x="29699" y="12206"/>
                    </a:cubicBezTo>
                    <a:cubicBezTo>
                      <a:pt x="29838" y="12266"/>
                      <a:pt x="29968" y="12340"/>
                      <a:pt x="30111" y="12394"/>
                    </a:cubicBezTo>
                    <a:cubicBezTo>
                      <a:pt x="30255" y="12448"/>
                      <a:pt x="30387" y="12509"/>
                      <a:pt x="30513" y="12593"/>
                    </a:cubicBezTo>
                    <a:cubicBezTo>
                      <a:pt x="30565" y="12627"/>
                      <a:pt x="30615" y="12662"/>
                      <a:pt x="30673" y="12684"/>
                    </a:cubicBezTo>
                    <a:cubicBezTo>
                      <a:pt x="30742" y="12712"/>
                      <a:pt x="30816" y="12718"/>
                      <a:pt x="30891" y="12723"/>
                    </a:cubicBezTo>
                    <a:cubicBezTo>
                      <a:pt x="31047" y="12736"/>
                      <a:pt x="31203" y="12747"/>
                      <a:pt x="31358" y="12759"/>
                    </a:cubicBezTo>
                    <a:cubicBezTo>
                      <a:pt x="31506" y="12768"/>
                      <a:pt x="31644" y="12766"/>
                      <a:pt x="31782" y="12703"/>
                    </a:cubicBezTo>
                    <a:cubicBezTo>
                      <a:pt x="32042" y="12580"/>
                      <a:pt x="32328" y="12463"/>
                      <a:pt x="32620" y="12452"/>
                    </a:cubicBezTo>
                    <a:cubicBezTo>
                      <a:pt x="32762" y="12446"/>
                      <a:pt x="32899" y="12491"/>
                      <a:pt x="33035" y="12528"/>
                    </a:cubicBezTo>
                    <a:cubicBezTo>
                      <a:pt x="33182" y="12569"/>
                      <a:pt x="33314" y="12575"/>
                      <a:pt x="33457" y="12519"/>
                    </a:cubicBezTo>
                    <a:cubicBezTo>
                      <a:pt x="33708" y="12422"/>
                      <a:pt x="33913" y="12234"/>
                      <a:pt x="34171" y="12160"/>
                    </a:cubicBezTo>
                    <a:cubicBezTo>
                      <a:pt x="34236" y="12141"/>
                      <a:pt x="34302" y="12126"/>
                      <a:pt x="34361" y="12095"/>
                    </a:cubicBezTo>
                    <a:cubicBezTo>
                      <a:pt x="34409" y="12067"/>
                      <a:pt x="34452" y="12030"/>
                      <a:pt x="34497" y="11996"/>
                    </a:cubicBezTo>
                    <a:cubicBezTo>
                      <a:pt x="34597" y="11924"/>
                      <a:pt x="34713" y="11888"/>
                      <a:pt x="34833" y="11866"/>
                    </a:cubicBezTo>
                    <a:cubicBezTo>
                      <a:pt x="35131" y="11810"/>
                      <a:pt x="35393" y="11864"/>
                      <a:pt x="35657" y="12007"/>
                    </a:cubicBezTo>
                    <a:cubicBezTo>
                      <a:pt x="35923" y="12152"/>
                      <a:pt x="36146" y="12357"/>
                      <a:pt x="36392" y="12528"/>
                    </a:cubicBezTo>
                    <a:cubicBezTo>
                      <a:pt x="36503" y="12606"/>
                      <a:pt x="36613" y="12682"/>
                      <a:pt x="36706" y="12783"/>
                    </a:cubicBezTo>
                    <a:cubicBezTo>
                      <a:pt x="36795" y="12880"/>
                      <a:pt x="36874" y="12959"/>
                      <a:pt x="36991" y="13023"/>
                    </a:cubicBezTo>
                    <a:cubicBezTo>
                      <a:pt x="37126" y="13095"/>
                      <a:pt x="37259" y="13171"/>
                      <a:pt x="37392" y="13246"/>
                    </a:cubicBezTo>
                    <a:cubicBezTo>
                      <a:pt x="37528" y="13318"/>
                      <a:pt x="37673" y="13408"/>
                      <a:pt x="37824" y="13443"/>
                    </a:cubicBezTo>
                    <a:cubicBezTo>
                      <a:pt x="37973" y="13475"/>
                      <a:pt x="38127" y="13465"/>
                      <a:pt x="38276" y="13499"/>
                    </a:cubicBezTo>
                    <a:cubicBezTo>
                      <a:pt x="38415" y="13530"/>
                      <a:pt x="38545" y="13601"/>
                      <a:pt x="38665" y="13685"/>
                    </a:cubicBezTo>
                    <a:cubicBezTo>
                      <a:pt x="38886" y="13843"/>
                      <a:pt x="39066" y="14049"/>
                      <a:pt x="39291" y="14200"/>
                    </a:cubicBezTo>
                    <a:cubicBezTo>
                      <a:pt x="39544" y="14367"/>
                      <a:pt x="39821" y="14484"/>
                      <a:pt x="40059" y="14674"/>
                    </a:cubicBezTo>
                    <a:cubicBezTo>
                      <a:pt x="40284" y="14855"/>
                      <a:pt x="40482" y="15065"/>
                      <a:pt x="40708" y="15245"/>
                    </a:cubicBezTo>
                    <a:cubicBezTo>
                      <a:pt x="40813" y="15327"/>
                      <a:pt x="40922" y="15403"/>
                      <a:pt x="41041" y="15461"/>
                    </a:cubicBezTo>
                    <a:cubicBezTo>
                      <a:pt x="41177" y="15526"/>
                      <a:pt x="41326" y="15571"/>
                      <a:pt x="41467" y="15623"/>
                    </a:cubicBezTo>
                    <a:cubicBezTo>
                      <a:pt x="41605" y="15671"/>
                      <a:pt x="41726" y="15645"/>
                      <a:pt x="41867" y="15651"/>
                    </a:cubicBezTo>
                    <a:cubicBezTo>
                      <a:pt x="41904" y="15651"/>
                      <a:pt x="41925" y="15678"/>
                      <a:pt x="41928" y="15708"/>
                    </a:cubicBezTo>
                    <a:cubicBezTo>
                      <a:pt x="42023" y="15690"/>
                      <a:pt x="42120" y="15667"/>
                      <a:pt x="42215" y="15651"/>
                    </a:cubicBezTo>
                    <a:cubicBezTo>
                      <a:pt x="42391" y="15619"/>
                      <a:pt x="42563" y="15623"/>
                      <a:pt x="42741" y="15626"/>
                    </a:cubicBezTo>
                    <a:cubicBezTo>
                      <a:pt x="42916" y="15632"/>
                      <a:pt x="43091" y="15623"/>
                      <a:pt x="43264" y="15600"/>
                    </a:cubicBezTo>
                    <a:cubicBezTo>
                      <a:pt x="43429" y="15582"/>
                      <a:pt x="43595" y="15559"/>
                      <a:pt x="43762" y="15572"/>
                    </a:cubicBezTo>
                    <a:cubicBezTo>
                      <a:pt x="43835" y="15578"/>
                      <a:pt x="43909" y="15593"/>
                      <a:pt x="43983" y="15593"/>
                    </a:cubicBezTo>
                    <a:cubicBezTo>
                      <a:pt x="44067" y="15595"/>
                      <a:pt x="44153" y="15571"/>
                      <a:pt x="44236" y="15569"/>
                    </a:cubicBezTo>
                    <a:cubicBezTo>
                      <a:pt x="44322" y="15565"/>
                      <a:pt x="44406" y="15576"/>
                      <a:pt x="44489" y="15574"/>
                    </a:cubicBezTo>
                    <a:cubicBezTo>
                      <a:pt x="44579" y="15574"/>
                      <a:pt x="44670" y="15567"/>
                      <a:pt x="44759" y="15565"/>
                    </a:cubicBezTo>
                    <a:cubicBezTo>
                      <a:pt x="44938" y="15565"/>
                      <a:pt x="45112" y="15587"/>
                      <a:pt x="45291" y="15572"/>
                    </a:cubicBezTo>
                    <a:cubicBezTo>
                      <a:pt x="45466" y="15558"/>
                      <a:pt x="45631" y="15526"/>
                      <a:pt x="45808" y="15546"/>
                    </a:cubicBezTo>
                    <a:cubicBezTo>
                      <a:pt x="45890" y="15556"/>
                      <a:pt x="45972" y="15572"/>
                      <a:pt x="46055" y="15576"/>
                    </a:cubicBezTo>
                    <a:cubicBezTo>
                      <a:pt x="46133" y="15580"/>
                      <a:pt x="46184" y="15550"/>
                      <a:pt x="46251" y="15513"/>
                    </a:cubicBezTo>
                    <a:cubicBezTo>
                      <a:pt x="46317" y="15476"/>
                      <a:pt x="46388" y="15452"/>
                      <a:pt x="46459" y="15422"/>
                    </a:cubicBezTo>
                    <a:cubicBezTo>
                      <a:pt x="46541" y="15388"/>
                      <a:pt x="46617" y="15340"/>
                      <a:pt x="46697" y="15303"/>
                    </a:cubicBezTo>
                    <a:cubicBezTo>
                      <a:pt x="46857" y="15227"/>
                      <a:pt x="47013" y="15152"/>
                      <a:pt x="47164" y="15065"/>
                    </a:cubicBezTo>
                    <a:cubicBezTo>
                      <a:pt x="47318" y="14974"/>
                      <a:pt x="47476" y="14918"/>
                      <a:pt x="47645" y="14862"/>
                    </a:cubicBezTo>
                    <a:cubicBezTo>
                      <a:pt x="47978" y="14752"/>
                      <a:pt x="48315" y="14637"/>
                      <a:pt x="48655" y="14551"/>
                    </a:cubicBezTo>
                    <a:cubicBezTo>
                      <a:pt x="48815" y="14512"/>
                      <a:pt x="48968" y="14524"/>
                      <a:pt x="49131" y="14531"/>
                    </a:cubicBezTo>
                    <a:cubicBezTo>
                      <a:pt x="49301" y="14538"/>
                      <a:pt x="49460" y="14555"/>
                      <a:pt x="49620" y="14618"/>
                    </a:cubicBezTo>
                    <a:cubicBezTo>
                      <a:pt x="49767" y="14676"/>
                      <a:pt x="49916" y="14737"/>
                      <a:pt x="50067" y="14788"/>
                    </a:cubicBezTo>
                    <a:cubicBezTo>
                      <a:pt x="50225" y="14842"/>
                      <a:pt x="50400" y="14808"/>
                      <a:pt x="50560" y="14864"/>
                    </a:cubicBezTo>
                    <a:cubicBezTo>
                      <a:pt x="50599" y="14879"/>
                      <a:pt x="50636" y="14897"/>
                      <a:pt x="50679" y="14903"/>
                    </a:cubicBezTo>
                    <a:cubicBezTo>
                      <a:pt x="50718" y="14909"/>
                      <a:pt x="50757" y="14903"/>
                      <a:pt x="50798" y="14909"/>
                    </a:cubicBezTo>
                    <a:cubicBezTo>
                      <a:pt x="50876" y="14920"/>
                      <a:pt x="50943" y="14961"/>
                      <a:pt x="51004" y="15007"/>
                    </a:cubicBezTo>
                    <a:cubicBezTo>
                      <a:pt x="51142" y="15113"/>
                      <a:pt x="51298" y="15186"/>
                      <a:pt x="51445" y="15277"/>
                    </a:cubicBezTo>
                    <a:cubicBezTo>
                      <a:pt x="51594" y="15370"/>
                      <a:pt x="51744" y="15431"/>
                      <a:pt x="51904" y="15500"/>
                    </a:cubicBezTo>
                    <a:cubicBezTo>
                      <a:pt x="52049" y="15561"/>
                      <a:pt x="52183" y="15649"/>
                      <a:pt x="52345" y="15664"/>
                    </a:cubicBezTo>
                    <a:cubicBezTo>
                      <a:pt x="52503" y="15677"/>
                      <a:pt x="52665" y="15630"/>
                      <a:pt x="52819" y="15598"/>
                    </a:cubicBezTo>
                    <a:cubicBezTo>
                      <a:pt x="52979" y="15567"/>
                      <a:pt x="53122" y="15487"/>
                      <a:pt x="53284" y="15465"/>
                    </a:cubicBezTo>
                    <a:cubicBezTo>
                      <a:pt x="53366" y="15453"/>
                      <a:pt x="53429" y="15439"/>
                      <a:pt x="53505" y="15403"/>
                    </a:cubicBezTo>
                    <a:cubicBezTo>
                      <a:pt x="53565" y="15375"/>
                      <a:pt x="53628" y="15351"/>
                      <a:pt x="53693" y="15333"/>
                    </a:cubicBezTo>
                    <a:cubicBezTo>
                      <a:pt x="53859" y="15282"/>
                      <a:pt x="54028" y="15243"/>
                      <a:pt x="54194" y="15193"/>
                    </a:cubicBezTo>
                    <a:cubicBezTo>
                      <a:pt x="54526" y="15087"/>
                      <a:pt x="54867" y="14974"/>
                      <a:pt x="55168" y="14795"/>
                    </a:cubicBezTo>
                    <a:cubicBezTo>
                      <a:pt x="55317" y="14708"/>
                      <a:pt x="55419" y="14594"/>
                      <a:pt x="55527" y="14462"/>
                    </a:cubicBezTo>
                    <a:cubicBezTo>
                      <a:pt x="55618" y="14351"/>
                      <a:pt x="55720" y="14243"/>
                      <a:pt x="55858" y="14191"/>
                    </a:cubicBezTo>
                    <a:cubicBezTo>
                      <a:pt x="56126" y="14090"/>
                      <a:pt x="56407" y="14185"/>
                      <a:pt x="56673" y="14243"/>
                    </a:cubicBezTo>
                    <a:cubicBezTo>
                      <a:pt x="56833" y="14278"/>
                      <a:pt x="56987" y="14319"/>
                      <a:pt x="57138" y="14384"/>
                    </a:cubicBezTo>
                    <a:cubicBezTo>
                      <a:pt x="57294" y="14451"/>
                      <a:pt x="57444" y="14537"/>
                      <a:pt x="57603" y="14600"/>
                    </a:cubicBezTo>
                    <a:cubicBezTo>
                      <a:pt x="57682" y="14631"/>
                      <a:pt x="57768" y="14652"/>
                      <a:pt x="57844" y="14689"/>
                    </a:cubicBezTo>
                    <a:cubicBezTo>
                      <a:pt x="57915" y="14724"/>
                      <a:pt x="57969" y="14771"/>
                      <a:pt x="58025" y="14823"/>
                    </a:cubicBezTo>
                    <a:cubicBezTo>
                      <a:pt x="58160" y="14949"/>
                      <a:pt x="58309" y="15059"/>
                      <a:pt x="58449" y="15182"/>
                    </a:cubicBezTo>
                    <a:cubicBezTo>
                      <a:pt x="58562" y="15282"/>
                      <a:pt x="58651" y="15411"/>
                      <a:pt x="58770" y="15502"/>
                    </a:cubicBezTo>
                    <a:cubicBezTo>
                      <a:pt x="58906" y="15606"/>
                      <a:pt x="59079" y="15565"/>
                      <a:pt x="59232" y="15625"/>
                    </a:cubicBezTo>
                    <a:cubicBezTo>
                      <a:pt x="59276" y="15641"/>
                      <a:pt x="59315" y="15675"/>
                      <a:pt x="59364" y="15688"/>
                    </a:cubicBezTo>
                    <a:cubicBezTo>
                      <a:pt x="59444" y="15706"/>
                      <a:pt x="59529" y="15699"/>
                      <a:pt x="59609" y="15721"/>
                    </a:cubicBezTo>
                    <a:cubicBezTo>
                      <a:pt x="59672" y="15738"/>
                      <a:pt x="59730" y="15771"/>
                      <a:pt x="59795" y="15783"/>
                    </a:cubicBezTo>
                    <a:cubicBezTo>
                      <a:pt x="59879" y="15797"/>
                      <a:pt x="59951" y="15814"/>
                      <a:pt x="60030" y="15846"/>
                    </a:cubicBezTo>
                    <a:cubicBezTo>
                      <a:pt x="60176" y="15781"/>
                      <a:pt x="60325" y="15716"/>
                      <a:pt x="60474" y="15647"/>
                    </a:cubicBezTo>
                    <a:cubicBezTo>
                      <a:pt x="60764" y="15515"/>
                      <a:pt x="61052" y="15433"/>
                      <a:pt x="61357" y="15344"/>
                    </a:cubicBezTo>
                    <a:cubicBezTo>
                      <a:pt x="61484" y="15307"/>
                      <a:pt x="61588" y="15223"/>
                      <a:pt x="61722" y="15201"/>
                    </a:cubicBezTo>
                    <a:cubicBezTo>
                      <a:pt x="61891" y="15173"/>
                      <a:pt x="61979" y="15109"/>
                      <a:pt x="62111" y="15002"/>
                    </a:cubicBezTo>
                    <a:cubicBezTo>
                      <a:pt x="62345" y="14812"/>
                      <a:pt x="62613" y="14650"/>
                      <a:pt x="62871" y="14492"/>
                    </a:cubicBezTo>
                    <a:cubicBezTo>
                      <a:pt x="63440" y="14144"/>
                      <a:pt x="64024" y="13822"/>
                      <a:pt x="64619" y="13523"/>
                    </a:cubicBezTo>
                    <a:cubicBezTo>
                      <a:pt x="64761" y="13452"/>
                      <a:pt x="64898" y="13372"/>
                      <a:pt x="65043" y="13311"/>
                    </a:cubicBezTo>
                    <a:cubicBezTo>
                      <a:pt x="65179" y="13255"/>
                      <a:pt x="65317" y="13227"/>
                      <a:pt x="65460" y="13192"/>
                    </a:cubicBezTo>
                    <a:cubicBezTo>
                      <a:pt x="65601" y="13157"/>
                      <a:pt x="65694" y="13054"/>
                      <a:pt x="65821" y="12987"/>
                    </a:cubicBezTo>
                    <a:cubicBezTo>
                      <a:pt x="65960" y="12913"/>
                      <a:pt x="66113" y="12861"/>
                      <a:pt x="66254" y="12792"/>
                    </a:cubicBezTo>
                    <a:cubicBezTo>
                      <a:pt x="66542" y="12651"/>
                      <a:pt x="66814" y="12487"/>
                      <a:pt x="67110" y="12361"/>
                    </a:cubicBezTo>
                    <a:cubicBezTo>
                      <a:pt x="67405" y="12234"/>
                      <a:pt x="67695" y="12119"/>
                      <a:pt x="67997" y="12007"/>
                    </a:cubicBezTo>
                    <a:cubicBezTo>
                      <a:pt x="68138" y="11957"/>
                      <a:pt x="68268" y="11883"/>
                      <a:pt x="68406" y="11819"/>
                    </a:cubicBezTo>
                    <a:cubicBezTo>
                      <a:pt x="68551" y="11752"/>
                      <a:pt x="68703" y="11702"/>
                      <a:pt x="68850" y="11633"/>
                    </a:cubicBezTo>
                    <a:cubicBezTo>
                      <a:pt x="69146" y="11494"/>
                      <a:pt x="69459" y="11395"/>
                      <a:pt x="69758" y="11265"/>
                    </a:cubicBezTo>
                    <a:cubicBezTo>
                      <a:pt x="70054" y="11135"/>
                      <a:pt x="70334" y="10990"/>
                      <a:pt x="70643" y="10890"/>
                    </a:cubicBezTo>
                    <a:cubicBezTo>
                      <a:pt x="70935" y="10795"/>
                      <a:pt x="71223" y="10704"/>
                      <a:pt x="71497" y="10566"/>
                    </a:cubicBezTo>
                    <a:cubicBezTo>
                      <a:pt x="71768" y="10426"/>
                      <a:pt x="72001" y="10252"/>
                      <a:pt x="72217" y="10038"/>
                    </a:cubicBezTo>
                    <a:cubicBezTo>
                      <a:pt x="72311" y="9945"/>
                      <a:pt x="72391" y="9844"/>
                      <a:pt x="72477" y="9744"/>
                    </a:cubicBezTo>
                    <a:cubicBezTo>
                      <a:pt x="72572" y="9632"/>
                      <a:pt x="72689" y="9545"/>
                      <a:pt x="72799" y="9448"/>
                    </a:cubicBezTo>
                    <a:cubicBezTo>
                      <a:pt x="72903" y="9353"/>
                      <a:pt x="72996" y="9232"/>
                      <a:pt x="73113" y="9153"/>
                    </a:cubicBezTo>
                    <a:cubicBezTo>
                      <a:pt x="73228" y="9071"/>
                      <a:pt x="73355" y="9033"/>
                      <a:pt x="73464" y="8937"/>
                    </a:cubicBezTo>
                    <a:cubicBezTo>
                      <a:pt x="73717" y="8712"/>
                      <a:pt x="73978" y="8503"/>
                      <a:pt x="74216" y="8262"/>
                    </a:cubicBezTo>
                    <a:cubicBezTo>
                      <a:pt x="74435" y="8039"/>
                      <a:pt x="74681" y="7847"/>
                      <a:pt x="74830" y="7568"/>
                    </a:cubicBezTo>
                    <a:cubicBezTo>
                      <a:pt x="74958" y="7328"/>
                      <a:pt x="75174" y="7157"/>
                      <a:pt x="75393" y="7001"/>
                    </a:cubicBezTo>
                    <a:cubicBezTo>
                      <a:pt x="75497" y="6926"/>
                      <a:pt x="75609" y="6852"/>
                      <a:pt x="75730" y="6807"/>
                    </a:cubicBezTo>
                    <a:cubicBezTo>
                      <a:pt x="75858" y="6759"/>
                      <a:pt x="75996" y="6763"/>
                      <a:pt x="76129" y="6755"/>
                    </a:cubicBezTo>
                    <a:cubicBezTo>
                      <a:pt x="76425" y="6733"/>
                      <a:pt x="76762" y="6781"/>
                      <a:pt x="77039" y="6893"/>
                    </a:cubicBezTo>
                    <a:cubicBezTo>
                      <a:pt x="77186" y="6951"/>
                      <a:pt x="77325" y="6973"/>
                      <a:pt x="77476" y="7016"/>
                    </a:cubicBezTo>
                    <a:cubicBezTo>
                      <a:pt x="77636" y="7058"/>
                      <a:pt x="77788" y="7124"/>
                      <a:pt x="77952" y="7159"/>
                    </a:cubicBezTo>
                    <a:cubicBezTo>
                      <a:pt x="78240" y="7222"/>
                      <a:pt x="78530" y="7298"/>
                      <a:pt x="78821" y="7354"/>
                    </a:cubicBezTo>
                    <a:cubicBezTo>
                      <a:pt x="79114" y="7412"/>
                      <a:pt x="79379" y="7579"/>
                      <a:pt x="79633" y="7732"/>
                    </a:cubicBezTo>
                    <a:cubicBezTo>
                      <a:pt x="79896" y="7888"/>
                      <a:pt x="80121" y="8057"/>
                      <a:pt x="80336" y="8273"/>
                    </a:cubicBezTo>
                    <a:cubicBezTo>
                      <a:pt x="80381" y="8319"/>
                      <a:pt x="80416" y="8373"/>
                      <a:pt x="80459" y="8420"/>
                    </a:cubicBezTo>
                    <a:cubicBezTo>
                      <a:pt x="80509" y="8476"/>
                      <a:pt x="80563" y="8502"/>
                      <a:pt x="80626" y="8541"/>
                    </a:cubicBezTo>
                    <a:cubicBezTo>
                      <a:pt x="80770" y="8626"/>
                      <a:pt x="80902" y="8745"/>
                      <a:pt x="81034" y="8851"/>
                    </a:cubicBezTo>
                    <a:cubicBezTo>
                      <a:pt x="81290" y="9054"/>
                      <a:pt x="81538" y="9257"/>
                      <a:pt x="81820" y="9424"/>
                    </a:cubicBezTo>
                    <a:cubicBezTo>
                      <a:pt x="82081" y="9578"/>
                      <a:pt x="82278" y="9803"/>
                      <a:pt x="82527" y="9975"/>
                    </a:cubicBezTo>
                    <a:cubicBezTo>
                      <a:pt x="82648" y="10058"/>
                      <a:pt x="82784" y="10121"/>
                      <a:pt x="82903" y="10209"/>
                    </a:cubicBezTo>
                    <a:cubicBezTo>
                      <a:pt x="83040" y="10306"/>
                      <a:pt x="83159" y="10393"/>
                      <a:pt x="83321" y="10447"/>
                    </a:cubicBezTo>
                    <a:cubicBezTo>
                      <a:pt x="83453" y="10493"/>
                      <a:pt x="83543" y="10585"/>
                      <a:pt x="83665" y="10638"/>
                    </a:cubicBezTo>
                    <a:cubicBezTo>
                      <a:pt x="83810" y="10702"/>
                      <a:pt x="83954" y="10730"/>
                      <a:pt x="84102" y="10771"/>
                    </a:cubicBezTo>
                    <a:cubicBezTo>
                      <a:pt x="84391" y="10852"/>
                      <a:pt x="84621" y="11042"/>
                      <a:pt x="84921" y="11074"/>
                    </a:cubicBezTo>
                    <a:cubicBezTo>
                      <a:pt x="85242" y="11105"/>
                      <a:pt x="85553" y="11124"/>
                      <a:pt x="85871" y="11189"/>
                    </a:cubicBezTo>
                    <a:cubicBezTo>
                      <a:pt x="86187" y="11254"/>
                      <a:pt x="86498" y="11250"/>
                      <a:pt x="86819" y="11239"/>
                    </a:cubicBezTo>
                    <a:cubicBezTo>
                      <a:pt x="87156" y="11228"/>
                      <a:pt x="87506" y="11215"/>
                      <a:pt x="87840" y="11170"/>
                    </a:cubicBezTo>
                    <a:cubicBezTo>
                      <a:pt x="88151" y="11129"/>
                      <a:pt x="88454" y="11038"/>
                      <a:pt x="88768" y="11031"/>
                    </a:cubicBezTo>
                    <a:cubicBezTo>
                      <a:pt x="89114" y="11023"/>
                      <a:pt x="89457" y="11066"/>
                      <a:pt x="89804" y="11044"/>
                    </a:cubicBezTo>
                    <a:cubicBezTo>
                      <a:pt x="90135" y="11022"/>
                      <a:pt x="90459" y="10964"/>
                      <a:pt x="90786" y="10927"/>
                    </a:cubicBezTo>
                    <a:cubicBezTo>
                      <a:pt x="91073" y="10895"/>
                      <a:pt x="91359" y="10943"/>
                      <a:pt x="91597" y="10748"/>
                    </a:cubicBezTo>
                    <a:cubicBezTo>
                      <a:pt x="91612" y="10735"/>
                      <a:pt x="91629" y="10733"/>
                      <a:pt x="91642" y="10737"/>
                    </a:cubicBezTo>
                    <a:cubicBezTo>
                      <a:pt x="91932" y="10545"/>
                      <a:pt x="92222" y="10361"/>
                      <a:pt x="92553" y="10242"/>
                    </a:cubicBezTo>
                    <a:cubicBezTo>
                      <a:pt x="92763" y="10166"/>
                      <a:pt x="92977" y="10092"/>
                      <a:pt x="93197" y="10043"/>
                    </a:cubicBezTo>
                    <a:cubicBezTo>
                      <a:pt x="93401" y="9997"/>
                      <a:pt x="93613" y="9986"/>
                      <a:pt x="93821" y="9976"/>
                    </a:cubicBezTo>
                    <a:cubicBezTo>
                      <a:pt x="94039" y="9969"/>
                      <a:pt x="94206" y="10019"/>
                      <a:pt x="94389" y="10133"/>
                    </a:cubicBezTo>
                    <a:cubicBezTo>
                      <a:pt x="94584" y="10255"/>
                      <a:pt x="94792" y="10343"/>
                      <a:pt x="95012" y="10413"/>
                    </a:cubicBezTo>
                    <a:cubicBezTo>
                      <a:pt x="95164" y="10464"/>
                      <a:pt x="95408" y="10586"/>
                      <a:pt x="95562" y="10499"/>
                    </a:cubicBezTo>
                    <a:cubicBezTo>
                      <a:pt x="95692" y="10426"/>
                      <a:pt x="95761" y="10265"/>
                      <a:pt x="95839" y="10148"/>
                    </a:cubicBezTo>
                    <a:cubicBezTo>
                      <a:pt x="95897" y="10062"/>
                      <a:pt x="95960" y="9984"/>
                      <a:pt x="96018" y="9900"/>
                    </a:cubicBezTo>
                    <a:cubicBezTo>
                      <a:pt x="96081" y="9811"/>
                      <a:pt x="96128" y="9716"/>
                      <a:pt x="96180" y="9621"/>
                    </a:cubicBezTo>
                    <a:cubicBezTo>
                      <a:pt x="96293" y="9420"/>
                      <a:pt x="96392" y="9221"/>
                      <a:pt x="96483" y="9009"/>
                    </a:cubicBezTo>
                    <a:cubicBezTo>
                      <a:pt x="96658" y="8606"/>
                      <a:pt x="96864" y="8208"/>
                      <a:pt x="97165" y="7882"/>
                    </a:cubicBezTo>
                    <a:cubicBezTo>
                      <a:pt x="97305" y="7732"/>
                      <a:pt x="97446" y="7637"/>
                      <a:pt x="97621" y="7535"/>
                    </a:cubicBezTo>
                    <a:cubicBezTo>
                      <a:pt x="97705" y="7486"/>
                      <a:pt x="97779" y="7425"/>
                      <a:pt x="97863" y="7376"/>
                    </a:cubicBezTo>
                    <a:cubicBezTo>
                      <a:pt x="97954" y="7323"/>
                      <a:pt x="98056" y="7293"/>
                      <a:pt x="98158" y="7270"/>
                    </a:cubicBezTo>
                    <a:cubicBezTo>
                      <a:pt x="98367" y="7226"/>
                      <a:pt x="98575" y="7174"/>
                      <a:pt x="98783" y="7131"/>
                    </a:cubicBezTo>
                    <a:cubicBezTo>
                      <a:pt x="99005" y="7086"/>
                      <a:pt x="99217" y="7044"/>
                      <a:pt x="99429" y="6969"/>
                    </a:cubicBezTo>
                    <a:cubicBezTo>
                      <a:pt x="99523" y="6936"/>
                      <a:pt x="99620" y="6908"/>
                      <a:pt x="99700" y="6846"/>
                    </a:cubicBezTo>
                    <a:cubicBezTo>
                      <a:pt x="99778" y="6791"/>
                      <a:pt x="99847" y="6720"/>
                      <a:pt x="99920" y="6657"/>
                    </a:cubicBezTo>
                    <a:cubicBezTo>
                      <a:pt x="100083" y="6515"/>
                      <a:pt x="100210" y="6335"/>
                      <a:pt x="100368" y="6184"/>
                    </a:cubicBezTo>
                    <a:cubicBezTo>
                      <a:pt x="100528" y="6028"/>
                      <a:pt x="100671" y="5853"/>
                      <a:pt x="100835" y="5701"/>
                    </a:cubicBezTo>
                    <a:cubicBezTo>
                      <a:pt x="100987" y="5559"/>
                      <a:pt x="101162" y="5440"/>
                      <a:pt x="101342" y="5336"/>
                    </a:cubicBezTo>
                    <a:cubicBezTo>
                      <a:pt x="101517" y="5234"/>
                      <a:pt x="101705" y="5126"/>
                      <a:pt x="101897" y="5059"/>
                    </a:cubicBezTo>
                    <a:cubicBezTo>
                      <a:pt x="102077" y="4998"/>
                      <a:pt x="102270" y="4985"/>
                      <a:pt x="102460" y="5003"/>
                    </a:cubicBezTo>
                    <a:cubicBezTo>
                      <a:pt x="102652" y="5024"/>
                      <a:pt x="102841" y="5070"/>
                      <a:pt x="103025" y="5124"/>
                    </a:cubicBezTo>
                    <a:cubicBezTo>
                      <a:pt x="103228" y="5180"/>
                      <a:pt x="103412" y="5277"/>
                      <a:pt x="103611" y="5340"/>
                    </a:cubicBezTo>
                    <a:cubicBezTo>
                      <a:pt x="103712" y="5373"/>
                      <a:pt x="103814" y="5390"/>
                      <a:pt x="103913" y="5431"/>
                    </a:cubicBezTo>
                    <a:cubicBezTo>
                      <a:pt x="104017" y="5472"/>
                      <a:pt x="104117" y="5524"/>
                      <a:pt x="104227" y="5552"/>
                    </a:cubicBezTo>
                    <a:cubicBezTo>
                      <a:pt x="104424" y="5606"/>
                      <a:pt x="104632" y="5677"/>
                      <a:pt x="104835" y="5705"/>
                    </a:cubicBezTo>
                    <a:cubicBezTo>
                      <a:pt x="105054" y="5732"/>
                      <a:pt x="105265" y="5749"/>
                      <a:pt x="105465" y="5853"/>
                    </a:cubicBezTo>
                    <a:cubicBezTo>
                      <a:pt x="105625" y="5937"/>
                      <a:pt x="105770" y="6050"/>
                      <a:pt x="105886" y="6192"/>
                    </a:cubicBezTo>
                    <a:cubicBezTo>
                      <a:pt x="106148" y="6515"/>
                      <a:pt x="106152" y="6952"/>
                      <a:pt x="106243" y="7345"/>
                    </a:cubicBezTo>
                    <a:cubicBezTo>
                      <a:pt x="106295" y="7564"/>
                      <a:pt x="106373" y="7773"/>
                      <a:pt x="106433" y="7990"/>
                    </a:cubicBezTo>
                    <a:cubicBezTo>
                      <a:pt x="106449" y="8053"/>
                      <a:pt x="106462" y="8128"/>
                      <a:pt x="106501" y="8184"/>
                    </a:cubicBezTo>
                    <a:cubicBezTo>
                      <a:pt x="106524" y="8213"/>
                      <a:pt x="106522" y="8215"/>
                      <a:pt x="106548" y="8210"/>
                    </a:cubicBezTo>
                    <a:cubicBezTo>
                      <a:pt x="106578" y="8204"/>
                      <a:pt x="106628" y="8130"/>
                      <a:pt x="106654" y="8109"/>
                    </a:cubicBezTo>
                    <a:cubicBezTo>
                      <a:pt x="106723" y="8059"/>
                      <a:pt x="106803" y="8035"/>
                      <a:pt x="106875" y="7998"/>
                    </a:cubicBezTo>
                    <a:cubicBezTo>
                      <a:pt x="106964" y="7951"/>
                      <a:pt x="107041" y="7879"/>
                      <a:pt x="107106" y="7804"/>
                    </a:cubicBezTo>
                    <a:cubicBezTo>
                      <a:pt x="107238" y="7648"/>
                      <a:pt x="107364" y="7475"/>
                      <a:pt x="107465" y="7296"/>
                    </a:cubicBezTo>
                    <a:cubicBezTo>
                      <a:pt x="107645" y="6977"/>
                      <a:pt x="107995" y="6623"/>
                      <a:pt x="108404" y="6705"/>
                    </a:cubicBezTo>
                    <a:cubicBezTo>
                      <a:pt x="108586" y="6742"/>
                      <a:pt x="108674" y="6898"/>
                      <a:pt x="108813" y="7004"/>
                    </a:cubicBezTo>
                    <a:cubicBezTo>
                      <a:pt x="108977" y="7131"/>
                      <a:pt x="109170" y="7211"/>
                      <a:pt x="109336" y="7339"/>
                    </a:cubicBezTo>
                    <a:cubicBezTo>
                      <a:pt x="109674" y="7605"/>
                      <a:pt x="109960" y="7938"/>
                      <a:pt x="110210" y="8288"/>
                    </a:cubicBezTo>
                    <a:cubicBezTo>
                      <a:pt x="110308" y="8425"/>
                      <a:pt x="110398" y="8570"/>
                      <a:pt x="110487" y="8714"/>
                    </a:cubicBezTo>
                    <a:cubicBezTo>
                      <a:pt x="110557" y="8693"/>
                      <a:pt x="110630" y="8675"/>
                      <a:pt x="110703" y="8665"/>
                    </a:cubicBezTo>
                    <a:cubicBezTo>
                      <a:pt x="110814" y="8650"/>
                      <a:pt x="110933" y="8676"/>
                      <a:pt x="111043" y="8650"/>
                    </a:cubicBezTo>
                    <a:cubicBezTo>
                      <a:pt x="111143" y="8626"/>
                      <a:pt x="111233" y="8557"/>
                      <a:pt x="111320" y="8503"/>
                    </a:cubicBezTo>
                    <a:cubicBezTo>
                      <a:pt x="111420" y="8440"/>
                      <a:pt x="111526" y="8390"/>
                      <a:pt x="111634" y="8342"/>
                    </a:cubicBezTo>
                    <a:cubicBezTo>
                      <a:pt x="111852" y="8247"/>
                      <a:pt x="112066" y="8146"/>
                      <a:pt x="112285" y="8057"/>
                    </a:cubicBezTo>
                    <a:cubicBezTo>
                      <a:pt x="112510" y="7966"/>
                      <a:pt x="112722" y="7851"/>
                      <a:pt x="112949" y="7765"/>
                    </a:cubicBezTo>
                    <a:cubicBezTo>
                      <a:pt x="113159" y="7687"/>
                      <a:pt x="113379" y="7601"/>
                      <a:pt x="113557" y="7464"/>
                    </a:cubicBezTo>
                    <a:cubicBezTo>
                      <a:pt x="113643" y="7397"/>
                      <a:pt x="113741" y="7354"/>
                      <a:pt x="113836" y="7302"/>
                    </a:cubicBezTo>
                    <a:cubicBezTo>
                      <a:pt x="113940" y="7244"/>
                      <a:pt x="114041" y="7185"/>
                      <a:pt x="114147" y="7133"/>
                    </a:cubicBezTo>
                    <a:cubicBezTo>
                      <a:pt x="114337" y="7044"/>
                      <a:pt x="114508" y="6921"/>
                      <a:pt x="114692" y="6817"/>
                    </a:cubicBezTo>
                    <a:cubicBezTo>
                      <a:pt x="114891" y="6701"/>
                      <a:pt x="115118" y="6651"/>
                      <a:pt x="115320" y="6541"/>
                    </a:cubicBezTo>
                    <a:cubicBezTo>
                      <a:pt x="115503" y="6441"/>
                      <a:pt x="115661" y="6335"/>
                      <a:pt x="115806" y="6192"/>
                    </a:cubicBezTo>
                    <a:cubicBezTo>
                      <a:pt x="115863" y="6136"/>
                      <a:pt x="115934" y="6063"/>
                      <a:pt x="116014" y="6024"/>
                    </a:cubicBezTo>
                    <a:cubicBezTo>
                      <a:pt x="116018" y="6019"/>
                      <a:pt x="116020" y="6015"/>
                      <a:pt x="116025" y="6008"/>
                    </a:cubicBezTo>
                    <a:cubicBezTo>
                      <a:pt x="116135" y="5853"/>
                      <a:pt x="116276" y="5770"/>
                      <a:pt x="116468" y="5764"/>
                    </a:cubicBezTo>
                    <a:cubicBezTo>
                      <a:pt x="116697" y="5758"/>
                      <a:pt x="116914" y="5777"/>
                      <a:pt x="117143" y="5740"/>
                    </a:cubicBezTo>
                    <a:cubicBezTo>
                      <a:pt x="117364" y="5703"/>
                      <a:pt x="117580" y="5639"/>
                      <a:pt x="117805" y="5636"/>
                    </a:cubicBezTo>
                    <a:cubicBezTo>
                      <a:pt x="117904" y="5634"/>
                      <a:pt x="117987" y="5632"/>
                      <a:pt x="118082" y="5591"/>
                    </a:cubicBezTo>
                    <a:cubicBezTo>
                      <a:pt x="118177" y="5552"/>
                      <a:pt x="118268" y="5502"/>
                      <a:pt x="118367" y="5465"/>
                    </a:cubicBezTo>
                    <a:cubicBezTo>
                      <a:pt x="118571" y="5385"/>
                      <a:pt x="118748" y="5266"/>
                      <a:pt x="118917" y="5124"/>
                    </a:cubicBezTo>
                    <a:cubicBezTo>
                      <a:pt x="119081" y="4988"/>
                      <a:pt x="119276" y="4894"/>
                      <a:pt x="119458" y="4786"/>
                    </a:cubicBezTo>
                    <a:cubicBezTo>
                      <a:pt x="119642" y="4676"/>
                      <a:pt x="119849" y="4581"/>
                      <a:pt x="120063" y="4553"/>
                    </a:cubicBezTo>
                    <a:cubicBezTo>
                      <a:pt x="120260" y="4527"/>
                      <a:pt x="120451" y="4568"/>
                      <a:pt x="120649" y="4561"/>
                    </a:cubicBezTo>
                    <a:cubicBezTo>
                      <a:pt x="120745" y="4557"/>
                      <a:pt x="120844" y="4540"/>
                      <a:pt x="120933" y="4507"/>
                    </a:cubicBezTo>
                    <a:cubicBezTo>
                      <a:pt x="121024" y="4471"/>
                      <a:pt x="121084" y="4408"/>
                      <a:pt x="121164" y="4360"/>
                    </a:cubicBezTo>
                    <a:cubicBezTo>
                      <a:pt x="121342" y="4250"/>
                      <a:pt x="121578" y="4265"/>
                      <a:pt x="121779" y="4278"/>
                    </a:cubicBezTo>
                    <a:cubicBezTo>
                      <a:pt x="122006" y="4293"/>
                      <a:pt x="122229" y="4302"/>
                      <a:pt x="122451" y="4362"/>
                    </a:cubicBezTo>
                    <a:cubicBezTo>
                      <a:pt x="122659" y="4418"/>
                      <a:pt x="122858" y="4509"/>
                      <a:pt x="123066" y="4568"/>
                    </a:cubicBezTo>
                    <a:cubicBezTo>
                      <a:pt x="123301" y="4633"/>
                      <a:pt x="123514" y="4607"/>
                      <a:pt x="123749" y="4555"/>
                    </a:cubicBezTo>
                    <a:cubicBezTo>
                      <a:pt x="123972" y="4507"/>
                      <a:pt x="124182" y="4486"/>
                      <a:pt x="124411" y="4481"/>
                    </a:cubicBezTo>
                    <a:cubicBezTo>
                      <a:pt x="124632" y="4473"/>
                      <a:pt x="124837" y="4388"/>
                      <a:pt x="125060" y="4377"/>
                    </a:cubicBezTo>
                    <a:cubicBezTo>
                      <a:pt x="125274" y="4365"/>
                      <a:pt x="125516" y="4373"/>
                      <a:pt x="125729" y="4408"/>
                    </a:cubicBezTo>
                    <a:cubicBezTo>
                      <a:pt x="125834" y="4427"/>
                      <a:pt x="125932" y="4468"/>
                      <a:pt x="126038" y="4486"/>
                    </a:cubicBezTo>
                    <a:cubicBezTo>
                      <a:pt x="126142" y="4503"/>
                      <a:pt x="126246" y="4511"/>
                      <a:pt x="126349" y="4550"/>
                    </a:cubicBezTo>
                    <a:cubicBezTo>
                      <a:pt x="126516" y="4613"/>
                      <a:pt x="126650" y="4730"/>
                      <a:pt x="126775" y="4856"/>
                    </a:cubicBezTo>
                    <a:cubicBezTo>
                      <a:pt x="126925" y="5011"/>
                      <a:pt x="127108" y="5122"/>
                      <a:pt x="127267" y="5266"/>
                    </a:cubicBezTo>
                    <a:cubicBezTo>
                      <a:pt x="127347" y="5336"/>
                      <a:pt x="127424" y="5385"/>
                      <a:pt x="127520" y="5435"/>
                    </a:cubicBezTo>
                    <a:cubicBezTo>
                      <a:pt x="127612" y="5483"/>
                      <a:pt x="127684" y="5552"/>
                      <a:pt x="127766" y="5613"/>
                    </a:cubicBezTo>
                    <a:cubicBezTo>
                      <a:pt x="127848" y="5677"/>
                      <a:pt x="127946" y="5703"/>
                      <a:pt x="128036" y="5753"/>
                    </a:cubicBezTo>
                    <a:cubicBezTo>
                      <a:pt x="128125" y="5803"/>
                      <a:pt x="128199" y="5874"/>
                      <a:pt x="128281" y="5933"/>
                    </a:cubicBezTo>
                    <a:cubicBezTo>
                      <a:pt x="128460" y="6060"/>
                      <a:pt x="128655" y="6156"/>
                      <a:pt x="128828" y="6292"/>
                    </a:cubicBezTo>
                    <a:cubicBezTo>
                      <a:pt x="129004" y="6428"/>
                      <a:pt x="129176" y="6564"/>
                      <a:pt x="129371" y="6672"/>
                    </a:cubicBezTo>
                    <a:cubicBezTo>
                      <a:pt x="129572" y="6781"/>
                      <a:pt x="129782" y="6872"/>
                      <a:pt x="129979" y="6988"/>
                    </a:cubicBezTo>
                    <a:cubicBezTo>
                      <a:pt x="130163" y="7094"/>
                      <a:pt x="130314" y="7244"/>
                      <a:pt x="130489" y="7365"/>
                    </a:cubicBezTo>
                    <a:cubicBezTo>
                      <a:pt x="130665" y="7486"/>
                      <a:pt x="130848" y="7607"/>
                      <a:pt x="131028" y="7720"/>
                    </a:cubicBezTo>
                    <a:cubicBezTo>
                      <a:pt x="131402" y="7955"/>
                      <a:pt x="131829" y="8091"/>
                      <a:pt x="132216" y="8297"/>
                    </a:cubicBezTo>
                    <a:cubicBezTo>
                      <a:pt x="132410" y="8399"/>
                      <a:pt x="132594" y="8516"/>
                      <a:pt x="132759" y="8660"/>
                    </a:cubicBezTo>
                    <a:cubicBezTo>
                      <a:pt x="132932" y="8808"/>
                      <a:pt x="133089" y="8976"/>
                      <a:pt x="133265" y="9121"/>
                    </a:cubicBezTo>
                    <a:cubicBezTo>
                      <a:pt x="133622" y="9418"/>
                      <a:pt x="134031" y="9636"/>
                      <a:pt x="134407" y="9908"/>
                    </a:cubicBezTo>
                    <a:cubicBezTo>
                      <a:pt x="134604" y="10047"/>
                      <a:pt x="134796" y="10198"/>
                      <a:pt x="134985" y="10348"/>
                    </a:cubicBezTo>
                    <a:cubicBezTo>
                      <a:pt x="135136" y="10469"/>
                      <a:pt x="135281" y="10625"/>
                      <a:pt x="135480" y="10648"/>
                    </a:cubicBezTo>
                    <a:cubicBezTo>
                      <a:pt x="135698" y="10674"/>
                      <a:pt x="135917" y="10618"/>
                      <a:pt x="136129" y="10573"/>
                    </a:cubicBezTo>
                    <a:cubicBezTo>
                      <a:pt x="136362" y="10521"/>
                      <a:pt x="136596" y="10488"/>
                      <a:pt x="136830" y="10449"/>
                    </a:cubicBezTo>
                    <a:cubicBezTo>
                      <a:pt x="137067" y="10410"/>
                      <a:pt x="137279" y="10404"/>
                      <a:pt x="137515" y="10430"/>
                    </a:cubicBezTo>
                    <a:cubicBezTo>
                      <a:pt x="137745" y="10456"/>
                      <a:pt x="137980" y="10458"/>
                      <a:pt x="138210" y="10492"/>
                    </a:cubicBezTo>
                    <a:cubicBezTo>
                      <a:pt x="138433" y="10523"/>
                      <a:pt x="138653" y="10594"/>
                      <a:pt x="138865" y="10666"/>
                    </a:cubicBezTo>
                    <a:cubicBezTo>
                      <a:pt x="138956" y="10694"/>
                      <a:pt x="139040" y="10730"/>
                      <a:pt x="139110" y="10795"/>
                    </a:cubicBezTo>
                    <a:cubicBezTo>
                      <a:pt x="139177" y="10852"/>
                      <a:pt x="139283" y="10862"/>
                      <a:pt x="139367" y="10897"/>
                    </a:cubicBezTo>
                    <a:cubicBezTo>
                      <a:pt x="139536" y="10964"/>
                      <a:pt x="139726" y="11046"/>
                      <a:pt x="139912" y="11038"/>
                    </a:cubicBezTo>
                    <a:cubicBezTo>
                      <a:pt x="139912" y="11036"/>
                      <a:pt x="139914" y="11036"/>
                      <a:pt x="139914" y="11036"/>
                    </a:cubicBezTo>
                    <a:cubicBezTo>
                      <a:pt x="139932" y="10988"/>
                      <a:pt x="140011" y="10994"/>
                      <a:pt x="140020" y="11040"/>
                    </a:cubicBezTo>
                    <a:cubicBezTo>
                      <a:pt x="140057" y="11029"/>
                      <a:pt x="140094" y="11018"/>
                      <a:pt x="140131" y="11005"/>
                    </a:cubicBezTo>
                    <a:cubicBezTo>
                      <a:pt x="140250" y="10964"/>
                      <a:pt x="140364" y="10910"/>
                      <a:pt x="140476" y="10856"/>
                    </a:cubicBezTo>
                    <a:cubicBezTo>
                      <a:pt x="140715" y="10739"/>
                      <a:pt x="140953" y="10635"/>
                      <a:pt x="141206" y="10551"/>
                    </a:cubicBezTo>
                    <a:cubicBezTo>
                      <a:pt x="141333" y="10508"/>
                      <a:pt x="141467" y="10477"/>
                      <a:pt x="141590" y="10426"/>
                    </a:cubicBezTo>
                    <a:cubicBezTo>
                      <a:pt x="141699" y="10382"/>
                      <a:pt x="141800" y="10317"/>
                      <a:pt x="141908" y="10267"/>
                    </a:cubicBezTo>
                    <a:cubicBezTo>
                      <a:pt x="142012" y="10218"/>
                      <a:pt x="142123" y="10187"/>
                      <a:pt x="142218" y="10121"/>
                    </a:cubicBezTo>
                    <a:cubicBezTo>
                      <a:pt x="142324" y="10051"/>
                      <a:pt x="142419" y="9963"/>
                      <a:pt x="142518" y="9883"/>
                    </a:cubicBezTo>
                    <a:cubicBezTo>
                      <a:pt x="142620" y="9800"/>
                      <a:pt x="142724" y="9716"/>
                      <a:pt x="142834" y="9642"/>
                    </a:cubicBezTo>
                    <a:cubicBezTo>
                      <a:pt x="142936" y="9569"/>
                      <a:pt x="143029" y="9485"/>
                      <a:pt x="143133" y="9415"/>
                    </a:cubicBezTo>
                    <a:cubicBezTo>
                      <a:pt x="143237" y="9344"/>
                      <a:pt x="143321" y="9253"/>
                      <a:pt x="143416" y="9169"/>
                    </a:cubicBezTo>
                    <a:cubicBezTo>
                      <a:pt x="143514" y="9084"/>
                      <a:pt x="143628" y="9011"/>
                      <a:pt x="143738" y="8939"/>
                    </a:cubicBezTo>
                    <a:cubicBezTo>
                      <a:pt x="143964" y="8784"/>
                      <a:pt x="144195" y="8636"/>
                      <a:pt x="144435" y="8503"/>
                    </a:cubicBezTo>
                    <a:cubicBezTo>
                      <a:pt x="144671" y="8371"/>
                      <a:pt x="144909" y="8232"/>
                      <a:pt x="145149" y="8107"/>
                    </a:cubicBezTo>
                    <a:cubicBezTo>
                      <a:pt x="145380" y="7988"/>
                      <a:pt x="145629" y="7899"/>
                      <a:pt x="145871" y="7806"/>
                    </a:cubicBezTo>
                    <a:cubicBezTo>
                      <a:pt x="146088" y="7724"/>
                      <a:pt x="146310" y="7644"/>
                      <a:pt x="146496" y="7501"/>
                    </a:cubicBezTo>
                    <a:cubicBezTo>
                      <a:pt x="146594" y="7425"/>
                      <a:pt x="146689" y="7347"/>
                      <a:pt x="146791" y="7278"/>
                    </a:cubicBezTo>
                    <a:cubicBezTo>
                      <a:pt x="146894" y="7209"/>
                      <a:pt x="147000" y="7159"/>
                      <a:pt x="147107" y="7103"/>
                    </a:cubicBezTo>
                    <a:cubicBezTo>
                      <a:pt x="147325" y="6995"/>
                      <a:pt x="147524" y="6856"/>
                      <a:pt x="147732" y="6733"/>
                    </a:cubicBezTo>
                    <a:cubicBezTo>
                      <a:pt x="147838" y="6672"/>
                      <a:pt x="147946" y="6614"/>
                      <a:pt x="148060" y="6567"/>
                    </a:cubicBezTo>
                    <a:cubicBezTo>
                      <a:pt x="148177" y="6519"/>
                      <a:pt x="148285" y="6502"/>
                      <a:pt x="148409" y="6489"/>
                    </a:cubicBezTo>
                    <a:cubicBezTo>
                      <a:pt x="148532" y="6476"/>
                      <a:pt x="148647" y="6434"/>
                      <a:pt x="148770" y="6426"/>
                    </a:cubicBezTo>
                    <a:cubicBezTo>
                      <a:pt x="148887" y="6419"/>
                      <a:pt x="149006" y="6411"/>
                      <a:pt x="149125" y="6409"/>
                    </a:cubicBezTo>
                    <a:cubicBezTo>
                      <a:pt x="149261" y="6406"/>
                      <a:pt x="149384" y="6447"/>
                      <a:pt x="149514" y="6480"/>
                    </a:cubicBezTo>
                    <a:cubicBezTo>
                      <a:pt x="149648" y="6515"/>
                      <a:pt x="149782" y="6538"/>
                      <a:pt x="149918" y="6562"/>
                    </a:cubicBezTo>
                    <a:cubicBezTo>
                      <a:pt x="150040" y="6584"/>
                      <a:pt x="150161" y="6601"/>
                      <a:pt x="150284" y="6616"/>
                    </a:cubicBezTo>
                    <a:cubicBezTo>
                      <a:pt x="150366" y="6538"/>
                      <a:pt x="150448" y="6458"/>
                      <a:pt x="150531" y="6383"/>
                    </a:cubicBezTo>
                    <a:cubicBezTo>
                      <a:pt x="150652" y="6275"/>
                      <a:pt x="150792" y="6195"/>
                      <a:pt x="150922" y="6099"/>
                    </a:cubicBezTo>
                    <a:cubicBezTo>
                      <a:pt x="151050" y="6004"/>
                      <a:pt x="151151" y="5889"/>
                      <a:pt x="151249" y="5764"/>
                    </a:cubicBezTo>
                    <a:cubicBezTo>
                      <a:pt x="151457" y="5498"/>
                      <a:pt x="151697" y="5258"/>
                      <a:pt x="151915" y="5002"/>
                    </a:cubicBezTo>
                    <a:cubicBezTo>
                      <a:pt x="152008" y="4888"/>
                      <a:pt x="152110" y="4756"/>
                      <a:pt x="152252" y="4704"/>
                    </a:cubicBezTo>
                    <a:cubicBezTo>
                      <a:pt x="152315" y="4680"/>
                      <a:pt x="152371" y="4659"/>
                      <a:pt x="152428" y="4624"/>
                    </a:cubicBezTo>
                    <a:cubicBezTo>
                      <a:pt x="152490" y="4585"/>
                      <a:pt x="152553" y="4551"/>
                      <a:pt x="152625" y="4542"/>
                    </a:cubicBezTo>
                    <a:cubicBezTo>
                      <a:pt x="152705" y="4535"/>
                      <a:pt x="152772" y="4559"/>
                      <a:pt x="152841" y="4590"/>
                    </a:cubicBezTo>
                    <a:cubicBezTo>
                      <a:pt x="152917" y="4626"/>
                      <a:pt x="152994" y="4628"/>
                      <a:pt x="153077" y="4631"/>
                    </a:cubicBezTo>
                    <a:cubicBezTo>
                      <a:pt x="153248" y="4635"/>
                      <a:pt x="153393" y="4657"/>
                      <a:pt x="153542" y="4741"/>
                    </a:cubicBezTo>
                    <a:cubicBezTo>
                      <a:pt x="153672" y="4814"/>
                      <a:pt x="153784" y="4914"/>
                      <a:pt x="153910" y="4992"/>
                    </a:cubicBezTo>
                    <a:cubicBezTo>
                      <a:pt x="154046" y="5078"/>
                      <a:pt x="154193" y="5147"/>
                      <a:pt x="154333" y="5230"/>
                    </a:cubicBezTo>
                    <a:cubicBezTo>
                      <a:pt x="154476" y="5314"/>
                      <a:pt x="154612" y="5407"/>
                      <a:pt x="154734" y="5517"/>
                    </a:cubicBezTo>
                    <a:cubicBezTo>
                      <a:pt x="154852" y="5621"/>
                      <a:pt x="154959" y="5732"/>
                      <a:pt x="155093" y="5812"/>
                    </a:cubicBezTo>
                    <a:cubicBezTo>
                      <a:pt x="155385" y="5985"/>
                      <a:pt x="155627" y="6236"/>
                      <a:pt x="155845" y="6495"/>
                    </a:cubicBezTo>
                    <a:cubicBezTo>
                      <a:pt x="155954" y="6627"/>
                      <a:pt x="156058" y="6763"/>
                      <a:pt x="156157" y="6902"/>
                    </a:cubicBezTo>
                    <a:cubicBezTo>
                      <a:pt x="156246" y="7029"/>
                      <a:pt x="156328" y="7146"/>
                      <a:pt x="156455" y="7237"/>
                    </a:cubicBezTo>
                    <a:cubicBezTo>
                      <a:pt x="156512" y="7280"/>
                      <a:pt x="156574" y="7311"/>
                      <a:pt x="156635" y="7347"/>
                    </a:cubicBezTo>
                    <a:cubicBezTo>
                      <a:pt x="156708" y="7391"/>
                      <a:pt x="156769" y="7451"/>
                      <a:pt x="156832" y="7505"/>
                    </a:cubicBezTo>
                    <a:cubicBezTo>
                      <a:pt x="156959" y="7613"/>
                      <a:pt x="157104" y="7691"/>
                      <a:pt x="157249" y="7767"/>
                    </a:cubicBezTo>
                    <a:cubicBezTo>
                      <a:pt x="157310" y="7800"/>
                      <a:pt x="157368" y="7836"/>
                      <a:pt x="157437" y="7849"/>
                    </a:cubicBezTo>
                    <a:cubicBezTo>
                      <a:pt x="157522" y="7867"/>
                      <a:pt x="157598" y="7888"/>
                      <a:pt x="157680" y="7923"/>
                    </a:cubicBezTo>
                    <a:cubicBezTo>
                      <a:pt x="157835" y="7992"/>
                      <a:pt x="157983" y="8074"/>
                      <a:pt x="158132" y="8152"/>
                    </a:cubicBezTo>
                    <a:cubicBezTo>
                      <a:pt x="158279" y="8230"/>
                      <a:pt x="158435" y="8290"/>
                      <a:pt x="158580" y="8370"/>
                    </a:cubicBezTo>
                    <a:cubicBezTo>
                      <a:pt x="158731" y="8453"/>
                      <a:pt x="158850" y="8583"/>
                      <a:pt x="158980" y="8691"/>
                    </a:cubicBezTo>
                    <a:cubicBezTo>
                      <a:pt x="159103" y="8792"/>
                      <a:pt x="159228" y="8890"/>
                      <a:pt x="159365" y="8970"/>
                    </a:cubicBezTo>
                    <a:cubicBezTo>
                      <a:pt x="159510" y="9052"/>
                      <a:pt x="159629" y="9154"/>
                      <a:pt x="159748" y="9268"/>
                    </a:cubicBezTo>
                    <a:cubicBezTo>
                      <a:pt x="159867" y="9381"/>
                      <a:pt x="159983" y="9491"/>
                      <a:pt x="160130" y="9564"/>
                    </a:cubicBezTo>
                    <a:cubicBezTo>
                      <a:pt x="160282" y="9642"/>
                      <a:pt x="160436" y="9714"/>
                      <a:pt x="160585" y="9800"/>
                    </a:cubicBezTo>
                    <a:cubicBezTo>
                      <a:pt x="160730" y="9882"/>
                      <a:pt x="160873" y="9969"/>
                      <a:pt x="161028" y="10034"/>
                    </a:cubicBezTo>
                    <a:cubicBezTo>
                      <a:pt x="161191" y="10103"/>
                      <a:pt x="161363" y="10134"/>
                      <a:pt x="161535" y="10168"/>
                    </a:cubicBezTo>
                    <a:cubicBezTo>
                      <a:pt x="161710" y="10201"/>
                      <a:pt x="161887" y="10235"/>
                      <a:pt x="162058" y="10285"/>
                    </a:cubicBezTo>
                    <a:cubicBezTo>
                      <a:pt x="162136" y="10309"/>
                      <a:pt x="162211" y="10341"/>
                      <a:pt x="162285" y="10369"/>
                    </a:cubicBezTo>
                    <a:cubicBezTo>
                      <a:pt x="162367" y="10400"/>
                      <a:pt x="162451" y="10412"/>
                      <a:pt x="162534" y="10434"/>
                    </a:cubicBezTo>
                    <a:cubicBezTo>
                      <a:pt x="162690" y="10473"/>
                      <a:pt x="162824" y="10547"/>
                      <a:pt x="162984" y="10568"/>
                    </a:cubicBezTo>
                    <a:cubicBezTo>
                      <a:pt x="163068" y="10579"/>
                      <a:pt x="163150" y="10585"/>
                      <a:pt x="163233" y="10594"/>
                    </a:cubicBezTo>
                    <a:cubicBezTo>
                      <a:pt x="163321" y="10603"/>
                      <a:pt x="163393" y="10618"/>
                      <a:pt x="163481" y="10599"/>
                    </a:cubicBezTo>
                    <a:cubicBezTo>
                      <a:pt x="163583" y="10577"/>
                      <a:pt x="163711" y="10553"/>
                      <a:pt x="163812" y="10583"/>
                    </a:cubicBezTo>
                    <a:cubicBezTo>
                      <a:pt x="163821" y="10585"/>
                      <a:pt x="163827" y="10588"/>
                      <a:pt x="163832" y="10594"/>
                    </a:cubicBezTo>
                    <a:cubicBezTo>
                      <a:pt x="163873" y="10585"/>
                      <a:pt x="163916" y="10577"/>
                      <a:pt x="163959" y="10570"/>
                    </a:cubicBezTo>
                    <a:cubicBezTo>
                      <a:pt x="164241" y="10514"/>
                      <a:pt x="164519" y="10467"/>
                      <a:pt x="164788" y="10360"/>
                    </a:cubicBezTo>
                    <a:cubicBezTo>
                      <a:pt x="165039" y="10259"/>
                      <a:pt x="165281" y="10161"/>
                      <a:pt x="165549" y="10120"/>
                    </a:cubicBezTo>
                    <a:cubicBezTo>
                      <a:pt x="165837" y="10077"/>
                      <a:pt x="166103" y="9980"/>
                      <a:pt x="166382" y="9906"/>
                    </a:cubicBezTo>
                    <a:cubicBezTo>
                      <a:pt x="166646" y="9839"/>
                      <a:pt x="166888" y="9703"/>
                      <a:pt x="167152" y="9629"/>
                    </a:cubicBezTo>
                    <a:cubicBezTo>
                      <a:pt x="167424" y="9552"/>
                      <a:pt x="167688" y="9452"/>
                      <a:pt x="167944" y="9335"/>
                    </a:cubicBezTo>
                    <a:cubicBezTo>
                      <a:pt x="168205" y="9218"/>
                      <a:pt x="168459" y="9087"/>
                      <a:pt x="168729" y="8991"/>
                    </a:cubicBezTo>
                    <a:cubicBezTo>
                      <a:pt x="169001" y="8890"/>
                      <a:pt x="169294" y="8831"/>
                      <a:pt x="169557" y="8712"/>
                    </a:cubicBezTo>
                    <a:cubicBezTo>
                      <a:pt x="169657" y="8667"/>
                      <a:pt x="169745" y="8600"/>
                      <a:pt x="169839" y="8546"/>
                    </a:cubicBezTo>
                    <a:cubicBezTo>
                      <a:pt x="169953" y="8481"/>
                      <a:pt x="170077" y="8446"/>
                      <a:pt x="170193" y="8384"/>
                    </a:cubicBezTo>
                    <a:cubicBezTo>
                      <a:pt x="170425" y="8265"/>
                      <a:pt x="170635" y="8113"/>
                      <a:pt x="170879" y="8012"/>
                    </a:cubicBezTo>
                    <a:cubicBezTo>
                      <a:pt x="171128" y="7912"/>
                      <a:pt x="171364" y="7774"/>
                      <a:pt x="171641" y="7780"/>
                    </a:cubicBezTo>
                    <a:cubicBezTo>
                      <a:pt x="171920" y="7787"/>
                      <a:pt x="172203" y="7825"/>
                      <a:pt x="172480" y="7849"/>
                    </a:cubicBezTo>
                    <a:cubicBezTo>
                      <a:pt x="172754" y="7871"/>
                      <a:pt x="172953" y="7827"/>
                      <a:pt x="173185" y="7678"/>
                    </a:cubicBezTo>
                    <a:cubicBezTo>
                      <a:pt x="173280" y="7616"/>
                      <a:pt x="173377" y="7562"/>
                      <a:pt x="173490" y="7551"/>
                    </a:cubicBezTo>
                    <a:cubicBezTo>
                      <a:pt x="173617" y="7538"/>
                      <a:pt x="173739" y="7572"/>
                      <a:pt x="173864" y="7579"/>
                    </a:cubicBezTo>
                    <a:cubicBezTo>
                      <a:pt x="173996" y="7587"/>
                      <a:pt x="174126" y="7583"/>
                      <a:pt x="174254" y="7614"/>
                    </a:cubicBezTo>
                    <a:cubicBezTo>
                      <a:pt x="174385" y="7646"/>
                      <a:pt x="174511" y="7704"/>
                      <a:pt x="174636" y="7754"/>
                    </a:cubicBezTo>
                    <a:cubicBezTo>
                      <a:pt x="174744" y="7800"/>
                      <a:pt x="174846" y="7854"/>
                      <a:pt x="174928" y="7942"/>
                    </a:cubicBezTo>
                    <a:cubicBezTo>
                      <a:pt x="175026" y="8050"/>
                      <a:pt x="175093" y="8185"/>
                      <a:pt x="175188" y="8295"/>
                    </a:cubicBezTo>
                    <a:cubicBezTo>
                      <a:pt x="175264" y="8384"/>
                      <a:pt x="175363" y="8427"/>
                      <a:pt x="175454" y="8494"/>
                    </a:cubicBezTo>
                    <a:cubicBezTo>
                      <a:pt x="175502" y="8529"/>
                      <a:pt x="175540" y="8580"/>
                      <a:pt x="175592" y="8609"/>
                    </a:cubicBezTo>
                    <a:cubicBezTo>
                      <a:pt x="175655" y="8641"/>
                      <a:pt x="175724" y="8656"/>
                      <a:pt x="175783" y="8697"/>
                    </a:cubicBezTo>
                    <a:cubicBezTo>
                      <a:pt x="175889" y="8768"/>
                      <a:pt x="175980" y="8861"/>
                      <a:pt x="176083" y="8933"/>
                    </a:cubicBezTo>
                    <a:cubicBezTo>
                      <a:pt x="176192" y="9011"/>
                      <a:pt x="176324" y="9047"/>
                      <a:pt x="176432" y="9125"/>
                    </a:cubicBezTo>
                    <a:cubicBezTo>
                      <a:pt x="176542" y="9203"/>
                      <a:pt x="176635" y="9299"/>
                      <a:pt x="176747" y="9374"/>
                    </a:cubicBezTo>
                    <a:cubicBezTo>
                      <a:pt x="176853" y="9446"/>
                      <a:pt x="176962" y="9504"/>
                      <a:pt x="177057" y="9590"/>
                    </a:cubicBezTo>
                    <a:cubicBezTo>
                      <a:pt x="177137" y="9660"/>
                      <a:pt x="177243" y="9785"/>
                      <a:pt x="177358" y="9789"/>
                    </a:cubicBezTo>
                    <a:cubicBezTo>
                      <a:pt x="177414" y="9790"/>
                      <a:pt x="177479" y="9770"/>
                      <a:pt x="177533" y="9763"/>
                    </a:cubicBezTo>
                    <a:cubicBezTo>
                      <a:pt x="177619" y="9751"/>
                      <a:pt x="177706" y="9740"/>
                      <a:pt x="177790" y="9727"/>
                    </a:cubicBezTo>
                    <a:cubicBezTo>
                      <a:pt x="177935" y="9707"/>
                      <a:pt x="178082" y="9690"/>
                      <a:pt x="178223" y="9658"/>
                    </a:cubicBezTo>
                    <a:cubicBezTo>
                      <a:pt x="178357" y="9629"/>
                      <a:pt x="178469" y="9549"/>
                      <a:pt x="178597" y="9502"/>
                    </a:cubicBezTo>
                    <a:cubicBezTo>
                      <a:pt x="178720" y="9456"/>
                      <a:pt x="178820" y="9405"/>
                      <a:pt x="178928" y="9331"/>
                    </a:cubicBezTo>
                    <a:cubicBezTo>
                      <a:pt x="179034" y="9259"/>
                      <a:pt x="179140" y="9180"/>
                      <a:pt x="179257" y="9126"/>
                    </a:cubicBezTo>
                    <a:cubicBezTo>
                      <a:pt x="179361" y="9076"/>
                      <a:pt x="179473" y="9054"/>
                      <a:pt x="179579" y="9009"/>
                    </a:cubicBezTo>
                    <a:cubicBezTo>
                      <a:pt x="179698" y="8959"/>
                      <a:pt x="179802" y="8894"/>
                      <a:pt x="179927" y="8859"/>
                    </a:cubicBezTo>
                    <a:cubicBezTo>
                      <a:pt x="180163" y="8792"/>
                      <a:pt x="180407" y="8734"/>
                      <a:pt x="180646" y="8686"/>
                    </a:cubicBezTo>
                    <a:cubicBezTo>
                      <a:pt x="180918" y="8630"/>
                      <a:pt x="181188" y="8658"/>
                      <a:pt x="181446" y="8546"/>
                    </a:cubicBezTo>
                    <a:cubicBezTo>
                      <a:pt x="181695" y="8440"/>
                      <a:pt x="181922" y="8303"/>
                      <a:pt x="182069" y="8074"/>
                    </a:cubicBezTo>
                    <a:cubicBezTo>
                      <a:pt x="182138" y="7968"/>
                      <a:pt x="182220" y="7879"/>
                      <a:pt x="182298" y="7782"/>
                    </a:cubicBezTo>
                    <a:cubicBezTo>
                      <a:pt x="182387" y="7674"/>
                      <a:pt x="182456" y="7553"/>
                      <a:pt x="182545" y="7445"/>
                    </a:cubicBezTo>
                    <a:cubicBezTo>
                      <a:pt x="182679" y="7285"/>
                      <a:pt x="182791" y="7042"/>
                      <a:pt x="182986" y="6947"/>
                    </a:cubicBezTo>
                    <a:cubicBezTo>
                      <a:pt x="183150" y="6869"/>
                      <a:pt x="183304" y="6956"/>
                      <a:pt x="183419" y="7071"/>
                    </a:cubicBezTo>
                    <a:cubicBezTo>
                      <a:pt x="183527" y="7179"/>
                      <a:pt x="183613" y="7369"/>
                      <a:pt x="183793" y="7300"/>
                    </a:cubicBezTo>
                    <a:cubicBezTo>
                      <a:pt x="183884" y="7265"/>
                      <a:pt x="183962" y="7192"/>
                      <a:pt x="184042" y="7138"/>
                    </a:cubicBezTo>
                    <a:cubicBezTo>
                      <a:pt x="184156" y="7064"/>
                      <a:pt x="184267" y="6991"/>
                      <a:pt x="184375" y="6910"/>
                    </a:cubicBezTo>
                    <a:cubicBezTo>
                      <a:pt x="184578" y="6753"/>
                      <a:pt x="184786" y="6606"/>
                      <a:pt x="184991" y="6456"/>
                    </a:cubicBezTo>
                    <a:cubicBezTo>
                      <a:pt x="185181" y="6315"/>
                      <a:pt x="185294" y="6108"/>
                      <a:pt x="185489" y="5974"/>
                    </a:cubicBezTo>
                    <a:cubicBezTo>
                      <a:pt x="185580" y="5913"/>
                      <a:pt x="185677" y="5861"/>
                      <a:pt x="185765" y="5790"/>
                    </a:cubicBezTo>
                    <a:cubicBezTo>
                      <a:pt x="185863" y="5708"/>
                      <a:pt x="185919" y="5593"/>
                      <a:pt x="186003" y="5498"/>
                    </a:cubicBezTo>
                    <a:cubicBezTo>
                      <a:pt x="186073" y="5418"/>
                      <a:pt x="186146" y="5355"/>
                      <a:pt x="186198" y="5258"/>
                    </a:cubicBezTo>
                    <a:cubicBezTo>
                      <a:pt x="186261" y="5137"/>
                      <a:pt x="186334" y="5020"/>
                      <a:pt x="186401" y="4901"/>
                    </a:cubicBezTo>
                    <a:cubicBezTo>
                      <a:pt x="186460" y="4795"/>
                      <a:pt x="186508" y="4682"/>
                      <a:pt x="186579" y="4583"/>
                    </a:cubicBezTo>
                    <a:cubicBezTo>
                      <a:pt x="186650" y="4486"/>
                      <a:pt x="186743" y="4406"/>
                      <a:pt x="186838" y="4334"/>
                    </a:cubicBezTo>
                    <a:cubicBezTo>
                      <a:pt x="187014" y="4198"/>
                      <a:pt x="187185" y="4036"/>
                      <a:pt x="187410" y="3984"/>
                    </a:cubicBezTo>
                    <a:cubicBezTo>
                      <a:pt x="187507" y="3960"/>
                      <a:pt x="187608" y="3958"/>
                      <a:pt x="187706" y="3949"/>
                    </a:cubicBezTo>
                    <a:cubicBezTo>
                      <a:pt x="187851" y="3934"/>
                      <a:pt x="187993" y="3889"/>
                      <a:pt x="188139" y="3880"/>
                    </a:cubicBezTo>
                    <a:cubicBezTo>
                      <a:pt x="188262" y="3871"/>
                      <a:pt x="188385" y="3893"/>
                      <a:pt x="188508" y="3906"/>
                    </a:cubicBezTo>
                    <a:cubicBezTo>
                      <a:pt x="188662" y="3921"/>
                      <a:pt x="188815" y="3936"/>
                      <a:pt x="188967" y="3949"/>
                    </a:cubicBezTo>
                    <a:cubicBezTo>
                      <a:pt x="189259" y="3975"/>
                      <a:pt x="189519" y="4081"/>
                      <a:pt x="189806" y="4126"/>
                    </a:cubicBezTo>
                    <a:cubicBezTo>
                      <a:pt x="190087" y="4170"/>
                      <a:pt x="190373" y="4185"/>
                      <a:pt x="190658" y="4219"/>
                    </a:cubicBezTo>
                    <a:cubicBezTo>
                      <a:pt x="190669" y="4220"/>
                      <a:pt x="190680" y="4224"/>
                      <a:pt x="190689" y="4232"/>
                    </a:cubicBezTo>
                    <a:cubicBezTo>
                      <a:pt x="190782" y="4142"/>
                      <a:pt x="190875" y="4051"/>
                      <a:pt x="190970" y="3964"/>
                    </a:cubicBezTo>
                    <a:cubicBezTo>
                      <a:pt x="191102" y="3841"/>
                      <a:pt x="191245" y="3739"/>
                      <a:pt x="191405" y="3651"/>
                    </a:cubicBezTo>
                    <a:cubicBezTo>
                      <a:pt x="191569" y="3562"/>
                      <a:pt x="191734" y="3478"/>
                      <a:pt x="191881" y="3363"/>
                    </a:cubicBezTo>
                    <a:cubicBezTo>
                      <a:pt x="192032" y="3248"/>
                      <a:pt x="192201" y="3158"/>
                      <a:pt x="192354" y="3045"/>
                    </a:cubicBezTo>
                    <a:cubicBezTo>
                      <a:pt x="192495" y="2941"/>
                      <a:pt x="192612" y="2807"/>
                      <a:pt x="192765" y="2718"/>
                    </a:cubicBezTo>
                    <a:cubicBezTo>
                      <a:pt x="192899" y="2638"/>
                      <a:pt x="193038" y="2602"/>
                      <a:pt x="193153" y="2493"/>
                    </a:cubicBezTo>
                    <a:cubicBezTo>
                      <a:pt x="193282" y="2374"/>
                      <a:pt x="193364" y="2210"/>
                      <a:pt x="193483" y="2082"/>
                    </a:cubicBezTo>
                    <a:cubicBezTo>
                      <a:pt x="193607" y="1948"/>
                      <a:pt x="193763" y="1847"/>
                      <a:pt x="193892" y="1717"/>
                    </a:cubicBezTo>
                    <a:cubicBezTo>
                      <a:pt x="194018" y="1587"/>
                      <a:pt x="194132" y="1442"/>
                      <a:pt x="194238" y="1291"/>
                    </a:cubicBezTo>
                    <a:cubicBezTo>
                      <a:pt x="194345" y="1139"/>
                      <a:pt x="194453" y="997"/>
                      <a:pt x="194598" y="877"/>
                    </a:cubicBezTo>
                    <a:cubicBezTo>
                      <a:pt x="194736" y="763"/>
                      <a:pt x="194883" y="644"/>
                      <a:pt x="195047" y="572"/>
                    </a:cubicBezTo>
                    <a:cubicBezTo>
                      <a:pt x="195233" y="492"/>
                      <a:pt x="195409" y="510"/>
                      <a:pt x="195605" y="532"/>
                    </a:cubicBezTo>
                    <a:cubicBezTo>
                      <a:pt x="195792" y="553"/>
                      <a:pt x="195991" y="534"/>
                      <a:pt x="196172" y="603"/>
                    </a:cubicBezTo>
                    <a:cubicBezTo>
                      <a:pt x="196263" y="638"/>
                      <a:pt x="196347" y="694"/>
                      <a:pt x="196425" y="750"/>
                    </a:cubicBezTo>
                    <a:cubicBezTo>
                      <a:pt x="196505" y="806"/>
                      <a:pt x="196583" y="843"/>
                      <a:pt x="196670" y="888"/>
                    </a:cubicBezTo>
                    <a:cubicBezTo>
                      <a:pt x="196745" y="925"/>
                      <a:pt x="196819" y="966"/>
                      <a:pt x="196884" y="1018"/>
                    </a:cubicBezTo>
                    <a:cubicBezTo>
                      <a:pt x="196971" y="1087"/>
                      <a:pt x="197051" y="1161"/>
                      <a:pt x="197144" y="1226"/>
                    </a:cubicBezTo>
                    <a:cubicBezTo>
                      <a:pt x="197288" y="1328"/>
                      <a:pt x="197468" y="1384"/>
                      <a:pt x="197600" y="1503"/>
                    </a:cubicBezTo>
                    <a:cubicBezTo>
                      <a:pt x="197608" y="1511"/>
                      <a:pt x="197647" y="1550"/>
                      <a:pt x="197665" y="1580"/>
                    </a:cubicBezTo>
                    <a:cubicBezTo>
                      <a:pt x="197687" y="1583"/>
                      <a:pt x="197717" y="1596"/>
                      <a:pt x="197734" y="1606"/>
                    </a:cubicBezTo>
                    <a:cubicBezTo>
                      <a:pt x="197810" y="1648"/>
                      <a:pt x="197873" y="1728"/>
                      <a:pt x="197959" y="1749"/>
                    </a:cubicBezTo>
                    <a:cubicBezTo>
                      <a:pt x="197968" y="1747"/>
                      <a:pt x="197976" y="1743"/>
                      <a:pt x="197985" y="1741"/>
                    </a:cubicBezTo>
                    <a:cubicBezTo>
                      <a:pt x="198005" y="1719"/>
                      <a:pt x="198039" y="1713"/>
                      <a:pt x="198065" y="1721"/>
                    </a:cubicBezTo>
                    <a:cubicBezTo>
                      <a:pt x="198234" y="1680"/>
                      <a:pt x="198407" y="1648"/>
                      <a:pt x="198573" y="1587"/>
                    </a:cubicBezTo>
                    <a:cubicBezTo>
                      <a:pt x="198794" y="1505"/>
                      <a:pt x="198971" y="1373"/>
                      <a:pt x="199153" y="1226"/>
                    </a:cubicBezTo>
                    <a:cubicBezTo>
                      <a:pt x="199339" y="1079"/>
                      <a:pt x="199529" y="964"/>
                      <a:pt x="199748" y="873"/>
                    </a:cubicBezTo>
                    <a:cubicBezTo>
                      <a:pt x="199862" y="826"/>
                      <a:pt x="199975" y="774"/>
                      <a:pt x="200096" y="750"/>
                    </a:cubicBezTo>
                    <a:cubicBezTo>
                      <a:pt x="200219" y="728"/>
                      <a:pt x="200328" y="717"/>
                      <a:pt x="200442" y="665"/>
                    </a:cubicBezTo>
                    <a:cubicBezTo>
                      <a:pt x="200553" y="616"/>
                      <a:pt x="200661" y="568"/>
                      <a:pt x="200775" y="523"/>
                    </a:cubicBezTo>
                    <a:cubicBezTo>
                      <a:pt x="200897" y="475"/>
                      <a:pt x="201009" y="410"/>
                      <a:pt x="201137" y="378"/>
                    </a:cubicBezTo>
                    <a:cubicBezTo>
                      <a:pt x="201381" y="317"/>
                      <a:pt x="201604" y="185"/>
                      <a:pt x="201846" y="108"/>
                    </a:cubicBezTo>
                    <a:cubicBezTo>
                      <a:pt x="201943" y="77"/>
                      <a:pt x="202039" y="84"/>
                      <a:pt x="202138" y="69"/>
                    </a:cubicBezTo>
                    <a:cubicBezTo>
                      <a:pt x="202259" y="49"/>
                      <a:pt x="202374" y="1"/>
                      <a:pt x="202499" y="10"/>
                    </a:cubicBezTo>
                    <a:cubicBezTo>
                      <a:pt x="202592" y="17"/>
                      <a:pt x="202677" y="62"/>
                      <a:pt x="202772" y="69"/>
                    </a:cubicBezTo>
                    <a:cubicBezTo>
                      <a:pt x="202906" y="82"/>
                      <a:pt x="203014" y="110"/>
                      <a:pt x="203138" y="164"/>
                    </a:cubicBezTo>
                    <a:cubicBezTo>
                      <a:pt x="203248" y="211"/>
                      <a:pt x="203363" y="222"/>
                      <a:pt x="203479" y="248"/>
                    </a:cubicBezTo>
                    <a:cubicBezTo>
                      <a:pt x="203600" y="276"/>
                      <a:pt x="203721" y="294"/>
                      <a:pt x="203841" y="317"/>
                    </a:cubicBezTo>
                    <a:cubicBezTo>
                      <a:pt x="204091" y="360"/>
                      <a:pt x="204334" y="428"/>
                      <a:pt x="204582" y="479"/>
                    </a:cubicBezTo>
                    <a:cubicBezTo>
                      <a:pt x="204844" y="532"/>
                      <a:pt x="205104" y="590"/>
                      <a:pt x="205361" y="665"/>
                    </a:cubicBezTo>
                    <a:cubicBezTo>
                      <a:pt x="205604" y="737"/>
                      <a:pt x="205839" y="830"/>
                      <a:pt x="206077" y="925"/>
                    </a:cubicBezTo>
                    <a:cubicBezTo>
                      <a:pt x="206307" y="1014"/>
                      <a:pt x="206547" y="1081"/>
                      <a:pt x="206774" y="1187"/>
                    </a:cubicBezTo>
                    <a:cubicBezTo>
                      <a:pt x="206878" y="1237"/>
                      <a:pt x="206979" y="1295"/>
                      <a:pt x="207087" y="1341"/>
                    </a:cubicBezTo>
                    <a:cubicBezTo>
                      <a:pt x="207196" y="1388"/>
                      <a:pt x="207317" y="1414"/>
                      <a:pt x="207427" y="1466"/>
                    </a:cubicBezTo>
                    <a:cubicBezTo>
                      <a:pt x="207520" y="1511"/>
                      <a:pt x="207619" y="1540"/>
                      <a:pt x="207712" y="1587"/>
                    </a:cubicBezTo>
                    <a:cubicBezTo>
                      <a:pt x="207818" y="1643"/>
                      <a:pt x="207916" y="1708"/>
                      <a:pt x="208017" y="1773"/>
                    </a:cubicBezTo>
                    <a:cubicBezTo>
                      <a:pt x="208139" y="1853"/>
                      <a:pt x="208268" y="1922"/>
                      <a:pt x="208405" y="1976"/>
                    </a:cubicBezTo>
                    <a:cubicBezTo>
                      <a:pt x="208530" y="2024"/>
                      <a:pt x="208658" y="2061"/>
                      <a:pt x="208781" y="2119"/>
                    </a:cubicBezTo>
                    <a:cubicBezTo>
                      <a:pt x="209026" y="2234"/>
                      <a:pt x="209283" y="2338"/>
                      <a:pt x="209514" y="2482"/>
                    </a:cubicBezTo>
                    <a:cubicBezTo>
                      <a:pt x="209633" y="2558"/>
                      <a:pt x="209754" y="2615"/>
                      <a:pt x="209884" y="2671"/>
                    </a:cubicBezTo>
                    <a:cubicBezTo>
                      <a:pt x="210001" y="2721"/>
                      <a:pt x="210103" y="2792"/>
                      <a:pt x="210215" y="2852"/>
                    </a:cubicBezTo>
                    <a:cubicBezTo>
                      <a:pt x="210334" y="2913"/>
                      <a:pt x="210460" y="2956"/>
                      <a:pt x="210579" y="3019"/>
                    </a:cubicBezTo>
                    <a:cubicBezTo>
                      <a:pt x="210622" y="3041"/>
                      <a:pt x="210674" y="3075"/>
                      <a:pt x="210724" y="3080"/>
                    </a:cubicBezTo>
                    <a:cubicBezTo>
                      <a:pt x="210780" y="3088"/>
                      <a:pt x="210834" y="3062"/>
                      <a:pt x="210883" y="3041"/>
                    </a:cubicBezTo>
                    <a:cubicBezTo>
                      <a:pt x="210903" y="3034"/>
                      <a:pt x="210923" y="3038"/>
                      <a:pt x="210938" y="3049"/>
                    </a:cubicBezTo>
                    <a:cubicBezTo>
                      <a:pt x="211037" y="2980"/>
                      <a:pt x="211132" y="2898"/>
                      <a:pt x="211232" y="2839"/>
                    </a:cubicBezTo>
                    <a:cubicBezTo>
                      <a:pt x="211478" y="2695"/>
                      <a:pt x="211742" y="2588"/>
                      <a:pt x="211997" y="2461"/>
                    </a:cubicBezTo>
                    <a:cubicBezTo>
                      <a:pt x="212123" y="2398"/>
                      <a:pt x="212244" y="2322"/>
                      <a:pt x="212368" y="2253"/>
                    </a:cubicBezTo>
                    <a:cubicBezTo>
                      <a:pt x="212480" y="2190"/>
                      <a:pt x="212608" y="2162"/>
                      <a:pt x="212716" y="2097"/>
                    </a:cubicBezTo>
                    <a:cubicBezTo>
                      <a:pt x="212820" y="2035"/>
                      <a:pt x="212902" y="1940"/>
                      <a:pt x="213005" y="1875"/>
                    </a:cubicBezTo>
                    <a:cubicBezTo>
                      <a:pt x="213112" y="1808"/>
                      <a:pt x="213200" y="1752"/>
                      <a:pt x="213282" y="1654"/>
                    </a:cubicBezTo>
                    <a:cubicBezTo>
                      <a:pt x="213434" y="1470"/>
                      <a:pt x="213698" y="1301"/>
                      <a:pt x="213942" y="1288"/>
                    </a:cubicBezTo>
                    <a:cubicBezTo>
                      <a:pt x="214217" y="1275"/>
                      <a:pt x="214492" y="1340"/>
                      <a:pt x="214760" y="1405"/>
                    </a:cubicBezTo>
                    <a:cubicBezTo>
                      <a:pt x="214890" y="1436"/>
                      <a:pt x="215009" y="1501"/>
                      <a:pt x="215143" y="1513"/>
                    </a:cubicBezTo>
                    <a:cubicBezTo>
                      <a:pt x="215277" y="1526"/>
                      <a:pt x="215396" y="1544"/>
                      <a:pt x="215515" y="1607"/>
                    </a:cubicBezTo>
                    <a:cubicBezTo>
                      <a:pt x="215588" y="1646"/>
                      <a:pt x="215657" y="1691"/>
                      <a:pt x="215727" y="17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6"/>
              <p:cNvSpPr/>
              <p:nvPr/>
            </p:nvSpPr>
            <p:spPr>
              <a:xfrm>
                <a:off x="1075" y="3746758"/>
                <a:ext cx="9144086" cy="1826403"/>
              </a:xfrm>
              <a:custGeom>
                <a:avLst/>
                <a:gdLst/>
                <a:ahLst/>
                <a:cxnLst/>
                <a:rect l="l" t="t" r="r" b="b"/>
                <a:pathLst>
                  <a:path w="215726" h="88296" extrusionOk="0">
                    <a:moveTo>
                      <a:pt x="215725" y="34031"/>
                    </a:moveTo>
                    <a:cubicBezTo>
                      <a:pt x="215675" y="34049"/>
                      <a:pt x="215623" y="34068"/>
                      <a:pt x="215571" y="34083"/>
                    </a:cubicBezTo>
                    <a:cubicBezTo>
                      <a:pt x="215465" y="34116"/>
                      <a:pt x="215355" y="34133"/>
                      <a:pt x="215251" y="34174"/>
                    </a:cubicBezTo>
                    <a:cubicBezTo>
                      <a:pt x="215158" y="34209"/>
                      <a:pt x="215086" y="34265"/>
                      <a:pt x="215007" y="34326"/>
                    </a:cubicBezTo>
                    <a:cubicBezTo>
                      <a:pt x="214820" y="34473"/>
                      <a:pt x="214617" y="34598"/>
                      <a:pt x="214425" y="34741"/>
                    </a:cubicBezTo>
                    <a:cubicBezTo>
                      <a:pt x="214269" y="34856"/>
                      <a:pt x="214141" y="35013"/>
                      <a:pt x="213979" y="35117"/>
                    </a:cubicBezTo>
                    <a:cubicBezTo>
                      <a:pt x="213793" y="35236"/>
                      <a:pt x="213575" y="35165"/>
                      <a:pt x="213375" y="35225"/>
                    </a:cubicBezTo>
                    <a:cubicBezTo>
                      <a:pt x="213313" y="35241"/>
                      <a:pt x="213261" y="35280"/>
                      <a:pt x="213200" y="35292"/>
                    </a:cubicBezTo>
                    <a:cubicBezTo>
                      <a:pt x="213094" y="35308"/>
                      <a:pt x="212986" y="35290"/>
                      <a:pt x="212880" y="35308"/>
                    </a:cubicBezTo>
                    <a:cubicBezTo>
                      <a:pt x="212796" y="35323"/>
                      <a:pt x="212720" y="35360"/>
                      <a:pt x="212634" y="35368"/>
                    </a:cubicBezTo>
                    <a:cubicBezTo>
                      <a:pt x="212527" y="35377"/>
                      <a:pt x="212432" y="35390"/>
                      <a:pt x="212329" y="35426"/>
                    </a:cubicBezTo>
                    <a:cubicBezTo>
                      <a:pt x="212145" y="35325"/>
                      <a:pt x="211961" y="35227"/>
                      <a:pt x="211779" y="35122"/>
                    </a:cubicBezTo>
                    <a:cubicBezTo>
                      <a:pt x="211420" y="34922"/>
                      <a:pt x="211059" y="34788"/>
                      <a:pt x="210680" y="34641"/>
                    </a:cubicBezTo>
                    <a:cubicBezTo>
                      <a:pt x="210518" y="34579"/>
                      <a:pt x="210395" y="34460"/>
                      <a:pt x="210226" y="34418"/>
                    </a:cubicBezTo>
                    <a:cubicBezTo>
                      <a:pt x="210012" y="34364"/>
                      <a:pt x="209906" y="34272"/>
                      <a:pt x="209748" y="34122"/>
                    </a:cubicBezTo>
                    <a:cubicBezTo>
                      <a:pt x="209469" y="33852"/>
                      <a:pt x="209142" y="33616"/>
                      <a:pt x="208829" y="33387"/>
                    </a:cubicBezTo>
                    <a:cubicBezTo>
                      <a:pt x="208136" y="32881"/>
                      <a:pt x="207420" y="32405"/>
                      <a:pt x="206689" y="31959"/>
                    </a:cubicBezTo>
                    <a:cubicBezTo>
                      <a:pt x="206516" y="31855"/>
                      <a:pt x="206348" y="31736"/>
                      <a:pt x="206168" y="31643"/>
                    </a:cubicBezTo>
                    <a:cubicBezTo>
                      <a:pt x="205999" y="31555"/>
                      <a:pt x="205824" y="31505"/>
                      <a:pt x="205647" y="31444"/>
                    </a:cubicBezTo>
                    <a:cubicBezTo>
                      <a:pt x="205469" y="31384"/>
                      <a:pt x="205359" y="31243"/>
                      <a:pt x="205207" y="31144"/>
                    </a:cubicBezTo>
                    <a:cubicBezTo>
                      <a:pt x="205035" y="31035"/>
                      <a:pt x="204846" y="30953"/>
                      <a:pt x="204669" y="30849"/>
                    </a:cubicBezTo>
                    <a:cubicBezTo>
                      <a:pt x="204316" y="30637"/>
                      <a:pt x="203985" y="30397"/>
                      <a:pt x="203618" y="30203"/>
                    </a:cubicBezTo>
                    <a:cubicBezTo>
                      <a:pt x="203254" y="30010"/>
                      <a:pt x="202893" y="29831"/>
                      <a:pt x="202519" y="29658"/>
                    </a:cubicBezTo>
                    <a:cubicBezTo>
                      <a:pt x="202344" y="29577"/>
                      <a:pt x="202184" y="29467"/>
                      <a:pt x="202015" y="29374"/>
                    </a:cubicBezTo>
                    <a:cubicBezTo>
                      <a:pt x="201835" y="29272"/>
                      <a:pt x="201645" y="29190"/>
                      <a:pt x="201465" y="29086"/>
                    </a:cubicBezTo>
                    <a:cubicBezTo>
                      <a:pt x="201100" y="28875"/>
                      <a:pt x="200710" y="28719"/>
                      <a:pt x="200339" y="28518"/>
                    </a:cubicBezTo>
                    <a:cubicBezTo>
                      <a:pt x="199973" y="28319"/>
                      <a:pt x="199629" y="28105"/>
                      <a:pt x="199242" y="27942"/>
                    </a:cubicBezTo>
                    <a:cubicBezTo>
                      <a:pt x="198880" y="27789"/>
                      <a:pt x="198521" y="27644"/>
                      <a:pt x="198184" y="27436"/>
                    </a:cubicBezTo>
                    <a:cubicBezTo>
                      <a:pt x="197851" y="27231"/>
                      <a:pt x="197570" y="26980"/>
                      <a:pt x="197317" y="26685"/>
                    </a:cubicBezTo>
                    <a:cubicBezTo>
                      <a:pt x="197206" y="26554"/>
                      <a:pt x="197113" y="26419"/>
                      <a:pt x="197014" y="26279"/>
                    </a:cubicBezTo>
                    <a:cubicBezTo>
                      <a:pt x="196905" y="26127"/>
                      <a:pt x="196761" y="26002"/>
                      <a:pt x="196633" y="25864"/>
                    </a:cubicBezTo>
                    <a:cubicBezTo>
                      <a:pt x="196508" y="25732"/>
                      <a:pt x="196402" y="25567"/>
                      <a:pt x="196263" y="25452"/>
                    </a:cubicBezTo>
                    <a:cubicBezTo>
                      <a:pt x="196122" y="25336"/>
                      <a:pt x="195963" y="25275"/>
                      <a:pt x="195833" y="25139"/>
                    </a:cubicBezTo>
                    <a:cubicBezTo>
                      <a:pt x="195534" y="24825"/>
                      <a:pt x="195221" y="24529"/>
                      <a:pt x="194942" y="24194"/>
                    </a:cubicBezTo>
                    <a:cubicBezTo>
                      <a:pt x="194684" y="23884"/>
                      <a:pt x="194388" y="23614"/>
                      <a:pt x="194228" y="23240"/>
                    </a:cubicBezTo>
                    <a:cubicBezTo>
                      <a:pt x="194089" y="22917"/>
                      <a:pt x="193830" y="22675"/>
                      <a:pt x="193566" y="22452"/>
                    </a:cubicBezTo>
                    <a:cubicBezTo>
                      <a:pt x="193440" y="22346"/>
                      <a:pt x="193304" y="22240"/>
                      <a:pt x="193153" y="22169"/>
                    </a:cubicBezTo>
                    <a:cubicBezTo>
                      <a:pt x="192993" y="22095"/>
                      <a:pt x="192819" y="22083"/>
                      <a:pt x="192646" y="22057"/>
                    </a:cubicBezTo>
                    <a:cubicBezTo>
                      <a:pt x="192268" y="22000"/>
                      <a:pt x="191833" y="22026"/>
                      <a:pt x="191465" y="22139"/>
                    </a:cubicBezTo>
                    <a:cubicBezTo>
                      <a:pt x="191271" y="22197"/>
                      <a:pt x="191091" y="22212"/>
                      <a:pt x="190892" y="22249"/>
                    </a:cubicBezTo>
                    <a:cubicBezTo>
                      <a:pt x="190682" y="22288"/>
                      <a:pt x="190481" y="22355"/>
                      <a:pt x="190269" y="22383"/>
                    </a:cubicBezTo>
                    <a:cubicBezTo>
                      <a:pt x="189889" y="22433"/>
                      <a:pt x="189510" y="22500"/>
                      <a:pt x="189133" y="22541"/>
                    </a:cubicBezTo>
                    <a:cubicBezTo>
                      <a:pt x="188749" y="22584"/>
                      <a:pt x="188394" y="22772"/>
                      <a:pt x="188050" y="22939"/>
                    </a:cubicBezTo>
                    <a:cubicBezTo>
                      <a:pt x="187699" y="23110"/>
                      <a:pt x="187390" y="23305"/>
                      <a:pt x="187092" y="23560"/>
                    </a:cubicBezTo>
                    <a:cubicBezTo>
                      <a:pt x="187029" y="23614"/>
                      <a:pt x="186979" y="23677"/>
                      <a:pt x="186919" y="23735"/>
                    </a:cubicBezTo>
                    <a:cubicBezTo>
                      <a:pt x="186849" y="23800"/>
                      <a:pt x="186776" y="23830"/>
                      <a:pt x="186693" y="23871"/>
                    </a:cubicBezTo>
                    <a:cubicBezTo>
                      <a:pt x="186497" y="23966"/>
                      <a:pt x="186317" y="24105"/>
                      <a:pt x="186136" y="24226"/>
                    </a:cubicBezTo>
                    <a:cubicBezTo>
                      <a:pt x="185787" y="24460"/>
                      <a:pt x="185448" y="24693"/>
                      <a:pt x="185067" y="24879"/>
                    </a:cubicBezTo>
                    <a:cubicBezTo>
                      <a:pt x="184717" y="25048"/>
                      <a:pt x="184440" y="25314"/>
                      <a:pt x="184104" y="25507"/>
                    </a:cubicBezTo>
                    <a:cubicBezTo>
                      <a:pt x="183938" y="25602"/>
                      <a:pt x="183760" y="25669"/>
                      <a:pt x="183596" y="25768"/>
                    </a:cubicBezTo>
                    <a:cubicBezTo>
                      <a:pt x="183408" y="25879"/>
                      <a:pt x="183248" y="25978"/>
                      <a:pt x="183034" y="26030"/>
                    </a:cubicBezTo>
                    <a:cubicBezTo>
                      <a:pt x="182860" y="26075"/>
                      <a:pt x="182737" y="26184"/>
                      <a:pt x="182571" y="26240"/>
                    </a:cubicBezTo>
                    <a:cubicBezTo>
                      <a:pt x="182382" y="26305"/>
                      <a:pt x="182194" y="26324"/>
                      <a:pt x="181997" y="26363"/>
                    </a:cubicBezTo>
                    <a:cubicBezTo>
                      <a:pt x="181621" y="26435"/>
                      <a:pt x="181305" y="26655"/>
                      <a:pt x="180918" y="26662"/>
                    </a:cubicBezTo>
                    <a:cubicBezTo>
                      <a:pt x="180501" y="26672"/>
                      <a:pt x="180100" y="26662"/>
                      <a:pt x="179685" y="26712"/>
                    </a:cubicBezTo>
                    <a:cubicBezTo>
                      <a:pt x="179272" y="26761"/>
                      <a:pt x="178876" y="26724"/>
                      <a:pt x="178465" y="26675"/>
                    </a:cubicBezTo>
                    <a:cubicBezTo>
                      <a:pt x="178033" y="26625"/>
                      <a:pt x="177587" y="26571"/>
                      <a:pt x="177161" y="26478"/>
                    </a:cubicBezTo>
                    <a:cubicBezTo>
                      <a:pt x="176769" y="26393"/>
                      <a:pt x="176391" y="26242"/>
                      <a:pt x="175988" y="26201"/>
                    </a:cubicBezTo>
                    <a:cubicBezTo>
                      <a:pt x="175543" y="26155"/>
                      <a:pt x="175101" y="26173"/>
                      <a:pt x="174656" y="26106"/>
                    </a:cubicBezTo>
                    <a:cubicBezTo>
                      <a:pt x="174236" y="26043"/>
                      <a:pt x="173827" y="25935"/>
                      <a:pt x="173410" y="25853"/>
                    </a:cubicBezTo>
                    <a:cubicBezTo>
                      <a:pt x="173047" y="25783"/>
                      <a:pt x="172674" y="25814"/>
                      <a:pt x="172391" y="25539"/>
                    </a:cubicBezTo>
                    <a:cubicBezTo>
                      <a:pt x="172372" y="25520"/>
                      <a:pt x="172352" y="25515"/>
                      <a:pt x="172333" y="25518"/>
                    </a:cubicBezTo>
                    <a:cubicBezTo>
                      <a:pt x="171982" y="25243"/>
                      <a:pt x="171628" y="24975"/>
                      <a:pt x="171219" y="24788"/>
                    </a:cubicBezTo>
                    <a:cubicBezTo>
                      <a:pt x="170955" y="24667"/>
                      <a:pt x="170689" y="24550"/>
                      <a:pt x="170414" y="24464"/>
                    </a:cubicBezTo>
                    <a:cubicBezTo>
                      <a:pt x="170156" y="24384"/>
                      <a:pt x="169886" y="24347"/>
                      <a:pt x="169618" y="24313"/>
                    </a:cubicBezTo>
                    <a:cubicBezTo>
                      <a:pt x="169343" y="24280"/>
                      <a:pt x="169121" y="24326"/>
                      <a:pt x="168876" y="24453"/>
                    </a:cubicBezTo>
                    <a:cubicBezTo>
                      <a:pt x="168612" y="24589"/>
                      <a:pt x="168335" y="24678"/>
                      <a:pt x="168047" y="24747"/>
                    </a:cubicBezTo>
                    <a:cubicBezTo>
                      <a:pt x="167848" y="24793"/>
                      <a:pt x="167522" y="24927"/>
                      <a:pt x="167331" y="24797"/>
                    </a:cubicBezTo>
                    <a:cubicBezTo>
                      <a:pt x="167174" y="24691"/>
                      <a:pt x="167102" y="24477"/>
                      <a:pt x="167013" y="24317"/>
                    </a:cubicBezTo>
                    <a:cubicBezTo>
                      <a:pt x="166949" y="24202"/>
                      <a:pt x="166877" y="24094"/>
                      <a:pt x="166810" y="23982"/>
                    </a:cubicBezTo>
                    <a:cubicBezTo>
                      <a:pt x="166739" y="23861"/>
                      <a:pt x="166691" y="23733"/>
                      <a:pt x="166633" y="23607"/>
                    </a:cubicBezTo>
                    <a:cubicBezTo>
                      <a:pt x="166509" y="23337"/>
                      <a:pt x="166403" y="23071"/>
                      <a:pt x="166310" y="22790"/>
                    </a:cubicBezTo>
                    <a:cubicBezTo>
                      <a:pt x="166129" y="22253"/>
                      <a:pt x="165904" y="21721"/>
                      <a:pt x="165554" y="21273"/>
                    </a:cubicBezTo>
                    <a:cubicBezTo>
                      <a:pt x="165391" y="21064"/>
                      <a:pt x="165220" y="20927"/>
                      <a:pt x="165006" y="20778"/>
                    </a:cubicBezTo>
                    <a:cubicBezTo>
                      <a:pt x="164904" y="20705"/>
                      <a:pt x="164814" y="20620"/>
                      <a:pt x="164714" y="20547"/>
                    </a:cubicBezTo>
                    <a:cubicBezTo>
                      <a:pt x="164602" y="20469"/>
                      <a:pt x="164476" y="20421"/>
                      <a:pt x="164344" y="20382"/>
                    </a:cubicBezTo>
                    <a:cubicBezTo>
                      <a:pt x="164082" y="20302"/>
                      <a:pt x="163823" y="20213"/>
                      <a:pt x="163559" y="20136"/>
                    </a:cubicBezTo>
                    <a:cubicBezTo>
                      <a:pt x="163282" y="20056"/>
                      <a:pt x="163014" y="19978"/>
                      <a:pt x="162748" y="19861"/>
                    </a:cubicBezTo>
                    <a:cubicBezTo>
                      <a:pt x="162629" y="19807"/>
                      <a:pt x="162510" y="19761"/>
                      <a:pt x="162411" y="19675"/>
                    </a:cubicBezTo>
                    <a:cubicBezTo>
                      <a:pt x="162320" y="19593"/>
                      <a:pt x="162238" y="19498"/>
                      <a:pt x="162153" y="19409"/>
                    </a:cubicBezTo>
                    <a:cubicBezTo>
                      <a:pt x="161958" y="19208"/>
                      <a:pt x="161813" y="18965"/>
                      <a:pt x="161628" y="18754"/>
                    </a:cubicBezTo>
                    <a:cubicBezTo>
                      <a:pt x="161437" y="18539"/>
                      <a:pt x="161275" y="18299"/>
                      <a:pt x="161082" y="18087"/>
                    </a:cubicBezTo>
                    <a:cubicBezTo>
                      <a:pt x="160901" y="17886"/>
                      <a:pt x="160689" y="17717"/>
                      <a:pt x="160468" y="17564"/>
                    </a:cubicBezTo>
                    <a:cubicBezTo>
                      <a:pt x="160254" y="17415"/>
                      <a:pt x="160025" y="17256"/>
                      <a:pt x="159787" y="17151"/>
                    </a:cubicBezTo>
                    <a:cubicBezTo>
                      <a:pt x="159562" y="17051"/>
                      <a:pt x="159315" y="17016"/>
                      <a:pt x="159069" y="17019"/>
                    </a:cubicBezTo>
                    <a:cubicBezTo>
                      <a:pt x="158822" y="17023"/>
                      <a:pt x="158573" y="17064"/>
                      <a:pt x="158331" y="17112"/>
                    </a:cubicBezTo>
                    <a:cubicBezTo>
                      <a:pt x="158065" y="17164"/>
                      <a:pt x="157820" y="17267"/>
                      <a:pt x="157557" y="17328"/>
                    </a:cubicBezTo>
                    <a:cubicBezTo>
                      <a:pt x="157425" y="17358"/>
                      <a:pt x="157293" y="17371"/>
                      <a:pt x="157161" y="17412"/>
                    </a:cubicBezTo>
                    <a:cubicBezTo>
                      <a:pt x="157024" y="17455"/>
                      <a:pt x="156890" y="17510"/>
                      <a:pt x="156747" y="17534"/>
                    </a:cubicBezTo>
                    <a:cubicBezTo>
                      <a:pt x="156486" y="17583"/>
                      <a:pt x="156213" y="17652"/>
                      <a:pt x="155949" y="17665"/>
                    </a:cubicBezTo>
                    <a:cubicBezTo>
                      <a:pt x="155664" y="17680"/>
                      <a:pt x="155395" y="17678"/>
                      <a:pt x="155127" y="17789"/>
                    </a:cubicBezTo>
                    <a:cubicBezTo>
                      <a:pt x="154911" y="17879"/>
                      <a:pt x="154712" y="18011"/>
                      <a:pt x="154550" y="18178"/>
                    </a:cubicBezTo>
                    <a:cubicBezTo>
                      <a:pt x="154180" y="18567"/>
                      <a:pt x="154128" y="19125"/>
                      <a:pt x="153970" y="19619"/>
                    </a:cubicBezTo>
                    <a:cubicBezTo>
                      <a:pt x="153881" y="19895"/>
                      <a:pt x="153758" y="20155"/>
                      <a:pt x="153659" y="20426"/>
                    </a:cubicBezTo>
                    <a:cubicBezTo>
                      <a:pt x="153630" y="20506"/>
                      <a:pt x="153605" y="20599"/>
                      <a:pt x="153550" y="20666"/>
                    </a:cubicBezTo>
                    <a:cubicBezTo>
                      <a:pt x="153520" y="20704"/>
                      <a:pt x="153522" y="20705"/>
                      <a:pt x="153488" y="20696"/>
                    </a:cubicBezTo>
                    <a:cubicBezTo>
                      <a:pt x="153451" y="20687"/>
                      <a:pt x="153393" y="20585"/>
                      <a:pt x="153362" y="20557"/>
                    </a:cubicBezTo>
                    <a:cubicBezTo>
                      <a:pt x="153280" y="20484"/>
                      <a:pt x="153181" y="20445"/>
                      <a:pt x="153090" y="20389"/>
                    </a:cubicBezTo>
                    <a:cubicBezTo>
                      <a:pt x="152981" y="20320"/>
                      <a:pt x="152891" y="20220"/>
                      <a:pt x="152817" y="20116"/>
                    </a:cubicBezTo>
                    <a:cubicBezTo>
                      <a:pt x="152663" y="19902"/>
                      <a:pt x="152519" y="19668"/>
                      <a:pt x="152408" y="19428"/>
                    </a:cubicBezTo>
                    <a:cubicBezTo>
                      <a:pt x="152211" y="18998"/>
                      <a:pt x="151800" y="18507"/>
                      <a:pt x="151266" y="18570"/>
                    </a:cubicBezTo>
                    <a:cubicBezTo>
                      <a:pt x="151030" y="18598"/>
                      <a:pt x="150899" y="18788"/>
                      <a:pt x="150712" y="18911"/>
                    </a:cubicBezTo>
                    <a:cubicBezTo>
                      <a:pt x="150487" y="19054"/>
                      <a:pt x="150230" y="19138"/>
                      <a:pt x="150007" y="19285"/>
                    </a:cubicBezTo>
                    <a:cubicBezTo>
                      <a:pt x="149544" y="19590"/>
                      <a:pt x="149140" y="19986"/>
                      <a:pt x="148785" y="20408"/>
                    </a:cubicBezTo>
                    <a:cubicBezTo>
                      <a:pt x="148644" y="20575"/>
                      <a:pt x="148513" y="20748"/>
                      <a:pt x="148383" y="20923"/>
                    </a:cubicBezTo>
                    <a:cubicBezTo>
                      <a:pt x="148294" y="20890"/>
                      <a:pt x="148203" y="20860"/>
                      <a:pt x="148110" y="20839"/>
                    </a:cubicBezTo>
                    <a:cubicBezTo>
                      <a:pt x="147969" y="20810"/>
                      <a:pt x="147814" y="20830"/>
                      <a:pt x="147677" y="20784"/>
                    </a:cubicBezTo>
                    <a:cubicBezTo>
                      <a:pt x="147550" y="20743"/>
                      <a:pt x="147442" y="20644"/>
                      <a:pt x="147338" y="20566"/>
                    </a:cubicBezTo>
                    <a:cubicBezTo>
                      <a:pt x="147215" y="20473"/>
                      <a:pt x="147083" y="20399"/>
                      <a:pt x="146949" y="20326"/>
                    </a:cubicBezTo>
                    <a:cubicBezTo>
                      <a:pt x="146682" y="20181"/>
                      <a:pt x="146417" y="20030"/>
                      <a:pt x="146146" y="19891"/>
                    </a:cubicBezTo>
                    <a:cubicBezTo>
                      <a:pt x="145869" y="19751"/>
                      <a:pt x="145608" y="19580"/>
                      <a:pt x="145326" y="19446"/>
                    </a:cubicBezTo>
                    <a:cubicBezTo>
                      <a:pt x="145065" y="19324"/>
                      <a:pt x="144792" y="19190"/>
                      <a:pt x="144578" y="18994"/>
                    </a:cubicBezTo>
                    <a:cubicBezTo>
                      <a:pt x="144474" y="18901"/>
                      <a:pt x="144353" y="18836"/>
                      <a:pt x="144236" y="18758"/>
                    </a:cubicBezTo>
                    <a:cubicBezTo>
                      <a:pt x="144111" y="18675"/>
                      <a:pt x="143989" y="18585"/>
                      <a:pt x="143858" y="18509"/>
                    </a:cubicBezTo>
                    <a:cubicBezTo>
                      <a:pt x="143626" y="18373"/>
                      <a:pt x="143416" y="18198"/>
                      <a:pt x="143193" y="18044"/>
                    </a:cubicBezTo>
                    <a:cubicBezTo>
                      <a:pt x="142951" y="17877"/>
                      <a:pt x="142663" y="17789"/>
                      <a:pt x="142415" y="17626"/>
                    </a:cubicBezTo>
                    <a:cubicBezTo>
                      <a:pt x="142194" y="17479"/>
                      <a:pt x="142002" y="17326"/>
                      <a:pt x="141829" y="17125"/>
                    </a:cubicBezTo>
                    <a:cubicBezTo>
                      <a:pt x="141762" y="17047"/>
                      <a:pt x="141679" y="16947"/>
                      <a:pt x="141580" y="16891"/>
                    </a:cubicBezTo>
                    <a:cubicBezTo>
                      <a:pt x="141578" y="16884"/>
                      <a:pt x="141575" y="16876"/>
                      <a:pt x="141569" y="16869"/>
                    </a:cubicBezTo>
                    <a:cubicBezTo>
                      <a:pt x="141443" y="16659"/>
                      <a:pt x="141271" y="16536"/>
                      <a:pt x="141026" y="16508"/>
                    </a:cubicBezTo>
                    <a:cubicBezTo>
                      <a:pt x="140734" y="16474"/>
                      <a:pt x="140453" y="16476"/>
                      <a:pt x="140163" y="16404"/>
                    </a:cubicBezTo>
                    <a:cubicBezTo>
                      <a:pt x="139884" y="16333"/>
                      <a:pt x="139614" y="16231"/>
                      <a:pt x="139326" y="16201"/>
                    </a:cubicBezTo>
                    <a:cubicBezTo>
                      <a:pt x="139198" y="16188"/>
                      <a:pt x="139092" y="16175"/>
                      <a:pt x="138975" y="16115"/>
                    </a:cubicBezTo>
                    <a:cubicBezTo>
                      <a:pt x="138858" y="16054"/>
                      <a:pt x="138744" y="15980"/>
                      <a:pt x="138623" y="15922"/>
                    </a:cubicBezTo>
                    <a:cubicBezTo>
                      <a:pt x="138368" y="15797"/>
                      <a:pt x="138155" y="15626"/>
                      <a:pt x="137954" y="15427"/>
                    </a:cubicBezTo>
                    <a:cubicBezTo>
                      <a:pt x="137758" y="15236"/>
                      <a:pt x="137517" y="15094"/>
                      <a:pt x="137295" y="14935"/>
                    </a:cubicBezTo>
                    <a:cubicBezTo>
                      <a:pt x="137072" y="14775"/>
                      <a:pt x="136817" y="14631"/>
                      <a:pt x="136546" y="14574"/>
                    </a:cubicBezTo>
                    <a:cubicBezTo>
                      <a:pt x="136295" y="14520"/>
                      <a:pt x="136044" y="14551"/>
                      <a:pt x="135793" y="14520"/>
                    </a:cubicBezTo>
                    <a:cubicBezTo>
                      <a:pt x="135670" y="14505"/>
                      <a:pt x="135545" y="14473"/>
                      <a:pt x="135434" y="14421"/>
                    </a:cubicBezTo>
                    <a:cubicBezTo>
                      <a:pt x="135322" y="14367"/>
                      <a:pt x="135251" y="14280"/>
                      <a:pt x="135153" y="14207"/>
                    </a:cubicBezTo>
                    <a:cubicBezTo>
                      <a:pt x="134937" y="14047"/>
                      <a:pt x="134632" y="14042"/>
                      <a:pt x="134374" y="14038"/>
                    </a:cubicBezTo>
                    <a:cubicBezTo>
                      <a:pt x="134082" y="14033"/>
                      <a:pt x="133793" y="14021"/>
                      <a:pt x="133503" y="14073"/>
                    </a:cubicBezTo>
                    <a:cubicBezTo>
                      <a:pt x="133230" y="14124"/>
                      <a:pt x="132966" y="14220"/>
                      <a:pt x="132691" y="14272"/>
                    </a:cubicBezTo>
                    <a:cubicBezTo>
                      <a:pt x="132384" y="14332"/>
                      <a:pt x="132114" y="14276"/>
                      <a:pt x="131818" y="14185"/>
                    </a:cubicBezTo>
                    <a:cubicBezTo>
                      <a:pt x="131537" y="14099"/>
                      <a:pt x="131270" y="14051"/>
                      <a:pt x="130978" y="14020"/>
                    </a:cubicBezTo>
                    <a:cubicBezTo>
                      <a:pt x="130695" y="13988"/>
                      <a:pt x="130440" y="13854"/>
                      <a:pt x="130158" y="13817"/>
                    </a:cubicBezTo>
                    <a:cubicBezTo>
                      <a:pt x="129882" y="13780"/>
                      <a:pt x="129572" y="13763"/>
                      <a:pt x="129295" y="13787"/>
                    </a:cubicBezTo>
                    <a:cubicBezTo>
                      <a:pt x="129157" y="13800"/>
                      <a:pt x="129025" y="13843"/>
                      <a:pt x="128889" y="13854"/>
                    </a:cubicBezTo>
                    <a:cubicBezTo>
                      <a:pt x="128752" y="13865"/>
                      <a:pt x="128620" y="13863"/>
                      <a:pt x="128486" y="13902"/>
                    </a:cubicBezTo>
                    <a:cubicBezTo>
                      <a:pt x="128262" y="13966"/>
                      <a:pt x="128080" y="14101"/>
                      <a:pt x="127907" y="14252"/>
                    </a:cubicBezTo>
                    <a:cubicBezTo>
                      <a:pt x="127697" y="14432"/>
                      <a:pt x="127452" y="14557"/>
                      <a:pt x="127230" y="14723"/>
                    </a:cubicBezTo>
                    <a:cubicBezTo>
                      <a:pt x="127119" y="14806"/>
                      <a:pt x="127016" y="14860"/>
                      <a:pt x="126888" y="14914"/>
                    </a:cubicBezTo>
                    <a:cubicBezTo>
                      <a:pt x="126765" y="14966"/>
                      <a:pt x="126667" y="15046"/>
                      <a:pt x="126555" y="15117"/>
                    </a:cubicBezTo>
                    <a:cubicBezTo>
                      <a:pt x="126442" y="15189"/>
                      <a:pt x="126313" y="15210"/>
                      <a:pt x="126194" y="15266"/>
                    </a:cubicBezTo>
                    <a:cubicBezTo>
                      <a:pt x="126073" y="15321"/>
                      <a:pt x="125971" y="15403"/>
                      <a:pt x="125858" y="15472"/>
                    </a:cubicBezTo>
                    <a:cubicBezTo>
                      <a:pt x="125618" y="15617"/>
                      <a:pt x="125356" y="15719"/>
                      <a:pt x="125119" y="15874"/>
                    </a:cubicBezTo>
                    <a:cubicBezTo>
                      <a:pt x="124880" y="16030"/>
                      <a:pt x="124645" y="16184"/>
                      <a:pt x="124383" y="16303"/>
                    </a:cubicBezTo>
                    <a:cubicBezTo>
                      <a:pt x="124115" y="16422"/>
                      <a:pt x="123836" y="16517"/>
                      <a:pt x="123570" y="16644"/>
                    </a:cubicBezTo>
                    <a:cubicBezTo>
                      <a:pt x="123323" y="16763"/>
                      <a:pt x="123115" y="16937"/>
                      <a:pt x="122878" y="17073"/>
                    </a:cubicBezTo>
                    <a:cubicBezTo>
                      <a:pt x="122639" y="17211"/>
                      <a:pt x="122391" y="17347"/>
                      <a:pt x="122146" y="17473"/>
                    </a:cubicBezTo>
                    <a:cubicBezTo>
                      <a:pt x="121644" y="17732"/>
                      <a:pt x="121080" y="17862"/>
                      <a:pt x="120561" y="18085"/>
                    </a:cubicBezTo>
                    <a:cubicBezTo>
                      <a:pt x="120303" y="18197"/>
                      <a:pt x="120055" y="18327"/>
                      <a:pt x="119827" y="18492"/>
                    </a:cubicBezTo>
                    <a:cubicBezTo>
                      <a:pt x="119590" y="18665"/>
                      <a:pt x="119373" y="18864"/>
                      <a:pt x="119131" y="19032"/>
                    </a:cubicBezTo>
                    <a:cubicBezTo>
                      <a:pt x="118638" y="19374"/>
                      <a:pt x="118093" y="19610"/>
                      <a:pt x="117580" y="19917"/>
                    </a:cubicBezTo>
                    <a:cubicBezTo>
                      <a:pt x="117314" y="20077"/>
                      <a:pt x="117054" y="20248"/>
                      <a:pt x="116795" y="20423"/>
                    </a:cubicBezTo>
                    <a:cubicBezTo>
                      <a:pt x="116589" y="20560"/>
                      <a:pt x="116386" y="20746"/>
                      <a:pt x="116126" y="20754"/>
                    </a:cubicBezTo>
                    <a:cubicBezTo>
                      <a:pt x="115845" y="20763"/>
                      <a:pt x="115570" y="20670"/>
                      <a:pt x="115304" y="20588"/>
                    </a:cubicBezTo>
                    <a:cubicBezTo>
                      <a:pt x="115010" y="20499"/>
                      <a:pt x="114714" y="20430"/>
                      <a:pt x="114416" y="20356"/>
                    </a:cubicBezTo>
                    <a:cubicBezTo>
                      <a:pt x="114119" y="20280"/>
                      <a:pt x="113847" y="20250"/>
                      <a:pt x="113541" y="20259"/>
                    </a:cubicBezTo>
                    <a:cubicBezTo>
                      <a:pt x="113241" y="20266"/>
                      <a:pt x="112942" y="20246"/>
                      <a:pt x="112642" y="20265"/>
                    </a:cubicBezTo>
                    <a:cubicBezTo>
                      <a:pt x="112354" y="20281"/>
                      <a:pt x="112066" y="20348"/>
                      <a:pt x="111783" y="20417"/>
                    </a:cubicBezTo>
                    <a:cubicBezTo>
                      <a:pt x="111664" y="20445"/>
                      <a:pt x="111552" y="20482"/>
                      <a:pt x="111456" y="20555"/>
                    </a:cubicBezTo>
                    <a:cubicBezTo>
                      <a:pt x="111365" y="20625"/>
                      <a:pt x="111227" y="20625"/>
                      <a:pt x="111117" y="20659"/>
                    </a:cubicBezTo>
                    <a:cubicBezTo>
                      <a:pt x="110892" y="20730"/>
                      <a:pt x="110641" y="20813"/>
                      <a:pt x="110401" y="20784"/>
                    </a:cubicBezTo>
                    <a:cubicBezTo>
                      <a:pt x="110401" y="20782"/>
                      <a:pt x="110401" y="20782"/>
                      <a:pt x="110399" y="20782"/>
                    </a:cubicBezTo>
                    <a:cubicBezTo>
                      <a:pt x="110381" y="20717"/>
                      <a:pt x="110280" y="20717"/>
                      <a:pt x="110264" y="20774"/>
                    </a:cubicBezTo>
                    <a:cubicBezTo>
                      <a:pt x="110217" y="20757"/>
                      <a:pt x="110171" y="20739"/>
                      <a:pt x="110124" y="20718"/>
                    </a:cubicBezTo>
                    <a:cubicBezTo>
                      <a:pt x="109977" y="20653"/>
                      <a:pt x="109836" y="20571"/>
                      <a:pt x="109698" y="20490"/>
                    </a:cubicBezTo>
                    <a:cubicBezTo>
                      <a:pt x="109404" y="20315"/>
                      <a:pt x="109109" y="20155"/>
                      <a:pt x="108794" y="20021"/>
                    </a:cubicBezTo>
                    <a:cubicBezTo>
                      <a:pt x="108636" y="19954"/>
                      <a:pt x="108469" y="19898"/>
                      <a:pt x="108316" y="19822"/>
                    </a:cubicBezTo>
                    <a:cubicBezTo>
                      <a:pt x="108179" y="19753"/>
                      <a:pt x="108058" y="19658"/>
                      <a:pt x="107924" y="19584"/>
                    </a:cubicBezTo>
                    <a:cubicBezTo>
                      <a:pt x="107796" y="19511"/>
                      <a:pt x="107656" y="19456"/>
                      <a:pt x="107541" y="19363"/>
                    </a:cubicBezTo>
                    <a:cubicBezTo>
                      <a:pt x="107414" y="19260"/>
                      <a:pt x="107301" y="19139"/>
                      <a:pt x="107184" y="19026"/>
                    </a:cubicBezTo>
                    <a:cubicBezTo>
                      <a:pt x="107061" y="18909"/>
                      <a:pt x="106937" y="18790"/>
                      <a:pt x="106804" y="18682"/>
                    </a:cubicBezTo>
                    <a:cubicBezTo>
                      <a:pt x="106680" y="18580"/>
                      <a:pt x="106568" y="18461"/>
                      <a:pt x="106442" y="18360"/>
                    </a:cubicBezTo>
                    <a:cubicBezTo>
                      <a:pt x="106315" y="18258"/>
                      <a:pt x="106220" y="18131"/>
                      <a:pt x="106109" y="18016"/>
                    </a:cubicBezTo>
                    <a:cubicBezTo>
                      <a:pt x="105990" y="17895"/>
                      <a:pt x="105852" y="17789"/>
                      <a:pt x="105718" y="17685"/>
                    </a:cubicBezTo>
                    <a:cubicBezTo>
                      <a:pt x="105445" y="17466"/>
                      <a:pt x="105164" y="17248"/>
                      <a:pt x="104872" y="17053"/>
                    </a:cubicBezTo>
                    <a:cubicBezTo>
                      <a:pt x="104582" y="16858"/>
                      <a:pt x="104294" y="16655"/>
                      <a:pt x="103996" y="16469"/>
                    </a:cubicBezTo>
                    <a:cubicBezTo>
                      <a:pt x="103714" y="16292"/>
                      <a:pt x="103405" y="16153"/>
                      <a:pt x="103104" y="16008"/>
                    </a:cubicBezTo>
                    <a:cubicBezTo>
                      <a:pt x="102834" y="15877"/>
                      <a:pt x="102559" y="15753"/>
                      <a:pt x="102334" y="15548"/>
                    </a:cubicBezTo>
                    <a:cubicBezTo>
                      <a:pt x="102216" y="15442"/>
                      <a:pt x="102103" y="15331"/>
                      <a:pt x="101978" y="15230"/>
                    </a:cubicBezTo>
                    <a:cubicBezTo>
                      <a:pt x="101856" y="15134"/>
                      <a:pt x="101725" y="15057"/>
                      <a:pt x="101592" y="14975"/>
                    </a:cubicBezTo>
                    <a:cubicBezTo>
                      <a:pt x="101326" y="14814"/>
                      <a:pt x="101084" y="14613"/>
                      <a:pt x="100829" y="14434"/>
                    </a:cubicBezTo>
                    <a:cubicBezTo>
                      <a:pt x="100701" y="14343"/>
                      <a:pt x="100569" y="14258"/>
                      <a:pt x="100427" y="14185"/>
                    </a:cubicBezTo>
                    <a:cubicBezTo>
                      <a:pt x="100284" y="14113"/>
                      <a:pt x="100147" y="14077"/>
                      <a:pt x="99988" y="14049"/>
                    </a:cubicBezTo>
                    <a:cubicBezTo>
                      <a:pt x="99834" y="14021"/>
                      <a:pt x="99689" y="13951"/>
                      <a:pt x="99533" y="13930"/>
                    </a:cubicBezTo>
                    <a:cubicBezTo>
                      <a:pt x="99382" y="13908"/>
                      <a:pt x="99230" y="13886"/>
                      <a:pt x="99079" y="13869"/>
                    </a:cubicBezTo>
                    <a:cubicBezTo>
                      <a:pt x="98906" y="13850"/>
                      <a:pt x="98744" y="13891"/>
                      <a:pt x="98573" y="13921"/>
                    </a:cubicBezTo>
                    <a:cubicBezTo>
                      <a:pt x="98398" y="13951"/>
                      <a:pt x="98222" y="13966"/>
                      <a:pt x="98047" y="13982"/>
                    </a:cubicBezTo>
                    <a:cubicBezTo>
                      <a:pt x="97887" y="13997"/>
                      <a:pt x="97729" y="14006"/>
                      <a:pt x="97571" y="14012"/>
                    </a:cubicBezTo>
                    <a:cubicBezTo>
                      <a:pt x="97476" y="13904"/>
                      <a:pt x="97379" y="13793"/>
                      <a:pt x="97279" y="13688"/>
                    </a:cubicBezTo>
                    <a:cubicBezTo>
                      <a:pt x="97136" y="13538"/>
                      <a:pt x="96964" y="13419"/>
                      <a:pt x="96808" y="13283"/>
                    </a:cubicBezTo>
                    <a:cubicBezTo>
                      <a:pt x="96654" y="13145"/>
                      <a:pt x="96537" y="12989"/>
                      <a:pt x="96423" y="12816"/>
                    </a:cubicBezTo>
                    <a:cubicBezTo>
                      <a:pt x="96185" y="12455"/>
                      <a:pt x="95904" y="12123"/>
                      <a:pt x="95651" y="11769"/>
                    </a:cubicBezTo>
                    <a:cubicBezTo>
                      <a:pt x="95544" y="11615"/>
                      <a:pt x="95426" y="11434"/>
                      <a:pt x="95252" y="11351"/>
                    </a:cubicBezTo>
                    <a:cubicBezTo>
                      <a:pt x="95173" y="11315"/>
                      <a:pt x="95103" y="11282"/>
                      <a:pt x="95032" y="11232"/>
                    </a:cubicBezTo>
                    <a:cubicBezTo>
                      <a:pt x="94958" y="11176"/>
                      <a:pt x="94882" y="11124"/>
                      <a:pt x="94789" y="11105"/>
                    </a:cubicBezTo>
                    <a:cubicBezTo>
                      <a:pt x="94688" y="11087"/>
                      <a:pt x="94601" y="11111"/>
                      <a:pt x="94508" y="11144"/>
                    </a:cubicBezTo>
                    <a:cubicBezTo>
                      <a:pt x="94405" y="11181"/>
                      <a:pt x="94307" y="11176"/>
                      <a:pt x="94199" y="11170"/>
                    </a:cubicBezTo>
                    <a:cubicBezTo>
                      <a:pt x="93980" y="11159"/>
                      <a:pt x="93792" y="11170"/>
                      <a:pt x="93591" y="11263"/>
                    </a:cubicBezTo>
                    <a:cubicBezTo>
                      <a:pt x="93416" y="11343"/>
                      <a:pt x="93264" y="11460"/>
                      <a:pt x="93094" y="11546"/>
                    </a:cubicBezTo>
                    <a:cubicBezTo>
                      <a:pt x="92908" y="11641"/>
                      <a:pt x="92713" y="11715"/>
                      <a:pt x="92525" y="11806"/>
                    </a:cubicBezTo>
                    <a:cubicBezTo>
                      <a:pt x="92335" y="11899"/>
                      <a:pt x="92150" y="12004"/>
                      <a:pt x="91980" y="12132"/>
                    </a:cubicBezTo>
                    <a:cubicBezTo>
                      <a:pt x="91820" y="12251"/>
                      <a:pt x="91670" y="12383"/>
                      <a:pt x="91487" y="12472"/>
                    </a:cubicBezTo>
                    <a:cubicBezTo>
                      <a:pt x="91095" y="12664"/>
                      <a:pt x="90760" y="12959"/>
                      <a:pt x="90453" y="13268"/>
                    </a:cubicBezTo>
                    <a:cubicBezTo>
                      <a:pt x="90299" y="13424"/>
                      <a:pt x="90152" y="13590"/>
                      <a:pt x="90009" y="13757"/>
                    </a:cubicBezTo>
                    <a:cubicBezTo>
                      <a:pt x="89882" y="13910"/>
                      <a:pt x="89765" y="14051"/>
                      <a:pt x="89594" y="14155"/>
                    </a:cubicBezTo>
                    <a:cubicBezTo>
                      <a:pt x="89514" y="14202"/>
                      <a:pt x="89432" y="14237"/>
                      <a:pt x="89349" y="14278"/>
                    </a:cubicBezTo>
                    <a:cubicBezTo>
                      <a:pt x="89250" y="14325"/>
                      <a:pt x="89168" y="14395"/>
                      <a:pt x="89079" y="14458"/>
                    </a:cubicBezTo>
                    <a:cubicBezTo>
                      <a:pt x="88908" y="14583"/>
                      <a:pt x="88713" y="14667"/>
                      <a:pt x="88517" y="14750"/>
                    </a:cubicBezTo>
                    <a:cubicBezTo>
                      <a:pt x="88436" y="14786"/>
                      <a:pt x="88357" y="14825"/>
                      <a:pt x="88268" y="14836"/>
                    </a:cubicBezTo>
                    <a:cubicBezTo>
                      <a:pt x="88157" y="14849"/>
                      <a:pt x="88054" y="14869"/>
                      <a:pt x="87948" y="14905"/>
                    </a:cubicBezTo>
                    <a:cubicBezTo>
                      <a:pt x="87742" y="14975"/>
                      <a:pt x="87543" y="15065"/>
                      <a:pt x="87344" y="15150"/>
                    </a:cubicBezTo>
                    <a:cubicBezTo>
                      <a:pt x="87147" y="15236"/>
                      <a:pt x="86940" y="15293"/>
                      <a:pt x="86745" y="15383"/>
                    </a:cubicBezTo>
                    <a:cubicBezTo>
                      <a:pt x="86546" y="15472"/>
                      <a:pt x="86379" y="15626"/>
                      <a:pt x="86198" y="15751"/>
                    </a:cubicBezTo>
                    <a:cubicBezTo>
                      <a:pt x="86031" y="15868"/>
                      <a:pt x="85860" y="15982"/>
                      <a:pt x="85674" y="16067"/>
                    </a:cubicBezTo>
                    <a:cubicBezTo>
                      <a:pt x="85482" y="16156"/>
                      <a:pt x="85319" y="16275"/>
                      <a:pt x="85153" y="16409"/>
                    </a:cubicBezTo>
                    <a:cubicBezTo>
                      <a:pt x="84989" y="16543"/>
                      <a:pt x="84829" y="16670"/>
                      <a:pt x="84632" y="16750"/>
                    </a:cubicBezTo>
                    <a:cubicBezTo>
                      <a:pt x="84428" y="16831"/>
                      <a:pt x="84223" y="16910"/>
                      <a:pt x="84022" y="17001"/>
                    </a:cubicBezTo>
                    <a:cubicBezTo>
                      <a:pt x="83827" y="17092"/>
                      <a:pt x="83636" y="17189"/>
                      <a:pt x="83431" y="17256"/>
                    </a:cubicBezTo>
                    <a:cubicBezTo>
                      <a:pt x="83215" y="17326"/>
                      <a:pt x="82992" y="17350"/>
                      <a:pt x="82767" y="17375"/>
                    </a:cubicBezTo>
                    <a:cubicBezTo>
                      <a:pt x="82538" y="17399"/>
                      <a:pt x="82308" y="17423"/>
                      <a:pt x="82083" y="17469"/>
                    </a:cubicBezTo>
                    <a:cubicBezTo>
                      <a:pt x="81980" y="17490"/>
                      <a:pt x="81884" y="17525"/>
                      <a:pt x="81783" y="17553"/>
                    </a:cubicBezTo>
                    <a:cubicBezTo>
                      <a:pt x="81673" y="17585"/>
                      <a:pt x="81566" y="17590"/>
                      <a:pt x="81456" y="17609"/>
                    </a:cubicBezTo>
                    <a:cubicBezTo>
                      <a:pt x="81253" y="17642"/>
                      <a:pt x="81073" y="17722"/>
                      <a:pt x="80864" y="17733"/>
                    </a:cubicBezTo>
                    <a:cubicBezTo>
                      <a:pt x="80758" y="17737"/>
                      <a:pt x="80651" y="17737"/>
                      <a:pt x="80545" y="17741"/>
                    </a:cubicBezTo>
                    <a:cubicBezTo>
                      <a:pt x="80431" y="17743"/>
                      <a:pt x="80336" y="17754"/>
                      <a:pt x="80227" y="17720"/>
                    </a:cubicBezTo>
                    <a:cubicBezTo>
                      <a:pt x="80096" y="17681"/>
                      <a:pt x="79936" y="17637"/>
                      <a:pt x="79803" y="17665"/>
                    </a:cubicBezTo>
                    <a:cubicBezTo>
                      <a:pt x="79791" y="17667"/>
                      <a:pt x="79784" y="17670"/>
                      <a:pt x="79776" y="17676"/>
                    </a:cubicBezTo>
                    <a:cubicBezTo>
                      <a:pt x="79724" y="17661"/>
                      <a:pt x="79670" y="17646"/>
                      <a:pt x="79618" y="17631"/>
                    </a:cubicBezTo>
                    <a:cubicBezTo>
                      <a:pt x="79259" y="17531"/>
                      <a:pt x="78910" y="17441"/>
                      <a:pt x="78573" y="17276"/>
                    </a:cubicBezTo>
                    <a:cubicBezTo>
                      <a:pt x="78263" y="17122"/>
                      <a:pt x="77963" y="16967"/>
                      <a:pt x="77623" y="16887"/>
                    </a:cubicBezTo>
                    <a:cubicBezTo>
                      <a:pt x="77260" y="16800"/>
                      <a:pt x="76929" y="16647"/>
                      <a:pt x="76578" y="16525"/>
                    </a:cubicBezTo>
                    <a:cubicBezTo>
                      <a:pt x="76247" y="16407"/>
                      <a:pt x="75951" y="16208"/>
                      <a:pt x="75620" y="16086"/>
                    </a:cubicBezTo>
                    <a:cubicBezTo>
                      <a:pt x="75281" y="15961"/>
                      <a:pt x="74954" y="15801"/>
                      <a:pt x="74636" y="15626"/>
                    </a:cubicBezTo>
                    <a:cubicBezTo>
                      <a:pt x="74314" y="15448"/>
                      <a:pt x="74002" y="15254"/>
                      <a:pt x="73665" y="15100"/>
                    </a:cubicBezTo>
                    <a:cubicBezTo>
                      <a:pt x="73327" y="14944"/>
                      <a:pt x="72959" y="14836"/>
                      <a:pt x="72633" y="14656"/>
                    </a:cubicBezTo>
                    <a:cubicBezTo>
                      <a:pt x="72510" y="14587"/>
                      <a:pt x="72404" y="14492"/>
                      <a:pt x="72289" y="14414"/>
                    </a:cubicBezTo>
                    <a:cubicBezTo>
                      <a:pt x="72151" y="14319"/>
                      <a:pt x="71995" y="14258"/>
                      <a:pt x="71852" y="14170"/>
                    </a:cubicBezTo>
                    <a:cubicBezTo>
                      <a:pt x="71567" y="13990"/>
                      <a:pt x="71313" y="13772"/>
                      <a:pt x="71011" y="13620"/>
                    </a:cubicBezTo>
                    <a:cubicBezTo>
                      <a:pt x="70703" y="13463"/>
                      <a:pt x="70414" y="13261"/>
                      <a:pt x="70059" y="13240"/>
                    </a:cubicBezTo>
                    <a:cubicBezTo>
                      <a:pt x="69702" y="13218"/>
                      <a:pt x="69336" y="13237"/>
                      <a:pt x="68977" y="13238"/>
                    </a:cubicBezTo>
                    <a:cubicBezTo>
                      <a:pt x="68622" y="13238"/>
                      <a:pt x="68372" y="13160"/>
                      <a:pt x="68090" y="12945"/>
                    </a:cubicBezTo>
                    <a:cubicBezTo>
                      <a:pt x="67974" y="12855"/>
                      <a:pt x="67857" y="12777"/>
                      <a:pt x="67712" y="12749"/>
                    </a:cubicBezTo>
                    <a:cubicBezTo>
                      <a:pt x="67554" y="12720"/>
                      <a:pt x="67390" y="12749"/>
                      <a:pt x="67231" y="12746"/>
                    </a:cubicBezTo>
                    <a:cubicBezTo>
                      <a:pt x="67061" y="12742"/>
                      <a:pt x="66896" y="12723"/>
                      <a:pt x="66727" y="12751"/>
                    </a:cubicBezTo>
                    <a:cubicBezTo>
                      <a:pt x="66555" y="12777"/>
                      <a:pt x="66388" y="12839"/>
                      <a:pt x="66224" y="12889"/>
                    </a:cubicBezTo>
                    <a:cubicBezTo>
                      <a:pt x="66079" y="12935"/>
                      <a:pt x="65944" y="12995"/>
                      <a:pt x="65828" y="13099"/>
                    </a:cubicBezTo>
                    <a:cubicBezTo>
                      <a:pt x="65691" y="13227"/>
                      <a:pt x="65592" y="13393"/>
                      <a:pt x="65456" y="13525"/>
                    </a:cubicBezTo>
                    <a:cubicBezTo>
                      <a:pt x="65350" y="13629"/>
                      <a:pt x="65220" y="13674"/>
                      <a:pt x="65096" y="13752"/>
                    </a:cubicBezTo>
                    <a:cubicBezTo>
                      <a:pt x="65030" y="13793"/>
                      <a:pt x="64976" y="13852"/>
                      <a:pt x="64906" y="13884"/>
                    </a:cubicBezTo>
                    <a:cubicBezTo>
                      <a:pt x="64822" y="13919"/>
                      <a:pt x="64733" y="13930"/>
                      <a:pt x="64651" y="13975"/>
                    </a:cubicBezTo>
                    <a:cubicBezTo>
                      <a:pt x="64510" y="14055"/>
                      <a:pt x="64383" y="14165"/>
                      <a:pt x="64242" y="14248"/>
                    </a:cubicBezTo>
                    <a:cubicBezTo>
                      <a:pt x="64093" y="14336"/>
                      <a:pt x="63922" y="14367"/>
                      <a:pt x="63773" y="14457"/>
                    </a:cubicBezTo>
                    <a:cubicBezTo>
                      <a:pt x="63624" y="14542"/>
                      <a:pt x="63494" y="14657"/>
                      <a:pt x="63345" y="14743"/>
                    </a:cubicBezTo>
                    <a:cubicBezTo>
                      <a:pt x="63200" y="14823"/>
                      <a:pt x="63055" y="14886"/>
                      <a:pt x="62921" y="14987"/>
                    </a:cubicBezTo>
                    <a:cubicBezTo>
                      <a:pt x="62814" y="15068"/>
                      <a:pt x="62665" y="15215"/>
                      <a:pt x="62516" y="15210"/>
                    </a:cubicBezTo>
                    <a:cubicBezTo>
                      <a:pt x="62445" y="15206"/>
                      <a:pt x="62364" y="15173"/>
                      <a:pt x="62293" y="15156"/>
                    </a:cubicBezTo>
                    <a:cubicBezTo>
                      <a:pt x="62185" y="15134"/>
                      <a:pt x="62075" y="15109"/>
                      <a:pt x="61967" y="15085"/>
                    </a:cubicBezTo>
                    <a:cubicBezTo>
                      <a:pt x="61785" y="15042"/>
                      <a:pt x="61599" y="15005"/>
                      <a:pt x="61422" y="14949"/>
                    </a:cubicBezTo>
                    <a:cubicBezTo>
                      <a:pt x="61253" y="14897"/>
                      <a:pt x="61117" y="14784"/>
                      <a:pt x="60958" y="14709"/>
                    </a:cubicBezTo>
                    <a:cubicBezTo>
                      <a:pt x="60807" y="14637"/>
                      <a:pt x="60682" y="14563"/>
                      <a:pt x="60552" y="14455"/>
                    </a:cubicBezTo>
                    <a:cubicBezTo>
                      <a:pt x="60424" y="14351"/>
                      <a:pt x="60295" y="14241"/>
                      <a:pt x="60152" y="14157"/>
                    </a:cubicBezTo>
                    <a:cubicBezTo>
                      <a:pt x="60024" y="14085"/>
                      <a:pt x="59881" y="14042"/>
                      <a:pt x="59751" y="13975"/>
                    </a:cubicBezTo>
                    <a:cubicBezTo>
                      <a:pt x="59604" y="13899"/>
                      <a:pt x="59477" y="13804"/>
                      <a:pt x="59321" y="13744"/>
                    </a:cubicBezTo>
                    <a:cubicBezTo>
                      <a:pt x="59023" y="13633"/>
                      <a:pt x="58720" y="13532"/>
                      <a:pt x="58415" y="13445"/>
                    </a:cubicBezTo>
                    <a:cubicBezTo>
                      <a:pt x="58073" y="13346"/>
                      <a:pt x="57725" y="13352"/>
                      <a:pt x="57405" y="13183"/>
                    </a:cubicBezTo>
                    <a:cubicBezTo>
                      <a:pt x="57099" y="13019"/>
                      <a:pt x="56821" y="12818"/>
                      <a:pt x="56656" y="12509"/>
                    </a:cubicBezTo>
                    <a:cubicBezTo>
                      <a:pt x="56582" y="12368"/>
                      <a:pt x="56487" y="12243"/>
                      <a:pt x="56396" y="12111"/>
                    </a:cubicBezTo>
                    <a:cubicBezTo>
                      <a:pt x="56293" y="11963"/>
                      <a:pt x="56217" y="11801"/>
                      <a:pt x="56113" y="11652"/>
                    </a:cubicBezTo>
                    <a:cubicBezTo>
                      <a:pt x="55958" y="11433"/>
                      <a:pt x="55841" y="11109"/>
                      <a:pt x="55600" y="10968"/>
                    </a:cubicBezTo>
                    <a:cubicBezTo>
                      <a:pt x="55399" y="10850"/>
                      <a:pt x="55192" y="10947"/>
                      <a:pt x="55032" y="11081"/>
                    </a:cubicBezTo>
                    <a:cubicBezTo>
                      <a:pt x="54882" y="11208"/>
                      <a:pt x="54753" y="11442"/>
                      <a:pt x="54528" y="11334"/>
                    </a:cubicBezTo>
                    <a:cubicBezTo>
                      <a:pt x="54415" y="11278"/>
                      <a:pt x="54324" y="11178"/>
                      <a:pt x="54225" y="11102"/>
                    </a:cubicBezTo>
                    <a:cubicBezTo>
                      <a:pt x="54088" y="10994"/>
                      <a:pt x="53952" y="10888"/>
                      <a:pt x="53822" y="10772"/>
                    </a:cubicBezTo>
                    <a:cubicBezTo>
                      <a:pt x="53578" y="10551"/>
                      <a:pt x="53329" y="10341"/>
                      <a:pt x="53081" y="10125"/>
                    </a:cubicBezTo>
                    <a:cubicBezTo>
                      <a:pt x="52853" y="9924"/>
                      <a:pt x="52730" y="9645"/>
                      <a:pt x="52494" y="9456"/>
                    </a:cubicBezTo>
                    <a:cubicBezTo>
                      <a:pt x="52384" y="9366"/>
                      <a:pt x="52263" y="9288"/>
                      <a:pt x="52161" y="9190"/>
                    </a:cubicBezTo>
                    <a:cubicBezTo>
                      <a:pt x="52042" y="9074"/>
                      <a:pt x="51984" y="8920"/>
                      <a:pt x="51886" y="8790"/>
                    </a:cubicBezTo>
                    <a:cubicBezTo>
                      <a:pt x="51802" y="8680"/>
                      <a:pt x="51716" y="8591"/>
                      <a:pt x="51662" y="8461"/>
                    </a:cubicBezTo>
                    <a:cubicBezTo>
                      <a:pt x="51592" y="8299"/>
                      <a:pt x="51512" y="8143"/>
                      <a:pt x="51439" y="7981"/>
                    </a:cubicBezTo>
                    <a:cubicBezTo>
                      <a:pt x="51374" y="7839"/>
                      <a:pt x="51324" y="7689"/>
                      <a:pt x="51242" y="7555"/>
                    </a:cubicBezTo>
                    <a:cubicBezTo>
                      <a:pt x="51162" y="7423"/>
                      <a:pt x="51052" y="7311"/>
                      <a:pt x="50939" y="7209"/>
                    </a:cubicBezTo>
                    <a:cubicBezTo>
                      <a:pt x="50725" y="7014"/>
                      <a:pt x="50522" y="6789"/>
                      <a:pt x="50242" y="6698"/>
                    </a:cubicBezTo>
                    <a:cubicBezTo>
                      <a:pt x="50119" y="6659"/>
                      <a:pt x="49990" y="6644"/>
                      <a:pt x="49866" y="6621"/>
                    </a:cubicBezTo>
                    <a:cubicBezTo>
                      <a:pt x="49680" y="6588"/>
                      <a:pt x="49503" y="6515"/>
                      <a:pt x="49317" y="6487"/>
                    </a:cubicBezTo>
                    <a:cubicBezTo>
                      <a:pt x="49159" y="6463"/>
                      <a:pt x="49001" y="6478"/>
                      <a:pt x="48843" y="6482"/>
                    </a:cubicBezTo>
                    <a:cubicBezTo>
                      <a:pt x="48644" y="6484"/>
                      <a:pt x="48445" y="6486"/>
                      <a:pt x="48248" y="6487"/>
                    </a:cubicBezTo>
                    <a:cubicBezTo>
                      <a:pt x="47872" y="6489"/>
                      <a:pt x="47524" y="6597"/>
                      <a:pt x="47154" y="6625"/>
                    </a:cubicBezTo>
                    <a:cubicBezTo>
                      <a:pt x="46788" y="6653"/>
                      <a:pt x="46420" y="6642"/>
                      <a:pt x="46053" y="6655"/>
                    </a:cubicBezTo>
                    <a:cubicBezTo>
                      <a:pt x="46037" y="6657"/>
                      <a:pt x="46022" y="6660"/>
                      <a:pt x="46011" y="6666"/>
                    </a:cubicBezTo>
                    <a:cubicBezTo>
                      <a:pt x="45899" y="6543"/>
                      <a:pt x="45791" y="6417"/>
                      <a:pt x="45680" y="6296"/>
                    </a:cubicBezTo>
                    <a:cubicBezTo>
                      <a:pt x="45521" y="6123"/>
                      <a:pt x="45349" y="5974"/>
                      <a:pt x="45155" y="5848"/>
                    </a:cubicBezTo>
                    <a:cubicBezTo>
                      <a:pt x="44954" y="5716"/>
                      <a:pt x="44752" y="5591"/>
                      <a:pt x="44573" y="5427"/>
                    </a:cubicBezTo>
                    <a:cubicBezTo>
                      <a:pt x="44393" y="5262"/>
                      <a:pt x="44186" y="5130"/>
                      <a:pt x="44002" y="4970"/>
                    </a:cubicBezTo>
                    <a:cubicBezTo>
                      <a:pt x="43831" y="4821"/>
                      <a:pt x="43695" y="4637"/>
                      <a:pt x="43509" y="4505"/>
                    </a:cubicBezTo>
                    <a:cubicBezTo>
                      <a:pt x="43347" y="4390"/>
                      <a:pt x="43173" y="4328"/>
                      <a:pt x="43035" y="4176"/>
                    </a:cubicBezTo>
                    <a:cubicBezTo>
                      <a:pt x="42884" y="4008"/>
                      <a:pt x="42797" y="3791"/>
                      <a:pt x="42657" y="3614"/>
                    </a:cubicBezTo>
                    <a:cubicBezTo>
                      <a:pt x="42514" y="3430"/>
                      <a:pt x="42323" y="3285"/>
                      <a:pt x="42172" y="3103"/>
                    </a:cubicBezTo>
                    <a:cubicBezTo>
                      <a:pt x="42021" y="2922"/>
                      <a:pt x="41893" y="2725"/>
                      <a:pt x="41774" y="2522"/>
                    </a:cubicBezTo>
                    <a:cubicBezTo>
                      <a:pt x="41651" y="2312"/>
                      <a:pt x="41527" y="2123"/>
                      <a:pt x="41354" y="1951"/>
                    </a:cubicBezTo>
                    <a:cubicBezTo>
                      <a:pt x="41190" y="1790"/>
                      <a:pt x="41015" y="1622"/>
                      <a:pt x="40813" y="1513"/>
                    </a:cubicBezTo>
                    <a:cubicBezTo>
                      <a:pt x="40584" y="1390"/>
                      <a:pt x="40353" y="1395"/>
                      <a:pt x="40100" y="1403"/>
                    </a:cubicBezTo>
                    <a:cubicBezTo>
                      <a:pt x="39857" y="1408"/>
                      <a:pt x="39604" y="1364"/>
                      <a:pt x="39366" y="1433"/>
                    </a:cubicBezTo>
                    <a:cubicBezTo>
                      <a:pt x="39247" y="1468"/>
                      <a:pt x="39133" y="1529"/>
                      <a:pt x="39025" y="1593"/>
                    </a:cubicBezTo>
                    <a:cubicBezTo>
                      <a:pt x="38917" y="1658"/>
                      <a:pt x="38813" y="1699"/>
                      <a:pt x="38696" y="1745"/>
                    </a:cubicBezTo>
                    <a:cubicBezTo>
                      <a:pt x="38598" y="1786"/>
                      <a:pt x="38497" y="1829"/>
                      <a:pt x="38408" y="1888"/>
                    </a:cubicBezTo>
                    <a:cubicBezTo>
                      <a:pt x="38289" y="1968"/>
                      <a:pt x="38177" y="2056"/>
                      <a:pt x="38053" y="2128"/>
                    </a:cubicBezTo>
                    <a:cubicBezTo>
                      <a:pt x="37857" y="2243"/>
                      <a:pt x="37619" y="2297"/>
                      <a:pt x="37439" y="2435"/>
                    </a:cubicBezTo>
                    <a:cubicBezTo>
                      <a:pt x="37430" y="2442"/>
                      <a:pt x="37374" y="2491"/>
                      <a:pt x="37346" y="2526"/>
                    </a:cubicBezTo>
                    <a:cubicBezTo>
                      <a:pt x="37316" y="2528"/>
                      <a:pt x="37279" y="2543"/>
                      <a:pt x="37255" y="2554"/>
                    </a:cubicBezTo>
                    <a:cubicBezTo>
                      <a:pt x="37153" y="2599"/>
                      <a:pt x="37063" y="2695"/>
                      <a:pt x="36952" y="2712"/>
                    </a:cubicBezTo>
                    <a:cubicBezTo>
                      <a:pt x="36941" y="2708"/>
                      <a:pt x="36931" y="2703"/>
                      <a:pt x="36920" y="2699"/>
                    </a:cubicBezTo>
                    <a:cubicBezTo>
                      <a:pt x="36896" y="2669"/>
                      <a:pt x="36855" y="2658"/>
                      <a:pt x="36820" y="2666"/>
                    </a:cubicBezTo>
                    <a:cubicBezTo>
                      <a:pt x="36606" y="2595"/>
                      <a:pt x="36388" y="2535"/>
                      <a:pt x="36184" y="2441"/>
                    </a:cubicBezTo>
                    <a:cubicBezTo>
                      <a:pt x="35908" y="2310"/>
                      <a:pt x="35696" y="2123"/>
                      <a:pt x="35477" y="1916"/>
                    </a:cubicBezTo>
                    <a:cubicBezTo>
                      <a:pt x="35256" y="1706"/>
                      <a:pt x="35023" y="1539"/>
                      <a:pt x="34752" y="1399"/>
                    </a:cubicBezTo>
                    <a:cubicBezTo>
                      <a:pt x="34610" y="1327"/>
                      <a:pt x="34471" y="1247"/>
                      <a:pt x="34316" y="1206"/>
                    </a:cubicBezTo>
                    <a:cubicBezTo>
                      <a:pt x="34164" y="1163"/>
                      <a:pt x="34024" y="1137"/>
                      <a:pt x="33883" y="1059"/>
                    </a:cubicBezTo>
                    <a:cubicBezTo>
                      <a:pt x="33745" y="982"/>
                      <a:pt x="33612" y="910"/>
                      <a:pt x="33470" y="841"/>
                    </a:cubicBezTo>
                    <a:cubicBezTo>
                      <a:pt x="33320" y="767"/>
                      <a:pt x="33182" y="672"/>
                      <a:pt x="33022" y="616"/>
                    </a:cubicBezTo>
                    <a:cubicBezTo>
                      <a:pt x="32717" y="514"/>
                      <a:pt x="32444" y="320"/>
                      <a:pt x="32144" y="196"/>
                    </a:cubicBezTo>
                    <a:cubicBezTo>
                      <a:pt x="32021" y="146"/>
                      <a:pt x="31897" y="146"/>
                      <a:pt x="31772" y="114"/>
                    </a:cubicBezTo>
                    <a:cubicBezTo>
                      <a:pt x="31620" y="75"/>
                      <a:pt x="31477" y="2"/>
                      <a:pt x="31315" y="1"/>
                    </a:cubicBezTo>
                    <a:cubicBezTo>
                      <a:pt x="31194" y="1"/>
                      <a:pt x="31080" y="47"/>
                      <a:pt x="30960" y="49"/>
                    </a:cubicBezTo>
                    <a:cubicBezTo>
                      <a:pt x="30785" y="51"/>
                      <a:pt x="30645" y="75"/>
                      <a:pt x="30480" y="131"/>
                    </a:cubicBezTo>
                    <a:cubicBezTo>
                      <a:pt x="30333" y="179"/>
                      <a:pt x="30184" y="181"/>
                      <a:pt x="30033" y="201"/>
                    </a:cubicBezTo>
                    <a:cubicBezTo>
                      <a:pt x="29875" y="224"/>
                      <a:pt x="29719" y="237"/>
                      <a:pt x="29561" y="250"/>
                    </a:cubicBezTo>
                    <a:cubicBezTo>
                      <a:pt x="29237" y="281"/>
                      <a:pt x="28917" y="343"/>
                      <a:pt x="28596" y="380"/>
                    </a:cubicBezTo>
                    <a:cubicBezTo>
                      <a:pt x="28254" y="421"/>
                      <a:pt x="27913" y="469"/>
                      <a:pt x="27577" y="538"/>
                    </a:cubicBezTo>
                    <a:cubicBezTo>
                      <a:pt x="27255" y="603"/>
                      <a:pt x="26946" y="698"/>
                      <a:pt x="26632" y="793"/>
                    </a:cubicBezTo>
                    <a:cubicBezTo>
                      <a:pt x="26325" y="886"/>
                      <a:pt x="26009" y="943"/>
                      <a:pt x="25709" y="1057"/>
                    </a:cubicBezTo>
                    <a:cubicBezTo>
                      <a:pt x="25568" y="1109"/>
                      <a:pt x="25434" y="1174"/>
                      <a:pt x="25293" y="1221"/>
                    </a:cubicBezTo>
                    <a:cubicBezTo>
                      <a:pt x="25144" y="1269"/>
                      <a:pt x="24988" y="1289"/>
                      <a:pt x="24843" y="1343"/>
                    </a:cubicBezTo>
                    <a:cubicBezTo>
                      <a:pt x="24718" y="1392"/>
                      <a:pt x="24588" y="1418"/>
                      <a:pt x="24463" y="1470"/>
                    </a:cubicBezTo>
                    <a:cubicBezTo>
                      <a:pt x="24322" y="1529"/>
                      <a:pt x="24188" y="1604"/>
                      <a:pt x="24052" y="1676"/>
                    </a:cubicBezTo>
                    <a:cubicBezTo>
                      <a:pt x="23887" y="1764"/>
                      <a:pt x="23714" y="1840"/>
                      <a:pt x="23533" y="1894"/>
                    </a:cubicBezTo>
                    <a:cubicBezTo>
                      <a:pt x="23368" y="1944"/>
                      <a:pt x="23201" y="1977"/>
                      <a:pt x="23037" y="2039"/>
                    </a:cubicBezTo>
                    <a:cubicBezTo>
                      <a:pt x="22710" y="2160"/>
                      <a:pt x="22369" y="2268"/>
                      <a:pt x="22059" y="2426"/>
                    </a:cubicBezTo>
                    <a:cubicBezTo>
                      <a:pt x="21897" y="2509"/>
                      <a:pt x="21737" y="2573"/>
                      <a:pt x="21564" y="2630"/>
                    </a:cubicBezTo>
                    <a:cubicBezTo>
                      <a:pt x="21408" y="2682"/>
                      <a:pt x="21270" y="2760"/>
                      <a:pt x="21121" y="2824"/>
                    </a:cubicBezTo>
                    <a:cubicBezTo>
                      <a:pt x="20961" y="2891"/>
                      <a:pt x="20794" y="2933"/>
                      <a:pt x="20636" y="3000"/>
                    </a:cubicBezTo>
                    <a:cubicBezTo>
                      <a:pt x="20576" y="3026"/>
                      <a:pt x="20508" y="3062"/>
                      <a:pt x="20443" y="3065"/>
                    </a:cubicBezTo>
                    <a:cubicBezTo>
                      <a:pt x="20372" y="3069"/>
                      <a:pt x="20303" y="3030"/>
                      <a:pt x="20244" y="2998"/>
                    </a:cubicBezTo>
                    <a:cubicBezTo>
                      <a:pt x="20219" y="2985"/>
                      <a:pt x="20193" y="2989"/>
                      <a:pt x="20173" y="3000"/>
                    </a:cubicBezTo>
                    <a:cubicBezTo>
                      <a:pt x="20052" y="2902"/>
                      <a:pt x="19940" y="2788"/>
                      <a:pt x="19818" y="2701"/>
                    </a:cubicBezTo>
                    <a:cubicBezTo>
                      <a:pt x="19518" y="2491"/>
                      <a:pt x="19189" y="2323"/>
                      <a:pt x="18878" y="2134"/>
                    </a:cubicBezTo>
                    <a:cubicBezTo>
                      <a:pt x="18722" y="2039"/>
                      <a:pt x="18575" y="1929"/>
                      <a:pt x="18423" y="1829"/>
                    </a:cubicBezTo>
                    <a:cubicBezTo>
                      <a:pt x="18287" y="1736"/>
                      <a:pt x="18125" y="1685"/>
                      <a:pt x="17993" y="1591"/>
                    </a:cubicBezTo>
                    <a:cubicBezTo>
                      <a:pt x="17867" y="1501"/>
                      <a:pt x="17772" y="1371"/>
                      <a:pt x="17647" y="1276"/>
                    </a:cubicBezTo>
                    <a:cubicBezTo>
                      <a:pt x="17517" y="1178"/>
                      <a:pt x="17409" y="1100"/>
                      <a:pt x="17314" y="964"/>
                    </a:cubicBezTo>
                    <a:cubicBezTo>
                      <a:pt x="17138" y="713"/>
                      <a:pt x="16820" y="467"/>
                      <a:pt x="16509" y="425"/>
                    </a:cubicBezTo>
                    <a:cubicBezTo>
                      <a:pt x="16156" y="376"/>
                      <a:pt x="15795" y="434"/>
                      <a:pt x="15447" y="488"/>
                    </a:cubicBezTo>
                    <a:cubicBezTo>
                      <a:pt x="15276" y="514"/>
                      <a:pt x="15116" y="585"/>
                      <a:pt x="14943" y="586"/>
                    </a:cubicBezTo>
                    <a:cubicBezTo>
                      <a:pt x="14772" y="586"/>
                      <a:pt x="14616" y="599"/>
                      <a:pt x="14456" y="668"/>
                    </a:cubicBezTo>
                    <a:cubicBezTo>
                      <a:pt x="14309" y="731"/>
                      <a:pt x="14171" y="817"/>
                      <a:pt x="14021" y="871"/>
                    </a:cubicBezTo>
                    <a:cubicBezTo>
                      <a:pt x="13846" y="932"/>
                      <a:pt x="13666" y="979"/>
                      <a:pt x="13485" y="1025"/>
                    </a:cubicBezTo>
                    <a:cubicBezTo>
                      <a:pt x="13286" y="1079"/>
                      <a:pt x="13087" y="1154"/>
                      <a:pt x="12883" y="1183"/>
                    </a:cubicBezTo>
                    <a:cubicBezTo>
                      <a:pt x="12697" y="1209"/>
                      <a:pt x="12505" y="1200"/>
                      <a:pt x="12319" y="1193"/>
                    </a:cubicBezTo>
                    <a:cubicBezTo>
                      <a:pt x="11960" y="1180"/>
                      <a:pt x="11588" y="1208"/>
                      <a:pt x="11229" y="1250"/>
                    </a:cubicBezTo>
                    <a:cubicBezTo>
                      <a:pt x="11108" y="1235"/>
                      <a:pt x="10991" y="1202"/>
                      <a:pt x="10872" y="1183"/>
                    </a:cubicBezTo>
                    <a:cubicBezTo>
                      <a:pt x="10582" y="1142"/>
                      <a:pt x="10281" y="1170"/>
                      <a:pt x="9989" y="1170"/>
                    </a:cubicBezTo>
                    <a:cubicBezTo>
                      <a:pt x="9723" y="1170"/>
                      <a:pt x="9472" y="1241"/>
                      <a:pt x="9206" y="1254"/>
                    </a:cubicBezTo>
                    <a:cubicBezTo>
                      <a:pt x="8942" y="1267"/>
                      <a:pt x="8752" y="1427"/>
                      <a:pt x="8564" y="1598"/>
                    </a:cubicBezTo>
                    <a:cubicBezTo>
                      <a:pt x="8484" y="1671"/>
                      <a:pt x="8408" y="1747"/>
                      <a:pt x="8321" y="1806"/>
                    </a:cubicBezTo>
                    <a:cubicBezTo>
                      <a:pt x="8282" y="1832"/>
                      <a:pt x="8237" y="1866"/>
                      <a:pt x="8192" y="1877"/>
                    </a:cubicBezTo>
                    <a:cubicBezTo>
                      <a:pt x="8127" y="1894"/>
                      <a:pt x="8060" y="1884"/>
                      <a:pt x="7997" y="1907"/>
                    </a:cubicBezTo>
                    <a:cubicBezTo>
                      <a:pt x="7878" y="1948"/>
                      <a:pt x="7824" y="2054"/>
                      <a:pt x="7725" y="2119"/>
                    </a:cubicBezTo>
                    <a:cubicBezTo>
                      <a:pt x="7614" y="2193"/>
                      <a:pt x="7486" y="2251"/>
                      <a:pt x="7365" y="2307"/>
                    </a:cubicBezTo>
                    <a:cubicBezTo>
                      <a:pt x="7114" y="2416"/>
                      <a:pt x="6835" y="2435"/>
                      <a:pt x="6576" y="2519"/>
                    </a:cubicBezTo>
                    <a:cubicBezTo>
                      <a:pt x="6316" y="2601"/>
                      <a:pt x="6081" y="2746"/>
                      <a:pt x="5827" y="2844"/>
                    </a:cubicBezTo>
                    <a:cubicBezTo>
                      <a:pt x="5698" y="2894"/>
                      <a:pt x="5570" y="2911"/>
                      <a:pt x="5436" y="2941"/>
                    </a:cubicBezTo>
                    <a:cubicBezTo>
                      <a:pt x="5313" y="2969"/>
                      <a:pt x="5198" y="3032"/>
                      <a:pt x="5073" y="3047"/>
                    </a:cubicBezTo>
                    <a:cubicBezTo>
                      <a:pt x="4943" y="3062"/>
                      <a:pt x="4813" y="3039"/>
                      <a:pt x="4685" y="3038"/>
                    </a:cubicBezTo>
                    <a:cubicBezTo>
                      <a:pt x="4549" y="3036"/>
                      <a:pt x="4419" y="3065"/>
                      <a:pt x="4287" y="3099"/>
                    </a:cubicBezTo>
                    <a:cubicBezTo>
                      <a:pt x="4034" y="3160"/>
                      <a:pt x="3781" y="3097"/>
                      <a:pt x="3524" y="3118"/>
                    </a:cubicBezTo>
                    <a:cubicBezTo>
                      <a:pt x="3269" y="3138"/>
                      <a:pt x="3076" y="3255"/>
                      <a:pt x="2884" y="3417"/>
                    </a:cubicBezTo>
                    <a:cubicBezTo>
                      <a:pt x="2805" y="3484"/>
                      <a:pt x="2728" y="3553"/>
                      <a:pt x="2639" y="3607"/>
                    </a:cubicBezTo>
                    <a:cubicBezTo>
                      <a:pt x="2518" y="3679"/>
                      <a:pt x="2379" y="3724"/>
                      <a:pt x="2250" y="3780"/>
                    </a:cubicBezTo>
                    <a:cubicBezTo>
                      <a:pt x="1999" y="3887"/>
                      <a:pt x="1780" y="4018"/>
                      <a:pt x="1581" y="4205"/>
                    </a:cubicBezTo>
                    <a:cubicBezTo>
                      <a:pt x="1399" y="4378"/>
                      <a:pt x="1246" y="4574"/>
                      <a:pt x="1116" y="4789"/>
                    </a:cubicBezTo>
                    <a:cubicBezTo>
                      <a:pt x="982" y="5014"/>
                      <a:pt x="822" y="5184"/>
                      <a:pt x="604" y="5331"/>
                    </a:cubicBezTo>
                    <a:cubicBezTo>
                      <a:pt x="407" y="5465"/>
                      <a:pt x="199" y="5576"/>
                      <a:pt x="0" y="5704"/>
                    </a:cubicBezTo>
                    <a:lnTo>
                      <a:pt x="0" y="88295"/>
                    </a:lnTo>
                    <a:lnTo>
                      <a:pt x="215725" y="88295"/>
                    </a:lnTo>
                    <a:lnTo>
                      <a:pt x="215725" y="3403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6"/>
              <p:cNvSpPr/>
              <p:nvPr/>
            </p:nvSpPr>
            <p:spPr>
              <a:xfrm>
                <a:off x="1275" y="4209698"/>
                <a:ext cx="9144086" cy="1030570"/>
              </a:xfrm>
              <a:custGeom>
                <a:avLst/>
                <a:gdLst/>
                <a:ahLst/>
                <a:cxnLst/>
                <a:rect l="l" t="t" r="r" b="b"/>
                <a:pathLst>
                  <a:path w="215726" h="57040" extrusionOk="0">
                    <a:moveTo>
                      <a:pt x="135276" y="6980"/>
                    </a:moveTo>
                    <a:cubicBezTo>
                      <a:pt x="135266" y="6891"/>
                      <a:pt x="135188" y="6858"/>
                      <a:pt x="135121" y="6874"/>
                    </a:cubicBezTo>
                    <a:cubicBezTo>
                      <a:pt x="135075" y="6846"/>
                      <a:pt x="135030" y="6820"/>
                      <a:pt x="134987" y="6798"/>
                    </a:cubicBezTo>
                    <a:cubicBezTo>
                      <a:pt x="134848" y="6724"/>
                      <a:pt x="134716" y="6726"/>
                      <a:pt x="134597" y="6835"/>
                    </a:cubicBezTo>
                    <a:cubicBezTo>
                      <a:pt x="134381" y="7036"/>
                      <a:pt x="134318" y="7336"/>
                      <a:pt x="133976" y="7364"/>
                    </a:cubicBezTo>
                    <a:cubicBezTo>
                      <a:pt x="133745" y="7382"/>
                      <a:pt x="133503" y="7380"/>
                      <a:pt x="133273" y="7378"/>
                    </a:cubicBezTo>
                    <a:cubicBezTo>
                      <a:pt x="133159" y="7377"/>
                      <a:pt x="133044" y="7371"/>
                      <a:pt x="132934" y="7334"/>
                    </a:cubicBezTo>
                    <a:cubicBezTo>
                      <a:pt x="132772" y="7276"/>
                      <a:pt x="132700" y="7157"/>
                      <a:pt x="132572" y="7062"/>
                    </a:cubicBezTo>
                    <a:cubicBezTo>
                      <a:pt x="132443" y="6969"/>
                      <a:pt x="132294" y="6969"/>
                      <a:pt x="132144" y="6999"/>
                    </a:cubicBezTo>
                    <a:cubicBezTo>
                      <a:pt x="132010" y="7025"/>
                      <a:pt x="131883" y="7070"/>
                      <a:pt x="131744" y="7072"/>
                    </a:cubicBezTo>
                    <a:cubicBezTo>
                      <a:pt x="131591" y="7072"/>
                      <a:pt x="131444" y="7005"/>
                      <a:pt x="131292" y="7018"/>
                    </a:cubicBezTo>
                    <a:cubicBezTo>
                      <a:pt x="131205" y="7027"/>
                      <a:pt x="131130" y="7062"/>
                      <a:pt x="131039" y="7064"/>
                    </a:cubicBezTo>
                    <a:cubicBezTo>
                      <a:pt x="130916" y="7064"/>
                      <a:pt x="130818" y="7001"/>
                      <a:pt x="130697" y="6986"/>
                    </a:cubicBezTo>
                    <a:cubicBezTo>
                      <a:pt x="130589" y="6971"/>
                      <a:pt x="130481" y="6990"/>
                      <a:pt x="130373" y="6986"/>
                    </a:cubicBezTo>
                    <a:cubicBezTo>
                      <a:pt x="130211" y="6980"/>
                      <a:pt x="130146" y="6915"/>
                      <a:pt x="130012" y="6858"/>
                    </a:cubicBezTo>
                    <a:cubicBezTo>
                      <a:pt x="129854" y="6789"/>
                      <a:pt x="129668" y="6809"/>
                      <a:pt x="129503" y="6832"/>
                    </a:cubicBezTo>
                    <a:cubicBezTo>
                      <a:pt x="129194" y="6873"/>
                      <a:pt x="128925" y="6980"/>
                      <a:pt x="128608" y="6979"/>
                    </a:cubicBezTo>
                    <a:cubicBezTo>
                      <a:pt x="128331" y="6977"/>
                      <a:pt x="128054" y="6973"/>
                      <a:pt x="127779" y="6986"/>
                    </a:cubicBezTo>
                    <a:cubicBezTo>
                      <a:pt x="127511" y="6997"/>
                      <a:pt x="127267" y="6956"/>
                      <a:pt x="127002" y="6930"/>
                    </a:cubicBezTo>
                    <a:cubicBezTo>
                      <a:pt x="126825" y="6913"/>
                      <a:pt x="126685" y="6964"/>
                      <a:pt x="126527" y="7034"/>
                    </a:cubicBezTo>
                    <a:cubicBezTo>
                      <a:pt x="126265" y="7150"/>
                      <a:pt x="126031" y="7107"/>
                      <a:pt x="125755" y="7125"/>
                    </a:cubicBezTo>
                    <a:cubicBezTo>
                      <a:pt x="125685" y="7131"/>
                      <a:pt x="125620" y="7144"/>
                      <a:pt x="125556" y="7178"/>
                    </a:cubicBezTo>
                    <a:cubicBezTo>
                      <a:pt x="125471" y="7222"/>
                      <a:pt x="125369" y="7371"/>
                      <a:pt x="125272" y="7369"/>
                    </a:cubicBezTo>
                    <a:cubicBezTo>
                      <a:pt x="125194" y="7369"/>
                      <a:pt x="125101" y="7263"/>
                      <a:pt x="125030" y="7230"/>
                    </a:cubicBezTo>
                    <a:cubicBezTo>
                      <a:pt x="124954" y="7196"/>
                      <a:pt x="124874" y="7192"/>
                      <a:pt x="124792" y="7200"/>
                    </a:cubicBezTo>
                    <a:cubicBezTo>
                      <a:pt x="124480" y="7230"/>
                      <a:pt x="124201" y="7330"/>
                      <a:pt x="123881" y="7272"/>
                    </a:cubicBezTo>
                    <a:cubicBezTo>
                      <a:pt x="123699" y="7241"/>
                      <a:pt x="123548" y="7200"/>
                      <a:pt x="123368" y="7265"/>
                    </a:cubicBezTo>
                    <a:cubicBezTo>
                      <a:pt x="123278" y="7298"/>
                      <a:pt x="123193" y="7339"/>
                      <a:pt x="123107" y="7382"/>
                    </a:cubicBezTo>
                    <a:cubicBezTo>
                      <a:pt x="123063" y="7377"/>
                      <a:pt x="123018" y="7373"/>
                      <a:pt x="122971" y="7373"/>
                    </a:cubicBezTo>
                    <a:cubicBezTo>
                      <a:pt x="122717" y="7373"/>
                      <a:pt x="122523" y="7237"/>
                      <a:pt x="122280" y="7187"/>
                    </a:cubicBezTo>
                    <a:cubicBezTo>
                      <a:pt x="122185" y="7168"/>
                      <a:pt x="122092" y="7170"/>
                      <a:pt x="121999" y="7133"/>
                    </a:cubicBezTo>
                    <a:cubicBezTo>
                      <a:pt x="121904" y="7096"/>
                      <a:pt x="121824" y="7032"/>
                      <a:pt x="121737" y="6980"/>
                    </a:cubicBezTo>
                    <a:cubicBezTo>
                      <a:pt x="121577" y="6889"/>
                      <a:pt x="121400" y="6846"/>
                      <a:pt x="121220" y="6811"/>
                    </a:cubicBezTo>
                    <a:cubicBezTo>
                      <a:pt x="120291" y="6625"/>
                      <a:pt x="119332" y="6861"/>
                      <a:pt x="118408" y="6629"/>
                    </a:cubicBezTo>
                    <a:cubicBezTo>
                      <a:pt x="118183" y="6573"/>
                      <a:pt x="117961" y="6495"/>
                      <a:pt x="117736" y="6430"/>
                    </a:cubicBezTo>
                    <a:cubicBezTo>
                      <a:pt x="117526" y="6370"/>
                      <a:pt x="117314" y="6346"/>
                      <a:pt x="117104" y="6302"/>
                    </a:cubicBezTo>
                    <a:cubicBezTo>
                      <a:pt x="116892" y="6257"/>
                      <a:pt x="116674" y="6136"/>
                      <a:pt x="116477" y="6047"/>
                    </a:cubicBezTo>
                    <a:cubicBezTo>
                      <a:pt x="116278" y="5956"/>
                      <a:pt x="116075" y="5915"/>
                      <a:pt x="115862" y="5872"/>
                    </a:cubicBezTo>
                    <a:cubicBezTo>
                      <a:pt x="115402" y="5783"/>
                      <a:pt x="114928" y="5770"/>
                      <a:pt x="114476" y="5651"/>
                    </a:cubicBezTo>
                    <a:cubicBezTo>
                      <a:pt x="114080" y="5547"/>
                      <a:pt x="113695" y="5394"/>
                      <a:pt x="113288" y="5338"/>
                    </a:cubicBezTo>
                    <a:cubicBezTo>
                      <a:pt x="112810" y="5273"/>
                      <a:pt x="112311" y="5312"/>
                      <a:pt x="111830" y="5316"/>
                    </a:cubicBezTo>
                    <a:cubicBezTo>
                      <a:pt x="111391" y="5320"/>
                      <a:pt x="110937" y="5286"/>
                      <a:pt x="110505" y="5381"/>
                    </a:cubicBezTo>
                    <a:cubicBezTo>
                      <a:pt x="110305" y="5426"/>
                      <a:pt x="110115" y="5511"/>
                      <a:pt x="109914" y="5560"/>
                    </a:cubicBezTo>
                    <a:cubicBezTo>
                      <a:pt x="109659" y="5619"/>
                      <a:pt x="109406" y="5639"/>
                      <a:pt x="109148" y="5664"/>
                    </a:cubicBezTo>
                    <a:cubicBezTo>
                      <a:pt x="108752" y="5703"/>
                      <a:pt x="108467" y="5963"/>
                      <a:pt x="108090" y="6056"/>
                    </a:cubicBezTo>
                    <a:cubicBezTo>
                      <a:pt x="107881" y="6108"/>
                      <a:pt x="107679" y="6177"/>
                      <a:pt x="107472" y="6236"/>
                    </a:cubicBezTo>
                    <a:cubicBezTo>
                      <a:pt x="107242" y="6305"/>
                      <a:pt x="107000" y="6313"/>
                      <a:pt x="106771" y="6389"/>
                    </a:cubicBezTo>
                    <a:cubicBezTo>
                      <a:pt x="106347" y="6532"/>
                      <a:pt x="105915" y="6573"/>
                      <a:pt x="105486" y="6694"/>
                    </a:cubicBezTo>
                    <a:cubicBezTo>
                      <a:pt x="105015" y="6828"/>
                      <a:pt x="104550" y="6882"/>
                      <a:pt x="104061" y="6891"/>
                    </a:cubicBezTo>
                    <a:cubicBezTo>
                      <a:pt x="103866" y="6895"/>
                      <a:pt x="103669" y="6904"/>
                      <a:pt x="103474" y="6891"/>
                    </a:cubicBezTo>
                    <a:cubicBezTo>
                      <a:pt x="103206" y="6874"/>
                      <a:pt x="102986" y="6742"/>
                      <a:pt x="102752" y="6623"/>
                    </a:cubicBezTo>
                    <a:cubicBezTo>
                      <a:pt x="102572" y="6530"/>
                      <a:pt x="102389" y="6499"/>
                      <a:pt x="102194" y="6445"/>
                    </a:cubicBezTo>
                    <a:cubicBezTo>
                      <a:pt x="102094" y="6417"/>
                      <a:pt x="101999" y="6365"/>
                      <a:pt x="101897" y="6339"/>
                    </a:cubicBezTo>
                    <a:cubicBezTo>
                      <a:pt x="101778" y="6311"/>
                      <a:pt x="101655" y="6316"/>
                      <a:pt x="101536" y="6285"/>
                    </a:cubicBezTo>
                    <a:cubicBezTo>
                      <a:pt x="101101" y="6166"/>
                      <a:pt x="100708" y="5868"/>
                      <a:pt x="100253" y="5822"/>
                    </a:cubicBezTo>
                    <a:cubicBezTo>
                      <a:pt x="99879" y="5781"/>
                      <a:pt x="99507" y="5688"/>
                      <a:pt x="99125" y="5747"/>
                    </a:cubicBezTo>
                    <a:cubicBezTo>
                      <a:pt x="98921" y="5779"/>
                      <a:pt x="98748" y="5835"/>
                      <a:pt x="98536" y="5825"/>
                    </a:cubicBezTo>
                    <a:cubicBezTo>
                      <a:pt x="98294" y="5816"/>
                      <a:pt x="98054" y="5824"/>
                      <a:pt x="97814" y="5822"/>
                    </a:cubicBezTo>
                    <a:cubicBezTo>
                      <a:pt x="97362" y="5816"/>
                      <a:pt x="96929" y="5779"/>
                      <a:pt x="96494" y="5911"/>
                    </a:cubicBezTo>
                    <a:cubicBezTo>
                      <a:pt x="96035" y="6051"/>
                      <a:pt x="95473" y="5965"/>
                      <a:pt x="94997" y="5965"/>
                    </a:cubicBezTo>
                    <a:cubicBezTo>
                      <a:pt x="94071" y="5965"/>
                      <a:pt x="93159" y="5859"/>
                      <a:pt x="92239" y="5792"/>
                    </a:cubicBezTo>
                    <a:cubicBezTo>
                      <a:pt x="91731" y="5755"/>
                      <a:pt x="91255" y="5548"/>
                      <a:pt x="90775" y="5396"/>
                    </a:cubicBezTo>
                    <a:cubicBezTo>
                      <a:pt x="90340" y="5258"/>
                      <a:pt x="89890" y="5113"/>
                      <a:pt x="89479" y="4922"/>
                    </a:cubicBezTo>
                    <a:cubicBezTo>
                      <a:pt x="89113" y="4749"/>
                      <a:pt x="88778" y="4645"/>
                      <a:pt x="88376" y="4605"/>
                    </a:cubicBezTo>
                    <a:cubicBezTo>
                      <a:pt x="87878" y="4559"/>
                      <a:pt x="87355" y="4561"/>
                      <a:pt x="86888" y="4367"/>
                    </a:cubicBezTo>
                    <a:cubicBezTo>
                      <a:pt x="86485" y="4200"/>
                      <a:pt x="86118" y="4005"/>
                      <a:pt x="85681" y="3938"/>
                    </a:cubicBezTo>
                    <a:cubicBezTo>
                      <a:pt x="85293" y="3876"/>
                      <a:pt x="84900" y="3845"/>
                      <a:pt x="84510" y="3839"/>
                    </a:cubicBezTo>
                    <a:cubicBezTo>
                      <a:pt x="84325" y="3837"/>
                      <a:pt x="84134" y="3761"/>
                      <a:pt x="83948" y="3735"/>
                    </a:cubicBezTo>
                    <a:cubicBezTo>
                      <a:pt x="83730" y="3703"/>
                      <a:pt x="83518" y="3642"/>
                      <a:pt x="83299" y="3625"/>
                    </a:cubicBezTo>
                    <a:cubicBezTo>
                      <a:pt x="82853" y="3594"/>
                      <a:pt x="82386" y="3549"/>
                      <a:pt x="81947" y="3464"/>
                    </a:cubicBezTo>
                    <a:cubicBezTo>
                      <a:pt x="81791" y="3432"/>
                      <a:pt x="81631" y="3397"/>
                      <a:pt x="81469" y="3402"/>
                    </a:cubicBezTo>
                    <a:cubicBezTo>
                      <a:pt x="81409" y="3404"/>
                      <a:pt x="81153" y="3426"/>
                      <a:pt x="80995" y="3393"/>
                    </a:cubicBezTo>
                    <a:cubicBezTo>
                      <a:pt x="80928" y="3378"/>
                      <a:pt x="80879" y="3354"/>
                      <a:pt x="80870" y="3315"/>
                    </a:cubicBezTo>
                    <a:cubicBezTo>
                      <a:pt x="80857" y="3253"/>
                      <a:pt x="80768" y="3279"/>
                      <a:pt x="80777" y="3341"/>
                    </a:cubicBezTo>
                    <a:cubicBezTo>
                      <a:pt x="80779" y="3346"/>
                      <a:pt x="80779" y="3350"/>
                      <a:pt x="80781" y="3356"/>
                    </a:cubicBezTo>
                    <a:cubicBezTo>
                      <a:pt x="80615" y="3315"/>
                      <a:pt x="80450" y="3272"/>
                      <a:pt x="80280" y="3248"/>
                    </a:cubicBezTo>
                    <a:cubicBezTo>
                      <a:pt x="79883" y="3194"/>
                      <a:pt x="79490" y="3188"/>
                      <a:pt x="79098" y="3092"/>
                    </a:cubicBezTo>
                    <a:cubicBezTo>
                      <a:pt x="78424" y="2928"/>
                      <a:pt x="77790" y="2699"/>
                      <a:pt x="77098" y="2606"/>
                    </a:cubicBezTo>
                    <a:cubicBezTo>
                      <a:pt x="76360" y="2508"/>
                      <a:pt x="75611" y="2478"/>
                      <a:pt x="74889" y="2279"/>
                    </a:cubicBezTo>
                    <a:cubicBezTo>
                      <a:pt x="74541" y="2182"/>
                      <a:pt x="74201" y="2061"/>
                      <a:pt x="73844" y="2009"/>
                    </a:cubicBezTo>
                    <a:cubicBezTo>
                      <a:pt x="73496" y="1959"/>
                      <a:pt x="73156" y="2028"/>
                      <a:pt x="72810" y="1950"/>
                    </a:cubicBezTo>
                    <a:cubicBezTo>
                      <a:pt x="72138" y="1797"/>
                      <a:pt x="71480" y="1870"/>
                      <a:pt x="70792" y="1870"/>
                    </a:cubicBezTo>
                    <a:cubicBezTo>
                      <a:pt x="70433" y="1870"/>
                      <a:pt x="70111" y="1773"/>
                      <a:pt x="69762" y="1732"/>
                    </a:cubicBezTo>
                    <a:cubicBezTo>
                      <a:pt x="69427" y="1691"/>
                      <a:pt x="69077" y="1721"/>
                      <a:pt x="68743" y="1730"/>
                    </a:cubicBezTo>
                    <a:cubicBezTo>
                      <a:pt x="68116" y="1745"/>
                      <a:pt x="67578" y="1727"/>
                      <a:pt x="66978" y="1905"/>
                    </a:cubicBezTo>
                    <a:cubicBezTo>
                      <a:pt x="66799" y="1957"/>
                      <a:pt x="66580" y="1961"/>
                      <a:pt x="66435" y="2095"/>
                    </a:cubicBezTo>
                    <a:cubicBezTo>
                      <a:pt x="66358" y="2164"/>
                      <a:pt x="66336" y="2251"/>
                      <a:pt x="66284" y="2337"/>
                    </a:cubicBezTo>
                    <a:cubicBezTo>
                      <a:pt x="66176" y="2513"/>
                      <a:pt x="66033" y="2636"/>
                      <a:pt x="65847" y="2725"/>
                    </a:cubicBezTo>
                    <a:cubicBezTo>
                      <a:pt x="65231" y="3027"/>
                      <a:pt x="64469" y="3162"/>
                      <a:pt x="63797" y="3291"/>
                    </a:cubicBezTo>
                    <a:cubicBezTo>
                      <a:pt x="63437" y="3359"/>
                      <a:pt x="63074" y="3358"/>
                      <a:pt x="62709" y="3406"/>
                    </a:cubicBezTo>
                    <a:cubicBezTo>
                      <a:pt x="62347" y="3454"/>
                      <a:pt x="62001" y="3571"/>
                      <a:pt x="61649" y="3670"/>
                    </a:cubicBezTo>
                    <a:cubicBezTo>
                      <a:pt x="61047" y="3836"/>
                      <a:pt x="60426" y="3882"/>
                      <a:pt x="59879" y="4211"/>
                    </a:cubicBezTo>
                    <a:cubicBezTo>
                      <a:pt x="59546" y="4412"/>
                      <a:pt x="59261" y="4589"/>
                      <a:pt x="58865" y="4633"/>
                    </a:cubicBezTo>
                    <a:cubicBezTo>
                      <a:pt x="58586" y="4665"/>
                      <a:pt x="58337" y="4697"/>
                      <a:pt x="58080" y="4821"/>
                    </a:cubicBezTo>
                    <a:cubicBezTo>
                      <a:pt x="57469" y="5117"/>
                      <a:pt x="56803" y="5169"/>
                      <a:pt x="56174" y="5429"/>
                    </a:cubicBezTo>
                    <a:cubicBezTo>
                      <a:pt x="55897" y="5545"/>
                      <a:pt x="55648" y="5723"/>
                      <a:pt x="55360" y="5814"/>
                    </a:cubicBezTo>
                    <a:cubicBezTo>
                      <a:pt x="54990" y="5931"/>
                      <a:pt x="54577" y="5896"/>
                      <a:pt x="54194" y="5878"/>
                    </a:cubicBezTo>
                    <a:cubicBezTo>
                      <a:pt x="53437" y="5838"/>
                      <a:pt x="52717" y="5772"/>
                      <a:pt x="51967" y="5643"/>
                    </a:cubicBezTo>
                    <a:cubicBezTo>
                      <a:pt x="51681" y="5595"/>
                      <a:pt x="51411" y="5615"/>
                      <a:pt x="51125" y="5591"/>
                    </a:cubicBezTo>
                    <a:cubicBezTo>
                      <a:pt x="50762" y="5558"/>
                      <a:pt x="50390" y="5439"/>
                      <a:pt x="50020" y="5398"/>
                    </a:cubicBezTo>
                    <a:cubicBezTo>
                      <a:pt x="49295" y="5316"/>
                      <a:pt x="48555" y="5318"/>
                      <a:pt x="47837" y="5178"/>
                    </a:cubicBezTo>
                    <a:cubicBezTo>
                      <a:pt x="47156" y="5046"/>
                      <a:pt x="46470" y="4871"/>
                      <a:pt x="45838" y="4587"/>
                    </a:cubicBezTo>
                    <a:cubicBezTo>
                      <a:pt x="45300" y="4345"/>
                      <a:pt x="44644" y="4135"/>
                      <a:pt x="44058" y="4062"/>
                    </a:cubicBezTo>
                    <a:cubicBezTo>
                      <a:pt x="43779" y="4027"/>
                      <a:pt x="43496" y="4059"/>
                      <a:pt x="43215" y="4059"/>
                    </a:cubicBezTo>
                    <a:cubicBezTo>
                      <a:pt x="42788" y="4061"/>
                      <a:pt x="42453" y="3964"/>
                      <a:pt x="42060" y="3804"/>
                    </a:cubicBezTo>
                    <a:cubicBezTo>
                      <a:pt x="41767" y="3683"/>
                      <a:pt x="41519" y="3650"/>
                      <a:pt x="41201" y="3664"/>
                    </a:cubicBezTo>
                    <a:cubicBezTo>
                      <a:pt x="40811" y="3681"/>
                      <a:pt x="40463" y="3616"/>
                      <a:pt x="40080" y="3566"/>
                    </a:cubicBezTo>
                    <a:cubicBezTo>
                      <a:pt x="39751" y="3521"/>
                      <a:pt x="39427" y="3516"/>
                      <a:pt x="39105" y="3428"/>
                    </a:cubicBezTo>
                    <a:cubicBezTo>
                      <a:pt x="38759" y="3333"/>
                      <a:pt x="38430" y="3194"/>
                      <a:pt x="38099" y="3060"/>
                    </a:cubicBezTo>
                    <a:cubicBezTo>
                      <a:pt x="37534" y="2835"/>
                      <a:pt x="36993" y="2467"/>
                      <a:pt x="36394" y="2340"/>
                    </a:cubicBezTo>
                    <a:cubicBezTo>
                      <a:pt x="36100" y="2281"/>
                      <a:pt x="35799" y="2255"/>
                      <a:pt x="35507" y="2177"/>
                    </a:cubicBezTo>
                    <a:cubicBezTo>
                      <a:pt x="35187" y="2091"/>
                      <a:pt x="34895" y="1937"/>
                      <a:pt x="34567" y="1886"/>
                    </a:cubicBezTo>
                    <a:cubicBezTo>
                      <a:pt x="34209" y="1829"/>
                      <a:pt x="33926" y="1645"/>
                      <a:pt x="33576" y="1581"/>
                    </a:cubicBezTo>
                    <a:cubicBezTo>
                      <a:pt x="33225" y="1518"/>
                      <a:pt x="32881" y="1496"/>
                      <a:pt x="32533" y="1405"/>
                    </a:cubicBezTo>
                    <a:cubicBezTo>
                      <a:pt x="31876" y="1236"/>
                      <a:pt x="31251" y="1018"/>
                      <a:pt x="30610" y="810"/>
                    </a:cubicBezTo>
                    <a:cubicBezTo>
                      <a:pt x="30290" y="707"/>
                      <a:pt x="29972" y="605"/>
                      <a:pt x="29654" y="501"/>
                    </a:cubicBezTo>
                    <a:cubicBezTo>
                      <a:pt x="29284" y="380"/>
                      <a:pt x="28886" y="352"/>
                      <a:pt x="28506" y="263"/>
                    </a:cubicBezTo>
                    <a:cubicBezTo>
                      <a:pt x="27882" y="116"/>
                      <a:pt x="27240" y="1"/>
                      <a:pt x="26595" y="40"/>
                    </a:cubicBezTo>
                    <a:cubicBezTo>
                      <a:pt x="25895" y="79"/>
                      <a:pt x="25161" y="189"/>
                      <a:pt x="24476" y="332"/>
                    </a:cubicBezTo>
                    <a:cubicBezTo>
                      <a:pt x="24205" y="387"/>
                      <a:pt x="23939" y="473"/>
                      <a:pt x="23690" y="594"/>
                    </a:cubicBezTo>
                    <a:cubicBezTo>
                      <a:pt x="23558" y="659"/>
                      <a:pt x="23442" y="748"/>
                      <a:pt x="23312" y="815"/>
                    </a:cubicBezTo>
                    <a:cubicBezTo>
                      <a:pt x="23096" y="929"/>
                      <a:pt x="22894" y="932"/>
                      <a:pt x="22658" y="962"/>
                    </a:cubicBezTo>
                    <a:cubicBezTo>
                      <a:pt x="21997" y="1046"/>
                      <a:pt x="21369" y="1366"/>
                      <a:pt x="20722" y="1515"/>
                    </a:cubicBezTo>
                    <a:cubicBezTo>
                      <a:pt x="20370" y="1594"/>
                      <a:pt x="20009" y="1647"/>
                      <a:pt x="19661" y="1740"/>
                    </a:cubicBezTo>
                    <a:cubicBezTo>
                      <a:pt x="19325" y="1831"/>
                      <a:pt x="19029" y="1952"/>
                      <a:pt x="18676" y="1968"/>
                    </a:cubicBezTo>
                    <a:cubicBezTo>
                      <a:pt x="17954" y="2002"/>
                      <a:pt x="17190" y="2024"/>
                      <a:pt x="16470" y="1961"/>
                    </a:cubicBezTo>
                    <a:cubicBezTo>
                      <a:pt x="16106" y="1929"/>
                      <a:pt x="15763" y="1823"/>
                      <a:pt x="15395" y="1838"/>
                    </a:cubicBezTo>
                    <a:cubicBezTo>
                      <a:pt x="15005" y="1853"/>
                      <a:pt x="14648" y="1820"/>
                      <a:pt x="14261" y="1753"/>
                    </a:cubicBezTo>
                    <a:cubicBezTo>
                      <a:pt x="13567" y="1634"/>
                      <a:pt x="12903" y="1583"/>
                      <a:pt x="12200" y="1580"/>
                    </a:cubicBezTo>
                    <a:cubicBezTo>
                      <a:pt x="11426" y="1576"/>
                      <a:pt x="10686" y="1708"/>
                      <a:pt x="9920" y="1747"/>
                    </a:cubicBezTo>
                    <a:cubicBezTo>
                      <a:pt x="9247" y="1780"/>
                      <a:pt x="8590" y="1909"/>
                      <a:pt x="7924" y="2022"/>
                    </a:cubicBezTo>
                    <a:cubicBezTo>
                      <a:pt x="7223" y="2141"/>
                      <a:pt x="6524" y="2065"/>
                      <a:pt x="5819" y="2175"/>
                    </a:cubicBezTo>
                    <a:cubicBezTo>
                      <a:pt x="5085" y="2290"/>
                      <a:pt x="4356" y="2180"/>
                      <a:pt x="3621" y="2244"/>
                    </a:cubicBezTo>
                    <a:cubicBezTo>
                      <a:pt x="3323" y="2270"/>
                      <a:pt x="3043" y="2372"/>
                      <a:pt x="2743" y="2392"/>
                    </a:cubicBezTo>
                    <a:cubicBezTo>
                      <a:pt x="2429" y="2415"/>
                      <a:pt x="2154" y="2424"/>
                      <a:pt x="1856" y="2537"/>
                    </a:cubicBezTo>
                    <a:cubicBezTo>
                      <a:pt x="1415" y="2707"/>
                      <a:pt x="896" y="2705"/>
                      <a:pt x="394" y="2686"/>
                    </a:cubicBezTo>
                    <a:cubicBezTo>
                      <a:pt x="383" y="2662"/>
                      <a:pt x="359" y="2642"/>
                      <a:pt x="322" y="2642"/>
                    </a:cubicBezTo>
                    <a:cubicBezTo>
                      <a:pt x="216" y="2640"/>
                      <a:pt x="108" y="2642"/>
                      <a:pt x="0" y="2645"/>
                    </a:cubicBezTo>
                    <a:lnTo>
                      <a:pt x="0" y="57040"/>
                    </a:lnTo>
                    <a:lnTo>
                      <a:pt x="215725" y="57040"/>
                    </a:lnTo>
                    <a:lnTo>
                      <a:pt x="215725" y="6320"/>
                    </a:lnTo>
                    <a:cubicBezTo>
                      <a:pt x="215493" y="6246"/>
                      <a:pt x="215303" y="6084"/>
                      <a:pt x="215086" y="5959"/>
                    </a:cubicBezTo>
                    <a:cubicBezTo>
                      <a:pt x="214978" y="5898"/>
                      <a:pt x="214881" y="5852"/>
                      <a:pt x="214756" y="5837"/>
                    </a:cubicBezTo>
                    <a:cubicBezTo>
                      <a:pt x="214673" y="5827"/>
                      <a:pt x="214628" y="5812"/>
                      <a:pt x="214563" y="5760"/>
                    </a:cubicBezTo>
                    <a:cubicBezTo>
                      <a:pt x="214505" y="5716"/>
                      <a:pt x="214450" y="5682"/>
                      <a:pt x="214383" y="5653"/>
                    </a:cubicBezTo>
                    <a:cubicBezTo>
                      <a:pt x="214104" y="5522"/>
                      <a:pt x="213784" y="5442"/>
                      <a:pt x="213475" y="5498"/>
                    </a:cubicBezTo>
                    <a:cubicBezTo>
                      <a:pt x="213341" y="5522"/>
                      <a:pt x="213230" y="5586"/>
                      <a:pt x="213116" y="5658"/>
                    </a:cubicBezTo>
                    <a:cubicBezTo>
                      <a:pt x="212965" y="5755"/>
                      <a:pt x="212807" y="5798"/>
                      <a:pt x="212649" y="5874"/>
                    </a:cubicBezTo>
                    <a:cubicBezTo>
                      <a:pt x="212527" y="5933"/>
                      <a:pt x="212435" y="6032"/>
                      <a:pt x="212322" y="6104"/>
                    </a:cubicBezTo>
                    <a:cubicBezTo>
                      <a:pt x="212162" y="6205"/>
                      <a:pt x="211967" y="6207"/>
                      <a:pt x="211792" y="6268"/>
                    </a:cubicBezTo>
                    <a:cubicBezTo>
                      <a:pt x="211632" y="6326"/>
                      <a:pt x="211476" y="6398"/>
                      <a:pt x="211316" y="6450"/>
                    </a:cubicBezTo>
                    <a:cubicBezTo>
                      <a:pt x="211158" y="6502"/>
                      <a:pt x="211002" y="6508"/>
                      <a:pt x="210849" y="6584"/>
                    </a:cubicBezTo>
                    <a:cubicBezTo>
                      <a:pt x="210306" y="6865"/>
                      <a:pt x="209834" y="7256"/>
                      <a:pt x="209400" y="7683"/>
                    </a:cubicBezTo>
                    <a:cubicBezTo>
                      <a:pt x="209183" y="7901"/>
                      <a:pt x="208967" y="8120"/>
                      <a:pt x="208729" y="8314"/>
                    </a:cubicBezTo>
                    <a:cubicBezTo>
                      <a:pt x="208612" y="8407"/>
                      <a:pt x="208487" y="8494"/>
                      <a:pt x="208357" y="8569"/>
                    </a:cubicBezTo>
                    <a:cubicBezTo>
                      <a:pt x="208186" y="8665"/>
                      <a:pt x="208018" y="8677"/>
                      <a:pt x="207832" y="8721"/>
                    </a:cubicBezTo>
                    <a:cubicBezTo>
                      <a:pt x="207529" y="8790"/>
                      <a:pt x="207288" y="9009"/>
                      <a:pt x="206984" y="9078"/>
                    </a:cubicBezTo>
                    <a:cubicBezTo>
                      <a:pt x="206694" y="9145"/>
                      <a:pt x="206391" y="9093"/>
                      <a:pt x="206099" y="9156"/>
                    </a:cubicBezTo>
                    <a:cubicBezTo>
                      <a:pt x="205817" y="9218"/>
                      <a:pt x="205515" y="9298"/>
                      <a:pt x="205296" y="9495"/>
                    </a:cubicBezTo>
                    <a:cubicBezTo>
                      <a:pt x="205095" y="9677"/>
                      <a:pt x="204963" y="9924"/>
                      <a:pt x="204782" y="10125"/>
                    </a:cubicBezTo>
                    <a:cubicBezTo>
                      <a:pt x="204604" y="10324"/>
                      <a:pt x="204394" y="10492"/>
                      <a:pt x="204150" y="10605"/>
                    </a:cubicBezTo>
                    <a:cubicBezTo>
                      <a:pt x="203890" y="10726"/>
                      <a:pt x="203611" y="10748"/>
                      <a:pt x="203341" y="10836"/>
                    </a:cubicBezTo>
                    <a:cubicBezTo>
                      <a:pt x="203090" y="10916"/>
                      <a:pt x="202852" y="11063"/>
                      <a:pt x="202694" y="11275"/>
                    </a:cubicBezTo>
                    <a:cubicBezTo>
                      <a:pt x="202599" y="11403"/>
                      <a:pt x="202523" y="11541"/>
                      <a:pt x="202428" y="11669"/>
                    </a:cubicBezTo>
                    <a:cubicBezTo>
                      <a:pt x="202318" y="11816"/>
                      <a:pt x="202203" y="11959"/>
                      <a:pt x="202090" y="12104"/>
                    </a:cubicBezTo>
                    <a:cubicBezTo>
                      <a:pt x="201894" y="12363"/>
                      <a:pt x="201712" y="12634"/>
                      <a:pt x="201465" y="12848"/>
                    </a:cubicBezTo>
                    <a:cubicBezTo>
                      <a:pt x="201210" y="13071"/>
                      <a:pt x="200968" y="13292"/>
                      <a:pt x="200734" y="13538"/>
                    </a:cubicBezTo>
                    <a:cubicBezTo>
                      <a:pt x="200505" y="13778"/>
                      <a:pt x="200250" y="13992"/>
                      <a:pt x="200038" y="14248"/>
                    </a:cubicBezTo>
                    <a:cubicBezTo>
                      <a:pt x="199826" y="14505"/>
                      <a:pt x="199664" y="14799"/>
                      <a:pt x="199471" y="15070"/>
                    </a:cubicBezTo>
                    <a:cubicBezTo>
                      <a:pt x="199369" y="15214"/>
                      <a:pt x="199261" y="15381"/>
                      <a:pt x="199084" y="15437"/>
                    </a:cubicBezTo>
                    <a:cubicBezTo>
                      <a:pt x="198945" y="15481"/>
                      <a:pt x="198792" y="15467"/>
                      <a:pt x="198647" y="15480"/>
                    </a:cubicBezTo>
                    <a:cubicBezTo>
                      <a:pt x="198368" y="15507"/>
                      <a:pt x="198071" y="15550"/>
                      <a:pt x="197814" y="15669"/>
                    </a:cubicBezTo>
                    <a:cubicBezTo>
                      <a:pt x="197583" y="15777"/>
                      <a:pt x="197303" y="15898"/>
                      <a:pt x="197159" y="16117"/>
                    </a:cubicBezTo>
                    <a:cubicBezTo>
                      <a:pt x="197090" y="16222"/>
                      <a:pt x="197061" y="16346"/>
                      <a:pt x="196988" y="16449"/>
                    </a:cubicBezTo>
                    <a:cubicBezTo>
                      <a:pt x="196886" y="16595"/>
                      <a:pt x="196741" y="16720"/>
                      <a:pt x="196611" y="16839"/>
                    </a:cubicBezTo>
                    <a:cubicBezTo>
                      <a:pt x="196094" y="17310"/>
                      <a:pt x="195584" y="17793"/>
                      <a:pt x="195045" y="18236"/>
                    </a:cubicBezTo>
                    <a:cubicBezTo>
                      <a:pt x="194760" y="18466"/>
                      <a:pt x="194461" y="18684"/>
                      <a:pt x="194130" y="18846"/>
                    </a:cubicBezTo>
                    <a:cubicBezTo>
                      <a:pt x="193834" y="18991"/>
                      <a:pt x="193598" y="19225"/>
                      <a:pt x="193300" y="19368"/>
                    </a:cubicBezTo>
                    <a:cubicBezTo>
                      <a:pt x="193010" y="19510"/>
                      <a:pt x="192688" y="19562"/>
                      <a:pt x="192443" y="19779"/>
                    </a:cubicBezTo>
                    <a:cubicBezTo>
                      <a:pt x="192303" y="19904"/>
                      <a:pt x="192179" y="19872"/>
                      <a:pt x="192006" y="19872"/>
                    </a:cubicBezTo>
                    <a:cubicBezTo>
                      <a:pt x="191848" y="19870"/>
                      <a:pt x="191690" y="19884"/>
                      <a:pt x="191534" y="19908"/>
                    </a:cubicBezTo>
                    <a:cubicBezTo>
                      <a:pt x="191236" y="19952"/>
                      <a:pt x="190944" y="20043"/>
                      <a:pt x="190682" y="20192"/>
                    </a:cubicBezTo>
                    <a:cubicBezTo>
                      <a:pt x="190393" y="20354"/>
                      <a:pt x="190131" y="20562"/>
                      <a:pt x="189839" y="20722"/>
                    </a:cubicBezTo>
                    <a:cubicBezTo>
                      <a:pt x="189713" y="20791"/>
                      <a:pt x="189586" y="20856"/>
                      <a:pt x="189458" y="20921"/>
                    </a:cubicBezTo>
                    <a:cubicBezTo>
                      <a:pt x="189438" y="20899"/>
                      <a:pt x="189402" y="20888"/>
                      <a:pt x="189372" y="20912"/>
                    </a:cubicBezTo>
                    <a:cubicBezTo>
                      <a:pt x="189255" y="21005"/>
                      <a:pt x="189077" y="21025"/>
                      <a:pt x="188934" y="21050"/>
                    </a:cubicBezTo>
                    <a:cubicBezTo>
                      <a:pt x="188772" y="21076"/>
                      <a:pt x="188614" y="21105"/>
                      <a:pt x="188454" y="21137"/>
                    </a:cubicBezTo>
                    <a:cubicBezTo>
                      <a:pt x="188078" y="21211"/>
                      <a:pt x="187710" y="21299"/>
                      <a:pt x="187327" y="21303"/>
                    </a:cubicBezTo>
                    <a:cubicBezTo>
                      <a:pt x="186949" y="21306"/>
                      <a:pt x="186574" y="21275"/>
                      <a:pt x="186198" y="21275"/>
                    </a:cubicBezTo>
                    <a:cubicBezTo>
                      <a:pt x="186023" y="21275"/>
                      <a:pt x="185848" y="21271"/>
                      <a:pt x="185675" y="21276"/>
                    </a:cubicBezTo>
                    <a:cubicBezTo>
                      <a:pt x="185493" y="21282"/>
                      <a:pt x="185305" y="21306"/>
                      <a:pt x="185125" y="21276"/>
                    </a:cubicBezTo>
                    <a:cubicBezTo>
                      <a:pt x="185052" y="21263"/>
                      <a:pt x="184969" y="21243"/>
                      <a:pt x="184907" y="21204"/>
                    </a:cubicBezTo>
                    <a:cubicBezTo>
                      <a:pt x="184836" y="21159"/>
                      <a:pt x="184822" y="21102"/>
                      <a:pt x="184771" y="21042"/>
                    </a:cubicBezTo>
                    <a:cubicBezTo>
                      <a:pt x="184695" y="20951"/>
                      <a:pt x="184574" y="20901"/>
                      <a:pt x="184466" y="20860"/>
                    </a:cubicBezTo>
                    <a:cubicBezTo>
                      <a:pt x="184150" y="20739"/>
                      <a:pt x="183845" y="20802"/>
                      <a:pt x="183518" y="20780"/>
                    </a:cubicBezTo>
                    <a:cubicBezTo>
                      <a:pt x="183354" y="20769"/>
                      <a:pt x="183196" y="20726"/>
                      <a:pt x="183033" y="20720"/>
                    </a:cubicBezTo>
                    <a:cubicBezTo>
                      <a:pt x="182835" y="20715"/>
                      <a:pt x="182646" y="20745"/>
                      <a:pt x="182456" y="20685"/>
                    </a:cubicBezTo>
                    <a:cubicBezTo>
                      <a:pt x="182305" y="20639"/>
                      <a:pt x="182168" y="20560"/>
                      <a:pt x="182015" y="20518"/>
                    </a:cubicBezTo>
                    <a:cubicBezTo>
                      <a:pt x="181844" y="20471"/>
                      <a:pt x="181660" y="20458"/>
                      <a:pt x="181483" y="20440"/>
                    </a:cubicBezTo>
                    <a:cubicBezTo>
                      <a:pt x="181141" y="20401"/>
                      <a:pt x="180816" y="20427"/>
                      <a:pt x="180494" y="20559"/>
                    </a:cubicBezTo>
                    <a:cubicBezTo>
                      <a:pt x="180345" y="20620"/>
                      <a:pt x="180206" y="20698"/>
                      <a:pt x="180072" y="20789"/>
                    </a:cubicBezTo>
                    <a:cubicBezTo>
                      <a:pt x="179936" y="20882"/>
                      <a:pt x="179797" y="20940"/>
                      <a:pt x="179646" y="21003"/>
                    </a:cubicBezTo>
                    <a:cubicBezTo>
                      <a:pt x="179501" y="21064"/>
                      <a:pt x="179415" y="21144"/>
                      <a:pt x="179302" y="21247"/>
                    </a:cubicBezTo>
                    <a:cubicBezTo>
                      <a:pt x="179188" y="21349"/>
                      <a:pt x="178999" y="21342"/>
                      <a:pt x="178861" y="21418"/>
                    </a:cubicBezTo>
                    <a:cubicBezTo>
                      <a:pt x="178727" y="21494"/>
                      <a:pt x="178614" y="21598"/>
                      <a:pt x="178484" y="21678"/>
                    </a:cubicBezTo>
                    <a:cubicBezTo>
                      <a:pt x="178333" y="21769"/>
                      <a:pt x="178182" y="21842"/>
                      <a:pt x="178041" y="21948"/>
                    </a:cubicBezTo>
                    <a:cubicBezTo>
                      <a:pt x="177927" y="22035"/>
                      <a:pt x="177812" y="22126"/>
                      <a:pt x="177708" y="22223"/>
                    </a:cubicBezTo>
                    <a:cubicBezTo>
                      <a:pt x="177585" y="22337"/>
                      <a:pt x="177474" y="22467"/>
                      <a:pt x="177330" y="22554"/>
                    </a:cubicBezTo>
                    <a:cubicBezTo>
                      <a:pt x="177176" y="22649"/>
                      <a:pt x="177020" y="22660"/>
                      <a:pt x="176845" y="22666"/>
                    </a:cubicBezTo>
                    <a:cubicBezTo>
                      <a:pt x="176683" y="22669"/>
                      <a:pt x="176527" y="22723"/>
                      <a:pt x="176365" y="22722"/>
                    </a:cubicBezTo>
                    <a:cubicBezTo>
                      <a:pt x="176090" y="22714"/>
                      <a:pt x="175965" y="22861"/>
                      <a:pt x="175861" y="23106"/>
                    </a:cubicBezTo>
                    <a:cubicBezTo>
                      <a:pt x="175746" y="23380"/>
                      <a:pt x="175599" y="23612"/>
                      <a:pt x="175523" y="23902"/>
                    </a:cubicBezTo>
                    <a:cubicBezTo>
                      <a:pt x="175487" y="24031"/>
                      <a:pt x="175458" y="24167"/>
                      <a:pt x="175391" y="24284"/>
                    </a:cubicBezTo>
                    <a:cubicBezTo>
                      <a:pt x="175303" y="24444"/>
                      <a:pt x="175149" y="24466"/>
                      <a:pt x="174985" y="24499"/>
                    </a:cubicBezTo>
                    <a:cubicBezTo>
                      <a:pt x="174838" y="24529"/>
                      <a:pt x="174697" y="24578"/>
                      <a:pt x="174561" y="24635"/>
                    </a:cubicBezTo>
                    <a:cubicBezTo>
                      <a:pt x="174489" y="24667"/>
                      <a:pt x="174414" y="24698"/>
                      <a:pt x="174353" y="24749"/>
                    </a:cubicBezTo>
                    <a:cubicBezTo>
                      <a:pt x="174333" y="24767"/>
                      <a:pt x="174314" y="24793"/>
                      <a:pt x="174292" y="24810"/>
                    </a:cubicBezTo>
                    <a:cubicBezTo>
                      <a:pt x="174236" y="24851"/>
                      <a:pt x="174221" y="24834"/>
                      <a:pt x="174160" y="24821"/>
                    </a:cubicBezTo>
                    <a:cubicBezTo>
                      <a:pt x="174115" y="24812"/>
                      <a:pt x="174070" y="24819"/>
                      <a:pt x="174026" y="24812"/>
                    </a:cubicBezTo>
                    <a:cubicBezTo>
                      <a:pt x="173948" y="24803"/>
                      <a:pt x="173899" y="24756"/>
                      <a:pt x="173836" y="24713"/>
                    </a:cubicBezTo>
                    <a:cubicBezTo>
                      <a:pt x="173676" y="24609"/>
                      <a:pt x="173490" y="24559"/>
                      <a:pt x="173336" y="24449"/>
                    </a:cubicBezTo>
                    <a:cubicBezTo>
                      <a:pt x="173183" y="24341"/>
                      <a:pt x="173021" y="24237"/>
                      <a:pt x="172886" y="24113"/>
                    </a:cubicBezTo>
                    <a:cubicBezTo>
                      <a:pt x="172750" y="23986"/>
                      <a:pt x="172659" y="23832"/>
                      <a:pt x="172553" y="23683"/>
                    </a:cubicBezTo>
                    <a:cubicBezTo>
                      <a:pt x="172346" y="23391"/>
                      <a:pt x="172092" y="23151"/>
                      <a:pt x="171911" y="22837"/>
                    </a:cubicBezTo>
                    <a:cubicBezTo>
                      <a:pt x="171740" y="22536"/>
                      <a:pt x="171513" y="22273"/>
                      <a:pt x="171299" y="22002"/>
                    </a:cubicBezTo>
                    <a:cubicBezTo>
                      <a:pt x="171201" y="21879"/>
                      <a:pt x="171098" y="21758"/>
                      <a:pt x="170974" y="21661"/>
                    </a:cubicBezTo>
                    <a:cubicBezTo>
                      <a:pt x="170845" y="21563"/>
                      <a:pt x="170700" y="21494"/>
                      <a:pt x="170563" y="21412"/>
                    </a:cubicBezTo>
                    <a:cubicBezTo>
                      <a:pt x="170263" y="21234"/>
                      <a:pt x="170018" y="21037"/>
                      <a:pt x="169837" y="20737"/>
                    </a:cubicBezTo>
                    <a:cubicBezTo>
                      <a:pt x="169774" y="20631"/>
                      <a:pt x="169702" y="20540"/>
                      <a:pt x="169588" y="20486"/>
                    </a:cubicBezTo>
                    <a:cubicBezTo>
                      <a:pt x="169436" y="20414"/>
                      <a:pt x="169311" y="20306"/>
                      <a:pt x="169161" y="20231"/>
                    </a:cubicBezTo>
                    <a:cubicBezTo>
                      <a:pt x="168872" y="20090"/>
                      <a:pt x="168562" y="20043"/>
                      <a:pt x="168242" y="20060"/>
                    </a:cubicBezTo>
                    <a:cubicBezTo>
                      <a:pt x="168060" y="20069"/>
                      <a:pt x="167879" y="20097"/>
                      <a:pt x="167697" y="20110"/>
                    </a:cubicBezTo>
                    <a:cubicBezTo>
                      <a:pt x="167515" y="20123"/>
                      <a:pt x="167286" y="20151"/>
                      <a:pt x="167107" y="20097"/>
                    </a:cubicBezTo>
                    <a:cubicBezTo>
                      <a:pt x="166949" y="20049"/>
                      <a:pt x="166812" y="19930"/>
                      <a:pt x="166681" y="19833"/>
                    </a:cubicBezTo>
                    <a:cubicBezTo>
                      <a:pt x="166535" y="19724"/>
                      <a:pt x="166401" y="19619"/>
                      <a:pt x="166280" y="19480"/>
                    </a:cubicBezTo>
                    <a:cubicBezTo>
                      <a:pt x="166075" y="19242"/>
                      <a:pt x="165781" y="19060"/>
                      <a:pt x="165517" y="18892"/>
                    </a:cubicBezTo>
                    <a:cubicBezTo>
                      <a:pt x="165222" y="18703"/>
                      <a:pt x="164883" y="18565"/>
                      <a:pt x="164613" y="18338"/>
                    </a:cubicBezTo>
                    <a:cubicBezTo>
                      <a:pt x="164347" y="18113"/>
                      <a:pt x="164167" y="17810"/>
                      <a:pt x="163909" y="17579"/>
                    </a:cubicBezTo>
                    <a:cubicBezTo>
                      <a:pt x="163641" y="17345"/>
                      <a:pt x="163432" y="17059"/>
                      <a:pt x="163168" y="16819"/>
                    </a:cubicBezTo>
                    <a:cubicBezTo>
                      <a:pt x="162914" y="16590"/>
                      <a:pt x="162636" y="16374"/>
                      <a:pt x="162348" y="16188"/>
                    </a:cubicBezTo>
                    <a:cubicBezTo>
                      <a:pt x="162058" y="16000"/>
                      <a:pt x="161734" y="15870"/>
                      <a:pt x="161463" y="15653"/>
                    </a:cubicBezTo>
                    <a:cubicBezTo>
                      <a:pt x="161348" y="15563"/>
                      <a:pt x="161247" y="15461"/>
                      <a:pt x="161123" y="15385"/>
                    </a:cubicBezTo>
                    <a:cubicBezTo>
                      <a:pt x="160983" y="15299"/>
                      <a:pt x="160833" y="15238"/>
                      <a:pt x="160682" y="15176"/>
                    </a:cubicBezTo>
                    <a:cubicBezTo>
                      <a:pt x="160529" y="15113"/>
                      <a:pt x="160371" y="15070"/>
                      <a:pt x="160221" y="15009"/>
                    </a:cubicBezTo>
                    <a:cubicBezTo>
                      <a:pt x="160050" y="14940"/>
                      <a:pt x="159912" y="14801"/>
                      <a:pt x="159785" y="14674"/>
                    </a:cubicBezTo>
                    <a:cubicBezTo>
                      <a:pt x="159529" y="14418"/>
                      <a:pt x="159326" y="14122"/>
                      <a:pt x="159103" y="13837"/>
                    </a:cubicBezTo>
                    <a:cubicBezTo>
                      <a:pt x="158921" y="13605"/>
                      <a:pt x="158725" y="13395"/>
                      <a:pt x="158452" y="13274"/>
                    </a:cubicBezTo>
                    <a:cubicBezTo>
                      <a:pt x="158134" y="13134"/>
                      <a:pt x="157799" y="13062"/>
                      <a:pt x="157463" y="12989"/>
                    </a:cubicBezTo>
                    <a:cubicBezTo>
                      <a:pt x="157115" y="12915"/>
                      <a:pt x="156763" y="12788"/>
                      <a:pt x="156430" y="12660"/>
                    </a:cubicBezTo>
                    <a:cubicBezTo>
                      <a:pt x="156205" y="12573"/>
                      <a:pt x="155949" y="12506"/>
                      <a:pt x="155720" y="12400"/>
                    </a:cubicBezTo>
                    <a:cubicBezTo>
                      <a:pt x="155759" y="12366"/>
                      <a:pt x="155763" y="12296"/>
                      <a:pt x="155701" y="12286"/>
                    </a:cubicBezTo>
                    <a:cubicBezTo>
                      <a:pt x="155551" y="12262"/>
                      <a:pt x="155428" y="12136"/>
                      <a:pt x="155296" y="12065"/>
                    </a:cubicBezTo>
                    <a:cubicBezTo>
                      <a:pt x="155145" y="11983"/>
                      <a:pt x="154989" y="11913"/>
                      <a:pt x="154838" y="11833"/>
                    </a:cubicBezTo>
                    <a:cubicBezTo>
                      <a:pt x="154498" y="11656"/>
                      <a:pt x="154163" y="11470"/>
                      <a:pt x="153829" y="11288"/>
                    </a:cubicBezTo>
                    <a:cubicBezTo>
                      <a:pt x="153531" y="11124"/>
                      <a:pt x="153235" y="11003"/>
                      <a:pt x="152906" y="10927"/>
                    </a:cubicBezTo>
                    <a:cubicBezTo>
                      <a:pt x="152555" y="10847"/>
                      <a:pt x="152224" y="10720"/>
                      <a:pt x="151878" y="10622"/>
                    </a:cubicBezTo>
                    <a:cubicBezTo>
                      <a:pt x="151722" y="10577"/>
                      <a:pt x="151558" y="10573"/>
                      <a:pt x="151400" y="10533"/>
                    </a:cubicBezTo>
                    <a:cubicBezTo>
                      <a:pt x="151245" y="10494"/>
                      <a:pt x="151108" y="10412"/>
                      <a:pt x="150946" y="10391"/>
                    </a:cubicBezTo>
                    <a:cubicBezTo>
                      <a:pt x="150805" y="10373"/>
                      <a:pt x="150661" y="10391"/>
                      <a:pt x="150520" y="10389"/>
                    </a:cubicBezTo>
                    <a:cubicBezTo>
                      <a:pt x="150293" y="10387"/>
                      <a:pt x="150076" y="10337"/>
                      <a:pt x="149860" y="10276"/>
                    </a:cubicBezTo>
                    <a:cubicBezTo>
                      <a:pt x="149722" y="10237"/>
                      <a:pt x="149594" y="10198"/>
                      <a:pt x="149451" y="10181"/>
                    </a:cubicBezTo>
                    <a:cubicBezTo>
                      <a:pt x="149257" y="10159"/>
                      <a:pt x="149069" y="10151"/>
                      <a:pt x="148924" y="10004"/>
                    </a:cubicBezTo>
                    <a:cubicBezTo>
                      <a:pt x="148712" y="9791"/>
                      <a:pt x="148573" y="9575"/>
                      <a:pt x="148274" y="9476"/>
                    </a:cubicBezTo>
                    <a:cubicBezTo>
                      <a:pt x="147967" y="9376"/>
                      <a:pt x="147611" y="9422"/>
                      <a:pt x="147295" y="9420"/>
                    </a:cubicBezTo>
                    <a:cubicBezTo>
                      <a:pt x="146929" y="9420"/>
                      <a:pt x="146564" y="9435"/>
                      <a:pt x="146198" y="9441"/>
                    </a:cubicBezTo>
                    <a:cubicBezTo>
                      <a:pt x="146008" y="9443"/>
                      <a:pt x="145820" y="9432"/>
                      <a:pt x="145642" y="9363"/>
                    </a:cubicBezTo>
                    <a:cubicBezTo>
                      <a:pt x="145499" y="9309"/>
                      <a:pt x="145380" y="9214"/>
                      <a:pt x="145240" y="9158"/>
                    </a:cubicBezTo>
                    <a:cubicBezTo>
                      <a:pt x="145129" y="9114"/>
                      <a:pt x="145008" y="9108"/>
                      <a:pt x="144896" y="9069"/>
                    </a:cubicBezTo>
                    <a:cubicBezTo>
                      <a:pt x="144705" y="9004"/>
                      <a:pt x="144535" y="8885"/>
                      <a:pt x="144351" y="8803"/>
                    </a:cubicBezTo>
                    <a:cubicBezTo>
                      <a:pt x="143760" y="8544"/>
                      <a:pt x="143038" y="8621"/>
                      <a:pt x="142412" y="8623"/>
                    </a:cubicBezTo>
                    <a:cubicBezTo>
                      <a:pt x="142213" y="8623"/>
                      <a:pt x="142015" y="8624"/>
                      <a:pt x="141820" y="8582"/>
                    </a:cubicBezTo>
                    <a:cubicBezTo>
                      <a:pt x="141642" y="8543"/>
                      <a:pt x="141541" y="8424"/>
                      <a:pt x="141387" y="8345"/>
                    </a:cubicBezTo>
                    <a:cubicBezTo>
                      <a:pt x="141156" y="8228"/>
                      <a:pt x="140866" y="8284"/>
                      <a:pt x="140628" y="8344"/>
                    </a:cubicBezTo>
                    <a:cubicBezTo>
                      <a:pt x="140353" y="8414"/>
                      <a:pt x="139895" y="8682"/>
                      <a:pt x="139626" y="8515"/>
                    </a:cubicBezTo>
                    <a:cubicBezTo>
                      <a:pt x="139503" y="8437"/>
                      <a:pt x="139447" y="8286"/>
                      <a:pt x="139332" y="8197"/>
                    </a:cubicBezTo>
                    <a:cubicBezTo>
                      <a:pt x="139215" y="8106"/>
                      <a:pt x="139070" y="8074"/>
                      <a:pt x="138924" y="8068"/>
                    </a:cubicBezTo>
                    <a:cubicBezTo>
                      <a:pt x="138778" y="8061"/>
                      <a:pt x="138634" y="8081"/>
                      <a:pt x="138489" y="8091"/>
                    </a:cubicBezTo>
                    <a:cubicBezTo>
                      <a:pt x="138432" y="8094"/>
                      <a:pt x="138329" y="8113"/>
                      <a:pt x="138275" y="8089"/>
                    </a:cubicBezTo>
                    <a:cubicBezTo>
                      <a:pt x="138199" y="8053"/>
                      <a:pt x="138177" y="7946"/>
                      <a:pt x="138147" y="7875"/>
                    </a:cubicBezTo>
                    <a:cubicBezTo>
                      <a:pt x="138041" y="7618"/>
                      <a:pt x="138047" y="7310"/>
                      <a:pt x="137855" y="7094"/>
                    </a:cubicBezTo>
                    <a:cubicBezTo>
                      <a:pt x="137831" y="7068"/>
                      <a:pt x="137790" y="7060"/>
                      <a:pt x="137757" y="7070"/>
                    </a:cubicBezTo>
                    <a:cubicBezTo>
                      <a:pt x="137641" y="7099"/>
                      <a:pt x="137548" y="7163"/>
                      <a:pt x="137444" y="7217"/>
                    </a:cubicBezTo>
                    <a:cubicBezTo>
                      <a:pt x="137251" y="7317"/>
                      <a:pt x="137174" y="7165"/>
                      <a:pt x="137072" y="7032"/>
                    </a:cubicBezTo>
                    <a:cubicBezTo>
                      <a:pt x="136955" y="6880"/>
                      <a:pt x="136801" y="6783"/>
                      <a:pt x="136600" y="6800"/>
                    </a:cubicBezTo>
                    <a:cubicBezTo>
                      <a:pt x="136403" y="6815"/>
                      <a:pt x="136246" y="6951"/>
                      <a:pt x="136111" y="7081"/>
                    </a:cubicBezTo>
                    <a:cubicBezTo>
                      <a:pt x="135993" y="7196"/>
                      <a:pt x="135839" y="7403"/>
                      <a:pt x="135670" y="7471"/>
                    </a:cubicBezTo>
                    <a:cubicBezTo>
                      <a:pt x="135609" y="7278"/>
                      <a:pt x="135450" y="7112"/>
                      <a:pt x="135276" y="698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5" name="Google Shape;465;p26"/>
          <p:cNvSpPr/>
          <p:nvPr/>
        </p:nvSpPr>
        <p:spPr>
          <a:xfrm>
            <a:off x="0" y="4393698"/>
            <a:ext cx="7156237" cy="1179307"/>
          </a:xfrm>
          <a:custGeom>
            <a:avLst/>
            <a:gdLst/>
            <a:ahLst/>
            <a:cxnLst/>
            <a:rect l="l" t="t" r="r" b="b"/>
            <a:pathLst>
              <a:path w="215728" h="58331" extrusionOk="0">
                <a:moveTo>
                  <a:pt x="186536" y="9625"/>
                </a:moveTo>
                <a:cubicBezTo>
                  <a:pt x="186525" y="9502"/>
                  <a:pt x="186417" y="9455"/>
                  <a:pt x="186323" y="9478"/>
                </a:cubicBezTo>
                <a:cubicBezTo>
                  <a:pt x="186261" y="9439"/>
                  <a:pt x="186198" y="9403"/>
                  <a:pt x="186138" y="9372"/>
                </a:cubicBezTo>
                <a:cubicBezTo>
                  <a:pt x="185947" y="9269"/>
                  <a:pt x="185765" y="9273"/>
                  <a:pt x="185601" y="9424"/>
                </a:cubicBezTo>
                <a:cubicBezTo>
                  <a:pt x="185303" y="9701"/>
                  <a:pt x="185214" y="10114"/>
                  <a:pt x="184746" y="10153"/>
                </a:cubicBezTo>
                <a:cubicBezTo>
                  <a:pt x="184427" y="10179"/>
                  <a:pt x="184093" y="10177"/>
                  <a:pt x="183775" y="10173"/>
                </a:cubicBezTo>
                <a:cubicBezTo>
                  <a:pt x="183618" y="10171"/>
                  <a:pt x="183459" y="10164"/>
                  <a:pt x="183310" y="10110"/>
                </a:cubicBezTo>
                <a:cubicBezTo>
                  <a:pt x="183087" y="10032"/>
                  <a:pt x="182986" y="9868"/>
                  <a:pt x="182808" y="9738"/>
                </a:cubicBezTo>
                <a:cubicBezTo>
                  <a:pt x="182631" y="9610"/>
                  <a:pt x="182426" y="9608"/>
                  <a:pt x="182218" y="9649"/>
                </a:cubicBezTo>
                <a:cubicBezTo>
                  <a:pt x="182034" y="9686"/>
                  <a:pt x="181859" y="9749"/>
                  <a:pt x="181668" y="9749"/>
                </a:cubicBezTo>
                <a:cubicBezTo>
                  <a:pt x="181457" y="9749"/>
                  <a:pt x="181255" y="9656"/>
                  <a:pt x="181045" y="9677"/>
                </a:cubicBezTo>
                <a:cubicBezTo>
                  <a:pt x="180924" y="9688"/>
                  <a:pt x="180821" y="9738"/>
                  <a:pt x="180697" y="9738"/>
                </a:cubicBezTo>
                <a:cubicBezTo>
                  <a:pt x="180528" y="9740"/>
                  <a:pt x="180390" y="9653"/>
                  <a:pt x="180223" y="9630"/>
                </a:cubicBezTo>
                <a:cubicBezTo>
                  <a:pt x="180074" y="9612"/>
                  <a:pt x="179927" y="9638"/>
                  <a:pt x="179778" y="9632"/>
                </a:cubicBezTo>
                <a:cubicBezTo>
                  <a:pt x="179555" y="9625"/>
                  <a:pt x="179464" y="9535"/>
                  <a:pt x="179280" y="9455"/>
                </a:cubicBezTo>
                <a:cubicBezTo>
                  <a:pt x="179062" y="9361"/>
                  <a:pt x="178805" y="9388"/>
                  <a:pt x="178575" y="9420"/>
                </a:cubicBezTo>
                <a:cubicBezTo>
                  <a:pt x="178153" y="9476"/>
                  <a:pt x="177779" y="9625"/>
                  <a:pt x="177344" y="9621"/>
                </a:cubicBezTo>
                <a:cubicBezTo>
                  <a:pt x="176962" y="9619"/>
                  <a:pt x="176581" y="9614"/>
                  <a:pt x="176200" y="9630"/>
                </a:cubicBezTo>
                <a:cubicBezTo>
                  <a:pt x="175830" y="9649"/>
                  <a:pt x="175493" y="9589"/>
                  <a:pt x="175129" y="9554"/>
                </a:cubicBezTo>
                <a:cubicBezTo>
                  <a:pt x="174885" y="9530"/>
                  <a:pt x="174693" y="9601"/>
                  <a:pt x="174474" y="9697"/>
                </a:cubicBezTo>
                <a:cubicBezTo>
                  <a:pt x="174111" y="9859"/>
                  <a:pt x="173790" y="9800"/>
                  <a:pt x="173410" y="9824"/>
                </a:cubicBezTo>
                <a:cubicBezTo>
                  <a:pt x="173310" y="9831"/>
                  <a:pt x="173222" y="9848"/>
                  <a:pt x="173135" y="9896"/>
                </a:cubicBezTo>
                <a:cubicBezTo>
                  <a:pt x="173016" y="9958"/>
                  <a:pt x="172876" y="10162"/>
                  <a:pt x="172743" y="10160"/>
                </a:cubicBezTo>
                <a:cubicBezTo>
                  <a:pt x="172635" y="10158"/>
                  <a:pt x="172508" y="10013"/>
                  <a:pt x="172410" y="9969"/>
                </a:cubicBezTo>
                <a:cubicBezTo>
                  <a:pt x="172304" y="9920"/>
                  <a:pt x="172196" y="9915"/>
                  <a:pt x="172081" y="9926"/>
                </a:cubicBezTo>
                <a:cubicBezTo>
                  <a:pt x="171651" y="9967"/>
                  <a:pt x="171266" y="10105"/>
                  <a:pt x="170825" y="10026"/>
                </a:cubicBezTo>
                <a:cubicBezTo>
                  <a:pt x="170572" y="9982"/>
                  <a:pt x="170366" y="9926"/>
                  <a:pt x="170117" y="10017"/>
                </a:cubicBezTo>
                <a:cubicBezTo>
                  <a:pt x="169994" y="10062"/>
                  <a:pt x="169875" y="10119"/>
                  <a:pt x="169758" y="10177"/>
                </a:cubicBezTo>
                <a:cubicBezTo>
                  <a:pt x="169696" y="10170"/>
                  <a:pt x="169633" y="10164"/>
                  <a:pt x="169570" y="10164"/>
                </a:cubicBezTo>
                <a:cubicBezTo>
                  <a:pt x="169218" y="10164"/>
                  <a:pt x="168952" y="9976"/>
                  <a:pt x="168618" y="9909"/>
                </a:cubicBezTo>
                <a:cubicBezTo>
                  <a:pt x="168486" y="9883"/>
                  <a:pt x="168357" y="9885"/>
                  <a:pt x="168229" y="9833"/>
                </a:cubicBezTo>
                <a:cubicBezTo>
                  <a:pt x="168097" y="9781"/>
                  <a:pt x="167989" y="9695"/>
                  <a:pt x="167866" y="9625"/>
                </a:cubicBezTo>
                <a:cubicBezTo>
                  <a:pt x="167647" y="9500"/>
                  <a:pt x="167403" y="9439"/>
                  <a:pt x="167156" y="9390"/>
                </a:cubicBezTo>
                <a:cubicBezTo>
                  <a:pt x="165874" y="9136"/>
                  <a:pt x="164552" y="9461"/>
                  <a:pt x="163278" y="9139"/>
                </a:cubicBezTo>
                <a:cubicBezTo>
                  <a:pt x="162966" y="9061"/>
                  <a:pt x="162661" y="8953"/>
                  <a:pt x="162352" y="8866"/>
                </a:cubicBezTo>
                <a:cubicBezTo>
                  <a:pt x="162062" y="8782"/>
                  <a:pt x="161770" y="8751"/>
                  <a:pt x="161478" y="8687"/>
                </a:cubicBezTo>
                <a:cubicBezTo>
                  <a:pt x="161186" y="8626"/>
                  <a:pt x="160885" y="8460"/>
                  <a:pt x="160615" y="8338"/>
                </a:cubicBezTo>
                <a:cubicBezTo>
                  <a:pt x="160340" y="8211"/>
                  <a:pt x="160063" y="8154"/>
                  <a:pt x="159765" y="8096"/>
                </a:cubicBezTo>
                <a:cubicBezTo>
                  <a:pt x="159133" y="7973"/>
                  <a:pt x="158478" y="7955"/>
                  <a:pt x="157855" y="7791"/>
                </a:cubicBezTo>
                <a:cubicBezTo>
                  <a:pt x="157308" y="7646"/>
                  <a:pt x="156778" y="7436"/>
                  <a:pt x="156217" y="7359"/>
                </a:cubicBezTo>
                <a:cubicBezTo>
                  <a:pt x="155556" y="7270"/>
                  <a:pt x="154868" y="7324"/>
                  <a:pt x="154206" y="7330"/>
                </a:cubicBezTo>
                <a:cubicBezTo>
                  <a:pt x="153600" y="7333"/>
                  <a:pt x="152975" y="7287"/>
                  <a:pt x="152380" y="7419"/>
                </a:cubicBezTo>
                <a:cubicBezTo>
                  <a:pt x="152101" y="7480"/>
                  <a:pt x="151843" y="7599"/>
                  <a:pt x="151565" y="7664"/>
                </a:cubicBezTo>
                <a:cubicBezTo>
                  <a:pt x="151212" y="7748"/>
                  <a:pt x="150864" y="7776"/>
                  <a:pt x="150507" y="7810"/>
                </a:cubicBezTo>
                <a:cubicBezTo>
                  <a:pt x="149962" y="7862"/>
                  <a:pt x="149570" y="8222"/>
                  <a:pt x="149049" y="8351"/>
                </a:cubicBezTo>
                <a:cubicBezTo>
                  <a:pt x="148761" y="8421"/>
                  <a:pt x="148484" y="8516"/>
                  <a:pt x="148197" y="8598"/>
                </a:cubicBezTo>
                <a:cubicBezTo>
                  <a:pt x="147879" y="8693"/>
                  <a:pt x="147546" y="8704"/>
                  <a:pt x="147232" y="8810"/>
                </a:cubicBezTo>
                <a:cubicBezTo>
                  <a:pt x="146646" y="9007"/>
                  <a:pt x="146051" y="9063"/>
                  <a:pt x="145460" y="9230"/>
                </a:cubicBezTo>
                <a:cubicBezTo>
                  <a:pt x="144811" y="9413"/>
                  <a:pt x="144167" y="9489"/>
                  <a:pt x="143494" y="9502"/>
                </a:cubicBezTo>
                <a:cubicBezTo>
                  <a:pt x="143224" y="9508"/>
                  <a:pt x="142953" y="9519"/>
                  <a:pt x="142683" y="9502"/>
                </a:cubicBezTo>
                <a:cubicBezTo>
                  <a:pt x="142315" y="9476"/>
                  <a:pt x="142012" y="9296"/>
                  <a:pt x="141690" y="9132"/>
                </a:cubicBezTo>
                <a:cubicBezTo>
                  <a:pt x="141439" y="9005"/>
                  <a:pt x="141188" y="8961"/>
                  <a:pt x="140920" y="8886"/>
                </a:cubicBezTo>
                <a:cubicBezTo>
                  <a:pt x="140781" y="8847"/>
                  <a:pt x="140650" y="8775"/>
                  <a:pt x="140509" y="8739"/>
                </a:cubicBezTo>
                <a:cubicBezTo>
                  <a:pt x="140345" y="8700"/>
                  <a:pt x="140176" y="8708"/>
                  <a:pt x="140011" y="8665"/>
                </a:cubicBezTo>
                <a:cubicBezTo>
                  <a:pt x="139410" y="8501"/>
                  <a:pt x="138869" y="8092"/>
                  <a:pt x="138242" y="8025"/>
                </a:cubicBezTo>
                <a:cubicBezTo>
                  <a:pt x="137725" y="7971"/>
                  <a:pt x="137214" y="7843"/>
                  <a:pt x="136689" y="7925"/>
                </a:cubicBezTo>
                <a:cubicBezTo>
                  <a:pt x="136405" y="7969"/>
                  <a:pt x="136168" y="8046"/>
                  <a:pt x="135875" y="8033"/>
                </a:cubicBezTo>
                <a:cubicBezTo>
                  <a:pt x="135544" y="8018"/>
                  <a:pt x="135211" y="8029"/>
                  <a:pt x="134880" y="8027"/>
                </a:cubicBezTo>
                <a:cubicBezTo>
                  <a:pt x="134257" y="8020"/>
                  <a:pt x="133660" y="7969"/>
                  <a:pt x="133059" y="8150"/>
                </a:cubicBezTo>
                <a:cubicBezTo>
                  <a:pt x="132427" y="8341"/>
                  <a:pt x="131653" y="8226"/>
                  <a:pt x="130995" y="8226"/>
                </a:cubicBezTo>
                <a:cubicBezTo>
                  <a:pt x="129719" y="8226"/>
                  <a:pt x="128462" y="8077"/>
                  <a:pt x="127191" y="7984"/>
                </a:cubicBezTo>
                <a:cubicBezTo>
                  <a:pt x="126492" y="7934"/>
                  <a:pt x="125836" y="7651"/>
                  <a:pt x="125174" y="7441"/>
                </a:cubicBezTo>
                <a:cubicBezTo>
                  <a:pt x="124575" y="7250"/>
                  <a:pt x="123955" y="7051"/>
                  <a:pt x="123384" y="6785"/>
                </a:cubicBezTo>
                <a:cubicBezTo>
                  <a:pt x="122880" y="6549"/>
                  <a:pt x="122417" y="6402"/>
                  <a:pt x="121865" y="6350"/>
                </a:cubicBezTo>
                <a:cubicBezTo>
                  <a:pt x="121177" y="6285"/>
                  <a:pt x="120457" y="6288"/>
                  <a:pt x="119814" y="6022"/>
                </a:cubicBezTo>
                <a:cubicBezTo>
                  <a:pt x="119256" y="5792"/>
                  <a:pt x="118752" y="5522"/>
                  <a:pt x="118149" y="5427"/>
                </a:cubicBezTo>
                <a:cubicBezTo>
                  <a:pt x="117614" y="5343"/>
                  <a:pt x="117074" y="5301"/>
                  <a:pt x="116535" y="5293"/>
                </a:cubicBezTo>
                <a:cubicBezTo>
                  <a:pt x="116280" y="5290"/>
                  <a:pt x="116014" y="5185"/>
                  <a:pt x="115759" y="5148"/>
                </a:cubicBezTo>
                <a:cubicBezTo>
                  <a:pt x="115460" y="5107"/>
                  <a:pt x="115168" y="5020"/>
                  <a:pt x="114865" y="4999"/>
                </a:cubicBezTo>
                <a:cubicBezTo>
                  <a:pt x="114249" y="4955"/>
                  <a:pt x="113606" y="4893"/>
                  <a:pt x="113001" y="4774"/>
                </a:cubicBezTo>
                <a:cubicBezTo>
                  <a:pt x="112784" y="4732"/>
                  <a:pt x="112564" y="4683"/>
                  <a:pt x="112341" y="4691"/>
                </a:cubicBezTo>
                <a:cubicBezTo>
                  <a:pt x="112259" y="4693"/>
                  <a:pt x="111904" y="4724"/>
                  <a:pt x="111686" y="4678"/>
                </a:cubicBezTo>
                <a:cubicBezTo>
                  <a:pt x="111595" y="4657"/>
                  <a:pt x="111528" y="4624"/>
                  <a:pt x="111515" y="4570"/>
                </a:cubicBezTo>
                <a:cubicBezTo>
                  <a:pt x="111497" y="4486"/>
                  <a:pt x="111374" y="4523"/>
                  <a:pt x="111389" y="4605"/>
                </a:cubicBezTo>
                <a:cubicBezTo>
                  <a:pt x="111389" y="4613"/>
                  <a:pt x="111391" y="4620"/>
                  <a:pt x="111393" y="4626"/>
                </a:cubicBezTo>
                <a:cubicBezTo>
                  <a:pt x="111162" y="4572"/>
                  <a:pt x="110935" y="4510"/>
                  <a:pt x="110701" y="4479"/>
                </a:cubicBezTo>
                <a:cubicBezTo>
                  <a:pt x="110154" y="4404"/>
                  <a:pt x="109611" y="4395"/>
                  <a:pt x="109072" y="4263"/>
                </a:cubicBezTo>
                <a:cubicBezTo>
                  <a:pt x="108144" y="4036"/>
                  <a:pt x="107268" y="3720"/>
                  <a:pt x="106314" y="3593"/>
                </a:cubicBezTo>
                <a:cubicBezTo>
                  <a:pt x="105296" y="3458"/>
                  <a:pt x="104262" y="3417"/>
                  <a:pt x="103267" y="3140"/>
                </a:cubicBezTo>
                <a:cubicBezTo>
                  <a:pt x="102789" y="3008"/>
                  <a:pt x="102319" y="2842"/>
                  <a:pt x="101826" y="2771"/>
                </a:cubicBezTo>
                <a:cubicBezTo>
                  <a:pt x="101348" y="2701"/>
                  <a:pt x="100878" y="2794"/>
                  <a:pt x="100401" y="2688"/>
                </a:cubicBezTo>
                <a:cubicBezTo>
                  <a:pt x="99473" y="2478"/>
                  <a:pt x="98568" y="2576"/>
                  <a:pt x="97619" y="2576"/>
                </a:cubicBezTo>
                <a:cubicBezTo>
                  <a:pt x="97125" y="2576"/>
                  <a:pt x="96678" y="2442"/>
                  <a:pt x="96197" y="2386"/>
                </a:cubicBezTo>
                <a:cubicBezTo>
                  <a:pt x="95735" y="2333"/>
                  <a:pt x="95254" y="2372"/>
                  <a:pt x="94792" y="2385"/>
                </a:cubicBezTo>
                <a:cubicBezTo>
                  <a:pt x="93928" y="2405"/>
                  <a:pt x="93189" y="2379"/>
                  <a:pt x="92360" y="2624"/>
                </a:cubicBezTo>
                <a:cubicBezTo>
                  <a:pt x="92112" y="2697"/>
                  <a:pt x="91809" y="2701"/>
                  <a:pt x="91610" y="2887"/>
                </a:cubicBezTo>
                <a:cubicBezTo>
                  <a:pt x="91506" y="2982"/>
                  <a:pt x="91475" y="3102"/>
                  <a:pt x="91402" y="3221"/>
                </a:cubicBezTo>
                <a:cubicBezTo>
                  <a:pt x="91255" y="3463"/>
                  <a:pt x="91056" y="3632"/>
                  <a:pt x="90799" y="3757"/>
                </a:cubicBezTo>
                <a:cubicBezTo>
                  <a:pt x="89950" y="4172"/>
                  <a:pt x="88899" y="4358"/>
                  <a:pt x="87974" y="4536"/>
                </a:cubicBezTo>
                <a:cubicBezTo>
                  <a:pt x="87476" y="4633"/>
                  <a:pt x="86976" y="4627"/>
                  <a:pt x="86474" y="4694"/>
                </a:cubicBezTo>
                <a:cubicBezTo>
                  <a:pt x="85973" y="4761"/>
                  <a:pt x="85497" y="4925"/>
                  <a:pt x="85012" y="5057"/>
                </a:cubicBezTo>
                <a:cubicBezTo>
                  <a:pt x="84181" y="5286"/>
                  <a:pt x="83325" y="5353"/>
                  <a:pt x="82572" y="5805"/>
                </a:cubicBezTo>
                <a:cubicBezTo>
                  <a:pt x="82112" y="6082"/>
                  <a:pt x="81720" y="6325"/>
                  <a:pt x="81171" y="6389"/>
                </a:cubicBezTo>
                <a:cubicBezTo>
                  <a:pt x="80786" y="6431"/>
                  <a:pt x="80444" y="6476"/>
                  <a:pt x="80091" y="6645"/>
                </a:cubicBezTo>
                <a:cubicBezTo>
                  <a:pt x="79248" y="7053"/>
                  <a:pt x="78328" y="7125"/>
                  <a:pt x="77461" y="7484"/>
                </a:cubicBezTo>
                <a:cubicBezTo>
                  <a:pt x="77078" y="7644"/>
                  <a:pt x="76736" y="7891"/>
                  <a:pt x="76338" y="8016"/>
                </a:cubicBezTo>
                <a:cubicBezTo>
                  <a:pt x="75828" y="8176"/>
                  <a:pt x="75257" y="8128"/>
                  <a:pt x="74731" y="8102"/>
                </a:cubicBezTo>
                <a:cubicBezTo>
                  <a:pt x="73686" y="8049"/>
                  <a:pt x="72693" y="7956"/>
                  <a:pt x="71661" y="7780"/>
                </a:cubicBezTo>
                <a:cubicBezTo>
                  <a:pt x="71264" y="7713"/>
                  <a:pt x="70894" y="7743"/>
                  <a:pt x="70500" y="7707"/>
                </a:cubicBezTo>
                <a:cubicBezTo>
                  <a:pt x="69998" y="7661"/>
                  <a:pt x="69485" y="7497"/>
                  <a:pt x="68975" y="7441"/>
                </a:cubicBezTo>
                <a:cubicBezTo>
                  <a:pt x="67975" y="7328"/>
                  <a:pt x="66955" y="7330"/>
                  <a:pt x="65964" y="7138"/>
                </a:cubicBezTo>
                <a:cubicBezTo>
                  <a:pt x="65027" y="6956"/>
                  <a:pt x="64080" y="6714"/>
                  <a:pt x="63210" y="6324"/>
                </a:cubicBezTo>
                <a:cubicBezTo>
                  <a:pt x="62468" y="5991"/>
                  <a:pt x="61562" y="5701"/>
                  <a:pt x="60755" y="5598"/>
                </a:cubicBezTo>
                <a:cubicBezTo>
                  <a:pt x="60368" y="5552"/>
                  <a:pt x="59979" y="5593"/>
                  <a:pt x="59593" y="5595"/>
                </a:cubicBezTo>
                <a:cubicBezTo>
                  <a:pt x="59003" y="5598"/>
                  <a:pt x="58542" y="5463"/>
                  <a:pt x="58001" y="5243"/>
                </a:cubicBezTo>
                <a:cubicBezTo>
                  <a:pt x="57593" y="5078"/>
                  <a:pt x="57255" y="5031"/>
                  <a:pt x="56816" y="5050"/>
                </a:cubicBezTo>
                <a:cubicBezTo>
                  <a:pt x="56275" y="5074"/>
                  <a:pt x="55797" y="4985"/>
                  <a:pt x="55267" y="4914"/>
                </a:cubicBezTo>
                <a:cubicBezTo>
                  <a:pt x="54815" y="4854"/>
                  <a:pt x="54370" y="4845"/>
                  <a:pt x="53924" y="4724"/>
                </a:cubicBezTo>
                <a:cubicBezTo>
                  <a:pt x="53448" y="4594"/>
                  <a:pt x="52994" y="4402"/>
                  <a:pt x="52537" y="4220"/>
                </a:cubicBezTo>
                <a:cubicBezTo>
                  <a:pt x="51756" y="3906"/>
                  <a:pt x="51012" y="3398"/>
                  <a:pt x="50186" y="3227"/>
                </a:cubicBezTo>
                <a:cubicBezTo>
                  <a:pt x="49780" y="3143"/>
                  <a:pt x="49364" y="3108"/>
                  <a:pt x="48962" y="3000"/>
                </a:cubicBezTo>
                <a:cubicBezTo>
                  <a:pt x="48521" y="2883"/>
                  <a:pt x="48120" y="2669"/>
                  <a:pt x="47666" y="2598"/>
                </a:cubicBezTo>
                <a:cubicBezTo>
                  <a:pt x="47171" y="2522"/>
                  <a:pt x="46783" y="2266"/>
                  <a:pt x="46299" y="2180"/>
                </a:cubicBezTo>
                <a:cubicBezTo>
                  <a:pt x="45815" y="2093"/>
                  <a:pt x="45341" y="2063"/>
                  <a:pt x="44861" y="1938"/>
                </a:cubicBezTo>
                <a:cubicBezTo>
                  <a:pt x="43956" y="1702"/>
                  <a:pt x="43095" y="1403"/>
                  <a:pt x="42209" y="1116"/>
                </a:cubicBezTo>
                <a:cubicBezTo>
                  <a:pt x="41769" y="975"/>
                  <a:pt x="41332" y="832"/>
                  <a:pt x="40893" y="688"/>
                </a:cubicBezTo>
                <a:cubicBezTo>
                  <a:pt x="40383" y="521"/>
                  <a:pt x="39833" y="484"/>
                  <a:pt x="39310" y="361"/>
                </a:cubicBezTo>
                <a:cubicBezTo>
                  <a:pt x="38449" y="160"/>
                  <a:pt x="37562" y="0"/>
                  <a:pt x="36671" y="52"/>
                </a:cubicBezTo>
                <a:cubicBezTo>
                  <a:pt x="35709" y="106"/>
                  <a:pt x="34696" y="259"/>
                  <a:pt x="33753" y="456"/>
                </a:cubicBezTo>
                <a:cubicBezTo>
                  <a:pt x="33377" y="534"/>
                  <a:pt x="33011" y="651"/>
                  <a:pt x="32667" y="819"/>
                </a:cubicBezTo>
                <a:cubicBezTo>
                  <a:pt x="32485" y="906"/>
                  <a:pt x="32325" y="1031"/>
                  <a:pt x="32146" y="1124"/>
                </a:cubicBezTo>
                <a:cubicBezTo>
                  <a:pt x="31847" y="1280"/>
                  <a:pt x="31570" y="1285"/>
                  <a:pt x="31242" y="1326"/>
                </a:cubicBezTo>
                <a:cubicBezTo>
                  <a:pt x="30333" y="1440"/>
                  <a:pt x="29466" y="1882"/>
                  <a:pt x="28574" y="2087"/>
                </a:cubicBezTo>
                <a:cubicBezTo>
                  <a:pt x="28088" y="2197"/>
                  <a:pt x="27592" y="2269"/>
                  <a:pt x="27112" y="2398"/>
                </a:cubicBezTo>
                <a:cubicBezTo>
                  <a:pt x="26647" y="2522"/>
                  <a:pt x="26240" y="2691"/>
                  <a:pt x="25752" y="2714"/>
                </a:cubicBezTo>
                <a:cubicBezTo>
                  <a:pt x="24759" y="2758"/>
                  <a:pt x="23703" y="2790"/>
                  <a:pt x="22712" y="2703"/>
                </a:cubicBezTo>
                <a:cubicBezTo>
                  <a:pt x="22209" y="2660"/>
                  <a:pt x="21737" y="2515"/>
                  <a:pt x="21229" y="2533"/>
                </a:cubicBezTo>
                <a:cubicBezTo>
                  <a:pt x="20690" y="2554"/>
                  <a:pt x="20197" y="2507"/>
                  <a:pt x="19665" y="2416"/>
                </a:cubicBezTo>
                <a:cubicBezTo>
                  <a:pt x="18709" y="2253"/>
                  <a:pt x="17793" y="2182"/>
                  <a:pt x="16822" y="2176"/>
                </a:cubicBezTo>
                <a:cubicBezTo>
                  <a:pt x="15756" y="2171"/>
                  <a:pt x="14737" y="2355"/>
                  <a:pt x="13679" y="2407"/>
                </a:cubicBezTo>
                <a:cubicBezTo>
                  <a:pt x="12749" y="2453"/>
                  <a:pt x="11843" y="2630"/>
                  <a:pt x="10928" y="2786"/>
                </a:cubicBezTo>
                <a:cubicBezTo>
                  <a:pt x="9961" y="2952"/>
                  <a:pt x="8996" y="2846"/>
                  <a:pt x="8025" y="2998"/>
                </a:cubicBezTo>
                <a:cubicBezTo>
                  <a:pt x="7010" y="3156"/>
                  <a:pt x="6005" y="3004"/>
                  <a:pt x="4994" y="3093"/>
                </a:cubicBezTo>
                <a:cubicBezTo>
                  <a:pt x="4584" y="3128"/>
                  <a:pt x="4196" y="3268"/>
                  <a:pt x="3783" y="3298"/>
                </a:cubicBezTo>
                <a:cubicBezTo>
                  <a:pt x="3350" y="3327"/>
                  <a:pt x="2968" y="3341"/>
                  <a:pt x="2559" y="3499"/>
                </a:cubicBezTo>
                <a:cubicBezTo>
                  <a:pt x="1953" y="3731"/>
                  <a:pt x="1237" y="3727"/>
                  <a:pt x="543" y="3705"/>
                </a:cubicBezTo>
                <a:cubicBezTo>
                  <a:pt x="528" y="3668"/>
                  <a:pt x="495" y="3642"/>
                  <a:pt x="443" y="3640"/>
                </a:cubicBezTo>
                <a:cubicBezTo>
                  <a:pt x="296" y="3638"/>
                  <a:pt x="149" y="3642"/>
                  <a:pt x="0" y="3646"/>
                </a:cubicBezTo>
                <a:lnTo>
                  <a:pt x="0" y="58330"/>
                </a:lnTo>
                <a:lnTo>
                  <a:pt x="215727" y="58330"/>
                </a:lnTo>
                <a:lnTo>
                  <a:pt x="215727" y="17465"/>
                </a:lnTo>
                <a:lnTo>
                  <a:pt x="215709" y="17456"/>
                </a:lnTo>
                <a:cubicBezTo>
                  <a:pt x="215398" y="17337"/>
                  <a:pt x="215043" y="17244"/>
                  <a:pt x="214729" y="17097"/>
                </a:cubicBezTo>
                <a:cubicBezTo>
                  <a:pt x="214783" y="17053"/>
                  <a:pt x="214788" y="16954"/>
                  <a:pt x="214703" y="16941"/>
                </a:cubicBezTo>
                <a:cubicBezTo>
                  <a:pt x="214496" y="16908"/>
                  <a:pt x="214325" y="16733"/>
                  <a:pt x="214145" y="16636"/>
                </a:cubicBezTo>
                <a:cubicBezTo>
                  <a:pt x="213936" y="16523"/>
                  <a:pt x="213721" y="16426"/>
                  <a:pt x="213512" y="16316"/>
                </a:cubicBezTo>
                <a:cubicBezTo>
                  <a:pt x="213042" y="16073"/>
                  <a:pt x="212582" y="15816"/>
                  <a:pt x="212119" y="15563"/>
                </a:cubicBezTo>
                <a:cubicBezTo>
                  <a:pt x="211710" y="15340"/>
                  <a:pt x="211303" y="15172"/>
                  <a:pt x="210847" y="15066"/>
                </a:cubicBezTo>
                <a:cubicBezTo>
                  <a:pt x="210364" y="14955"/>
                  <a:pt x="209906" y="14782"/>
                  <a:pt x="209430" y="14646"/>
                </a:cubicBezTo>
                <a:cubicBezTo>
                  <a:pt x="209214" y="14583"/>
                  <a:pt x="208989" y="14579"/>
                  <a:pt x="208772" y="14523"/>
                </a:cubicBezTo>
                <a:cubicBezTo>
                  <a:pt x="208558" y="14469"/>
                  <a:pt x="208368" y="14356"/>
                  <a:pt x="208145" y="14328"/>
                </a:cubicBezTo>
                <a:cubicBezTo>
                  <a:pt x="207950" y="14304"/>
                  <a:pt x="207753" y="14328"/>
                  <a:pt x="207557" y="14324"/>
                </a:cubicBezTo>
                <a:cubicBezTo>
                  <a:pt x="207245" y="14322"/>
                  <a:pt x="206946" y="14256"/>
                  <a:pt x="206648" y="14170"/>
                </a:cubicBezTo>
                <a:cubicBezTo>
                  <a:pt x="206458" y="14114"/>
                  <a:pt x="206280" y="14062"/>
                  <a:pt x="206083" y="14040"/>
                </a:cubicBezTo>
                <a:cubicBezTo>
                  <a:pt x="205815" y="14008"/>
                  <a:pt x="205558" y="13999"/>
                  <a:pt x="205357" y="13796"/>
                </a:cubicBezTo>
                <a:cubicBezTo>
                  <a:pt x="205065" y="13502"/>
                  <a:pt x="204870" y="13201"/>
                  <a:pt x="204459" y="13067"/>
                </a:cubicBezTo>
                <a:cubicBezTo>
                  <a:pt x="204035" y="12928"/>
                  <a:pt x="203548" y="12993"/>
                  <a:pt x="203111" y="12991"/>
                </a:cubicBezTo>
                <a:cubicBezTo>
                  <a:pt x="202605" y="12989"/>
                  <a:pt x="202103" y="13011"/>
                  <a:pt x="201599" y="13017"/>
                </a:cubicBezTo>
                <a:cubicBezTo>
                  <a:pt x="201336" y="13021"/>
                  <a:pt x="201078" y="13006"/>
                  <a:pt x="200831" y="12911"/>
                </a:cubicBezTo>
                <a:cubicBezTo>
                  <a:pt x="200635" y="12837"/>
                  <a:pt x="200470" y="12706"/>
                  <a:pt x="200276" y="12628"/>
                </a:cubicBezTo>
                <a:cubicBezTo>
                  <a:pt x="200124" y="12567"/>
                  <a:pt x="199957" y="12559"/>
                  <a:pt x="199802" y="12505"/>
                </a:cubicBezTo>
                <a:cubicBezTo>
                  <a:pt x="199538" y="12416"/>
                  <a:pt x="199306" y="12251"/>
                  <a:pt x="199051" y="12139"/>
                </a:cubicBezTo>
                <a:cubicBezTo>
                  <a:pt x="198236" y="11782"/>
                  <a:pt x="197239" y="11888"/>
                  <a:pt x="196375" y="11890"/>
                </a:cubicBezTo>
                <a:cubicBezTo>
                  <a:pt x="196101" y="11890"/>
                  <a:pt x="195830" y="11892"/>
                  <a:pt x="195560" y="11832"/>
                </a:cubicBezTo>
                <a:cubicBezTo>
                  <a:pt x="195316" y="11780"/>
                  <a:pt x="195175" y="11617"/>
                  <a:pt x="194963" y="11507"/>
                </a:cubicBezTo>
                <a:cubicBezTo>
                  <a:pt x="194645" y="11345"/>
                  <a:pt x="194245" y="11421"/>
                  <a:pt x="193916" y="11507"/>
                </a:cubicBezTo>
                <a:cubicBezTo>
                  <a:pt x="193537" y="11602"/>
                  <a:pt x="192906" y="11972"/>
                  <a:pt x="192536" y="11741"/>
                </a:cubicBezTo>
                <a:cubicBezTo>
                  <a:pt x="192365" y="11633"/>
                  <a:pt x="192291" y="11427"/>
                  <a:pt x="192131" y="11302"/>
                </a:cubicBezTo>
                <a:cubicBezTo>
                  <a:pt x="191969" y="11178"/>
                  <a:pt x="191768" y="11135"/>
                  <a:pt x="191567" y="11126"/>
                </a:cubicBezTo>
                <a:cubicBezTo>
                  <a:pt x="191366" y="11116"/>
                  <a:pt x="191169" y="11144"/>
                  <a:pt x="190968" y="11155"/>
                </a:cubicBezTo>
                <a:cubicBezTo>
                  <a:pt x="190888" y="11161"/>
                  <a:pt x="190749" y="11187"/>
                  <a:pt x="190673" y="11153"/>
                </a:cubicBezTo>
                <a:cubicBezTo>
                  <a:pt x="190567" y="11105"/>
                  <a:pt x="190537" y="10956"/>
                  <a:pt x="190496" y="10860"/>
                </a:cubicBezTo>
                <a:cubicBezTo>
                  <a:pt x="190349" y="10506"/>
                  <a:pt x="190358" y="10078"/>
                  <a:pt x="190092" y="9783"/>
                </a:cubicBezTo>
                <a:cubicBezTo>
                  <a:pt x="190061" y="9747"/>
                  <a:pt x="190003" y="9734"/>
                  <a:pt x="189957" y="9747"/>
                </a:cubicBezTo>
                <a:cubicBezTo>
                  <a:pt x="189798" y="9790"/>
                  <a:pt x="189670" y="9876"/>
                  <a:pt x="189527" y="9952"/>
                </a:cubicBezTo>
                <a:cubicBezTo>
                  <a:pt x="189261" y="10091"/>
                  <a:pt x="189155" y="9879"/>
                  <a:pt x="189014" y="9697"/>
                </a:cubicBezTo>
                <a:cubicBezTo>
                  <a:pt x="188850" y="9487"/>
                  <a:pt x="188636" y="9355"/>
                  <a:pt x="188363" y="9377"/>
                </a:cubicBezTo>
                <a:cubicBezTo>
                  <a:pt x="188091" y="9398"/>
                  <a:pt x="187875" y="9584"/>
                  <a:pt x="187688" y="9766"/>
                </a:cubicBezTo>
                <a:cubicBezTo>
                  <a:pt x="187524" y="9922"/>
                  <a:pt x="187314" y="10207"/>
                  <a:pt x="187078" y="10302"/>
                </a:cubicBezTo>
                <a:cubicBezTo>
                  <a:pt x="186994" y="10036"/>
                  <a:pt x="186776" y="9807"/>
                  <a:pt x="186536" y="962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26"/>
          <p:cNvGrpSpPr/>
          <p:nvPr/>
        </p:nvGrpSpPr>
        <p:grpSpPr>
          <a:xfrm>
            <a:off x="919775" y="4122589"/>
            <a:ext cx="686240" cy="1179449"/>
            <a:chOff x="919775" y="4122589"/>
            <a:chExt cx="686240" cy="1179449"/>
          </a:xfrm>
        </p:grpSpPr>
        <p:sp>
          <p:nvSpPr>
            <p:cNvPr id="467" name="Google Shape;467;p26"/>
            <p:cNvSpPr/>
            <p:nvPr/>
          </p:nvSpPr>
          <p:spPr>
            <a:xfrm>
              <a:off x="1164868" y="4122589"/>
              <a:ext cx="172054" cy="1179449"/>
            </a:xfrm>
            <a:custGeom>
              <a:avLst/>
              <a:gdLst/>
              <a:ahLst/>
              <a:cxnLst/>
              <a:rect l="l" t="t" r="r" b="b"/>
              <a:pathLst>
                <a:path w="6661" h="45662" extrusionOk="0">
                  <a:moveTo>
                    <a:pt x="1042" y="45661"/>
                  </a:moveTo>
                  <a:cubicBezTo>
                    <a:pt x="1042" y="45661"/>
                    <a:pt x="1224" y="33340"/>
                    <a:pt x="2537" y="29400"/>
                  </a:cubicBezTo>
                  <a:cubicBezTo>
                    <a:pt x="3850" y="25459"/>
                    <a:pt x="5437" y="21789"/>
                    <a:pt x="4124" y="18618"/>
                  </a:cubicBezTo>
                  <a:cubicBezTo>
                    <a:pt x="2809" y="15448"/>
                    <a:pt x="0" y="11507"/>
                    <a:pt x="272" y="0"/>
                  </a:cubicBezTo>
                  <a:cubicBezTo>
                    <a:pt x="272" y="0"/>
                    <a:pt x="997" y="10192"/>
                    <a:pt x="3625" y="14994"/>
                  </a:cubicBezTo>
                  <a:cubicBezTo>
                    <a:pt x="6251" y="19796"/>
                    <a:pt x="6660" y="23737"/>
                    <a:pt x="5392" y="26772"/>
                  </a:cubicBezTo>
                  <a:cubicBezTo>
                    <a:pt x="4124" y="29807"/>
                    <a:pt x="4215" y="32435"/>
                    <a:pt x="4124" y="36601"/>
                  </a:cubicBezTo>
                  <a:cubicBezTo>
                    <a:pt x="4032" y="40768"/>
                    <a:pt x="4124" y="45617"/>
                    <a:pt x="4124" y="45617"/>
                  </a:cubicBezTo>
                  <a:lnTo>
                    <a:pt x="1042" y="456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6"/>
            <p:cNvSpPr/>
            <p:nvPr/>
          </p:nvSpPr>
          <p:spPr>
            <a:xfrm>
              <a:off x="1256148" y="4780742"/>
              <a:ext cx="306008" cy="176703"/>
            </a:xfrm>
            <a:custGeom>
              <a:avLst/>
              <a:gdLst/>
              <a:ahLst/>
              <a:cxnLst/>
              <a:rect l="l" t="t" r="r" b="b"/>
              <a:pathLst>
                <a:path w="11847" h="6841" extrusionOk="0">
                  <a:moveTo>
                    <a:pt x="0" y="6160"/>
                  </a:moveTo>
                  <a:cubicBezTo>
                    <a:pt x="0" y="6160"/>
                    <a:pt x="7045" y="6840"/>
                    <a:pt x="11847" y="0"/>
                  </a:cubicBezTo>
                  <a:cubicBezTo>
                    <a:pt x="11847" y="0"/>
                    <a:pt x="6502" y="5708"/>
                    <a:pt x="205" y="5165"/>
                  </a:cubicBezTo>
                  <a:lnTo>
                    <a:pt x="0" y="61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919775" y="4545541"/>
              <a:ext cx="324141" cy="398221"/>
            </a:xfrm>
            <a:custGeom>
              <a:avLst/>
              <a:gdLst/>
              <a:ahLst/>
              <a:cxnLst/>
              <a:rect l="l" t="t" r="r" b="b"/>
              <a:pathLst>
                <a:path w="12549" h="15417" extrusionOk="0">
                  <a:moveTo>
                    <a:pt x="1" y="1"/>
                  </a:moveTo>
                  <a:cubicBezTo>
                    <a:pt x="1" y="1"/>
                    <a:pt x="1993" y="14542"/>
                    <a:pt x="12549" y="14224"/>
                  </a:cubicBezTo>
                  <a:lnTo>
                    <a:pt x="11489" y="15416"/>
                  </a:lnTo>
                  <a:cubicBezTo>
                    <a:pt x="11489" y="15416"/>
                    <a:pt x="907" y="1467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1261417" y="4798848"/>
              <a:ext cx="190729" cy="123467"/>
            </a:xfrm>
            <a:custGeom>
              <a:avLst/>
              <a:gdLst/>
              <a:ahLst/>
              <a:cxnLst/>
              <a:rect l="l" t="t" r="r" b="b"/>
              <a:pathLst>
                <a:path w="7384" h="4780" extrusionOk="0">
                  <a:moveTo>
                    <a:pt x="1" y="4464"/>
                  </a:moveTo>
                  <a:cubicBezTo>
                    <a:pt x="1" y="4464"/>
                    <a:pt x="5029" y="3376"/>
                    <a:pt x="7384" y="0"/>
                  </a:cubicBezTo>
                  <a:cubicBezTo>
                    <a:pt x="7384" y="0"/>
                    <a:pt x="5210" y="3738"/>
                    <a:pt x="1291" y="47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1267849" y="4537328"/>
              <a:ext cx="338166" cy="301953"/>
            </a:xfrm>
            <a:custGeom>
              <a:avLst/>
              <a:gdLst/>
              <a:ahLst/>
              <a:cxnLst/>
              <a:rect l="l" t="t" r="r" b="b"/>
              <a:pathLst>
                <a:path w="13092" h="11690" extrusionOk="0">
                  <a:moveTo>
                    <a:pt x="1" y="11689"/>
                  </a:moveTo>
                  <a:lnTo>
                    <a:pt x="1191" y="11256"/>
                  </a:lnTo>
                  <a:cubicBezTo>
                    <a:pt x="1191" y="11256"/>
                    <a:pt x="2357" y="8654"/>
                    <a:pt x="6525" y="6660"/>
                  </a:cubicBezTo>
                  <a:cubicBezTo>
                    <a:pt x="10693" y="4667"/>
                    <a:pt x="12595" y="2628"/>
                    <a:pt x="13092" y="1"/>
                  </a:cubicBezTo>
                  <a:cubicBezTo>
                    <a:pt x="13092" y="1"/>
                    <a:pt x="11734" y="3127"/>
                    <a:pt x="7882" y="5074"/>
                  </a:cubicBezTo>
                  <a:cubicBezTo>
                    <a:pt x="4033" y="7023"/>
                    <a:pt x="2221" y="7838"/>
                    <a:pt x="319" y="10148"/>
                  </a:cubicBezTo>
                  <a:lnTo>
                    <a:pt x="1" y="116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1380206" y="4515140"/>
              <a:ext cx="146249" cy="209455"/>
            </a:xfrm>
            <a:custGeom>
              <a:avLst/>
              <a:gdLst/>
              <a:ahLst/>
              <a:cxnLst/>
              <a:rect l="l" t="t" r="r" b="b"/>
              <a:pathLst>
                <a:path w="5662" h="8109" extrusionOk="0">
                  <a:moveTo>
                    <a:pt x="5662" y="0"/>
                  </a:moveTo>
                  <a:cubicBezTo>
                    <a:pt x="5662" y="0"/>
                    <a:pt x="4098" y="4886"/>
                    <a:pt x="1" y="8109"/>
                  </a:cubicBezTo>
                  <a:lnTo>
                    <a:pt x="2197" y="6705"/>
                  </a:lnTo>
                  <a:cubicBezTo>
                    <a:pt x="2197" y="6705"/>
                    <a:pt x="4390" y="5459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1295383" y="4322042"/>
              <a:ext cx="215913" cy="360432"/>
            </a:xfrm>
            <a:custGeom>
              <a:avLst/>
              <a:gdLst/>
              <a:ahLst/>
              <a:cxnLst/>
              <a:rect l="l" t="t" r="r" b="b"/>
              <a:pathLst>
                <a:path w="8359" h="13954" extrusionOk="0">
                  <a:moveTo>
                    <a:pt x="339" y="13954"/>
                  </a:moveTo>
                  <a:lnTo>
                    <a:pt x="776" y="12998"/>
                  </a:lnTo>
                  <a:cubicBezTo>
                    <a:pt x="776" y="12998"/>
                    <a:pt x="1109" y="10465"/>
                    <a:pt x="3828" y="8064"/>
                  </a:cubicBezTo>
                  <a:cubicBezTo>
                    <a:pt x="6545" y="5663"/>
                    <a:pt x="8358" y="4034"/>
                    <a:pt x="8358" y="0"/>
                  </a:cubicBezTo>
                  <a:cubicBezTo>
                    <a:pt x="8358" y="0"/>
                    <a:pt x="8063" y="3671"/>
                    <a:pt x="4077" y="6887"/>
                  </a:cubicBezTo>
                  <a:cubicBezTo>
                    <a:pt x="90" y="10102"/>
                    <a:pt x="0" y="12051"/>
                    <a:pt x="0" y="12051"/>
                  </a:cubicBezTo>
                  <a:lnTo>
                    <a:pt x="339" y="139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1336296" y="4261214"/>
              <a:ext cx="84722" cy="303089"/>
            </a:xfrm>
            <a:custGeom>
              <a:avLst/>
              <a:gdLst/>
              <a:ahLst/>
              <a:cxnLst/>
              <a:rect l="l" t="t" r="r" b="b"/>
              <a:pathLst>
                <a:path w="3280" h="11734" extrusionOk="0">
                  <a:moveTo>
                    <a:pt x="2222" y="1"/>
                  </a:moveTo>
                  <a:cubicBezTo>
                    <a:pt x="2222" y="1"/>
                    <a:pt x="2900" y="7248"/>
                    <a:pt x="1" y="11734"/>
                  </a:cubicBezTo>
                  <a:lnTo>
                    <a:pt x="829" y="11133"/>
                  </a:lnTo>
                  <a:lnTo>
                    <a:pt x="1325" y="10430"/>
                  </a:lnTo>
                  <a:lnTo>
                    <a:pt x="1541" y="10175"/>
                  </a:lnTo>
                  <a:cubicBezTo>
                    <a:pt x="1541" y="10175"/>
                    <a:pt x="3280" y="5827"/>
                    <a:pt x="2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1208054" y="4211648"/>
              <a:ext cx="80770" cy="215267"/>
            </a:xfrm>
            <a:custGeom>
              <a:avLst/>
              <a:gdLst/>
              <a:ahLst/>
              <a:cxnLst/>
              <a:rect l="l" t="t" r="r" b="b"/>
              <a:pathLst>
                <a:path w="3127" h="8334" extrusionOk="0">
                  <a:moveTo>
                    <a:pt x="227" y="8334"/>
                  </a:moveTo>
                  <a:cubicBezTo>
                    <a:pt x="227" y="8334"/>
                    <a:pt x="3127" y="5935"/>
                    <a:pt x="2492" y="0"/>
                  </a:cubicBezTo>
                  <a:cubicBezTo>
                    <a:pt x="2492" y="0"/>
                    <a:pt x="2357" y="5661"/>
                    <a:pt x="0" y="70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1082860" y="4178871"/>
              <a:ext cx="117630" cy="195404"/>
            </a:xfrm>
            <a:custGeom>
              <a:avLst/>
              <a:gdLst/>
              <a:ahLst/>
              <a:cxnLst/>
              <a:rect l="l" t="t" r="r" b="b"/>
              <a:pathLst>
                <a:path w="4554" h="7565" extrusionOk="0">
                  <a:moveTo>
                    <a:pt x="1" y="1"/>
                  </a:moveTo>
                  <a:cubicBezTo>
                    <a:pt x="1" y="1"/>
                    <a:pt x="2560" y="5798"/>
                    <a:pt x="4440" y="6955"/>
                  </a:cubicBezTo>
                  <a:lnTo>
                    <a:pt x="4554" y="7565"/>
                  </a:lnTo>
                  <a:cubicBezTo>
                    <a:pt x="4554" y="7565"/>
                    <a:pt x="2333" y="727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6"/>
            <p:cNvSpPr/>
            <p:nvPr/>
          </p:nvSpPr>
          <p:spPr>
            <a:xfrm>
              <a:off x="1185221" y="4394699"/>
              <a:ext cx="109468" cy="401966"/>
            </a:xfrm>
            <a:custGeom>
              <a:avLst/>
              <a:gdLst/>
              <a:ahLst/>
              <a:cxnLst/>
              <a:rect l="l" t="t" r="r" b="b"/>
              <a:pathLst>
                <a:path w="4238" h="15562" extrusionOk="0">
                  <a:moveTo>
                    <a:pt x="4238" y="13750"/>
                  </a:moveTo>
                  <a:cubicBezTo>
                    <a:pt x="4238" y="13750"/>
                    <a:pt x="749" y="7340"/>
                    <a:pt x="3784" y="1"/>
                  </a:cubicBezTo>
                  <a:cubicBezTo>
                    <a:pt x="3784" y="1"/>
                    <a:pt x="1" y="5099"/>
                    <a:pt x="3354" y="155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991606" y="4367243"/>
              <a:ext cx="73125" cy="490873"/>
            </a:xfrm>
            <a:custGeom>
              <a:avLst/>
              <a:gdLst/>
              <a:ahLst/>
              <a:cxnLst/>
              <a:rect l="l" t="t" r="r" b="b"/>
              <a:pathLst>
                <a:path w="2831" h="19004" extrusionOk="0">
                  <a:moveTo>
                    <a:pt x="1789" y="17984"/>
                  </a:moveTo>
                  <a:cubicBezTo>
                    <a:pt x="1789" y="17984"/>
                    <a:pt x="385" y="14609"/>
                    <a:pt x="1609" y="9535"/>
                  </a:cubicBezTo>
                  <a:cubicBezTo>
                    <a:pt x="2831" y="4462"/>
                    <a:pt x="2199" y="1858"/>
                    <a:pt x="1246" y="0"/>
                  </a:cubicBezTo>
                  <a:cubicBezTo>
                    <a:pt x="1246" y="0"/>
                    <a:pt x="2650" y="4121"/>
                    <a:pt x="1745" y="7134"/>
                  </a:cubicBezTo>
                  <a:cubicBezTo>
                    <a:pt x="839" y="10147"/>
                    <a:pt x="0" y="14110"/>
                    <a:pt x="748" y="16558"/>
                  </a:cubicBezTo>
                  <a:cubicBezTo>
                    <a:pt x="1496" y="19003"/>
                    <a:pt x="1789" y="17984"/>
                    <a:pt x="1789" y="179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1029058" y="4436826"/>
              <a:ext cx="61424" cy="173784"/>
            </a:xfrm>
            <a:custGeom>
              <a:avLst/>
              <a:gdLst/>
              <a:ahLst/>
              <a:cxnLst/>
              <a:rect l="l" t="t" r="r" b="b"/>
              <a:pathLst>
                <a:path w="2378" h="6728" extrusionOk="0">
                  <a:moveTo>
                    <a:pt x="2288" y="1"/>
                  </a:moveTo>
                  <a:cubicBezTo>
                    <a:pt x="2288" y="1"/>
                    <a:pt x="2266" y="4463"/>
                    <a:pt x="114" y="6027"/>
                  </a:cubicBezTo>
                  <a:lnTo>
                    <a:pt x="1" y="6728"/>
                  </a:lnTo>
                  <a:cubicBezTo>
                    <a:pt x="1" y="6728"/>
                    <a:pt x="2378" y="5822"/>
                    <a:pt x="2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1083454" y="4626955"/>
              <a:ext cx="110036" cy="299602"/>
            </a:xfrm>
            <a:custGeom>
              <a:avLst/>
              <a:gdLst/>
              <a:ahLst/>
              <a:cxnLst/>
              <a:rect l="l" t="t" r="r" b="b"/>
              <a:pathLst>
                <a:path w="4260" h="11599" extrusionOk="0">
                  <a:moveTo>
                    <a:pt x="4259" y="11598"/>
                  </a:moveTo>
                  <a:cubicBezTo>
                    <a:pt x="4259" y="11598"/>
                    <a:pt x="770" y="5935"/>
                    <a:pt x="1767" y="1"/>
                  </a:cubicBezTo>
                  <a:cubicBezTo>
                    <a:pt x="1767" y="1"/>
                    <a:pt x="0" y="5301"/>
                    <a:pt x="3218" y="11189"/>
                  </a:cubicBezTo>
                  <a:lnTo>
                    <a:pt x="4259" y="115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1" name="Google Shape;481;p26"/>
          <p:cNvGrpSpPr/>
          <p:nvPr/>
        </p:nvGrpSpPr>
        <p:grpSpPr>
          <a:xfrm>
            <a:off x="2721669" y="3798665"/>
            <a:ext cx="263849" cy="453523"/>
            <a:chOff x="2721669" y="3798665"/>
            <a:chExt cx="263849" cy="453523"/>
          </a:xfrm>
        </p:grpSpPr>
        <p:sp>
          <p:nvSpPr>
            <p:cNvPr id="482" name="Google Shape;482;p26"/>
            <p:cNvSpPr/>
            <p:nvPr/>
          </p:nvSpPr>
          <p:spPr>
            <a:xfrm>
              <a:off x="2815868" y="3798665"/>
              <a:ext cx="66176" cy="453523"/>
            </a:xfrm>
            <a:custGeom>
              <a:avLst/>
              <a:gdLst/>
              <a:ahLst/>
              <a:cxnLst/>
              <a:rect l="l" t="t" r="r" b="b"/>
              <a:pathLst>
                <a:path w="2562" h="17558" extrusionOk="0">
                  <a:moveTo>
                    <a:pt x="402" y="17557"/>
                  </a:moveTo>
                  <a:cubicBezTo>
                    <a:pt x="402" y="17557"/>
                    <a:pt x="471" y="12820"/>
                    <a:pt x="977" y="11305"/>
                  </a:cubicBezTo>
                  <a:cubicBezTo>
                    <a:pt x="1481" y="9789"/>
                    <a:pt x="2091" y="8379"/>
                    <a:pt x="1587" y="7159"/>
                  </a:cubicBezTo>
                  <a:cubicBezTo>
                    <a:pt x="1081" y="5939"/>
                    <a:pt x="1" y="4423"/>
                    <a:pt x="107" y="1"/>
                  </a:cubicBezTo>
                  <a:cubicBezTo>
                    <a:pt x="107" y="1"/>
                    <a:pt x="384" y="3919"/>
                    <a:pt x="1395" y="5766"/>
                  </a:cubicBezTo>
                  <a:cubicBezTo>
                    <a:pt x="2405" y="7611"/>
                    <a:pt x="2561" y="9127"/>
                    <a:pt x="2074" y="10295"/>
                  </a:cubicBezTo>
                  <a:cubicBezTo>
                    <a:pt x="1587" y="11461"/>
                    <a:pt x="1620" y="12471"/>
                    <a:pt x="1587" y="14074"/>
                  </a:cubicBezTo>
                  <a:cubicBezTo>
                    <a:pt x="1552" y="15677"/>
                    <a:pt x="1587" y="17540"/>
                    <a:pt x="1587" y="175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2850996" y="4051739"/>
              <a:ext cx="117656" cy="67933"/>
            </a:xfrm>
            <a:custGeom>
              <a:avLst/>
              <a:gdLst/>
              <a:ahLst/>
              <a:cxnLst/>
              <a:rect l="l" t="t" r="r" b="b"/>
              <a:pathLst>
                <a:path w="4555" h="2630" extrusionOk="0">
                  <a:moveTo>
                    <a:pt x="0" y="2369"/>
                  </a:moveTo>
                  <a:cubicBezTo>
                    <a:pt x="0" y="2369"/>
                    <a:pt x="2708" y="2630"/>
                    <a:pt x="4555" y="0"/>
                  </a:cubicBezTo>
                  <a:cubicBezTo>
                    <a:pt x="4555" y="0"/>
                    <a:pt x="2500" y="2195"/>
                    <a:pt x="78" y="1984"/>
                  </a:cubicBezTo>
                  <a:lnTo>
                    <a:pt x="0" y="23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2721669" y="3961286"/>
              <a:ext cx="124630" cy="153120"/>
            </a:xfrm>
            <a:custGeom>
              <a:avLst/>
              <a:gdLst/>
              <a:ahLst/>
              <a:cxnLst/>
              <a:rect l="l" t="t" r="r" b="b"/>
              <a:pathLst>
                <a:path w="4825" h="5928" extrusionOk="0">
                  <a:moveTo>
                    <a:pt x="1" y="0"/>
                  </a:moveTo>
                  <a:cubicBezTo>
                    <a:pt x="1" y="0"/>
                    <a:pt x="767" y="5591"/>
                    <a:pt x="4825" y="5470"/>
                  </a:cubicBezTo>
                  <a:lnTo>
                    <a:pt x="4418" y="5927"/>
                  </a:lnTo>
                  <a:cubicBezTo>
                    <a:pt x="4418" y="5927"/>
                    <a:pt x="348" y="564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2853010" y="4058688"/>
              <a:ext cx="73383" cy="47501"/>
            </a:xfrm>
            <a:custGeom>
              <a:avLst/>
              <a:gdLst/>
              <a:ahLst/>
              <a:cxnLst/>
              <a:rect l="l" t="t" r="r" b="b"/>
              <a:pathLst>
                <a:path w="2841" h="1839" extrusionOk="0">
                  <a:moveTo>
                    <a:pt x="0" y="1715"/>
                  </a:moveTo>
                  <a:cubicBezTo>
                    <a:pt x="0" y="1715"/>
                    <a:pt x="1934" y="1299"/>
                    <a:pt x="2840" y="1"/>
                  </a:cubicBezTo>
                  <a:cubicBezTo>
                    <a:pt x="2840" y="1"/>
                    <a:pt x="2003" y="1437"/>
                    <a:pt x="497" y="18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2855490" y="3958160"/>
              <a:ext cx="130028" cy="116080"/>
            </a:xfrm>
            <a:custGeom>
              <a:avLst/>
              <a:gdLst/>
              <a:ahLst/>
              <a:cxnLst/>
              <a:rect l="l" t="t" r="r" b="b"/>
              <a:pathLst>
                <a:path w="5034" h="4494" extrusionOk="0">
                  <a:moveTo>
                    <a:pt x="1" y="4493"/>
                  </a:moveTo>
                  <a:lnTo>
                    <a:pt x="458" y="4328"/>
                  </a:lnTo>
                  <a:cubicBezTo>
                    <a:pt x="458" y="4328"/>
                    <a:pt x="907" y="3327"/>
                    <a:pt x="2508" y="2561"/>
                  </a:cubicBezTo>
                  <a:cubicBezTo>
                    <a:pt x="4111" y="1793"/>
                    <a:pt x="4842" y="1010"/>
                    <a:pt x="5033" y="0"/>
                  </a:cubicBezTo>
                  <a:cubicBezTo>
                    <a:pt x="5033" y="0"/>
                    <a:pt x="4511" y="1202"/>
                    <a:pt x="3030" y="1951"/>
                  </a:cubicBezTo>
                  <a:cubicBezTo>
                    <a:pt x="1550" y="2701"/>
                    <a:pt x="855" y="3013"/>
                    <a:pt x="122" y="3902"/>
                  </a:cubicBezTo>
                  <a:lnTo>
                    <a:pt x="1" y="44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2898676" y="3949611"/>
              <a:ext cx="56284" cy="80538"/>
            </a:xfrm>
            <a:custGeom>
              <a:avLst/>
              <a:gdLst/>
              <a:ahLst/>
              <a:cxnLst/>
              <a:rect l="l" t="t" r="r" b="b"/>
              <a:pathLst>
                <a:path w="2179" h="3118" extrusionOk="0">
                  <a:moveTo>
                    <a:pt x="2179" y="0"/>
                  </a:moveTo>
                  <a:cubicBezTo>
                    <a:pt x="2179" y="0"/>
                    <a:pt x="1576" y="1879"/>
                    <a:pt x="1" y="3117"/>
                  </a:cubicBezTo>
                  <a:lnTo>
                    <a:pt x="845" y="2578"/>
                  </a:lnTo>
                  <a:cubicBezTo>
                    <a:pt x="845" y="2578"/>
                    <a:pt x="1689" y="2098"/>
                    <a:pt x="2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2866080" y="3875378"/>
              <a:ext cx="83018" cy="138578"/>
            </a:xfrm>
            <a:custGeom>
              <a:avLst/>
              <a:gdLst/>
              <a:ahLst/>
              <a:cxnLst/>
              <a:rect l="l" t="t" r="r" b="b"/>
              <a:pathLst>
                <a:path w="3214" h="5365" extrusionOk="0">
                  <a:moveTo>
                    <a:pt x="130" y="5364"/>
                  </a:moveTo>
                  <a:lnTo>
                    <a:pt x="298" y="4998"/>
                  </a:lnTo>
                  <a:cubicBezTo>
                    <a:pt x="298" y="4998"/>
                    <a:pt x="426" y="4024"/>
                    <a:pt x="1471" y="3101"/>
                  </a:cubicBezTo>
                  <a:cubicBezTo>
                    <a:pt x="2516" y="2177"/>
                    <a:pt x="3214" y="1550"/>
                    <a:pt x="3214" y="1"/>
                  </a:cubicBezTo>
                  <a:cubicBezTo>
                    <a:pt x="3214" y="1"/>
                    <a:pt x="3100" y="1411"/>
                    <a:pt x="1568" y="2647"/>
                  </a:cubicBezTo>
                  <a:cubicBezTo>
                    <a:pt x="35" y="3884"/>
                    <a:pt x="0" y="4634"/>
                    <a:pt x="0" y="4634"/>
                  </a:cubicBezTo>
                  <a:lnTo>
                    <a:pt x="130" y="536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2881836" y="3852003"/>
              <a:ext cx="32572" cy="116519"/>
            </a:xfrm>
            <a:custGeom>
              <a:avLst/>
              <a:gdLst/>
              <a:ahLst/>
              <a:cxnLst/>
              <a:rect l="l" t="t" r="r" b="b"/>
              <a:pathLst>
                <a:path w="1261" h="4511" extrusionOk="0">
                  <a:moveTo>
                    <a:pt x="854" y="0"/>
                  </a:moveTo>
                  <a:cubicBezTo>
                    <a:pt x="854" y="0"/>
                    <a:pt x="1114" y="2786"/>
                    <a:pt x="0" y="4510"/>
                  </a:cubicBezTo>
                  <a:lnTo>
                    <a:pt x="318" y="4280"/>
                  </a:lnTo>
                  <a:lnTo>
                    <a:pt x="510" y="4010"/>
                  </a:lnTo>
                  <a:lnTo>
                    <a:pt x="591" y="3911"/>
                  </a:lnTo>
                  <a:cubicBezTo>
                    <a:pt x="591" y="3911"/>
                    <a:pt x="1261" y="2239"/>
                    <a:pt x="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2832502" y="3832915"/>
              <a:ext cx="31048" cy="82811"/>
            </a:xfrm>
            <a:custGeom>
              <a:avLst/>
              <a:gdLst/>
              <a:ahLst/>
              <a:cxnLst/>
              <a:rect l="l" t="t" r="r" b="b"/>
              <a:pathLst>
                <a:path w="1202" h="3206" extrusionOk="0">
                  <a:moveTo>
                    <a:pt x="87" y="3205"/>
                  </a:moveTo>
                  <a:cubicBezTo>
                    <a:pt x="87" y="3205"/>
                    <a:pt x="1201" y="2283"/>
                    <a:pt x="958" y="1"/>
                  </a:cubicBezTo>
                  <a:cubicBezTo>
                    <a:pt x="958" y="1"/>
                    <a:pt x="906" y="2177"/>
                    <a:pt x="0" y="2699"/>
                  </a:cubicBezTo>
                  <a:lnTo>
                    <a:pt x="87" y="32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2784356" y="3820284"/>
              <a:ext cx="45228" cy="75217"/>
            </a:xfrm>
            <a:custGeom>
              <a:avLst/>
              <a:gdLst/>
              <a:ahLst/>
              <a:cxnLst/>
              <a:rect l="l" t="t" r="r" b="b"/>
              <a:pathLst>
                <a:path w="1751" h="2912" extrusionOk="0">
                  <a:moveTo>
                    <a:pt x="1" y="1"/>
                  </a:moveTo>
                  <a:cubicBezTo>
                    <a:pt x="1" y="1"/>
                    <a:pt x="984" y="2231"/>
                    <a:pt x="1708" y="2675"/>
                  </a:cubicBezTo>
                  <a:lnTo>
                    <a:pt x="1751" y="2911"/>
                  </a:lnTo>
                  <a:cubicBezTo>
                    <a:pt x="1751" y="2911"/>
                    <a:pt x="897" y="279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2823746" y="3903299"/>
              <a:ext cx="42051" cy="154567"/>
            </a:xfrm>
            <a:custGeom>
              <a:avLst/>
              <a:gdLst/>
              <a:ahLst/>
              <a:cxnLst/>
              <a:rect l="l" t="t" r="r" b="b"/>
              <a:pathLst>
                <a:path w="1628" h="5984" extrusionOk="0">
                  <a:moveTo>
                    <a:pt x="1628" y="5288"/>
                  </a:moveTo>
                  <a:cubicBezTo>
                    <a:pt x="1628" y="5288"/>
                    <a:pt x="287" y="2824"/>
                    <a:pt x="1455" y="0"/>
                  </a:cubicBezTo>
                  <a:cubicBezTo>
                    <a:pt x="1455" y="0"/>
                    <a:pt x="1" y="1961"/>
                    <a:pt x="1289" y="5983"/>
                  </a:cubicBezTo>
                  <a:lnTo>
                    <a:pt x="1628" y="52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2749255" y="3892735"/>
              <a:ext cx="28155" cy="188766"/>
            </a:xfrm>
            <a:custGeom>
              <a:avLst/>
              <a:gdLst/>
              <a:ahLst/>
              <a:cxnLst/>
              <a:rect l="l" t="t" r="r" b="b"/>
              <a:pathLst>
                <a:path w="1090" h="7308" extrusionOk="0">
                  <a:moveTo>
                    <a:pt x="688" y="6915"/>
                  </a:moveTo>
                  <a:cubicBezTo>
                    <a:pt x="688" y="6915"/>
                    <a:pt x="149" y="5619"/>
                    <a:pt x="619" y="3668"/>
                  </a:cubicBezTo>
                  <a:cubicBezTo>
                    <a:pt x="1090" y="1717"/>
                    <a:pt x="846" y="714"/>
                    <a:pt x="480" y="0"/>
                  </a:cubicBezTo>
                  <a:cubicBezTo>
                    <a:pt x="480" y="0"/>
                    <a:pt x="1019" y="1585"/>
                    <a:pt x="671" y="2743"/>
                  </a:cubicBezTo>
                  <a:cubicBezTo>
                    <a:pt x="324" y="3902"/>
                    <a:pt x="0" y="5427"/>
                    <a:pt x="288" y="6366"/>
                  </a:cubicBezTo>
                  <a:cubicBezTo>
                    <a:pt x="577" y="7307"/>
                    <a:pt x="690" y="6915"/>
                    <a:pt x="690" y="69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2763667" y="3919494"/>
              <a:ext cx="23660" cy="66848"/>
            </a:xfrm>
            <a:custGeom>
              <a:avLst/>
              <a:gdLst/>
              <a:ahLst/>
              <a:cxnLst/>
              <a:rect l="l" t="t" r="r" b="b"/>
              <a:pathLst>
                <a:path w="916" h="2588" extrusionOk="0">
                  <a:moveTo>
                    <a:pt x="880" y="0"/>
                  </a:moveTo>
                  <a:cubicBezTo>
                    <a:pt x="880" y="0"/>
                    <a:pt x="872" y="1717"/>
                    <a:pt x="45" y="2317"/>
                  </a:cubicBezTo>
                  <a:lnTo>
                    <a:pt x="0" y="2587"/>
                  </a:lnTo>
                  <a:cubicBezTo>
                    <a:pt x="0" y="2587"/>
                    <a:pt x="915" y="2239"/>
                    <a:pt x="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2784589" y="3992591"/>
              <a:ext cx="42310" cy="115228"/>
            </a:xfrm>
            <a:custGeom>
              <a:avLst/>
              <a:gdLst/>
              <a:ahLst/>
              <a:cxnLst/>
              <a:rect l="l" t="t" r="r" b="b"/>
              <a:pathLst>
                <a:path w="1638" h="4461" extrusionOk="0">
                  <a:moveTo>
                    <a:pt x="1637" y="4460"/>
                  </a:moveTo>
                  <a:cubicBezTo>
                    <a:pt x="1637" y="4460"/>
                    <a:pt x="297" y="2283"/>
                    <a:pt x="680" y="1"/>
                  </a:cubicBezTo>
                  <a:cubicBezTo>
                    <a:pt x="680" y="1"/>
                    <a:pt x="1" y="2039"/>
                    <a:pt x="1238" y="4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6" name="Google Shape;496;p26"/>
          <p:cNvGrpSpPr/>
          <p:nvPr/>
        </p:nvGrpSpPr>
        <p:grpSpPr>
          <a:xfrm>
            <a:off x="7365303" y="334186"/>
            <a:ext cx="1390338" cy="627134"/>
            <a:chOff x="6731703" y="410261"/>
            <a:chExt cx="1390338" cy="627134"/>
          </a:xfrm>
        </p:grpSpPr>
        <p:sp>
          <p:nvSpPr>
            <p:cNvPr id="497" name="Google Shape;497;p26"/>
            <p:cNvSpPr/>
            <p:nvPr/>
          </p:nvSpPr>
          <p:spPr>
            <a:xfrm>
              <a:off x="7652590" y="739789"/>
              <a:ext cx="206976" cy="76638"/>
            </a:xfrm>
            <a:custGeom>
              <a:avLst/>
              <a:gdLst/>
              <a:ahLst/>
              <a:cxnLst/>
              <a:rect l="l" t="t" r="r" b="b"/>
              <a:pathLst>
                <a:path w="8013" h="2967" extrusionOk="0">
                  <a:moveTo>
                    <a:pt x="2876" y="958"/>
                  </a:moveTo>
                  <a:cubicBezTo>
                    <a:pt x="2829" y="1027"/>
                    <a:pt x="1747" y="1611"/>
                    <a:pt x="1559" y="1737"/>
                  </a:cubicBezTo>
                  <a:cubicBezTo>
                    <a:pt x="958" y="2141"/>
                    <a:pt x="862" y="2282"/>
                    <a:pt x="1" y="2457"/>
                  </a:cubicBezTo>
                  <a:cubicBezTo>
                    <a:pt x="559" y="2825"/>
                    <a:pt x="1546" y="2606"/>
                    <a:pt x="2335" y="2513"/>
                  </a:cubicBezTo>
                  <a:cubicBezTo>
                    <a:pt x="3112" y="2420"/>
                    <a:pt x="2829" y="2418"/>
                    <a:pt x="3209" y="2238"/>
                  </a:cubicBezTo>
                  <a:cubicBezTo>
                    <a:pt x="3222" y="2230"/>
                    <a:pt x="3250" y="2215"/>
                    <a:pt x="3265" y="2210"/>
                  </a:cubicBezTo>
                  <a:lnTo>
                    <a:pt x="3460" y="2169"/>
                  </a:lnTo>
                  <a:cubicBezTo>
                    <a:pt x="3809" y="2094"/>
                    <a:pt x="4241" y="1914"/>
                    <a:pt x="4659" y="1998"/>
                  </a:cubicBezTo>
                  <a:cubicBezTo>
                    <a:pt x="4875" y="2414"/>
                    <a:pt x="4782" y="2277"/>
                    <a:pt x="4756" y="2816"/>
                  </a:cubicBezTo>
                  <a:cubicBezTo>
                    <a:pt x="5349" y="2688"/>
                    <a:pt x="5816" y="2967"/>
                    <a:pt x="6746" y="2714"/>
                  </a:cubicBezTo>
                  <a:cubicBezTo>
                    <a:pt x="6657" y="2400"/>
                    <a:pt x="6140" y="2007"/>
                    <a:pt x="5853" y="1806"/>
                  </a:cubicBezTo>
                  <a:cubicBezTo>
                    <a:pt x="6502" y="1949"/>
                    <a:pt x="7209" y="2282"/>
                    <a:pt x="8013" y="2312"/>
                  </a:cubicBezTo>
                  <a:cubicBezTo>
                    <a:pt x="7970" y="2080"/>
                    <a:pt x="7994" y="2169"/>
                    <a:pt x="7907" y="2007"/>
                  </a:cubicBezTo>
                  <a:cubicBezTo>
                    <a:pt x="6434" y="1600"/>
                    <a:pt x="6073" y="1118"/>
                    <a:pt x="4559" y="555"/>
                  </a:cubicBezTo>
                  <a:cubicBezTo>
                    <a:pt x="3843" y="289"/>
                    <a:pt x="4180" y="71"/>
                    <a:pt x="3577" y="0"/>
                  </a:cubicBezTo>
                  <a:cubicBezTo>
                    <a:pt x="3106" y="519"/>
                    <a:pt x="3508" y="264"/>
                    <a:pt x="3540" y="7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7147397" y="800901"/>
              <a:ext cx="199046" cy="73900"/>
            </a:xfrm>
            <a:custGeom>
              <a:avLst/>
              <a:gdLst/>
              <a:ahLst/>
              <a:cxnLst/>
              <a:rect l="l" t="t" r="r" b="b"/>
              <a:pathLst>
                <a:path w="7706" h="2861" extrusionOk="0">
                  <a:moveTo>
                    <a:pt x="2811" y="590"/>
                  </a:moveTo>
                  <a:cubicBezTo>
                    <a:pt x="1699" y="761"/>
                    <a:pt x="947" y="1694"/>
                    <a:pt x="1" y="1207"/>
                  </a:cubicBezTo>
                  <a:cubicBezTo>
                    <a:pt x="134" y="1698"/>
                    <a:pt x="393" y="1737"/>
                    <a:pt x="964" y="1841"/>
                  </a:cubicBezTo>
                  <a:cubicBezTo>
                    <a:pt x="1712" y="1979"/>
                    <a:pt x="1578" y="1890"/>
                    <a:pt x="2256" y="1759"/>
                  </a:cubicBezTo>
                  <a:cubicBezTo>
                    <a:pt x="2454" y="1722"/>
                    <a:pt x="3489" y="1724"/>
                    <a:pt x="3750" y="1735"/>
                  </a:cubicBezTo>
                  <a:cubicBezTo>
                    <a:pt x="4356" y="1763"/>
                    <a:pt x="4369" y="2079"/>
                    <a:pt x="4550" y="2546"/>
                  </a:cubicBezTo>
                  <a:cubicBezTo>
                    <a:pt x="4566" y="2550"/>
                    <a:pt x="4592" y="2514"/>
                    <a:pt x="4596" y="2529"/>
                  </a:cubicBezTo>
                  <a:cubicBezTo>
                    <a:pt x="4691" y="2860"/>
                    <a:pt x="4656" y="2507"/>
                    <a:pt x="4696" y="2507"/>
                  </a:cubicBezTo>
                  <a:lnTo>
                    <a:pt x="5013" y="2607"/>
                  </a:lnTo>
                  <a:cubicBezTo>
                    <a:pt x="5375" y="2814"/>
                    <a:pt x="4873" y="2821"/>
                    <a:pt x="5106" y="2663"/>
                  </a:cubicBezTo>
                  <a:lnTo>
                    <a:pt x="5399" y="2602"/>
                  </a:lnTo>
                  <a:cubicBezTo>
                    <a:pt x="5528" y="2587"/>
                    <a:pt x="5591" y="2594"/>
                    <a:pt x="5734" y="2576"/>
                  </a:cubicBezTo>
                  <a:cubicBezTo>
                    <a:pt x="6002" y="2542"/>
                    <a:pt x="6130" y="2507"/>
                    <a:pt x="6292" y="2414"/>
                  </a:cubicBezTo>
                  <a:cubicBezTo>
                    <a:pt x="6199" y="1895"/>
                    <a:pt x="5712" y="1899"/>
                    <a:pt x="5275" y="1529"/>
                  </a:cubicBezTo>
                  <a:cubicBezTo>
                    <a:pt x="7034" y="1466"/>
                    <a:pt x="7382" y="1653"/>
                    <a:pt x="7706" y="686"/>
                  </a:cubicBezTo>
                  <a:cubicBezTo>
                    <a:pt x="6824" y="699"/>
                    <a:pt x="6361" y="1146"/>
                    <a:pt x="5293" y="651"/>
                  </a:cubicBezTo>
                  <a:cubicBezTo>
                    <a:pt x="4907" y="472"/>
                    <a:pt x="3430" y="30"/>
                    <a:pt x="3067" y="0"/>
                  </a:cubicBezTo>
                  <a:cubicBezTo>
                    <a:pt x="2985" y="145"/>
                    <a:pt x="3038" y="80"/>
                    <a:pt x="2967" y="244"/>
                  </a:cubicBezTo>
                  <a:lnTo>
                    <a:pt x="2811" y="5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7347186" y="625263"/>
              <a:ext cx="200182" cy="89139"/>
            </a:xfrm>
            <a:custGeom>
              <a:avLst/>
              <a:gdLst/>
              <a:ahLst/>
              <a:cxnLst/>
              <a:rect l="l" t="t" r="r" b="b"/>
              <a:pathLst>
                <a:path w="7750" h="3451" extrusionOk="0">
                  <a:moveTo>
                    <a:pt x="2" y="1440"/>
                  </a:moveTo>
                  <a:cubicBezTo>
                    <a:pt x="1019" y="1680"/>
                    <a:pt x="3406" y="1894"/>
                    <a:pt x="3484" y="1920"/>
                  </a:cubicBezTo>
                  <a:cubicBezTo>
                    <a:pt x="4339" y="2205"/>
                    <a:pt x="4302" y="3451"/>
                    <a:pt x="6089" y="2779"/>
                  </a:cubicBezTo>
                  <a:cubicBezTo>
                    <a:pt x="5903" y="2418"/>
                    <a:pt x="5812" y="2660"/>
                    <a:pt x="5090" y="1866"/>
                  </a:cubicBezTo>
                  <a:cubicBezTo>
                    <a:pt x="5196" y="1792"/>
                    <a:pt x="7575" y="1135"/>
                    <a:pt x="7750" y="1"/>
                  </a:cubicBezTo>
                  <a:cubicBezTo>
                    <a:pt x="7095" y="144"/>
                    <a:pt x="6651" y="521"/>
                    <a:pt x="5877" y="572"/>
                  </a:cubicBezTo>
                  <a:cubicBezTo>
                    <a:pt x="5379" y="603"/>
                    <a:pt x="5206" y="477"/>
                    <a:pt x="4724" y="568"/>
                  </a:cubicBezTo>
                  <a:cubicBezTo>
                    <a:pt x="4337" y="642"/>
                    <a:pt x="4183" y="836"/>
                    <a:pt x="3673" y="782"/>
                  </a:cubicBezTo>
                  <a:cubicBezTo>
                    <a:pt x="3335" y="748"/>
                    <a:pt x="3060" y="516"/>
                    <a:pt x="2835" y="527"/>
                  </a:cubicBezTo>
                  <a:cubicBezTo>
                    <a:pt x="2132" y="564"/>
                    <a:pt x="3045" y="693"/>
                    <a:pt x="2029" y="945"/>
                  </a:cubicBezTo>
                  <a:cubicBezTo>
                    <a:pt x="1165" y="1159"/>
                    <a:pt x="1393" y="1228"/>
                    <a:pt x="610" y="1288"/>
                  </a:cubicBezTo>
                  <a:cubicBezTo>
                    <a:pt x="0" y="1336"/>
                    <a:pt x="251" y="1213"/>
                    <a:pt x="2" y="14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7126501" y="445957"/>
              <a:ext cx="169419" cy="109442"/>
            </a:xfrm>
            <a:custGeom>
              <a:avLst/>
              <a:gdLst/>
              <a:ahLst/>
              <a:cxnLst/>
              <a:rect l="l" t="t" r="r" b="b"/>
              <a:pathLst>
                <a:path w="6559" h="4237" extrusionOk="0">
                  <a:moveTo>
                    <a:pt x="1" y="1588"/>
                  </a:moveTo>
                  <a:cubicBezTo>
                    <a:pt x="27" y="2078"/>
                    <a:pt x="1405" y="2210"/>
                    <a:pt x="2015" y="2753"/>
                  </a:cubicBezTo>
                  <a:cubicBezTo>
                    <a:pt x="2229" y="2942"/>
                    <a:pt x="2178" y="3048"/>
                    <a:pt x="2353" y="3236"/>
                  </a:cubicBezTo>
                  <a:lnTo>
                    <a:pt x="3328" y="3885"/>
                  </a:lnTo>
                  <a:cubicBezTo>
                    <a:pt x="3545" y="3971"/>
                    <a:pt x="3608" y="3536"/>
                    <a:pt x="3525" y="3783"/>
                  </a:cubicBezTo>
                  <a:cubicBezTo>
                    <a:pt x="3834" y="4097"/>
                    <a:pt x="3871" y="4205"/>
                    <a:pt x="4564" y="4237"/>
                  </a:cubicBezTo>
                  <a:cubicBezTo>
                    <a:pt x="4248" y="3815"/>
                    <a:pt x="3891" y="3577"/>
                    <a:pt x="3729" y="3058"/>
                  </a:cubicBezTo>
                  <a:cubicBezTo>
                    <a:pt x="3949" y="2775"/>
                    <a:pt x="3876" y="2920"/>
                    <a:pt x="4072" y="2730"/>
                  </a:cubicBezTo>
                  <a:cubicBezTo>
                    <a:pt x="5234" y="1598"/>
                    <a:pt x="4455" y="2598"/>
                    <a:pt x="5591" y="1319"/>
                  </a:cubicBezTo>
                  <a:cubicBezTo>
                    <a:pt x="5691" y="1205"/>
                    <a:pt x="5857" y="1099"/>
                    <a:pt x="5980" y="1001"/>
                  </a:cubicBezTo>
                  <a:cubicBezTo>
                    <a:pt x="6558" y="541"/>
                    <a:pt x="6171" y="686"/>
                    <a:pt x="6290" y="0"/>
                  </a:cubicBezTo>
                  <a:cubicBezTo>
                    <a:pt x="4609" y="997"/>
                    <a:pt x="3798" y="666"/>
                    <a:pt x="3253" y="1561"/>
                  </a:cubicBezTo>
                  <a:cubicBezTo>
                    <a:pt x="2636" y="2576"/>
                    <a:pt x="2634" y="1365"/>
                    <a:pt x="1715" y="1639"/>
                  </a:cubicBezTo>
                  <a:cubicBezTo>
                    <a:pt x="780" y="1918"/>
                    <a:pt x="2186" y="1575"/>
                    <a:pt x="1451" y="1724"/>
                  </a:cubicBezTo>
                  <a:cubicBezTo>
                    <a:pt x="657" y="1886"/>
                    <a:pt x="218" y="1546"/>
                    <a:pt x="1" y="15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7928704" y="934154"/>
              <a:ext cx="193338" cy="88054"/>
            </a:xfrm>
            <a:custGeom>
              <a:avLst/>
              <a:gdLst/>
              <a:ahLst/>
              <a:cxnLst/>
              <a:rect l="l" t="t" r="r" b="b"/>
              <a:pathLst>
                <a:path w="7485" h="3409" extrusionOk="0">
                  <a:moveTo>
                    <a:pt x="2612" y="833"/>
                  </a:moveTo>
                  <a:cubicBezTo>
                    <a:pt x="925" y="822"/>
                    <a:pt x="2076" y="1030"/>
                    <a:pt x="387" y="1486"/>
                  </a:cubicBezTo>
                  <a:lnTo>
                    <a:pt x="1" y="1616"/>
                  </a:lnTo>
                  <a:cubicBezTo>
                    <a:pt x="1440" y="1968"/>
                    <a:pt x="1513" y="1932"/>
                    <a:pt x="3097" y="1824"/>
                  </a:cubicBezTo>
                  <a:cubicBezTo>
                    <a:pt x="4245" y="1746"/>
                    <a:pt x="4228" y="3409"/>
                    <a:pt x="5567" y="2626"/>
                  </a:cubicBezTo>
                  <a:lnTo>
                    <a:pt x="4962" y="2135"/>
                  </a:lnTo>
                  <a:cubicBezTo>
                    <a:pt x="4585" y="1824"/>
                    <a:pt x="4821" y="1895"/>
                    <a:pt x="4522" y="1609"/>
                  </a:cubicBezTo>
                  <a:cubicBezTo>
                    <a:pt x="5602" y="1343"/>
                    <a:pt x="7124" y="1432"/>
                    <a:pt x="7484" y="439"/>
                  </a:cubicBezTo>
                  <a:cubicBezTo>
                    <a:pt x="6104" y="941"/>
                    <a:pt x="5407" y="389"/>
                    <a:pt x="4265" y="524"/>
                  </a:cubicBezTo>
                  <a:cubicBezTo>
                    <a:pt x="3250" y="645"/>
                    <a:pt x="3761" y="666"/>
                    <a:pt x="2930" y="294"/>
                  </a:cubicBezTo>
                  <a:cubicBezTo>
                    <a:pt x="2268" y="0"/>
                    <a:pt x="2383" y="528"/>
                    <a:pt x="2461" y="673"/>
                  </a:cubicBezTo>
                  <a:cubicBezTo>
                    <a:pt x="2800" y="1294"/>
                    <a:pt x="2411" y="407"/>
                    <a:pt x="2612" y="8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/>
            <p:cNvSpPr/>
            <p:nvPr/>
          </p:nvSpPr>
          <p:spPr>
            <a:xfrm>
              <a:off x="7464786" y="864777"/>
              <a:ext cx="200182" cy="89139"/>
            </a:xfrm>
            <a:custGeom>
              <a:avLst/>
              <a:gdLst/>
              <a:ahLst/>
              <a:cxnLst/>
              <a:rect l="l" t="t" r="r" b="b"/>
              <a:pathLst>
                <a:path w="7750" h="3451" extrusionOk="0">
                  <a:moveTo>
                    <a:pt x="4" y="1440"/>
                  </a:moveTo>
                  <a:cubicBezTo>
                    <a:pt x="1019" y="1680"/>
                    <a:pt x="3405" y="1894"/>
                    <a:pt x="3485" y="1920"/>
                  </a:cubicBezTo>
                  <a:cubicBezTo>
                    <a:pt x="4341" y="2204"/>
                    <a:pt x="4302" y="3450"/>
                    <a:pt x="6089" y="2779"/>
                  </a:cubicBezTo>
                  <a:cubicBezTo>
                    <a:pt x="5903" y="2418"/>
                    <a:pt x="5814" y="2660"/>
                    <a:pt x="5090" y="1864"/>
                  </a:cubicBezTo>
                  <a:cubicBezTo>
                    <a:pt x="5198" y="1791"/>
                    <a:pt x="7577" y="1135"/>
                    <a:pt x="7750" y="1"/>
                  </a:cubicBezTo>
                  <a:cubicBezTo>
                    <a:pt x="7095" y="144"/>
                    <a:pt x="6652" y="521"/>
                    <a:pt x="5877" y="571"/>
                  </a:cubicBezTo>
                  <a:cubicBezTo>
                    <a:pt x="5378" y="603"/>
                    <a:pt x="5205" y="475"/>
                    <a:pt x="4724" y="568"/>
                  </a:cubicBezTo>
                  <a:cubicBezTo>
                    <a:pt x="4337" y="642"/>
                    <a:pt x="4183" y="834"/>
                    <a:pt x="3673" y="782"/>
                  </a:cubicBezTo>
                  <a:cubicBezTo>
                    <a:pt x="3335" y="746"/>
                    <a:pt x="3059" y="516"/>
                    <a:pt x="2834" y="527"/>
                  </a:cubicBezTo>
                  <a:cubicBezTo>
                    <a:pt x="2133" y="562"/>
                    <a:pt x="3044" y="692"/>
                    <a:pt x="2029" y="945"/>
                  </a:cubicBezTo>
                  <a:cubicBezTo>
                    <a:pt x="1164" y="1159"/>
                    <a:pt x="1393" y="1226"/>
                    <a:pt x="610" y="1287"/>
                  </a:cubicBezTo>
                  <a:cubicBezTo>
                    <a:pt x="0" y="1334"/>
                    <a:pt x="251" y="1213"/>
                    <a:pt x="4" y="144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/>
            <p:cNvSpPr/>
            <p:nvPr/>
          </p:nvSpPr>
          <p:spPr>
            <a:xfrm>
              <a:off x="6863690" y="963444"/>
              <a:ext cx="198994" cy="73951"/>
            </a:xfrm>
            <a:custGeom>
              <a:avLst/>
              <a:gdLst/>
              <a:ahLst/>
              <a:cxnLst/>
              <a:rect l="l" t="t" r="r" b="b"/>
              <a:pathLst>
                <a:path w="7704" h="2863" extrusionOk="0">
                  <a:moveTo>
                    <a:pt x="2809" y="590"/>
                  </a:moveTo>
                  <a:cubicBezTo>
                    <a:pt x="1697" y="761"/>
                    <a:pt x="946" y="1695"/>
                    <a:pt x="1" y="1207"/>
                  </a:cubicBezTo>
                  <a:cubicBezTo>
                    <a:pt x="135" y="1698"/>
                    <a:pt x="393" y="1738"/>
                    <a:pt x="962" y="1842"/>
                  </a:cubicBezTo>
                  <a:cubicBezTo>
                    <a:pt x="1712" y="1979"/>
                    <a:pt x="1576" y="1890"/>
                    <a:pt x="2257" y="1760"/>
                  </a:cubicBezTo>
                  <a:cubicBezTo>
                    <a:pt x="2452" y="1723"/>
                    <a:pt x="3490" y="1725"/>
                    <a:pt x="3748" y="1736"/>
                  </a:cubicBezTo>
                  <a:cubicBezTo>
                    <a:pt x="4354" y="1764"/>
                    <a:pt x="4367" y="2080"/>
                    <a:pt x="4550" y="2547"/>
                  </a:cubicBezTo>
                  <a:cubicBezTo>
                    <a:pt x="4565" y="2550"/>
                    <a:pt x="4591" y="2515"/>
                    <a:pt x="4596" y="2532"/>
                  </a:cubicBezTo>
                  <a:cubicBezTo>
                    <a:pt x="4689" y="2863"/>
                    <a:pt x="4656" y="2507"/>
                    <a:pt x="4695" y="2507"/>
                  </a:cubicBezTo>
                  <a:lnTo>
                    <a:pt x="5011" y="2608"/>
                  </a:lnTo>
                  <a:cubicBezTo>
                    <a:pt x="5374" y="2814"/>
                    <a:pt x="4871" y="2822"/>
                    <a:pt x="5104" y="2664"/>
                  </a:cubicBezTo>
                  <a:lnTo>
                    <a:pt x="5400" y="2602"/>
                  </a:lnTo>
                  <a:cubicBezTo>
                    <a:pt x="5528" y="2587"/>
                    <a:pt x="5589" y="2595"/>
                    <a:pt x="5734" y="2576"/>
                  </a:cubicBezTo>
                  <a:cubicBezTo>
                    <a:pt x="6002" y="2543"/>
                    <a:pt x="6129" y="2507"/>
                    <a:pt x="6292" y="2414"/>
                  </a:cubicBezTo>
                  <a:cubicBezTo>
                    <a:pt x="6198" y="1896"/>
                    <a:pt x="5710" y="1899"/>
                    <a:pt x="5275" y="1529"/>
                  </a:cubicBezTo>
                  <a:cubicBezTo>
                    <a:pt x="7033" y="1466"/>
                    <a:pt x="7382" y="1654"/>
                    <a:pt x="7704" y="687"/>
                  </a:cubicBezTo>
                  <a:cubicBezTo>
                    <a:pt x="6824" y="700"/>
                    <a:pt x="6359" y="1146"/>
                    <a:pt x="5292" y="651"/>
                  </a:cubicBezTo>
                  <a:cubicBezTo>
                    <a:pt x="4905" y="473"/>
                    <a:pt x="3428" y="30"/>
                    <a:pt x="3066" y="0"/>
                  </a:cubicBezTo>
                  <a:cubicBezTo>
                    <a:pt x="2984" y="146"/>
                    <a:pt x="3036" y="82"/>
                    <a:pt x="2967" y="244"/>
                  </a:cubicBezTo>
                  <a:lnTo>
                    <a:pt x="2811" y="5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6"/>
            <p:cNvSpPr/>
            <p:nvPr/>
          </p:nvSpPr>
          <p:spPr>
            <a:xfrm>
              <a:off x="6871180" y="692909"/>
              <a:ext cx="199020" cy="73900"/>
            </a:xfrm>
            <a:custGeom>
              <a:avLst/>
              <a:gdLst/>
              <a:ahLst/>
              <a:cxnLst/>
              <a:rect l="l" t="t" r="r" b="b"/>
              <a:pathLst>
                <a:path w="7705" h="2861" extrusionOk="0">
                  <a:moveTo>
                    <a:pt x="2811" y="590"/>
                  </a:moveTo>
                  <a:cubicBezTo>
                    <a:pt x="1697" y="759"/>
                    <a:pt x="948" y="1695"/>
                    <a:pt x="1" y="1207"/>
                  </a:cubicBezTo>
                  <a:cubicBezTo>
                    <a:pt x="135" y="1698"/>
                    <a:pt x="393" y="1737"/>
                    <a:pt x="962" y="1841"/>
                  </a:cubicBezTo>
                  <a:cubicBezTo>
                    <a:pt x="1712" y="1979"/>
                    <a:pt x="1578" y="1890"/>
                    <a:pt x="2257" y="1760"/>
                  </a:cubicBezTo>
                  <a:cubicBezTo>
                    <a:pt x="2452" y="1722"/>
                    <a:pt x="3490" y="1724"/>
                    <a:pt x="3748" y="1735"/>
                  </a:cubicBezTo>
                  <a:cubicBezTo>
                    <a:pt x="4355" y="1763"/>
                    <a:pt x="4368" y="2079"/>
                    <a:pt x="4550" y="2546"/>
                  </a:cubicBezTo>
                  <a:cubicBezTo>
                    <a:pt x="4567" y="2550"/>
                    <a:pt x="4593" y="2515"/>
                    <a:pt x="4596" y="2530"/>
                  </a:cubicBezTo>
                  <a:cubicBezTo>
                    <a:pt x="4689" y="2861"/>
                    <a:pt x="4656" y="2507"/>
                    <a:pt x="4695" y="2507"/>
                  </a:cubicBezTo>
                  <a:lnTo>
                    <a:pt x="5011" y="2608"/>
                  </a:lnTo>
                  <a:cubicBezTo>
                    <a:pt x="5374" y="2814"/>
                    <a:pt x="4873" y="2822"/>
                    <a:pt x="5104" y="2663"/>
                  </a:cubicBezTo>
                  <a:lnTo>
                    <a:pt x="5400" y="2602"/>
                  </a:lnTo>
                  <a:cubicBezTo>
                    <a:pt x="5528" y="2587"/>
                    <a:pt x="5589" y="2595"/>
                    <a:pt x="5735" y="2576"/>
                  </a:cubicBezTo>
                  <a:cubicBezTo>
                    <a:pt x="6002" y="2543"/>
                    <a:pt x="6131" y="2507"/>
                    <a:pt x="6292" y="2414"/>
                  </a:cubicBezTo>
                  <a:cubicBezTo>
                    <a:pt x="6198" y="1895"/>
                    <a:pt x="5710" y="1899"/>
                    <a:pt x="5275" y="1531"/>
                  </a:cubicBezTo>
                  <a:cubicBezTo>
                    <a:pt x="7033" y="1466"/>
                    <a:pt x="7382" y="1655"/>
                    <a:pt x="7704" y="687"/>
                  </a:cubicBezTo>
                  <a:cubicBezTo>
                    <a:pt x="6824" y="700"/>
                    <a:pt x="6359" y="1146"/>
                    <a:pt x="5292" y="651"/>
                  </a:cubicBezTo>
                  <a:cubicBezTo>
                    <a:pt x="4905" y="473"/>
                    <a:pt x="3428" y="30"/>
                    <a:pt x="3066" y="0"/>
                  </a:cubicBezTo>
                  <a:cubicBezTo>
                    <a:pt x="2984" y="145"/>
                    <a:pt x="3036" y="82"/>
                    <a:pt x="2967" y="24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6"/>
            <p:cNvSpPr/>
            <p:nvPr/>
          </p:nvSpPr>
          <p:spPr>
            <a:xfrm>
              <a:off x="6731703" y="410261"/>
              <a:ext cx="199046" cy="73900"/>
            </a:xfrm>
            <a:custGeom>
              <a:avLst/>
              <a:gdLst/>
              <a:ahLst/>
              <a:cxnLst/>
              <a:rect l="l" t="t" r="r" b="b"/>
              <a:pathLst>
                <a:path w="7706" h="2861" extrusionOk="0">
                  <a:moveTo>
                    <a:pt x="2810" y="590"/>
                  </a:moveTo>
                  <a:cubicBezTo>
                    <a:pt x="1698" y="759"/>
                    <a:pt x="947" y="1695"/>
                    <a:pt x="0" y="1207"/>
                  </a:cubicBezTo>
                  <a:cubicBezTo>
                    <a:pt x="134" y="1698"/>
                    <a:pt x="393" y="1737"/>
                    <a:pt x="963" y="1842"/>
                  </a:cubicBezTo>
                  <a:cubicBezTo>
                    <a:pt x="1711" y="1979"/>
                    <a:pt x="1577" y="1890"/>
                    <a:pt x="2256" y="1760"/>
                  </a:cubicBezTo>
                  <a:cubicBezTo>
                    <a:pt x="2453" y="1722"/>
                    <a:pt x="3489" y="1724"/>
                    <a:pt x="3749" y="1736"/>
                  </a:cubicBezTo>
                  <a:cubicBezTo>
                    <a:pt x="4356" y="1763"/>
                    <a:pt x="4369" y="2080"/>
                    <a:pt x="4549" y="2546"/>
                  </a:cubicBezTo>
                  <a:cubicBezTo>
                    <a:pt x="4566" y="2550"/>
                    <a:pt x="4592" y="2515"/>
                    <a:pt x="4596" y="2530"/>
                  </a:cubicBezTo>
                  <a:cubicBezTo>
                    <a:pt x="4690" y="2861"/>
                    <a:pt x="4655" y="2507"/>
                    <a:pt x="4696" y="2507"/>
                  </a:cubicBezTo>
                  <a:lnTo>
                    <a:pt x="5012" y="2608"/>
                  </a:lnTo>
                  <a:cubicBezTo>
                    <a:pt x="5375" y="2814"/>
                    <a:pt x="4873" y="2822"/>
                    <a:pt x="5103" y="2664"/>
                  </a:cubicBezTo>
                  <a:lnTo>
                    <a:pt x="5399" y="2602"/>
                  </a:lnTo>
                  <a:cubicBezTo>
                    <a:pt x="5527" y="2587"/>
                    <a:pt x="5591" y="2595"/>
                    <a:pt x="5734" y="2576"/>
                  </a:cubicBezTo>
                  <a:cubicBezTo>
                    <a:pt x="6002" y="2543"/>
                    <a:pt x="6130" y="2507"/>
                    <a:pt x="6292" y="2414"/>
                  </a:cubicBezTo>
                  <a:cubicBezTo>
                    <a:pt x="6197" y="1895"/>
                    <a:pt x="5711" y="1899"/>
                    <a:pt x="5274" y="1529"/>
                  </a:cubicBezTo>
                  <a:cubicBezTo>
                    <a:pt x="7034" y="1466"/>
                    <a:pt x="7382" y="1654"/>
                    <a:pt x="7705" y="687"/>
                  </a:cubicBezTo>
                  <a:cubicBezTo>
                    <a:pt x="6824" y="698"/>
                    <a:pt x="6361" y="1146"/>
                    <a:pt x="5291" y="651"/>
                  </a:cubicBezTo>
                  <a:cubicBezTo>
                    <a:pt x="4906" y="471"/>
                    <a:pt x="3430" y="30"/>
                    <a:pt x="3067" y="0"/>
                  </a:cubicBezTo>
                  <a:cubicBezTo>
                    <a:pt x="2985" y="145"/>
                    <a:pt x="3037" y="82"/>
                    <a:pt x="2966" y="244"/>
                  </a:cubicBezTo>
                  <a:lnTo>
                    <a:pt x="2810" y="59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6" name="Google Shape;506;p26"/>
          <p:cNvGrpSpPr/>
          <p:nvPr/>
        </p:nvGrpSpPr>
        <p:grpSpPr>
          <a:xfrm>
            <a:off x="50" y="4211648"/>
            <a:ext cx="9143954" cy="1617787"/>
            <a:chOff x="50" y="4211648"/>
            <a:chExt cx="9143954" cy="1617787"/>
          </a:xfrm>
        </p:grpSpPr>
        <p:sp>
          <p:nvSpPr>
            <p:cNvPr id="507" name="Google Shape;507;p26"/>
            <p:cNvSpPr/>
            <p:nvPr/>
          </p:nvSpPr>
          <p:spPr>
            <a:xfrm>
              <a:off x="50" y="4211648"/>
              <a:ext cx="2268106" cy="1553906"/>
            </a:xfrm>
            <a:custGeom>
              <a:avLst/>
              <a:gdLst/>
              <a:ahLst/>
              <a:cxnLst/>
              <a:rect l="l" t="t" r="r" b="b"/>
              <a:pathLst>
                <a:path w="87809" h="73410" extrusionOk="0">
                  <a:moveTo>
                    <a:pt x="0" y="12952"/>
                  </a:moveTo>
                  <a:cubicBezTo>
                    <a:pt x="46" y="12928"/>
                    <a:pt x="84" y="12887"/>
                    <a:pt x="102" y="12837"/>
                  </a:cubicBezTo>
                  <a:cubicBezTo>
                    <a:pt x="112" y="12813"/>
                    <a:pt x="117" y="12787"/>
                    <a:pt x="117" y="12757"/>
                  </a:cubicBezTo>
                  <a:cubicBezTo>
                    <a:pt x="113" y="12560"/>
                    <a:pt x="381" y="12476"/>
                    <a:pt x="485" y="12647"/>
                  </a:cubicBezTo>
                  <a:cubicBezTo>
                    <a:pt x="500" y="12671"/>
                    <a:pt x="515" y="12696"/>
                    <a:pt x="532" y="12718"/>
                  </a:cubicBezTo>
                  <a:cubicBezTo>
                    <a:pt x="645" y="12876"/>
                    <a:pt x="803" y="12993"/>
                    <a:pt x="993" y="13051"/>
                  </a:cubicBezTo>
                  <a:cubicBezTo>
                    <a:pt x="1071" y="13075"/>
                    <a:pt x="1149" y="13149"/>
                    <a:pt x="1144" y="13239"/>
                  </a:cubicBezTo>
                  <a:cubicBezTo>
                    <a:pt x="1108" y="13871"/>
                    <a:pt x="1237" y="14539"/>
                    <a:pt x="1568" y="15087"/>
                  </a:cubicBezTo>
                  <a:cubicBezTo>
                    <a:pt x="1668" y="15256"/>
                    <a:pt x="1837" y="15463"/>
                    <a:pt x="2061" y="15403"/>
                  </a:cubicBezTo>
                  <a:cubicBezTo>
                    <a:pt x="2315" y="15336"/>
                    <a:pt x="2131" y="14979"/>
                    <a:pt x="2124" y="14806"/>
                  </a:cubicBezTo>
                  <a:cubicBezTo>
                    <a:pt x="2115" y="14583"/>
                    <a:pt x="2235" y="14317"/>
                    <a:pt x="2466" y="14252"/>
                  </a:cubicBezTo>
                  <a:cubicBezTo>
                    <a:pt x="2622" y="14208"/>
                    <a:pt x="2760" y="14284"/>
                    <a:pt x="2875" y="14382"/>
                  </a:cubicBezTo>
                  <a:cubicBezTo>
                    <a:pt x="2888" y="14393"/>
                    <a:pt x="2927" y="14431"/>
                    <a:pt x="2931" y="14433"/>
                  </a:cubicBezTo>
                  <a:cubicBezTo>
                    <a:pt x="2979" y="14438"/>
                    <a:pt x="3093" y="14343"/>
                    <a:pt x="3136" y="14319"/>
                  </a:cubicBezTo>
                  <a:cubicBezTo>
                    <a:pt x="3288" y="14234"/>
                    <a:pt x="3442" y="14146"/>
                    <a:pt x="3595" y="14059"/>
                  </a:cubicBezTo>
                  <a:cubicBezTo>
                    <a:pt x="3716" y="13990"/>
                    <a:pt x="3853" y="13929"/>
                    <a:pt x="3961" y="13839"/>
                  </a:cubicBezTo>
                  <a:cubicBezTo>
                    <a:pt x="4151" y="13683"/>
                    <a:pt x="4041" y="13436"/>
                    <a:pt x="4008" y="13233"/>
                  </a:cubicBezTo>
                  <a:cubicBezTo>
                    <a:pt x="3965" y="12976"/>
                    <a:pt x="3995" y="12714"/>
                    <a:pt x="4207" y="12537"/>
                  </a:cubicBezTo>
                  <a:cubicBezTo>
                    <a:pt x="4337" y="12428"/>
                    <a:pt x="4506" y="12372"/>
                    <a:pt x="4672" y="12379"/>
                  </a:cubicBezTo>
                  <a:cubicBezTo>
                    <a:pt x="4690" y="12236"/>
                    <a:pt x="4739" y="12097"/>
                    <a:pt x="4830" y="11981"/>
                  </a:cubicBezTo>
                  <a:cubicBezTo>
                    <a:pt x="4984" y="11786"/>
                    <a:pt x="5232" y="11749"/>
                    <a:pt x="5455" y="11680"/>
                  </a:cubicBezTo>
                  <a:cubicBezTo>
                    <a:pt x="5804" y="11570"/>
                    <a:pt x="6267" y="11423"/>
                    <a:pt x="6448" y="11078"/>
                  </a:cubicBezTo>
                  <a:cubicBezTo>
                    <a:pt x="6628" y="10735"/>
                    <a:pt x="6593" y="10321"/>
                    <a:pt x="6775" y="9975"/>
                  </a:cubicBezTo>
                  <a:cubicBezTo>
                    <a:pt x="6969" y="9606"/>
                    <a:pt x="7337" y="9491"/>
                    <a:pt x="7699" y="9346"/>
                  </a:cubicBezTo>
                  <a:cubicBezTo>
                    <a:pt x="7887" y="9272"/>
                    <a:pt x="8170" y="9082"/>
                    <a:pt x="8207" y="8857"/>
                  </a:cubicBezTo>
                  <a:cubicBezTo>
                    <a:pt x="8183" y="8820"/>
                    <a:pt x="8176" y="8775"/>
                    <a:pt x="8200" y="8729"/>
                  </a:cubicBezTo>
                  <a:cubicBezTo>
                    <a:pt x="8192" y="8703"/>
                    <a:pt x="8181" y="8675"/>
                    <a:pt x="8164" y="8647"/>
                  </a:cubicBezTo>
                  <a:cubicBezTo>
                    <a:pt x="8112" y="8559"/>
                    <a:pt x="8242" y="8448"/>
                    <a:pt x="8309" y="8531"/>
                  </a:cubicBezTo>
                  <a:cubicBezTo>
                    <a:pt x="8313" y="8537"/>
                    <a:pt x="8317" y="8541"/>
                    <a:pt x="8319" y="8545"/>
                  </a:cubicBezTo>
                  <a:cubicBezTo>
                    <a:pt x="8415" y="8396"/>
                    <a:pt x="8512" y="8247"/>
                    <a:pt x="8613" y="8100"/>
                  </a:cubicBezTo>
                  <a:cubicBezTo>
                    <a:pt x="8750" y="7901"/>
                    <a:pt x="8877" y="7696"/>
                    <a:pt x="8983" y="7479"/>
                  </a:cubicBezTo>
                  <a:cubicBezTo>
                    <a:pt x="9178" y="7081"/>
                    <a:pt x="9321" y="6636"/>
                    <a:pt x="9675" y="6343"/>
                  </a:cubicBezTo>
                  <a:cubicBezTo>
                    <a:pt x="9808" y="6229"/>
                    <a:pt x="9963" y="6136"/>
                    <a:pt x="10136" y="6095"/>
                  </a:cubicBezTo>
                  <a:cubicBezTo>
                    <a:pt x="10307" y="6056"/>
                    <a:pt x="10470" y="6075"/>
                    <a:pt x="10642" y="6104"/>
                  </a:cubicBezTo>
                  <a:cubicBezTo>
                    <a:pt x="10744" y="6123"/>
                    <a:pt x="10908" y="6175"/>
                    <a:pt x="10999" y="6103"/>
                  </a:cubicBezTo>
                  <a:cubicBezTo>
                    <a:pt x="11077" y="6041"/>
                    <a:pt x="11054" y="5920"/>
                    <a:pt x="11040" y="5826"/>
                  </a:cubicBezTo>
                  <a:cubicBezTo>
                    <a:pt x="10993" y="5534"/>
                    <a:pt x="10893" y="5221"/>
                    <a:pt x="11108" y="4968"/>
                  </a:cubicBezTo>
                  <a:cubicBezTo>
                    <a:pt x="11222" y="4834"/>
                    <a:pt x="11393" y="4790"/>
                    <a:pt x="11397" y="4591"/>
                  </a:cubicBezTo>
                  <a:cubicBezTo>
                    <a:pt x="11400" y="4401"/>
                    <a:pt x="11399" y="4230"/>
                    <a:pt x="11478" y="4053"/>
                  </a:cubicBezTo>
                  <a:cubicBezTo>
                    <a:pt x="11612" y="3754"/>
                    <a:pt x="11938" y="3529"/>
                    <a:pt x="12274" y="3599"/>
                  </a:cubicBezTo>
                  <a:cubicBezTo>
                    <a:pt x="12596" y="3666"/>
                    <a:pt x="12858" y="4012"/>
                    <a:pt x="12775" y="4343"/>
                  </a:cubicBezTo>
                  <a:cubicBezTo>
                    <a:pt x="12734" y="4503"/>
                    <a:pt x="12619" y="4630"/>
                    <a:pt x="12505" y="4743"/>
                  </a:cubicBezTo>
                  <a:cubicBezTo>
                    <a:pt x="12449" y="4799"/>
                    <a:pt x="12299" y="4916"/>
                    <a:pt x="12325" y="5002"/>
                  </a:cubicBezTo>
                  <a:cubicBezTo>
                    <a:pt x="12351" y="5091"/>
                    <a:pt x="12514" y="5136"/>
                    <a:pt x="12591" y="5175"/>
                  </a:cubicBezTo>
                  <a:cubicBezTo>
                    <a:pt x="12732" y="5245"/>
                    <a:pt x="12845" y="5340"/>
                    <a:pt x="12901" y="5493"/>
                  </a:cubicBezTo>
                  <a:cubicBezTo>
                    <a:pt x="12922" y="5547"/>
                    <a:pt x="12905" y="5634"/>
                    <a:pt x="12858" y="5671"/>
                  </a:cubicBezTo>
                  <a:cubicBezTo>
                    <a:pt x="12470" y="5982"/>
                    <a:pt x="12194" y="6417"/>
                    <a:pt x="12094" y="6899"/>
                  </a:cubicBezTo>
                  <a:cubicBezTo>
                    <a:pt x="12232" y="6861"/>
                    <a:pt x="12375" y="6852"/>
                    <a:pt x="12518" y="6871"/>
                  </a:cubicBezTo>
                  <a:cubicBezTo>
                    <a:pt x="12643" y="6886"/>
                    <a:pt x="12754" y="6930"/>
                    <a:pt x="12871" y="6977"/>
                  </a:cubicBezTo>
                  <a:cubicBezTo>
                    <a:pt x="12940" y="7003"/>
                    <a:pt x="13050" y="7059"/>
                    <a:pt x="13119" y="7010"/>
                  </a:cubicBezTo>
                  <a:cubicBezTo>
                    <a:pt x="13188" y="6962"/>
                    <a:pt x="13199" y="6835"/>
                    <a:pt x="13214" y="6761"/>
                  </a:cubicBezTo>
                  <a:cubicBezTo>
                    <a:pt x="13234" y="6649"/>
                    <a:pt x="13253" y="6542"/>
                    <a:pt x="13305" y="6437"/>
                  </a:cubicBezTo>
                  <a:cubicBezTo>
                    <a:pt x="13401" y="6246"/>
                    <a:pt x="13599" y="6095"/>
                    <a:pt x="13822" y="6158"/>
                  </a:cubicBezTo>
                  <a:cubicBezTo>
                    <a:pt x="13902" y="6181"/>
                    <a:pt x="13956" y="6248"/>
                    <a:pt x="13961" y="6331"/>
                  </a:cubicBezTo>
                  <a:cubicBezTo>
                    <a:pt x="13972" y="6495"/>
                    <a:pt x="14181" y="6594"/>
                    <a:pt x="14328" y="6569"/>
                  </a:cubicBezTo>
                  <a:cubicBezTo>
                    <a:pt x="14396" y="6556"/>
                    <a:pt x="14495" y="6493"/>
                    <a:pt x="14488" y="6426"/>
                  </a:cubicBezTo>
                  <a:cubicBezTo>
                    <a:pt x="14480" y="6369"/>
                    <a:pt x="14374" y="6303"/>
                    <a:pt x="14311" y="6257"/>
                  </a:cubicBezTo>
                  <a:cubicBezTo>
                    <a:pt x="14099" y="6101"/>
                    <a:pt x="13883" y="5868"/>
                    <a:pt x="14028" y="5586"/>
                  </a:cubicBezTo>
                  <a:cubicBezTo>
                    <a:pt x="14123" y="5396"/>
                    <a:pt x="14335" y="5305"/>
                    <a:pt x="14545" y="5269"/>
                  </a:cubicBezTo>
                  <a:cubicBezTo>
                    <a:pt x="14547" y="5225"/>
                    <a:pt x="14556" y="5180"/>
                    <a:pt x="14573" y="5136"/>
                  </a:cubicBezTo>
                  <a:cubicBezTo>
                    <a:pt x="14642" y="4948"/>
                    <a:pt x="14787" y="4855"/>
                    <a:pt x="14960" y="4775"/>
                  </a:cubicBezTo>
                  <a:cubicBezTo>
                    <a:pt x="15085" y="4717"/>
                    <a:pt x="15191" y="4672"/>
                    <a:pt x="15174" y="4522"/>
                  </a:cubicBezTo>
                  <a:cubicBezTo>
                    <a:pt x="15159" y="4364"/>
                    <a:pt x="15092" y="4215"/>
                    <a:pt x="15109" y="4053"/>
                  </a:cubicBezTo>
                  <a:cubicBezTo>
                    <a:pt x="15122" y="3893"/>
                    <a:pt x="15207" y="3756"/>
                    <a:pt x="15347" y="3674"/>
                  </a:cubicBezTo>
                  <a:cubicBezTo>
                    <a:pt x="15470" y="3601"/>
                    <a:pt x="15611" y="3579"/>
                    <a:pt x="15743" y="3534"/>
                  </a:cubicBezTo>
                  <a:cubicBezTo>
                    <a:pt x="15897" y="3482"/>
                    <a:pt x="15905" y="3376"/>
                    <a:pt x="15957" y="3231"/>
                  </a:cubicBezTo>
                  <a:cubicBezTo>
                    <a:pt x="16014" y="3071"/>
                    <a:pt x="16120" y="2952"/>
                    <a:pt x="16282" y="2889"/>
                  </a:cubicBezTo>
                  <a:cubicBezTo>
                    <a:pt x="16450" y="2822"/>
                    <a:pt x="16647" y="2835"/>
                    <a:pt x="16807" y="2919"/>
                  </a:cubicBezTo>
                  <a:cubicBezTo>
                    <a:pt x="16849" y="2802"/>
                    <a:pt x="16892" y="2686"/>
                    <a:pt x="16935" y="2569"/>
                  </a:cubicBezTo>
                  <a:cubicBezTo>
                    <a:pt x="16974" y="2463"/>
                    <a:pt x="17080" y="2402"/>
                    <a:pt x="17188" y="2459"/>
                  </a:cubicBezTo>
                  <a:cubicBezTo>
                    <a:pt x="17380" y="2560"/>
                    <a:pt x="17571" y="2660"/>
                    <a:pt x="17763" y="2759"/>
                  </a:cubicBezTo>
                  <a:cubicBezTo>
                    <a:pt x="17846" y="2803"/>
                    <a:pt x="17930" y="2848"/>
                    <a:pt x="18016" y="2891"/>
                  </a:cubicBezTo>
                  <a:cubicBezTo>
                    <a:pt x="18010" y="2885"/>
                    <a:pt x="18004" y="2880"/>
                    <a:pt x="18001" y="2874"/>
                  </a:cubicBezTo>
                  <a:cubicBezTo>
                    <a:pt x="17908" y="2772"/>
                    <a:pt x="17863" y="2634"/>
                    <a:pt x="17872" y="2495"/>
                  </a:cubicBezTo>
                  <a:cubicBezTo>
                    <a:pt x="17882" y="2350"/>
                    <a:pt x="17932" y="2214"/>
                    <a:pt x="17999" y="2086"/>
                  </a:cubicBezTo>
                  <a:cubicBezTo>
                    <a:pt x="18060" y="1965"/>
                    <a:pt x="18138" y="1810"/>
                    <a:pt x="18274" y="1762"/>
                  </a:cubicBezTo>
                  <a:cubicBezTo>
                    <a:pt x="18469" y="1693"/>
                    <a:pt x="18627" y="1872"/>
                    <a:pt x="18761" y="1985"/>
                  </a:cubicBezTo>
                  <a:cubicBezTo>
                    <a:pt x="18869" y="2074"/>
                    <a:pt x="18981" y="2164"/>
                    <a:pt x="19089" y="2255"/>
                  </a:cubicBezTo>
                  <a:cubicBezTo>
                    <a:pt x="19163" y="2106"/>
                    <a:pt x="19239" y="1959"/>
                    <a:pt x="19323" y="1818"/>
                  </a:cubicBezTo>
                  <a:cubicBezTo>
                    <a:pt x="19267" y="1747"/>
                    <a:pt x="19260" y="1630"/>
                    <a:pt x="19353" y="1561"/>
                  </a:cubicBezTo>
                  <a:cubicBezTo>
                    <a:pt x="19444" y="1492"/>
                    <a:pt x="19531" y="1418"/>
                    <a:pt x="19615" y="1340"/>
                  </a:cubicBezTo>
                  <a:cubicBezTo>
                    <a:pt x="19866" y="1107"/>
                    <a:pt x="20080" y="834"/>
                    <a:pt x="20247" y="533"/>
                  </a:cubicBezTo>
                  <a:cubicBezTo>
                    <a:pt x="20301" y="438"/>
                    <a:pt x="20431" y="421"/>
                    <a:pt x="20509" y="495"/>
                  </a:cubicBezTo>
                  <a:cubicBezTo>
                    <a:pt x="20560" y="542"/>
                    <a:pt x="20610" y="588"/>
                    <a:pt x="20658" y="635"/>
                  </a:cubicBezTo>
                  <a:cubicBezTo>
                    <a:pt x="20723" y="473"/>
                    <a:pt x="20787" y="311"/>
                    <a:pt x="20850" y="149"/>
                  </a:cubicBezTo>
                  <a:cubicBezTo>
                    <a:pt x="20883" y="66"/>
                    <a:pt x="20956" y="1"/>
                    <a:pt x="21053" y="27"/>
                  </a:cubicBezTo>
                  <a:cubicBezTo>
                    <a:pt x="21309" y="96"/>
                    <a:pt x="21393" y="324"/>
                    <a:pt x="21417" y="566"/>
                  </a:cubicBezTo>
                  <a:cubicBezTo>
                    <a:pt x="21434" y="739"/>
                    <a:pt x="21410" y="955"/>
                    <a:pt x="21497" y="1115"/>
                  </a:cubicBezTo>
                  <a:cubicBezTo>
                    <a:pt x="21564" y="1236"/>
                    <a:pt x="21728" y="1250"/>
                    <a:pt x="21837" y="1319"/>
                  </a:cubicBezTo>
                  <a:cubicBezTo>
                    <a:pt x="21953" y="1390"/>
                    <a:pt x="22042" y="1492"/>
                    <a:pt x="22098" y="1615"/>
                  </a:cubicBezTo>
                  <a:cubicBezTo>
                    <a:pt x="22209" y="1864"/>
                    <a:pt x="22185" y="2162"/>
                    <a:pt x="22061" y="2402"/>
                  </a:cubicBezTo>
                  <a:cubicBezTo>
                    <a:pt x="21968" y="2582"/>
                    <a:pt x="21826" y="2727"/>
                    <a:pt x="21670" y="2855"/>
                  </a:cubicBezTo>
                  <a:cubicBezTo>
                    <a:pt x="21869" y="2900"/>
                    <a:pt x="22066" y="2943"/>
                    <a:pt x="22265" y="2986"/>
                  </a:cubicBezTo>
                  <a:cubicBezTo>
                    <a:pt x="22334" y="3001"/>
                    <a:pt x="22397" y="3073"/>
                    <a:pt x="22393" y="3146"/>
                  </a:cubicBezTo>
                  <a:cubicBezTo>
                    <a:pt x="22369" y="3631"/>
                    <a:pt x="22347" y="4120"/>
                    <a:pt x="22325" y="4607"/>
                  </a:cubicBezTo>
                  <a:cubicBezTo>
                    <a:pt x="22615" y="4607"/>
                    <a:pt x="22899" y="4671"/>
                    <a:pt x="23169" y="4788"/>
                  </a:cubicBezTo>
                  <a:cubicBezTo>
                    <a:pt x="23264" y="4831"/>
                    <a:pt x="23284" y="4985"/>
                    <a:pt x="23208" y="5050"/>
                  </a:cubicBezTo>
                  <a:cubicBezTo>
                    <a:pt x="23121" y="5128"/>
                    <a:pt x="23031" y="5204"/>
                    <a:pt x="22944" y="5281"/>
                  </a:cubicBezTo>
                  <a:cubicBezTo>
                    <a:pt x="23255" y="5545"/>
                    <a:pt x="23336" y="6054"/>
                    <a:pt x="23065" y="6387"/>
                  </a:cubicBezTo>
                  <a:cubicBezTo>
                    <a:pt x="23022" y="6439"/>
                    <a:pt x="22972" y="6480"/>
                    <a:pt x="22916" y="6521"/>
                  </a:cubicBezTo>
                  <a:cubicBezTo>
                    <a:pt x="22881" y="6545"/>
                    <a:pt x="22801" y="6584"/>
                    <a:pt x="22793" y="6629"/>
                  </a:cubicBezTo>
                  <a:cubicBezTo>
                    <a:pt x="22786" y="6674"/>
                    <a:pt x="22875" y="6793"/>
                    <a:pt x="22894" y="6830"/>
                  </a:cubicBezTo>
                  <a:cubicBezTo>
                    <a:pt x="22927" y="6900"/>
                    <a:pt x="22957" y="6973"/>
                    <a:pt x="22983" y="7049"/>
                  </a:cubicBezTo>
                  <a:cubicBezTo>
                    <a:pt x="23039" y="7220"/>
                    <a:pt x="23065" y="7401"/>
                    <a:pt x="23065" y="7581"/>
                  </a:cubicBezTo>
                  <a:cubicBezTo>
                    <a:pt x="23299" y="7579"/>
                    <a:pt x="23465" y="7771"/>
                    <a:pt x="23502" y="8000"/>
                  </a:cubicBezTo>
                  <a:cubicBezTo>
                    <a:pt x="23548" y="8266"/>
                    <a:pt x="23472" y="8580"/>
                    <a:pt x="23372" y="8825"/>
                  </a:cubicBezTo>
                  <a:cubicBezTo>
                    <a:pt x="23312" y="8967"/>
                    <a:pt x="23215" y="9073"/>
                    <a:pt x="23113" y="9184"/>
                  </a:cubicBezTo>
                  <a:cubicBezTo>
                    <a:pt x="23087" y="9212"/>
                    <a:pt x="23031" y="9262"/>
                    <a:pt x="23031" y="9305"/>
                  </a:cubicBezTo>
                  <a:cubicBezTo>
                    <a:pt x="23031" y="9309"/>
                    <a:pt x="23035" y="9316"/>
                    <a:pt x="23039" y="9324"/>
                  </a:cubicBezTo>
                  <a:cubicBezTo>
                    <a:pt x="23154" y="9290"/>
                    <a:pt x="23279" y="9426"/>
                    <a:pt x="23241" y="9539"/>
                  </a:cubicBezTo>
                  <a:cubicBezTo>
                    <a:pt x="23228" y="9580"/>
                    <a:pt x="23214" y="9621"/>
                    <a:pt x="23199" y="9662"/>
                  </a:cubicBezTo>
                  <a:cubicBezTo>
                    <a:pt x="23156" y="9781"/>
                    <a:pt x="23104" y="9895"/>
                    <a:pt x="23044" y="10006"/>
                  </a:cubicBezTo>
                  <a:cubicBezTo>
                    <a:pt x="23163" y="10060"/>
                    <a:pt x="23266" y="10153"/>
                    <a:pt x="23340" y="10267"/>
                  </a:cubicBezTo>
                  <a:cubicBezTo>
                    <a:pt x="23472" y="10469"/>
                    <a:pt x="23485" y="10715"/>
                    <a:pt x="23450" y="10947"/>
                  </a:cubicBezTo>
                  <a:cubicBezTo>
                    <a:pt x="23418" y="11154"/>
                    <a:pt x="23351" y="11377"/>
                    <a:pt x="23255" y="11565"/>
                  </a:cubicBezTo>
                  <a:cubicBezTo>
                    <a:pt x="23154" y="11756"/>
                    <a:pt x="23013" y="11849"/>
                    <a:pt x="22816" y="11922"/>
                  </a:cubicBezTo>
                  <a:cubicBezTo>
                    <a:pt x="22767" y="11939"/>
                    <a:pt x="22732" y="11952"/>
                    <a:pt x="22737" y="12002"/>
                  </a:cubicBezTo>
                  <a:cubicBezTo>
                    <a:pt x="22745" y="12067"/>
                    <a:pt x="22812" y="12141"/>
                    <a:pt x="22849" y="12193"/>
                  </a:cubicBezTo>
                  <a:cubicBezTo>
                    <a:pt x="22944" y="12325"/>
                    <a:pt x="23054" y="12456"/>
                    <a:pt x="23096" y="12617"/>
                  </a:cubicBezTo>
                  <a:cubicBezTo>
                    <a:pt x="23173" y="12921"/>
                    <a:pt x="23013" y="13213"/>
                    <a:pt x="22864" y="13465"/>
                  </a:cubicBezTo>
                  <a:cubicBezTo>
                    <a:pt x="22762" y="13638"/>
                    <a:pt x="22576" y="13888"/>
                    <a:pt x="22620" y="14105"/>
                  </a:cubicBezTo>
                  <a:cubicBezTo>
                    <a:pt x="22871" y="14057"/>
                    <a:pt x="23083" y="13850"/>
                    <a:pt x="23344" y="13819"/>
                  </a:cubicBezTo>
                  <a:cubicBezTo>
                    <a:pt x="23666" y="13780"/>
                    <a:pt x="23931" y="14009"/>
                    <a:pt x="24030" y="14302"/>
                  </a:cubicBezTo>
                  <a:cubicBezTo>
                    <a:pt x="24136" y="14620"/>
                    <a:pt x="24021" y="14950"/>
                    <a:pt x="23759" y="15150"/>
                  </a:cubicBezTo>
                  <a:cubicBezTo>
                    <a:pt x="23548" y="15310"/>
                    <a:pt x="23271" y="15375"/>
                    <a:pt x="23007" y="15353"/>
                  </a:cubicBezTo>
                  <a:cubicBezTo>
                    <a:pt x="22992" y="15534"/>
                    <a:pt x="23186" y="15725"/>
                    <a:pt x="23292" y="15848"/>
                  </a:cubicBezTo>
                  <a:cubicBezTo>
                    <a:pt x="23468" y="16054"/>
                    <a:pt x="23613" y="16264"/>
                    <a:pt x="23695" y="16527"/>
                  </a:cubicBezTo>
                  <a:cubicBezTo>
                    <a:pt x="23833" y="16966"/>
                    <a:pt x="23794" y="17460"/>
                    <a:pt x="23578" y="17868"/>
                  </a:cubicBezTo>
                  <a:cubicBezTo>
                    <a:pt x="23833" y="17981"/>
                    <a:pt x="24021" y="18236"/>
                    <a:pt x="24047" y="18518"/>
                  </a:cubicBezTo>
                  <a:cubicBezTo>
                    <a:pt x="24084" y="18933"/>
                    <a:pt x="23723" y="19197"/>
                    <a:pt x="23480" y="19473"/>
                  </a:cubicBezTo>
                  <a:cubicBezTo>
                    <a:pt x="23377" y="19588"/>
                    <a:pt x="23269" y="19733"/>
                    <a:pt x="23262" y="19891"/>
                  </a:cubicBezTo>
                  <a:cubicBezTo>
                    <a:pt x="23255" y="20038"/>
                    <a:pt x="23370" y="20120"/>
                    <a:pt x="23483" y="20185"/>
                  </a:cubicBezTo>
                  <a:cubicBezTo>
                    <a:pt x="23777" y="20360"/>
                    <a:pt x="24086" y="20534"/>
                    <a:pt x="24039" y="20932"/>
                  </a:cubicBezTo>
                  <a:cubicBezTo>
                    <a:pt x="24015" y="21117"/>
                    <a:pt x="23915" y="21273"/>
                    <a:pt x="23876" y="21451"/>
                  </a:cubicBezTo>
                  <a:cubicBezTo>
                    <a:pt x="23855" y="21541"/>
                    <a:pt x="23844" y="21715"/>
                    <a:pt x="23957" y="21741"/>
                  </a:cubicBezTo>
                  <a:cubicBezTo>
                    <a:pt x="24069" y="21766"/>
                    <a:pt x="24138" y="21937"/>
                    <a:pt x="24037" y="22017"/>
                  </a:cubicBezTo>
                  <a:cubicBezTo>
                    <a:pt x="23494" y="22450"/>
                    <a:pt x="23178" y="23058"/>
                    <a:pt x="22964" y="23709"/>
                  </a:cubicBezTo>
                  <a:cubicBezTo>
                    <a:pt x="22868" y="24098"/>
                    <a:pt x="22771" y="24488"/>
                    <a:pt x="22680" y="24879"/>
                  </a:cubicBezTo>
                  <a:cubicBezTo>
                    <a:pt x="22702" y="24894"/>
                    <a:pt x="22724" y="24907"/>
                    <a:pt x="22756" y="24924"/>
                  </a:cubicBezTo>
                  <a:cubicBezTo>
                    <a:pt x="22896" y="25000"/>
                    <a:pt x="23057" y="25028"/>
                    <a:pt x="23210" y="25067"/>
                  </a:cubicBezTo>
                  <a:cubicBezTo>
                    <a:pt x="23485" y="25139"/>
                    <a:pt x="23734" y="25260"/>
                    <a:pt x="23941" y="25459"/>
                  </a:cubicBezTo>
                  <a:cubicBezTo>
                    <a:pt x="24026" y="25543"/>
                    <a:pt x="24103" y="25634"/>
                    <a:pt x="24171" y="25731"/>
                  </a:cubicBezTo>
                  <a:cubicBezTo>
                    <a:pt x="24627" y="24959"/>
                    <a:pt x="25040" y="24163"/>
                    <a:pt x="25616" y="23469"/>
                  </a:cubicBezTo>
                  <a:cubicBezTo>
                    <a:pt x="25815" y="23229"/>
                    <a:pt x="26022" y="22991"/>
                    <a:pt x="26243" y="22772"/>
                  </a:cubicBezTo>
                  <a:cubicBezTo>
                    <a:pt x="26474" y="22539"/>
                    <a:pt x="26725" y="22327"/>
                    <a:pt x="26972" y="22113"/>
                  </a:cubicBezTo>
                  <a:cubicBezTo>
                    <a:pt x="27381" y="21760"/>
                    <a:pt x="27809" y="21366"/>
                    <a:pt x="28341" y="21210"/>
                  </a:cubicBezTo>
                  <a:cubicBezTo>
                    <a:pt x="28616" y="21128"/>
                    <a:pt x="28893" y="21135"/>
                    <a:pt x="29170" y="21198"/>
                  </a:cubicBezTo>
                  <a:cubicBezTo>
                    <a:pt x="29325" y="21234"/>
                    <a:pt x="29481" y="21284"/>
                    <a:pt x="29641" y="21282"/>
                  </a:cubicBezTo>
                  <a:cubicBezTo>
                    <a:pt x="29728" y="21280"/>
                    <a:pt x="29773" y="21273"/>
                    <a:pt x="29860" y="21247"/>
                  </a:cubicBezTo>
                  <a:cubicBezTo>
                    <a:pt x="30154" y="21154"/>
                    <a:pt x="30394" y="20893"/>
                    <a:pt x="30606" y="20644"/>
                  </a:cubicBezTo>
                  <a:cubicBezTo>
                    <a:pt x="30978" y="20209"/>
                    <a:pt x="31508" y="19387"/>
                    <a:pt x="32178" y="19547"/>
                  </a:cubicBezTo>
                  <a:cubicBezTo>
                    <a:pt x="32399" y="19387"/>
                    <a:pt x="32698" y="19493"/>
                    <a:pt x="32864" y="19692"/>
                  </a:cubicBezTo>
                  <a:cubicBezTo>
                    <a:pt x="32942" y="19787"/>
                    <a:pt x="32985" y="19891"/>
                    <a:pt x="33003" y="20003"/>
                  </a:cubicBezTo>
                  <a:cubicBezTo>
                    <a:pt x="33059" y="19975"/>
                    <a:pt x="33139" y="19943"/>
                    <a:pt x="33173" y="19893"/>
                  </a:cubicBezTo>
                  <a:cubicBezTo>
                    <a:pt x="33199" y="19852"/>
                    <a:pt x="33173" y="19824"/>
                    <a:pt x="33139" y="19787"/>
                  </a:cubicBezTo>
                  <a:cubicBezTo>
                    <a:pt x="32998" y="19632"/>
                    <a:pt x="32916" y="19482"/>
                    <a:pt x="32916" y="19266"/>
                  </a:cubicBezTo>
                  <a:cubicBezTo>
                    <a:pt x="32916" y="19056"/>
                    <a:pt x="32961" y="18827"/>
                    <a:pt x="33028" y="18628"/>
                  </a:cubicBezTo>
                  <a:cubicBezTo>
                    <a:pt x="33104" y="18407"/>
                    <a:pt x="33230" y="18195"/>
                    <a:pt x="33440" y="18078"/>
                  </a:cubicBezTo>
                  <a:cubicBezTo>
                    <a:pt x="33559" y="18011"/>
                    <a:pt x="33692" y="17975"/>
                    <a:pt x="33824" y="17983"/>
                  </a:cubicBezTo>
                  <a:cubicBezTo>
                    <a:pt x="33820" y="17856"/>
                    <a:pt x="33829" y="17732"/>
                    <a:pt x="33844" y="17605"/>
                  </a:cubicBezTo>
                  <a:cubicBezTo>
                    <a:pt x="33850" y="17564"/>
                    <a:pt x="33857" y="17520"/>
                    <a:pt x="33863" y="17479"/>
                  </a:cubicBezTo>
                  <a:cubicBezTo>
                    <a:pt x="33883" y="17362"/>
                    <a:pt x="34056" y="17298"/>
                    <a:pt x="34145" y="17380"/>
                  </a:cubicBezTo>
                  <a:cubicBezTo>
                    <a:pt x="34151" y="17377"/>
                    <a:pt x="34156" y="17371"/>
                    <a:pt x="34158" y="17367"/>
                  </a:cubicBezTo>
                  <a:cubicBezTo>
                    <a:pt x="34179" y="17330"/>
                    <a:pt x="34151" y="17259"/>
                    <a:pt x="34142" y="17224"/>
                  </a:cubicBezTo>
                  <a:cubicBezTo>
                    <a:pt x="34103" y="17077"/>
                    <a:pt x="34067" y="16938"/>
                    <a:pt x="34080" y="16785"/>
                  </a:cubicBezTo>
                  <a:cubicBezTo>
                    <a:pt x="34103" y="16519"/>
                    <a:pt x="34182" y="16207"/>
                    <a:pt x="34346" y="15991"/>
                  </a:cubicBezTo>
                  <a:cubicBezTo>
                    <a:pt x="34486" y="15807"/>
                    <a:pt x="34720" y="15714"/>
                    <a:pt x="34926" y="15824"/>
                  </a:cubicBezTo>
                  <a:cubicBezTo>
                    <a:pt x="35010" y="15664"/>
                    <a:pt x="35118" y="15517"/>
                    <a:pt x="35248" y="15390"/>
                  </a:cubicBezTo>
                  <a:cubicBezTo>
                    <a:pt x="35304" y="15335"/>
                    <a:pt x="35363" y="15284"/>
                    <a:pt x="35427" y="15236"/>
                  </a:cubicBezTo>
                  <a:cubicBezTo>
                    <a:pt x="35460" y="15212"/>
                    <a:pt x="35596" y="15149"/>
                    <a:pt x="35609" y="15106"/>
                  </a:cubicBezTo>
                  <a:cubicBezTo>
                    <a:pt x="35624" y="15061"/>
                    <a:pt x="35570" y="14990"/>
                    <a:pt x="35549" y="14951"/>
                  </a:cubicBezTo>
                  <a:cubicBezTo>
                    <a:pt x="35520" y="14892"/>
                    <a:pt x="35494" y="14832"/>
                    <a:pt x="35481" y="14765"/>
                  </a:cubicBezTo>
                  <a:cubicBezTo>
                    <a:pt x="35393" y="14347"/>
                    <a:pt x="35702" y="13930"/>
                    <a:pt x="36100" y="13841"/>
                  </a:cubicBezTo>
                  <a:cubicBezTo>
                    <a:pt x="36057" y="13731"/>
                    <a:pt x="36014" y="13624"/>
                    <a:pt x="35972" y="13514"/>
                  </a:cubicBezTo>
                  <a:cubicBezTo>
                    <a:pt x="35936" y="13421"/>
                    <a:pt x="36026" y="13293"/>
                    <a:pt x="36128" y="13300"/>
                  </a:cubicBezTo>
                  <a:cubicBezTo>
                    <a:pt x="36422" y="13319"/>
                    <a:pt x="36702" y="13395"/>
                    <a:pt x="36961" y="13531"/>
                  </a:cubicBezTo>
                  <a:cubicBezTo>
                    <a:pt x="37167" y="13088"/>
                    <a:pt x="37374" y="12645"/>
                    <a:pt x="37577" y="12203"/>
                  </a:cubicBezTo>
                  <a:cubicBezTo>
                    <a:pt x="37606" y="12138"/>
                    <a:pt x="37697" y="12102"/>
                    <a:pt x="37764" y="12121"/>
                  </a:cubicBezTo>
                  <a:cubicBezTo>
                    <a:pt x="37960" y="12175"/>
                    <a:pt x="38155" y="12227"/>
                    <a:pt x="38352" y="12281"/>
                  </a:cubicBezTo>
                  <a:cubicBezTo>
                    <a:pt x="38274" y="12095"/>
                    <a:pt x="38216" y="11901"/>
                    <a:pt x="38216" y="11697"/>
                  </a:cubicBezTo>
                  <a:cubicBezTo>
                    <a:pt x="38216" y="11427"/>
                    <a:pt x="38332" y="11152"/>
                    <a:pt x="38547" y="10985"/>
                  </a:cubicBezTo>
                  <a:cubicBezTo>
                    <a:pt x="38653" y="10901"/>
                    <a:pt x="38780" y="10851"/>
                    <a:pt x="38914" y="10841"/>
                  </a:cubicBezTo>
                  <a:cubicBezTo>
                    <a:pt x="39044" y="10832"/>
                    <a:pt x="39196" y="10895"/>
                    <a:pt x="39312" y="10817"/>
                  </a:cubicBezTo>
                  <a:cubicBezTo>
                    <a:pt x="39464" y="10717"/>
                    <a:pt x="39540" y="10514"/>
                    <a:pt x="39637" y="10369"/>
                  </a:cubicBezTo>
                  <a:cubicBezTo>
                    <a:pt x="39771" y="10166"/>
                    <a:pt x="39950" y="10003"/>
                    <a:pt x="40210" y="10060"/>
                  </a:cubicBezTo>
                  <a:cubicBezTo>
                    <a:pt x="40307" y="10081"/>
                    <a:pt x="40342" y="10174"/>
                    <a:pt x="40333" y="10261"/>
                  </a:cubicBezTo>
                  <a:cubicBezTo>
                    <a:pt x="40312" y="10436"/>
                    <a:pt x="40296" y="10609"/>
                    <a:pt x="40275" y="10782"/>
                  </a:cubicBezTo>
                  <a:cubicBezTo>
                    <a:pt x="40342" y="10763"/>
                    <a:pt x="40407" y="10745"/>
                    <a:pt x="40474" y="10726"/>
                  </a:cubicBezTo>
                  <a:cubicBezTo>
                    <a:pt x="40576" y="10696"/>
                    <a:pt x="40684" y="10773"/>
                    <a:pt x="40688" y="10880"/>
                  </a:cubicBezTo>
                  <a:cubicBezTo>
                    <a:pt x="40699" y="11224"/>
                    <a:pt x="40760" y="11565"/>
                    <a:pt x="40874" y="11888"/>
                  </a:cubicBezTo>
                  <a:cubicBezTo>
                    <a:pt x="40913" y="11996"/>
                    <a:pt x="40956" y="12102"/>
                    <a:pt x="41006" y="12206"/>
                  </a:cubicBezTo>
                  <a:cubicBezTo>
                    <a:pt x="41056" y="12311"/>
                    <a:pt x="40995" y="12411"/>
                    <a:pt x="40913" y="12448"/>
                  </a:cubicBezTo>
                  <a:cubicBezTo>
                    <a:pt x="40922" y="12614"/>
                    <a:pt x="40922" y="12777"/>
                    <a:pt x="40919" y="12945"/>
                  </a:cubicBezTo>
                  <a:cubicBezTo>
                    <a:pt x="41056" y="12911"/>
                    <a:pt x="41196" y="12885"/>
                    <a:pt x="41333" y="12855"/>
                  </a:cubicBezTo>
                  <a:cubicBezTo>
                    <a:pt x="41504" y="12818"/>
                    <a:pt x="41728" y="12733"/>
                    <a:pt x="41869" y="12883"/>
                  </a:cubicBezTo>
                  <a:cubicBezTo>
                    <a:pt x="41966" y="12989"/>
                    <a:pt x="41966" y="13162"/>
                    <a:pt x="41964" y="13298"/>
                  </a:cubicBezTo>
                  <a:cubicBezTo>
                    <a:pt x="41964" y="13441"/>
                    <a:pt x="41943" y="13586"/>
                    <a:pt x="41886" y="13720"/>
                  </a:cubicBezTo>
                  <a:cubicBezTo>
                    <a:pt x="41830" y="13847"/>
                    <a:pt x="41726" y="13949"/>
                    <a:pt x="41597" y="13997"/>
                  </a:cubicBezTo>
                  <a:cubicBezTo>
                    <a:pt x="41590" y="13999"/>
                    <a:pt x="41582" y="14001"/>
                    <a:pt x="41577" y="14005"/>
                  </a:cubicBezTo>
                  <a:cubicBezTo>
                    <a:pt x="41670" y="14005"/>
                    <a:pt x="41765" y="14005"/>
                    <a:pt x="41860" y="14005"/>
                  </a:cubicBezTo>
                  <a:cubicBezTo>
                    <a:pt x="42075" y="14005"/>
                    <a:pt x="42291" y="14005"/>
                    <a:pt x="42509" y="14005"/>
                  </a:cubicBezTo>
                  <a:cubicBezTo>
                    <a:pt x="42631" y="14005"/>
                    <a:pt x="42696" y="14107"/>
                    <a:pt x="42682" y="14221"/>
                  </a:cubicBezTo>
                  <a:cubicBezTo>
                    <a:pt x="42667" y="14343"/>
                    <a:pt x="42650" y="14466"/>
                    <a:pt x="42635" y="14589"/>
                  </a:cubicBezTo>
                  <a:cubicBezTo>
                    <a:pt x="42814" y="14589"/>
                    <a:pt x="42996" y="14669"/>
                    <a:pt x="43113" y="14805"/>
                  </a:cubicBezTo>
                  <a:cubicBezTo>
                    <a:pt x="43227" y="14935"/>
                    <a:pt x="43266" y="15089"/>
                    <a:pt x="43243" y="15260"/>
                  </a:cubicBezTo>
                  <a:cubicBezTo>
                    <a:pt x="43223" y="15411"/>
                    <a:pt x="43180" y="15507"/>
                    <a:pt x="43292" y="15627"/>
                  </a:cubicBezTo>
                  <a:cubicBezTo>
                    <a:pt x="43388" y="15729"/>
                    <a:pt x="43504" y="15813"/>
                    <a:pt x="43578" y="15933"/>
                  </a:cubicBezTo>
                  <a:cubicBezTo>
                    <a:pt x="43664" y="16069"/>
                    <a:pt x="43677" y="16231"/>
                    <a:pt x="43615" y="16380"/>
                  </a:cubicBezTo>
                  <a:cubicBezTo>
                    <a:pt x="43554" y="16530"/>
                    <a:pt x="43426" y="16631"/>
                    <a:pt x="43338" y="16765"/>
                  </a:cubicBezTo>
                  <a:cubicBezTo>
                    <a:pt x="43254" y="16893"/>
                    <a:pt x="43329" y="16980"/>
                    <a:pt x="43411" y="17088"/>
                  </a:cubicBezTo>
                  <a:cubicBezTo>
                    <a:pt x="43528" y="17241"/>
                    <a:pt x="43613" y="17388"/>
                    <a:pt x="43587" y="17589"/>
                  </a:cubicBezTo>
                  <a:cubicBezTo>
                    <a:pt x="43582" y="17633"/>
                    <a:pt x="43569" y="17678"/>
                    <a:pt x="43550" y="17719"/>
                  </a:cubicBezTo>
                  <a:cubicBezTo>
                    <a:pt x="43721" y="17849"/>
                    <a:pt x="43864" y="18027"/>
                    <a:pt x="43863" y="18238"/>
                  </a:cubicBezTo>
                  <a:cubicBezTo>
                    <a:pt x="43859" y="18556"/>
                    <a:pt x="43561" y="18664"/>
                    <a:pt x="43299" y="18703"/>
                  </a:cubicBezTo>
                  <a:cubicBezTo>
                    <a:pt x="43223" y="18714"/>
                    <a:pt x="43098" y="18725"/>
                    <a:pt x="43067" y="18771"/>
                  </a:cubicBezTo>
                  <a:cubicBezTo>
                    <a:pt x="43028" y="18827"/>
                    <a:pt x="43085" y="18929"/>
                    <a:pt x="43141" y="18972"/>
                  </a:cubicBezTo>
                  <a:cubicBezTo>
                    <a:pt x="43260" y="19062"/>
                    <a:pt x="43491" y="19071"/>
                    <a:pt x="43576" y="18931"/>
                  </a:cubicBezTo>
                  <a:cubicBezTo>
                    <a:pt x="43619" y="18859"/>
                    <a:pt x="43697" y="18825"/>
                    <a:pt x="43779" y="18842"/>
                  </a:cubicBezTo>
                  <a:cubicBezTo>
                    <a:pt x="44006" y="18889"/>
                    <a:pt x="44112" y="19114"/>
                    <a:pt x="44108" y="19329"/>
                  </a:cubicBezTo>
                  <a:cubicBezTo>
                    <a:pt x="44106" y="19446"/>
                    <a:pt x="44073" y="19549"/>
                    <a:pt x="44039" y="19659"/>
                  </a:cubicBezTo>
                  <a:cubicBezTo>
                    <a:pt x="44017" y="19731"/>
                    <a:pt x="43969" y="19848"/>
                    <a:pt x="44008" y="19923"/>
                  </a:cubicBezTo>
                  <a:cubicBezTo>
                    <a:pt x="44047" y="19999"/>
                    <a:pt x="44169" y="19999"/>
                    <a:pt x="44244" y="20008"/>
                  </a:cubicBezTo>
                  <a:cubicBezTo>
                    <a:pt x="44368" y="20021"/>
                    <a:pt x="44487" y="20032"/>
                    <a:pt x="44606" y="20077"/>
                  </a:cubicBezTo>
                  <a:cubicBezTo>
                    <a:pt x="44740" y="20127"/>
                    <a:pt x="44863" y="20202"/>
                    <a:pt x="44967" y="20298"/>
                  </a:cubicBezTo>
                  <a:cubicBezTo>
                    <a:pt x="45103" y="19824"/>
                    <a:pt x="45060" y="19311"/>
                    <a:pt x="44859" y="18857"/>
                  </a:cubicBezTo>
                  <a:cubicBezTo>
                    <a:pt x="44835" y="18803"/>
                    <a:pt x="44859" y="18717"/>
                    <a:pt x="44902" y="18678"/>
                  </a:cubicBezTo>
                  <a:cubicBezTo>
                    <a:pt x="45023" y="18571"/>
                    <a:pt x="45166" y="18537"/>
                    <a:pt x="45326" y="18539"/>
                  </a:cubicBezTo>
                  <a:cubicBezTo>
                    <a:pt x="45410" y="18541"/>
                    <a:pt x="45577" y="18578"/>
                    <a:pt x="45642" y="18511"/>
                  </a:cubicBezTo>
                  <a:cubicBezTo>
                    <a:pt x="45706" y="18446"/>
                    <a:pt x="45624" y="18273"/>
                    <a:pt x="45601" y="18199"/>
                  </a:cubicBezTo>
                  <a:cubicBezTo>
                    <a:pt x="45555" y="18044"/>
                    <a:pt x="45510" y="17879"/>
                    <a:pt x="45548" y="17719"/>
                  </a:cubicBezTo>
                  <a:cubicBezTo>
                    <a:pt x="45626" y="17386"/>
                    <a:pt x="46020" y="17202"/>
                    <a:pt x="46336" y="17291"/>
                  </a:cubicBezTo>
                  <a:cubicBezTo>
                    <a:pt x="46667" y="17384"/>
                    <a:pt x="46851" y="17732"/>
                    <a:pt x="46831" y="18061"/>
                  </a:cubicBezTo>
                  <a:cubicBezTo>
                    <a:pt x="46820" y="18254"/>
                    <a:pt x="46738" y="18405"/>
                    <a:pt x="46654" y="18576"/>
                  </a:cubicBezTo>
                  <a:cubicBezTo>
                    <a:pt x="46565" y="18753"/>
                    <a:pt x="46697" y="18872"/>
                    <a:pt x="46734" y="19043"/>
                  </a:cubicBezTo>
                  <a:cubicBezTo>
                    <a:pt x="46808" y="19368"/>
                    <a:pt x="46576" y="19597"/>
                    <a:pt x="46397" y="19835"/>
                  </a:cubicBezTo>
                  <a:cubicBezTo>
                    <a:pt x="46342" y="19911"/>
                    <a:pt x="46267" y="20010"/>
                    <a:pt x="46306" y="20099"/>
                  </a:cubicBezTo>
                  <a:cubicBezTo>
                    <a:pt x="46355" y="20205"/>
                    <a:pt x="46524" y="20237"/>
                    <a:pt x="46622" y="20267"/>
                  </a:cubicBezTo>
                  <a:cubicBezTo>
                    <a:pt x="46788" y="20319"/>
                    <a:pt x="46942" y="20378"/>
                    <a:pt x="47076" y="20494"/>
                  </a:cubicBezTo>
                  <a:cubicBezTo>
                    <a:pt x="47210" y="20609"/>
                    <a:pt x="47303" y="20765"/>
                    <a:pt x="47370" y="20925"/>
                  </a:cubicBezTo>
                  <a:cubicBezTo>
                    <a:pt x="47547" y="21349"/>
                    <a:pt x="47467" y="21810"/>
                    <a:pt x="47456" y="22253"/>
                  </a:cubicBezTo>
                  <a:cubicBezTo>
                    <a:pt x="47450" y="22495"/>
                    <a:pt x="47467" y="22736"/>
                    <a:pt x="47497" y="22976"/>
                  </a:cubicBezTo>
                  <a:cubicBezTo>
                    <a:pt x="47517" y="23151"/>
                    <a:pt x="47534" y="23328"/>
                    <a:pt x="47550" y="23506"/>
                  </a:cubicBezTo>
                  <a:cubicBezTo>
                    <a:pt x="47556" y="23503"/>
                    <a:pt x="47562" y="23501"/>
                    <a:pt x="47565" y="23499"/>
                  </a:cubicBezTo>
                  <a:cubicBezTo>
                    <a:pt x="47666" y="23454"/>
                    <a:pt x="47729" y="23614"/>
                    <a:pt x="47642" y="23668"/>
                  </a:cubicBezTo>
                  <a:cubicBezTo>
                    <a:pt x="47614" y="23685"/>
                    <a:pt x="47590" y="23704"/>
                    <a:pt x="47571" y="23724"/>
                  </a:cubicBezTo>
                  <a:cubicBezTo>
                    <a:pt x="47573" y="23776"/>
                    <a:pt x="47545" y="23813"/>
                    <a:pt x="47506" y="23834"/>
                  </a:cubicBezTo>
                  <a:cubicBezTo>
                    <a:pt x="47435" y="24049"/>
                    <a:pt x="47597" y="24351"/>
                    <a:pt x="47729" y="24503"/>
                  </a:cubicBezTo>
                  <a:cubicBezTo>
                    <a:pt x="47984" y="24799"/>
                    <a:pt x="48257" y="25072"/>
                    <a:pt x="48259" y="25489"/>
                  </a:cubicBezTo>
                  <a:cubicBezTo>
                    <a:pt x="48261" y="25879"/>
                    <a:pt x="48036" y="26229"/>
                    <a:pt x="48038" y="26616"/>
                  </a:cubicBezTo>
                  <a:cubicBezTo>
                    <a:pt x="48038" y="27008"/>
                    <a:pt x="48380" y="27352"/>
                    <a:pt x="48638" y="27611"/>
                  </a:cubicBezTo>
                  <a:cubicBezTo>
                    <a:pt x="48804" y="27776"/>
                    <a:pt x="49007" y="27921"/>
                    <a:pt x="49053" y="28167"/>
                  </a:cubicBezTo>
                  <a:cubicBezTo>
                    <a:pt x="49081" y="28310"/>
                    <a:pt x="49059" y="28457"/>
                    <a:pt x="49009" y="28595"/>
                  </a:cubicBezTo>
                  <a:cubicBezTo>
                    <a:pt x="49159" y="28664"/>
                    <a:pt x="49282" y="28792"/>
                    <a:pt x="49349" y="28950"/>
                  </a:cubicBezTo>
                  <a:cubicBezTo>
                    <a:pt x="49455" y="29203"/>
                    <a:pt x="49360" y="29450"/>
                    <a:pt x="49202" y="29659"/>
                  </a:cubicBezTo>
                  <a:cubicBezTo>
                    <a:pt x="49079" y="29820"/>
                    <a:pt x="48867" y="29991"/>
                    <a:pt x="48962" y="30216"/>
                  </a:cubicBezTo>
                  <a:cubicBezTo>
                    <a:pt x="49016" y="30345"/>
                    <a:pt x="49111" y="30462"/>
                    <a:pt x="49185" y="30579"/>
                  </a:cubicBezTo>
                  <a:cubicBezTo>
                    <a:pt x="49282" y="30728"/>
                    <a:pt x="49377" y="30875"/>
                    <a:pt x="49472" y="31024"/>
                  </a:cubicBezTo>
                  <a:cubicBezTo>
                    <a:pt x="49500" y="31065"/>
                    <a:pt x="49557" y="31202"/>
                    <a:pt x="49602" y="31219"/>
                  </a:cubicBezTo>
                  <a:cubicBezTo>
                    <a:pt x="49606" y="31219"/>
                    <a:pt x="49656" y="31204"/>
                    <a:pt x="49674" y="31200"/>
                  </a:cubicBezTo>
                  <a:cubicBezTo>
                    <a:pt x="49823" y="31165"/>
                    <a:pt x="49979" y="31161"/>
                    <a:pt x="50098" y="31273"/>
                  </a:cubicBezTo>
                  <a:cubicBezTo>
                    <a:pt x="50271" y="31438"/>
                    <a:pt x="50255" y="31730"/>
                    <a:pt x="50143" y="31924"/>
                  </a:cubicBezTo>
                  <a:cubicBezTo>
                    <a:pt x="50057" y="32073"/>
                    <a:pt x="49728" y="32303"/>
                    <a:pt x="49924" y="32482"/>
                  </a:cubicBezTo>
                  <a:cubicBezTo>
                    <a:pt x="50095" y="32638"/>
                    <a:pt x="50338" y="32532"/>
                    <a:pt x="50508" y="32430"/>
                  </a:cubicBezTo>
                  <a:cubicBezTo>
                    <a:pt x="51052" y="32097"/>
                    <a:pt x="51476" y="31567"/>
                    <a:pt x="51737" y="30988"/>
                  </a:cubicBezTo>
                  <a:cubicBezTo>
                    <a:pt x="51774" y="30906"/>
                    <a:pt x="51878" y="30877"/>
                    <a:pt x="51958" y="30892"/>
                  </a:cubicBezTo>
                  <a:cubicBezTo>
                    <a:pt x="52153" y="30929"/>
                    <a:pt x="52349" y="30897"/>
                    <a:pt x="52522" y="30810"/>
                  </a:cubicBezTo>
                  <a:cubicBezTo>
                    <a:pt x="52548" y="30797"/>
                    <a:pt x="52572" y="30784"/>
                    <a:pt x="52596" y="30769"/>
                  </a:cubicBezTo>
                  <a:cubicBezTo>
                    <a:pt x="52767" y="30665"/>
                    <a:pt x="52966" y="30864"/>
                    <a:pt x="52873" y="31037"/>
                  </a:cubicBezTo>
                  <a:cubicBezTo>
                    <a:pt x="52858" y="31063"/>
                    <a:pt x="52851" y="31089"/>
                    <a:pt x="52847" y="31115"/>
                  </a:cubicBezTo>
                  <a:cubicBezTo>
                    <a:pt x="52836" y="31197"/>
                    <a:pt x="52877" y="31278"/>
                    <a:pt x="52949" y="31329"/>
                  </a:cubicBezTo>
                  <a:cubicBezTo>
                    <a:pt x="53031" y="31386"/>
                    <a:pt x="53111" y="31435"/>
                    <a:pt x="53160" y="31524"/>
                  </a:cubicBezTo>
                  <a:cubicBezTo>
                    <a:pt x="53208" y="31611"/>
                    <a:pt x="53217" y="31717"/>
                    <a:pt x="53195" y="31816"/>
                  </a:cubicBezTo>
                  <a:cubicBezTo>
                    <a:pt x="53148" y="32002"/>
                    <a:pt x="53013" y="32113"/>
                    <a:pt x="52881" y="32238"/>
                  </a:cubicBezTo>
                  <a:cubicBezTo>
                    <a:pt x="52842" y="32273"/>
                    <a:pt x="52791" y="32316"/>
                    <a:pt x="52782" y="32370"/>
                  </a:cubicBezTo>
                  <a:cubicBezTo>
                    <a:pt x="52769" y="32431"/>
                    <a:pt x="52806" y="32506"/>
                    <a:pt x="52828" y="32560"/>
                  </a:cubicBezTo>
                  <a:cubicBezTo>
                    <a:pt x="52866" y="32645"/>
                    <a:pt x="52907" y="32727"/>
                    <a:pt x="52936" y="32815"/>
                  </a:cubicBezTo>
                  <a:cubicBezTo>
                    <a:pt x="52940" y="32757"/>
                    <a:pt x="52968" y="32696"/>
                    <a:pt x="53022" y="32669"/>
                  </a:cubicBezTo>
                  <a:cubicBezTo>
                    <a:pt x="53297" y="32532"/>
                    <a:pt x="53574" y="32396"/>
                    <a:pt x="53851" y="32260"/>
                  </a:cubicBezTo>
                  <a:cubicBezTo>
                    <a:pt x="53985" y="32197"/>
                    <a:pt x="54117" y="32132"/>
                    <a:pt x="54249" y="32069"/>
                  </a:cubicBezTo>
                  <a:cubicBezTo>
                    <a:pt x="54305" y="32043"/>
                    <a:pt x="54365" y="32017"/>
                    <a:pt x="54415" y="31980"/>
                  </a:cubicBezTo>
                  <a:cubicBezTo>
                    <a:pt x="54432" y="31966"/>
                    <a:pt x="54452" y="31950"/>
                    <a:pt x="54465" y="31931"/>
                  </a:cubicBezTo>
                  <a:cubicBezTo>
                    <a:pt x="54463" y="31926"/>
                    <a:pt x="54463" y="31918"/>
                    <a:pt x="54461" y="31907"/>
                  </a:cubicBezTo>
                  <a:cubicBezTo>
                    <a:pt x="54450" y="31782"/>
                    <a:pt x="54593" y="31663"/>
                    <a:pt x="54716" y="31702"/>
                  </a:cubicBezTo>
                  <a:cubicBezTo>
                    <a:pt x="55029" y="31807"/>
                    <a:pt x="55371" y="31929"/>
                    <a:pt x="55553" y="32223"/>
                  </a:cubicBezTo>
                  <a:cubicBezTo>
                    <a:pt x="55646" y="32374"/>
                    <a:pt x="55687" y="32550"/>
                    <a:pt x="55665" y="32720"/>
                  </a:cubicBezTo>
                  <a:cubicBezTo>
                    <a:pt x="55882" y="32744"/>
                    <a:pt x="56098" y="32807"/>
                    <a:pt x="56254" y="32958"/>
                  </a:cubicBezTo>
                  <a:cubicBezTo>
                    <a:pt x="56388" y="33086"/>
                    <a:pt x="56451" y="33268"/>
                    <a:pt x="56444" y="33451"/>
                  </a:cubicBezTo>
                  <a:cubicBezTo>
                    <a:pt x="56436" y="33598"/>
                    <a:pt x="56375" y="33783"/>
                    <a:pt x="56429" y="33917"/>
                  </a:cubicBezTo>
                  <a:cubicBezTo>
                    <a:pt x="56516" y="34137"/>
                    <a:pt x="56764" y="34289"/>
                    <a:pt x="56879" y="34513"/>
                  </a:cubicBezTo>
                  <a:cubicBezTo>
                    <a:pt x="56944" y="34641"/>
                    <a:pt x="56976" y="34786"/>
                    <a:pt x="56935" y="34927"/>
                  </a:cubicBezTo>
                  <a:cubicBezTo>
                    <a:pt x="56909" y="35020"/>
                    <a:pt x="56859" y="35098"/>
                    <a:pt x="56797" y="35171"/>
                  </a:cubicBezTo>
                  <a:cubicBezTo>
                    <a:pt x="56745" y="35234"/>
                    <a:pt x="56673" y="35286"/>
                    <a:pt x="56632" y="35355"/>
                  </a:cubicBezTo>
                  <a:cubicBezTo>
                    <a:pt x="56557" y="35483"/>
                    <a:pt x="56654" y="35645"/>
                    <a:pt x="56762" y="35723"/>
                  </a:cubicBezTo>
                  <a:cubicBezTo>
                    <a:pt x="56935" y="35846"/>
                    <a:pt x="57175" y="35853"/>
                    <a:pt x="57381" y="35863"/>
                  </a:cubicBezTo>
                  <a:cubicBezTo>
                    <a:pt x="57493" y="35868"/>
                    <a:pt x="57595" y="35946"/>
                    <a:pt x="57597" y="36067"/>
                  </a:cubicBezTo>
                  <a:cubicBezTo>
                    <a:pt x="57604" y="36462"/>
                    <a:pt x="57489" y="36848"/>
                    <a:pt x="57257" y="37165"/>
                  </a:cubicBezTo>
                  <a:cubicBezTo>
                    <a:pt x="57318" y="37323"/>
                    <a:pt x="57351" y="37488"/>
                    <a:pt x="57359" y="37652"/>
                  </a:cubicBezTo>
                  <a:cubicBezTo>
                    <a:pt x="57523" y="37628"/>
                    <a:pt x="57681" y="37496"/>
                    <a:pt x="57785" y="37380"/>
                  </a:cubicBezTo>
                  <a:cubicBezTo>
                    <a:pt x="57948" y="37198"/>
                    <a:pt x="58112" y="36997"/>
                    <a:pt x="58354" y="36919"/>
                  </a:cubicBezTo>
                  <a:cubicBezTo>
                    <a:pt x="58488" y="36876"/>
                    <a:pt x="58609" y="36904"/>
                    <a:pt x="58743" y="36908"/>
                  </a:cubicBezTo>
                  <a:cubicBezTo>
                    <a:pt x="58867" y="36910"/>
                    <a:pt x="58891" y="36819"/>
                    <a:pt x="58899" y="36709"/>
                  </a:cubicBezTo>
                  <a:cubicBezTo>
                    <a:pt x="58916" y="36396"/>
                    <a:pt x="58854" y="36064"/>
                    <a:pt x="58750" y="35772"/>
                  </a:cubicBezTo>
                  <a:cubicBezTo>
                    <a:pt x="58705" y="35647"/>
                    <a:pt x="58811" y="35534"/>
                    <a:pt x="58930" y="35524"/>
                  </a:cubicBezTo>
                  <a:cubicBezTo>
                    <a:pt x="59077" y="35511"/>
                    <a:pt x="59291" y="35493"/>
                    <a:pt x="59399" y="35381"/>
                  </a:cubicBezTo>
                  <a:cubicBezTo>
                    <a:pt x="59436" y="35342"/>
                    <a:pt x="59438" y="35290"/>
                    <a:pt x="59425" y="35217"/>
                  </a:cubicBezTo>
                  <a:cubicBezTo>
                    <a:pt x="59406" y="35106"/>
                    <a:pt x="59373" y="35000"/>
                    <a:pt x="59382" y="34886"/>
                  </a:cubicBezTo>
                  <a:cubicBezTo>
                    <a:pt x="59395" y="34749"/>
                    <a:pt x="59459" y="34635"/>
                    <a:pt x="59563" y="34548"/>
                  </a:cubicBezTo>
                  <a:cubicBezTo>
                    <a:pt x="59632" y="34490"/>
                    <a:pt x="59691" y="34446"/>
                    <a:pt x="59719" y="34366"/>
                  </a:cubicBezTo>
                  <a:cubicBezTo>
                    <a:pt x="59791" y="34168"/>
                    <a:pt x="59775" y="33953"/>
                    <a:pt x="59860" y="33757"/>
                  </a:cubicBezTo>
                  <a:cubicBezTo>
                    <a:pt x="59901" y="33663"/>
                    <a:pt x="59964" y="33583"/>
                    <a:pt x="60048" y="33519"/>
                  </a:cubicBezTo>
                  <a:cubicBezTo>
                    <a:pt x="60154" y="33441"/>
                    <a:pt x="60275" y="33434"/>
                    <a:pt x="60394" y="33387"/>
                  </a:cubicBezTo>
                  <a:cubicBezTo>
                    <a:pt x="60481" y="33352"/>
                    <a:pt x="60539" y="33268"/>
                    <a:pt x="60604" y="33201"/>
                  </a:cubicBezTo>
                  <a:cubicBezTo>
                    <a:pt x="60677" y="33127"/>
                    <a:pt x="60760" y="33062"/>
                    <a:pt x="60853" y="33015"/>
                  </a:cubicBezTo>
                  <a:cubicBezTo>
                    <a:pt x="61210" y="32842"/>
                    <a:pt x="61644" y="32917"/>
                    <a:pt x="61949" y="33162"/>
                  </a:cubicBezTo>
                  <a:cubicBezTo>
                    <a:pt x="62336" y="33475"/>
                    <a:pt x="62293" y="33960"/>
                    <a:pt x="62215" y="34401"/>
                  </a:cubicBezTo>
                  <a:cubicBezTo>
                    <a:pt x="62181" y="34598"/>
                    <a:pt x="62150" y="34808"/>
                    <a:pt x="62230" y="35000"/>
                  </a:cubicBezTo>
                  <a:cubicBezTo>
                    <a:pt x="62252" y="35052"/>
                    <a:pt x="62285" y="35106"/>
                    <a:pt x="62330" y="35139"/>
                  </a:cubicBezTo>
                  <a:cubicBezTo>
                    <a:pt x="62423" y="35210"/>
                    <a:pt x="62561" y="35191"/>
                    <a:pt x="62670" y="35216"/>
                  </a:cubicBezTo>
                  <a:cubicBezTo>
                    <a:pt x="62892" y="35264"/>
                    <a:pt x="63040" y="35420"/>
                    <a:pt x="63106" y="35632"/>
                  </a:cubicBezTo>
                  <a:cubicBezTo>
                    <a:pt x="63150" y="35781"/>
                    <a:pt x="63143" y="35952"/>
                    <a:pt x="63208" y="36095"/>
                  </a:cubicBezTo>
                  <a:cubicBezTo>
                    <a:pt x="63210" y="36091"/>
                    <a:pt x="63230" y="36123"/>
                    <a:pt x="63230" y="36125"/>
                  </a:cubicBezTo>
                  <a:cubicBezTo>
                    <a:pt x="63236" y="36131"/>
                    <a:pt x="63251" y="36140"/>
                    <a:pt x="63252" y="36142"/>
                  </a:cubicBezTo>
                  <a:lnTo>
                    <a:pt x="63252" y="36142"/>
                  </a:lnTo>
                  <a:cubicBezTo>
                    <a:pt x="63264" y="36147"/>
                    <a:pt x="63275" y="36151"/>
                    <a:pt x="63288" y="36155"/>
                  </a:cubicBezTo>
                  <a:cubicBezTo>
                    <a:pt x="63429" y="36207"/>
                    <a:pt x="63557" y="36235"/>
                    <a:pt x="63652" y="36363"/>
                  </a:cubicBezTo>
                  <a:cubicBezTo>
                    <a:pt x="63786" y="36540"/>
                    <a:pt x="63745" y="36767"/>
                    <a:pt x="63652" y="36953"/>
                  </a:cubicBezTo>
                  <a:cubicBezTo>
                    <a:pt x="63557" y="37142"/>
                    <a:pt x="63379" y="37267"/>
                    <a:pt x="63284" y="37455"/>
                  </a:cubicBezTo>
                  <a:cubicBezTo>
                    <a:pt x="63269" y="37483"/>
                    <a:pt x="63251" y="37533"/>
                    <a:pt x="63249" y="37544"/>
                  </a:cubicBezTo>
                  <a:cubicBezTo>
                    <a:pt x="63247" y="37555"/>
                    <a:pt x="63247" y="37568"/>
                    <a:pt x="63249" y="37579"/>
                  </a:cubicBezTo>
                  <a:lnTo>
                    <a:pt x="63249" y="37579"/>
                  </a:lnTo>
                  <a:cubicBezTo>
                    <a:pt x="63249" y="37583"/>
                    <a:pt x="63252" y="37590"/>
                    <a:pt x="63256" y="37594"/>
                  </a:cubicBezTo>
                  <a:cubicBezTo>
                    <a:pt x="63355" y="37654"/>
                    <a:pt x="63479" y="37672"/>
                    <a:pt x="63567" y="37771"/>
                  </a:cubicBezTo>
                  <a:cubicBezTo>
                    <a:pt x="63751" y="37974"/>
                    <a:pt x="63725" y="38258"/>
                    <a:pt x="63665" y="38504"/>
                  </a:cubicBezTo>
                  <a:cubicBezTo>
                    <a:pt x="63643" y="38600"/>
                    <a:pt x="63591" y="38738"/>
                    <a:pt x="63632" y="38836"/>
                  </a:cubicBezTo>
                  <a:cubicBezTo>
                    <a:pt x="63637" y="38851"/>
                    <a:pt x="63647" y="38866"/>
                    <a:pt x="63658" y="38879"/>
                  </a:cubicBezTo>
                  <a:cubicBezTo>
                    <a:pt x="63691" y="38857"/>
                    <a:pt x="63740" y="38857"/>
                    <a:pt x="63771" y="38902"/>
                  </a:cubicBezTo>
                  <a:cubicBezTo>
                    <a:pt x="63775" y="38909"/>
                    <a:pt x="63781" y="38915"/>
                    <a:pt x="63786" y="38920"/>
                  </a:cubicBezTo>
                  <a:cubicBezTo>
                    <a:pt x="63866" y="38890"/>
                    <a:pt x="63935" y="38944"/>
                    <a:pt x="63963" y="39013"/>
                  </a:cubicBezTo>
                  <a:cubicBezTo>
                    <a:pt x="64078" y="39034"/>
                    <a:pt x="64210" y="39002"/>
                    <a:pt x="64300" y="38939"/>
                  </a:cubicBezTo>
                  <a:cubicBezTo>
                    <a:pt x="64381" y="38883"/>
                    <a:pt x="64413" y="38816"/>
                    <a:pt x="64424" y="38719"/>
                  </a:cubicBezTo>
                  <a:cubicBezTo>
                    <a:pt x="64445" y="38561"/>
                    <a:pt x="64484" y="38412"/>
                    <a:pt x="64644" y="38344"/>
                  </a:cubicBezTo>
                  <a:cubicBezTo>
                    <a:pt x="64804" y="38277"/>
                    <a:pt x="65001" y="38288"/>
                    <a:pt x="65172" y="38280"/>
                  </a:cubicBezTo>
                  <a:cubicBezTo>
                    <a:pt x="65345" y="38271"/>
                    <a:pt x="65518" y="38258"/>
                    <a:pt x="65691" y="38264"/>
                  </a:cubicBezTo>
                  <a:cubicBezTo>
                    <a:pt x="65947" y="38269"/>
                    <a:pt x="66245" y="38318"/>
                    <a:pt x="66425" y="38518"/>
                  </a:cubicBezTo>
                  <a:cubicBezTo>
                    <a:pt x="66634" y="38749"/>
                    <a:pt x="66578" y="39052"/>
                    <a:pt x="66420" y="39294"/>
                  </a:cubicBezTo>
                  <a:cubicBezTo>
                    <a:pt x="66356" y="39391"/>
                    <a:pt x="66262" y="39497"/>
                    <a:pt x="66232" y="39608"/>
                  </a:cubicBezTo>
                  <a:cubicBezTo>
                    <a:pt x="66206" y="39705"/>
                    <a:pt x="66276" y="39781"/>
                    <a:pt x="66347" y="39848"/>
                  </a:cubicBezTo>
                  <a:cubicBezTo>
                    <a:pt x="66565" y="40060"/>
                    <a:pt x="66805" y="40280"/>
                    <a:pt x="66808" y="40609"/>
                  </a:cubicBezTo>
                  <a:cubicBezTo>
                    <a:pt x="66814" y="40962"/>
                    <a:pt x="66535" y="41234"/>
                    <a:pt x="66234" y="41371"/>
                  </a:cubicBezTo>
                  <a:cubicBezTo>
                    <a:pt x="65945" y="41505"/>
                    <a:pt x="65603" y="41570"/>
                    <a:pt x="65427" y="41860"/>
                  </a:cubicBezTo>
                  <a:cubicBezTo>
                    <a:pt x="65354" y="41978"/>
                    <a:pt x="65308" y="42110"/>
                    <a:pt x="65298" y="42247"/>
                  </a:cubicBezTo>
                  <a:cubicBezTo>
                    <a:pt x="65293" y="42309"/>
                    <a:pt x="65295" y="42376"/>
                    <a:pt x="65304" y="42437"/>
                  </a:cubicBezTo>
                  <a:cubicBezTo>
                    <a:pt x="65308" y="42459"/>
                    <a:pt x="65313" y="42500"/>
                    <a:pt x="65324" y="42537"/>
                  </a:cubicBezTo>
                  <a:cubicBezTo>
                    <a:pt x="65356" y="42521"/>
                    <a:pt x="65391" y="42508"/>
                    <a:pt x="65427" y="42500"/>
                  </a:cubicBezTo>
                  <a:cubicBezTo>
                    <a:pt x="65525" y="42478"/>
                    <a:pt x="65629" y="42497"/>
                    <a:pt x="65717" y="42547"/>
                  </a:cubicBezTo>
                  <a:cubicBezTo>
                    <a:pt x="65873" y="42638"/>
                    <a:pt x="65975" y="42818"/>
                    <a:pt x="65975" y="42999"/>
                  </a:cubicBezTo>
                  <a:cubicBezTo>
                    <a:pt x="65975" y="43205"/>
                    <a:pt x="65834" y="43378"/>
                    <a:pt x="65674" y="43495"/>
                  </a:cubicBezTo>
                  <a:cubicBezTo>
                    <a:pt x="65525" y="43603"/>
                    <a:pt x="65347" y="43653"/>
                    <a:pt x="65187" y="43743"/>
                  </a:cubicBezTo>
                  <a:cubicBezTo>
                    <a:pt x="65064" y="43811"/>
                    <a:pt x="64982" y="43888"/>
                    <a:pt x="65010" y="44014"/>
                  </a:cubicBezTo>
                  <a:cubicBezTo>
                    <a:pt x="65038" y="44133"/>
                    <a:pt x="65110" y="44202"/>
                    <a:pt x="65215" y="44213"/>
                  </a:cubicBezTo>
                  <a:cubicBezTo>
                    <a:pt x="65328" y="44228"/>
                    <a:pt x="65438" y="44226"/>
                    <a:pt x="65540" y="44289"/>
                  </a:cubicBezTo>
                  <a:cubicBezTo>
                    <a:pt x="65646" y="44354"/>
                    <a:pt x="65715" y="44462"/>
                    <a:pt x="65739" y="44583"/>
                  </a:cubicBezTo>
                  <a:cubicBezTo>
                    <a:pt x="65782" y="44775"/>
                    <a:pt x="65798" y="44979"/>
                    <a:pt x="65806" y="45175"/>
                  </a:cubicBezTo>
                  <a:cubicBezTo>
                    <a:pt x="65812" y="45383"/>
                    <a:pt x="65797" y="45604"/>
                    <a:pt x="65732" y="45803"/>
                  </a:cubicBezTo>
                  <a:cubicBezTo>
                    <a:pt x="65696" y="45909"/>
                    <a:pt x="65652" y="46004"/>
                    <a:pt x="65594" y="46090"/>
                  </a:cubicBezTo>
                  <a:cubicBezTo>
                    <a:pt x="65806" y="46272"/>
                    <a:pt x="65906" y="46590"/>
                    <a:pt x="65871" y="46869"/>
                  </a:cubicBezTo>
                  <a:cubicBezTo>
                    <a:pt x="65830" y="47200"/>
                    <a:pt x="65611" y="47457"/>
                    <a:pt x="65361" y="47670"/>
                  </a:cubicBezTo>
                  <a:cubicBezTo>
                    <a:pt x="65518" y="47739"/>
                    <a:pt x="65674" y="47808"/>
                    <a:pt x="65828" y="47879"/>
                  </a:cubicBezTo>
                  <a:cubicBezTo>
                    <a:pt x="65955" y="47933"/>
                    <a:pt x="66079" y="47988"/>
                    <a:pt x="66202" y="48048"/>
                  </a:cubicBezTo>
                  <a:cubicBezTo>
                    <a:pt x="66265" y="48080"/>
                    <a:pt x="66336" y="48107"/>
                    <a:pt x="66395" y="48145"/>
                  </a:cubicBezTo>
                  <a:cubicBezTo>
                    <a:pt x="66414" y="48156"/>
                    <a:pt x="66431" y="48169"/>
                    <a:pt x="66448" y="48184"/>
                  </a:cubicBezTo>
                  <a:cubicBezTo>
                    <a:pt x="66808" y="48234"/>
                    <a:pt x="67004" y="48669"/>
                    <a:pt x="67251" y="48902"/>
                  </a:cubicBezTo>
                  <a:cubicBezTo>
                    <a:pt x="67266" y="48915"/>
                    <a:pt x="67279" y="48928"/>
                    <a:pt x="67294" y="48941"/>
                  </a:cubicBezTo>
                  <a:cubicBezTo>
                    <a:pt x="67290" y="48935"/>
                    <a:pt x="67333" y="48967"/>
                    <a:pt x="67335" y="48970"/>
                  </a:cubicBezTo>
                  <a:cubicBezTo>
                    <a:pt x="67353" y="48982"/>
                    <a:pt x="67370" y="48993"/>
                    <a:pt x="67389" y="49002"/>
                  </a:cubicBezTo>
                  <a:cubicBezTo>
                    <a:pt x="67394" y="49004"/>
                    <a:pt x="67396" y="49006"/>
                    <a:pt x="67398" y="49008"/>
                  </a:cubicBezTo>
                  <a:lnTo>
                    <a:pt x="67398" y="49008"/>
                  </a:lnTo>
                  <a:cubicBezTo>
                    <a:pt x="67398" y="49008"/>
                    <a:pt x="67398" y="49008"/>
                    <a:pt x="67398" y="49008"/>
                  </a:cubicBezTo>
                  <a:cubicBezTo>
                    <a:pt x="67405" y="49009"/>
                    <a:pt x="67415" y="49011"/>
                    <a:pt x="67424" y="49015"/>
                  </a:cubicBezTo>
                  <a:cubicBezTo>
                    <a:pt x="67433" y="49017"/>
                    <a:pt x="67443" y="49019"/>
                    <a:pt x="67454" y="49021"/>
                  </a:cubicBezTo>
                  <a:lnTo>
                    <a:pt x="67461" y="49021"/>
                  </a:lnTo>
                  <a:cubicBezTo>
                    <a:pt x="67480" y="49021"/>
                    <a:pt x="67496" y="49021"/>
                    <a:pt x="67515" y="49015"/>
                  </a:cubicBezTo>
                  <a:cubicBezTo>
                    <a:pt x="67563" y="49004"/>
                    <a:pt x="67601" y="48976"/>
                    <a:pt x="67636" y="48944"/>
                  </a:cubicBezTo>
                  <a:cubicBezTo>
                    <a:pt x="67848" y="48740"/>
                    <a:pt x="67863" y="48398"/>
                    <a:pt x="67971" y="48137"/>
                  </a:cubicBezTo>
                  <a:cubicBezTo>
                    <a:pt x="68010" y="48046"/>
                    <a:pt x="68058" y="47962"/>
                    <a:pt x="68121" y="47884"/>
                  </a:cubicBezTo>
                  <a:cubicBezTo>
                    <a:pt x="68173" y="47817"/>
                    <a:pt x="68242" y="47765"/>
                    <a:pt x="68296" y="47698"/>
                  </a:cubicBezTo>
                  <a:cubicBezTo>
                    <a:pt x="68400" y="47566"/>
                    <a:pt x="68296" y="47364"/>
                    <a:pt x="68242" y="47230"/>
                  </a:cubicBezTo>
                  <a:cubicBezTo>
                    <a:pt x="68175" y="47064"/>
                    <a:pt x="68356" y="46932"/>
                    <a:pt x="68503" y="46956"/>
                  </a:cubicBezTo>
                  <a:cubicBezTo>
                    <a:pt x="68517" y="46960"/>
                    <a:pt x="68577" y="46960"/>
                    <a:pt x="68599" y="46956"/>
                  </a:cubicBezTo>
                  <a:cubicBezTo>
                    <a:pt x="68618" y="46953"/>
                    <a:pt x="68676" y="46932"/>
                    <a:pt x="68687" y="46925"/>
                  </a:cubicBezTo>
                  <a:cubicBezTo>
                    <a:pt x="68785" y="46873"/>
                    <a:pt x="68837" y="46822"/>
                    <a:pt x="68919" y="46752"/>
                  </a:cubicBezTo>
                  <a:cubicBezTo>
                    <a:pt x="69096" y="46599"/>
                    <a:pt x="69265" y="46428"/>
                    <a:pt x="69468" y="46313"/>
                  </a:cubicBezTo>
                  <a:cubicBezTo>
                    <a:pt x="69691" y="46186"/>
                    <a:pt x="69946" y="46158"/>
                    <a:pt x="70193" y="46119"/>
                  </a:cubicBezTo>
                  <a:cubicBezTo>
                    <a:pt x="70286" y="46104"/>
                    <a:pt x="70401" y="46084"/>
                    <a:pt x="70461" y="46006"/>
                  </a:cubicBezTo>
                  <a:cubicBezTo>
                    <a:pt x="70537" y="45905"/>
                    <a:pt x="70545" y="45764"/>
                    <a:pt x="70561" y="45645"/>
                  </a:cubicBezTo>
                  <a:cubicBezTo>
                    <a:pt x="70604" y="45344"/>
                    <a:pt x="70710" y="45095"/>
                    <a:pt x="70984" y="44935"/>
                  </a:cubicBezTo>
                  <a:cubicBezTo>
                    <a:pt x="71080" y="44879"/>
                    <a:pt x="71184" y="44836"/>
                    <a:pt x="71285" y="44786"/>
                  </a:cubicBezTo>
                  <a:cubicBezTo>
                    <a:pt x="71333" y="44762"/>
                    <a:pt x="71380" y="44738"/>
                    <a:pt x="71424" y="44706"/>
                  </a:cubicBezTo>
                  <a:cubicBezTo>
                    <a:pt x="71428" y="44704"/>
                    <a:pt x="71430" y="44702"/>
                    <a:pt x="71432" y="44700"/>
                  </a:cubicBezTo>
                  <a:lnTo>
                    <a:pt x="71432" y="44700"/>
                  </a:lnTo>
                  <a:cubicBezTo>
                    <a:pt x="71437" y="44697"/>
                    <a:pt x="71443" y="44689"/>
                    <a:pt x="71448" y="44685"/>
                  </a:cubicBezTo>
                  <a:cubicBezTo>
                    <a:pt x="71454" y="44680"/>
                    <a:pt x="71458" y="44676"/>
                    <a:pt x="71463" y="44671"/>
                  </a:cubicBezTo>
                  <a:lnTo>
                    <a:pt x="71463" y="44671"/>
                  </a:lnTo>
                  <a:lnTo>
                    <a:pt x="71463" y="44671"/>
                  </a:lnTo>
                  <a:cubicBezTo>
                    <a:pt x="71465" y="44667"/>
                    <a:pt x="71478" y="44650"/>
                    <a:pt x="71480" y="44645"/>
                  </a:cubicBezTo>
                  <a:cubicBezTo>
                    <a:pt x="71484" y="44635"/>
                    <a:pt x="71486" y="44633"/>
                    <a:pt x="71486" y="44633"/>
                  </a:cubicBezTo>
                  <a:cubicBezTo>
                    <a:pt x="71488" y="44628"/>
                    <a:pt x="71489" y="44620"/>
                    <a:pt x="71489" y="44615"/>
                  </a:cubicBezTo>
                  <a:cubicBezTo>
                    <a:pt x="71489" y="44598"/>
                    <a:pt x="71491" y="44583"/>
                    <a:pt x="71488" y="44565"/>
                  </a:cubicBezTo>
                  <a:cubicBezTo>
                    <a:pt x="71478" y="44494"/>
                    <a:pt x="71445" y="44425"/>
                    <a:pt x="71424" y="44356"/>
                  </a:cubicBezTo>
                  <a:cubicBezTo>
                    <a:pt x="71368" y="44180"/>
                    <a:pt x="71357" y="43988"/>
                    <a:pt x="71411" y="43811"/>
                  </a:cubicBezTo>
                  <a:cubicBezTo>
                    <a:pt x="71499" y="43525"/>
                    <a:pt x="71720" y="43319"/>
                    <a:pt x="71995" y="43214"/>
                  </a:cubicBezTo>
                  <a:cubicBezTo>
                    <a:pt x="72583" y="42995"/>
                    <a:pt x="73189" y="43372"/>
                    <a:pt x="73344" y="43960"/>
                  </a:cubicBezTo>
                  <a:cubicBezTo>
                    <a:pt x="73425" y="44273"/>
                    <a:pt x="73379" y="44583"/>
                    <a:pt x="73236" y="44871"/>
                  </a:cubicBezTo>
                  <a:cubicBezTo>
                    <a:pt x="73126" y="45096"/>
                    <a:pt x="72903" y="45359"/>
                    <a:pt x="72970" y="45628"/>
                  </a:cubicBezTo>
                  <a:cubicBezTo>
                    <a:pt x="73003" y="45759"/>
                    <a:pt x="73143" y="45801"/>
                    <a:pt x="73230" y="45892"/>
                  </a:cubicBezTo>
                  <a:cubicBezTo>
                    <a:pt x="73340" y="46004"/>
                    <a:pt x="73397" y="46149"/>
                    <a:pt x="73414" y="46305"/>
                  </a:cubicBezTo>
                  <a:cubicBezTo>
                    <a:pt x="73451" y="46646"/>
                    <a:pt x="73262" y="46913"/>
                    <a:pt x="73141" y="47213"/>
                  </a:cubicBezTo>
                  <a:cubicBezTo>
                    <a:pt x="73059" y="47416"/>
                    <a:pt x="73013" y="47685"/>
                    <a:pt x="73172" y="47864"/>
                  </a:cubicBezTo>
                  <a:cubicBezTo>
                    <a:pt x="73319" y="48028"/>
                    <a:pt x="73489" y="48171"/>
                    <a:pt x="73634" y="48338"/>
                  </a:cubicBezTo>
                  <a:cubicBezTo>
                    <a:pt x="73784" y="48509"/>
                    <a:pt x="73900" y="48701"/>
                    <a:pt x="73924" y="48931"/>
                  </a:cubicBezTo>
                  <a:cubicBezTo>
                    <a:pt x="73955" y="49249"/>
                    <a:pt x="73769" y="49513"/>
                    <a:pt x="73552" y="49724"/>
                  </a:cubicBezTo>
                  <a:cubicBezTo>
                    <a:pt x="73442" y="49831"/>
                    <a:pt x="73303" y="49928"/>
                    <a:pt x="73212" y="50053"/>
                  </a:cubicBezTo>
                  <a:cubicBezTo>
                    <a:pt x="73132" y="50161"/>
                    <a:pt x="73187" y="50274"/>
                    <a:pt x="73238" y="50384"/>
                  </a:cubicBezTo>
                  <a:cubicBezTo>
                    <a:pt x="73291" y="50501"/>
                    <a:pt x="73347" y="50614"/>
                    <a:pt x="73357" y="50743"/>
                  </a:cubicBezTo>
                  <a:cubicBezTo>
                    <a:pt x="73524" y="50730"/>
                    <a:pt x="73686" y="50773"/>
                    <a:pt x="73822" y="50914"/>
                  </a:cubicBezTo>
                  <a:cubicBezTo>
                    <a:pt x="74076" y="51178"/>
                    <a:pt x="73928" y="51494"/>
                    <a:pt x="73758" y="51753"/>
                  </a:cubicBezTo>
                  <a:cubicBezTo>
                    <a:pt x="73723" y="51807"/>
                    <a:pt x="73680" y="51862"/>
                    <a:pt x="73660" y="51924"/>
                  </a:cubicBezTo>
                  <a:cubicBezTo>
                    <a:pt x="73656" y="51937"/>
                    <a:pt x="73654" y="51959"/>
                    <a:pt x="73663" y="51976"/>
                  </a:cubicBezTo>
                  <a:cubicBezTo>
                    <a:pt x="73697" y="52045"/>
                    <a:pt x="73753" y="52099"/>
                    <a:pt x="73782" y="52171"/>
                  </a:cubicBezTo>
                  <a:cubicBezTo>
                    <a:pt x="73827" y="52272"/>
                    <a:pt x="73833" y="52383"/>
                    <a:pt x="73792" y="52485"/>
                  </a:cubicBezTo>
                  <a:cubicBezTo>
                    <a:pt x="73721" y="52662"/>
                    <a:pt x="73543" y="52770"/>
                    <a:pt x="73362" y="52803"/>
                  </a:cubicBezTo>
                  <a:cubicBezTo>
                    <a:pt x="73254" y="52822"/>
                    <a:pt x="73022" y="52789"/>
                    <a:pt x="72951" y="52893"/>
                  </a:cubicBezTo>
                  <a:cubicBezTo>
                    <a:pt x="72901" y="52967"/>
                    <a:pt x="72953" y="53123"/>
                    <a:pt x="73026" y="53194"/>
                  </a:cubicBezTo>
                  <a:cubicBezTo>
                    <a:pt x="73163" y="53333"/>
                    <a:pt x="73364" y="53387"/>
                    <a:pt x="73550" y="53430"/>
                  </a:cubicBezTo>
                  <a:cubicBezTo>
                    <a:pt x="73604" y="53441"/>
                    <a:pt x="73665" y="53492"/>
                    <a:pt x="73676" y="53549"/>
                  </a:cubicBezTo>
                  <a:cubicBezTo>
                    <a:pt x="73734" y="53901"/>
                    <a:pt x="73507" y="54144"/>
                    <a:pt x="73243" y="54340"/>
                  </a:cubicBezTo>
                  <a:cubicBezTo>
                    <a:pt x="73122" y="54429"/>
                    <a:pt x="72992" y="54509"/>
                    <a:pt x="72903" y="54632"/>
                  </a:cubicBezTo>
                  <a:cubicBezTo>
                    <a:pt x="72812" y="54756"/>
                    <a:pt x="72827" y="54838"/>
                    <a:pt x="72905" y="54961"/>
                  </a:cubicBezTo>
                  <a:cubicBezTo>
                    <a:pt x="72990" y="55098"/>
                    <a:pt x="73022" y="55243"/>
                    <a:pt x="72972" y="55402"/>
                  </a:cubicBezTo>
                  <a:cubicBezTo>
                    <a:pt x="72934" y="55521"/>
                    <a:pt x="72840" y="55651"/>
                    <a:pt x="72869" y="55781"/>
                  </a:cubicBezTo>
                  <a:cubicBezTo>
                    <a:pt x="72946" y="56097"/>
                    <a:pt x="73384" y="56101"/>
                    <a:pt x="73636" y="56110"/>
                  </a:cubicBezTo>
                  <a:cubicBezTo>
                    <a:pt x="73771" y="56114"/>
                    <a:pt x="73846" y="56220"/>
                    <a:pt x="73829" y="56350"/>
                  </a:cubicBezTo>
                  <a:cubicBezTo>
                    <a:pt x="73738" y="57044"/>
                    <a:pt x="73026" y="57356"/>
                    <a:pt x="72592" y="57814"/>
                  </a:cubicBezTo>
                  <a:cubicBezTo>
                    <a:pt x="72481" y="57933"/>
                    <a:pt x="72393" y="58068"/>
                    <a:pt x="72336" y="58215"/>
                  </a:cubicBezTo>
                  <a:cubicBezTo>
                    <a:pt x="72406" y="58219"/>
                    <a:pt x="72481" y="58202"/>
                    <a:pt x="72538" y="58182"/>
                  </a:cubicBezTo>
                  <a:cubicBezTo>
                    <a:pt x="72693" y="58124"/>
                    <a:pt x="72834" y="58035"/>
                    <a:pt x="73000" y="58009"/>
                  </a:cubicBezTo>
                  <a:cubicBezTo>
                    <a:pt x="73174" y="57981"/>
                    <a:pt x="73375" y="58057"/>
                    <a:pt x="73481" y="58197"/>
                  </a:cubicBezTo>
                  <a:cubicBezTo>
                    <a:pt x="73708" y="58085"/>
                    <a:pt x="74002" y="58113"/>
                    <a:pt x="74188" y="58310"/>
                  </a:cubicBezTo>
                  <a:cubicBezTo>
                    <a:pt x="74411" y="58546"/>
                    <a:pt x="74391" y="58894"/>
                    <a:pt x="74218" y="59143"/>
                  </a:cubicBezTo>
                  <a:cubicBezTo>
                    <a:pt x="74485" y="59309"/>
                    <a:pt x="74800" y="59393"/>
                    <a:pt x="75114" y="59389"/>
                  </a:cubicBezTo>
                  <a:cubicBezTo>
                    <a:pt x="75187" y="59387"/>
                    <a:pt x="75257" y="59435"/>
                    <a:pt x="75278" y="59508"/>
                  </a:cubicBezTo>
                  <a:cubicBezTo>
                    <a:pt x="75358" y="59796"/>
                    <a:pt x="75334" y="60099"/>
                    <a:pt x="75214" y="60369"/>
                  </a:cubicBezTo>
                  <a:cubicBezTo>
                    <a:pt x="75289" y="60415"/>
                    <a:pt x="75380" y="60428"/>
                    <a:pt x="75464" y="60386"/>
                  </a:cubicBezTo>
                  <a:cubicBezTo>
                    <a:pt x="75570" y="60332"/>
                    <a:pt x="75672" y="60378"/>
                    <a:pt x="75717" y="60484"/>
                  </a:cubicBezTo>
                  <a:cubicBezTo>
                    <a:pt x="75836" y="60767"/>
                    <a:pt x="76089" y="60977"/>
                    <a:pt x="76107" y="61301"/>
                  </a:cubicBezTo>
                  <a:cubicBezTo>
                    <a:pt x="76115" y="61427"/>
                    <a:pt x="76083" y="61569"/>
                    <a:pt x="76014" y="61680"/>
                  </a:cubicBezTo>
                  <a:cubicBezTo>
                    <a:pt x="76120" y="61645"/>
                    <a:pt x="76221" y="61606"/>
                    <a:pt x="76334" y="61615"/>
                  </a:cubicBezTo>
                  <a:cubicBezTo>
                    <a:pt x="76567" y="61632"/>
                    <a:pt x="76741" y="61805"/>
                    <a:pt x="76825" y="62011"/>
                  </a:cubicBezTo>
                  <a:cubicBezTo>
                    <a:pt x="77005" y="62457"/>
                    <a:pt x="76689" y="62835"/>
                    <a:pt x="76351" y="63094"/>
                  </a:cubicBezTo>
                  <a:cubicBezTo>
                    <a:pt x="76442" y="63253"/>
                    <a:pt x="76542" y="63406"/>
                    <a:pt x="76648" y="63555"/>
                  </a:cubicBezTo>
                  <a:cubicBezTo>
                    <a:pt x="76713" y="63646"/>
                    <a:pt x="76782" y="63733"/>
                    <a:pt x="76855" y="63821"/>
                  </a:cubicBezTo>
                  <a:cubicBezTo>
                    <a:pt x="76890" y="63863"/>
                    <a:pt x="76937" y="63936"/>
                    <a:pt x="76991" y="63988"/>
                  </a:cubicBezTo>
                  <a:cubicBezTo>
                    <a:pt x="77050" y="63912"/>
                    <a:pt x="77165" y="63871"/>
                    <a:pt x="77238" y="63962"/>
                  </a:cubicBezTo>
                  <a:cubicBezTo>
                    <a:pt x="77323" y="64068"/>
                    <a:pt x="77320" y="64215"/>
                    <a:pt x="77230" y="64302"/>
                  </a:cubicBezTo>
                  <a:cubicBezTo>
                    <a:pt x="77199" y="64436"/>
                    <a:pt x="77180" y="64570"/>
                    <a:pt x="77177" y="64708"/>
                  </a:cubicBezTo>
                  <a:cubicBezTo>
                    <a:pt x="77216" y="64700"/>
                    <a:pt x="77253" y="64693"/>
                    <a:pt x="77292" y="64685"/>
                  </a:cubicBezTo>
                  <a:cubicBezTo>
                    <a:pt x="77368" y="64671"/>
                    <a:pt x="77446" y="64691"/>
                    <a:pt x="77489" y="64762"/>
                  </a:cubicBezTo>
                  <a:cubicBezTo>
                    <a:pt x="77526" y="64821"/>
                    <a:pt x="77524" y="64925"/>
                    <a:pt x="77465" y="64972"/>
                  </a:cubicBezTo>
                  <a:cubicBezTo>
                    <a:pt x="77444" y="64989"/>
                    <a:pt x="77426" y="65007"/>
                    <a:pt x="77411" y="65028"/>
                  </a:cubicBezTo>
                  <a:cubicBezTo>
                    <a:pt x="77258" y="65229"/>
                    <a:pt x="77405" y="65548"/>
                    <a:pt x="77688" y="65500"/>
                  </a:cubicBezTo>
                  <a:cubicBezTo>
                    <a:pt x="78054" y="65437"/>
                    <a:pt x="78049" y="64970"/>
                    <a:pt x="77757" y="64812"/>
                  </a:cubicBezTo>
                  <a:cubicBezTo>
                    <a:pt x="77634" y="64745"/>
                    <a:pt x="77647" y="64581"/>
                    <a:pt x="77751" y="64507"/>
                  </a:cubicBezTo>
                  <a:cubicBezTo>
                    <a:pt x="77909" y="64395"/>
                    <a:pt x="78069" y="64282"/>
                    <a:pt x="78227" y="64170"/>
                  </a:cubicBezTo>
                  <a:cubicBezTo>
                    <a:pt x="78145" y="64048"/>
                    <a:pt x="78116" y="63899"/>
                    <a:pt x="78138" y="63739"/>
                  </a:cubicBezTo>
                  <a:cubicBezTo>
                    <a:pt x="78153" y="63646"/>
                    <a:pt x="78268" y="63586"/>
                    <a:pt x="78354" y="63609"/>
                  </a:cubicBezTo>
                  <a:cubicBezTo>
                    <a:pt x="78519" y="63653"/>
                    <a:pt x="78676" y="63718"/>
                    <a:pt x="78821" y="63808"/>
                  </a:cubicBezTo>
                  <a:cubicBezTo>
                    <a:pt x="78817" y="63187"/>
                    <a:pt x="78917" y="62569"/>
                    <a:pt x="79118" y="61980"/>
                  </a:cubicBezTo>
                  <a:cubicBezTo>
                    <a:pt x="79139" y="61920"/>
                    <a:pt x="79181" y="61872"/>
                    <a:pt x="79235" y="61849"/>
                  </a:cubicBezTo>
                  <a:cubicBezTo>
                    <a:pt x="79239" y="61842"/>
                    <a:pt x="79243" y="61834"/>
                    <a:pt x="79248" y="61827"/>
                  </a:cubicBezTo>
                  <a:cubicBezTo>
                    <a:pt x="79408" y="61554"/>
                    <a:pt x="79775" y="61494"/>
                    <a:pt x="80065" y="61481"/>
                  </a:cubicBezTo>
                  <a:cubicBezTo>
                    <a:pt x="80394" y="61466"/>
                    <a:pt x="80745" y="61557"/>
                    <a:pt x="80946" y="61838"/>
                  </a:cubicBezTo>
                  <a:cubicBezTo>
                    <a:pt x="81056" y="61994"/>
                    <a:pt x="81103" y="62180"/>
                    <a:pt x="81073" y="62357"/>
                  </a:cubicBezTo>
                  <a:cubicBezTo>
                    <a:pt x="81181" y="62409"/>
                    <a:pt x="81272" y="62502"/>
                    <a:pt x="81328" y="62610"/>
                  </a:cubicBezTo>
                  <a:cubicBezTo>
                    <a:pt x="81460" y="62865"/>
                    <a:pt x="81415" y="63114"/>
                    <a:pt x="81292" y="63361"/>
                  </a:cubicBezTo>
                  <a:cubicBezTo>
                    <a:pt x="81181" y="63581"/>
                    <a:pt x="80995" y="63808"/>
                    <a:pt x="81084" y="64068"/>
                  </a:cubicBezTo>
                  <a:cubicBezTo>
                    <a:pt x="81175" y="64334"/>
                    <a:pt x="81484" y="64349"/>
                    <a:pt x="81616" y="64579"/>
                  </a:cubicBezTo>
                  <a:cubicBezTo>
                    <a:pt x="81763" y="64838"/>
                    <a:pt x="81694" y="65197"/>
                    <a:pt x="81601" y="65459"/>
                  </a:cubicBezTo>
                  <a:cubicBezTo>
                    <a:pt x="81502" y="65736"/>
                    <a:pt x="81348" y="65991"/>
                    <a:pt x="81259" y="66270"/>
                  </a:cubicBezTo>
                  <a:cubicBezTo>
                    <a:pt x="81197" y="66462"/>
                    <a:pt x="81162" y="66677"/>
                    <a:pt x="81214" y="66874"/>
                  </a:cubicBezTo>
                  <a:cubicBezTo>
                    <a:pt x="81268" y="67088"/>
                    <a:pt x="81411" y="67176"/>
                    <a:pt x="81607" y="67252"/>
                  </a:cubicBezTo>
                  <a:cubicBezTo>
                    <a:pt x="81893" y="67362"/>
                    <a:pt x="82157" y="67553"/>
                    <a:pt x="82107" y="67899"/>
                  </a:cubicBezTo>
                  <a:cubicBezTo>
                    <a:pt x="82071" y="68148"/>
                    <a:pt x="81880" y="68346"/>
                    <a:pt x="81681" y="68498"/>
                  </a:cubicBezTo>
                  <a:cubicBezTo>
                    <a:pt x="81575" y="68656"/>
                    <a:pt x="81469" y="68814"/>
                    <a:pt x="81363" y="68974"/>
                  </a:cubicBezTo>
                  <a:cubicBezTo>
                    <a:pt x="81445" y="68956"/>
                    <a:pt x="81547" y="68876"/>
                    <a:pt x="81595" y="68850"/>
                  </a:cubicBezTo>
                  <a:cubicBezTo>
                    <a:pt x="81735" y="68775"/>
                    <a:pt x="81885" y="68712"/>
                    <a:pt x="82047" y="68749"/>
                  </a:cubicBezTo>
                  <a:cubicBezTo>
                    <a:pt x="82226" y="68790"/>
                    <a:pt x="82358" y="68939"/>
                    <a:pt x="82416" y="69108"/>
                  </a:cubicBezTo>
                  <a:cubicBezTo>
                    <a:pt x="82469" y="69261"/>
                    <a:pt x="82455" y="69428"/>
                    <a:pt x="82430" y="69588"/>
                  </a:cubicBezTo>
                  <a:cubicBezTo>
                    <a:pt x="82522" y="69625"/>
                    <a:pt x="82613" y="69668"/>
                    <a:pt x="82702" y="69705"/>
                  </a:cubicBezTo>
                  <a:cubicBezTo>
                    <a:pt x="82758" y="69729"/>
                    <a:pt x="82812" y="69752"/>
                    <a:pt x="82867" y="69774"/>
                  </a:cubicBezTo>
                  <a:cubicBezTo>
                    <a:pt x="82910" y="69541"/>
                    <a:pt x="82953" y="69307"/>
                    <a:pt x="82996" y="69075"/>
                  </a:cubicBezTo>
                  <a:cubicBezTo>
                    <a:pt x="83005" y="69022"/>
                    <a:pt x="83014" y="68972"/>
                    <a:pt x="83024" y="68922"/>
                  </a:cubicBezTo>
                  <a:cubicBezTo>
                    <a:pt x="83061" y="68721"/>
                    <a:pt x="83312" y="68727"/>
                    <a:pt x="83416" y="68863"/>
                  </a:cubicBezTo>
                  <a:cubicBezTo>
                    <a:pt x="83617" y="69128"/>
                    <a:pt x="84091" y="69177"/>
                    <a:pt x="84348" y="68957"/>
                  </a:cubicBezTo>
                  <a:cubicBezTo>
                    <a:pt x="84482" y="68842"/>
                    <a:pt x="84670" y="68913"/>
                    <a:pt x="84690" y="69089"/>
                  </a:cubicBezTo>
                  <a:cubicBezTo>
                    <a:pt x="84694" y="69138"/>
                    <a:pt x="84697" y="69186"/>
                    <a:pt x="84697" y="69233"/>
                  </a:cubicBezTo>
                  <a:cubicBezTo>
                    <a:pt x="84703" y="69510"/>
                    <a:pt x="84634" y="69783"/>
                    <a:pt x="84547" y="70047"/>
                  </a:cubicBezTo>
                  <a:cubicBezTo>
                    <a:pt x="84746" y="70131"/>
                    <a:pt x="84889" y="70358"/>
                    <a:pt x="84902" y="70574"/>
                  </a:cubicBezTo>
                  <a:cubicBezTo>
                    <a:pt x="84911" y="70771"/>
                    <a:pt x="84833" y="70951"/>
                    <a:pt x="84781" y="71137"/>
                  </a:cubicBezTo>
                  <a:cubicBezTo>
                    <a:pt x="84770" y="71178"/>
                    <a:pt x="84753" y="71236"/>
                    <a:pt x="84744" y="71293"/>
                  </a:cubicBezTo>
                  <a:cubicBezTo>
                    <a:pt x="85047" y="71115"/>
                    <a:pt x="85397" y="70977"/>
                    <a:pt x="85737" y="71098"/>
                  </a:cubicBezTo>
                  <a:cubicBezTo>
                    <a:pt x="86131" y="71239"/>
                    <a:pt x="86436" y="71701"/>
                    <a:pt x="86202" y="72102"/>
                  </a:cubicBezTo>
                  <a:cubicBezTo>
                    <a:pt x="86198" y="72110"/>
                    <a:pt x="86195" y="72117"/>
                    <a:pt x="86189" y="72123"/>
                  </a:cubicBezTo>
                  <a:cubicBezTo>
                    <a:pt x="86304" y="72292"/>
                    <a:pt x="86513" y="72404"/>
                    <a:pt x="86713" y="72394"/>
                  </a:cubicBezTo>
                  <a:cubicBezTo>
                    <a:pt x="86896" y="72385"/>
                    <a:pt x="87085" y="72225"/>
                    <a:pt x="87296" y="72232"/>
                  </a:cubicBezTo>
                  <a:cubicBezTo>
                    <a:pt x="87593" y="72244"/>
                    <a:pt x="87768" y="72517"/>
                    <a:pt x="87792" y="72790"/>
                  </a:cubicBezTo>
                  <a:cubicBezTo>
                    <a:pt x="87809" y="73004"/>
                    <a:pt x="87734" y="73224"/>
                    <a:pt x="87623" y="73410"/>
                  </a:cubicBezTo>
                  <a:lnTo>
                    <a:pt x="0" y="51901"/>
                  </a:lnTo>
                  <a:lnTo>
                    <a:pt x="0" y="12954"/>
                  </a:lnTo>
                  <a:lnTo>
                    <a:pt x="0" y="12954"/>
                  </a:lnTo>
                  <a:close/>
                  <a:moveTo>
                    <a:pt x="65523" y="42922"/>
                  </a:moveTo>
                  <a:lnTo>
                    <a:pt x="65523" y="42922"/>
                  </a:lnTo>
                  <a:cubicBezTo>
                    <a:pt x="65534" y="42917"/>
                    <a:pt x="65536" y="42913"/>
                    <a:pt x="65523" y="42922"/>
                  </a:cubicBezTo>
                  <a:close/>
                  <a:moveTo>
                    <a:pt x="72933" y="50899"/>
                  </a:moveTo>
                  <a:lnTo>
                    <a:pt x="72933" y="50899"/>
                  </a:lnTo>
                  <a:cubicBezTo>
                    <a:pt x="72931" y="50899"/>
                    <a:pt x="72929" y="50901"/>
                    <a:pt x="72929" y="50901"/>
                  </a:cubicBezTo>
                  <a:cubicBezTo>
                    <a:pt x="72931" y="50906"/>
                    <a:pt x="72931" y="50903"/>
                    <a:pt x="72933" y="50899"/>
                  </a:cubicBezTo>
                  <a:close/>
                  <a:moveTo>
                    <a:pt x="65289" y="44689"/>
                  </a:moveTo>
                  <a:lnTo>
                    <a:pt x="65289" y="44689"/>
                  </a:lnTo>
                  <a:cubicBezTo>
                    <a:pt x="65302" y="44697"/>
                    <a:pt x="65335" y="44695"/>
                    <a:pt x="65289" y="44689"/>
                  </a:cubicBezTo>
                  <a:close/>
                  <a:moveTo>
                    <a:pt x="65252" y="42586"/>
                  </a:moveTo>
                  <a:lnTo>
                    <a:pt x="65252" y="42586"/>
                  </a:lnTo>
                  <a:cubicBezTo>
                    <a:pt x="65233" y="42586"/>
                    <a:pt x="65231" y="42601"/>
                    <a:pt x="65252" y="42586"/>
                  </a:cubicBezTo>
                  <a:close/>
                  <a:moveTo>
                    <a:pt x="52663" y="33888"/>
                  </a:moveTo>
                  <a:lnTo>
                    <a:pt x="52663" y="33888"/>
                  </a:lnTo>
                  <a:cubicBezTo>
                    <a:pt x="52682" y="33984"/>
                    <a:pt x="52758" y="34064"/>
                    <a:pt x="52832" y="34139"/>
                  </a:cubicBezTo>
                  <a:cubicBezTo>
                    <a:pt x="52853" y="34161"/>
                    <a:pt x="52875" y="34183"/>
                    <a:pt x="52895" y="34204"/>
                  </a:cubicBezTo>
                  <a:cubicBezTo>
                    <a:pt x="52908" y="33899"/>
                    <a:pt x="52918" y="33594"/>
                    <a:pt x="52925" y="33289"/>
                  </a:cubicBezTo>
                  <a:cubicBezTo>
                    <a:pt x="52894" y="33367"/>
                    <a:pt x="52855" y="33443"/>
                    <a:pt x="52812" y="33514"/>
                  </a:cubicBezTo>
                  <a:cubicBezTo>
                    <a:pt x="52747" y="33624"/>
                    <a:pt x="52641" y="33774"/>
                    <a:pt x="52663" y="33888"/>
                  </a:cubicBezTo>
                  <a:lnTo>
                    <a:pt x="52663" y="33888"/>
                  </a:lnTo>
                  <a:close/>
                  <a:moveTo>
                    <a:pt x="49831" y="31563"/>
                  </a:moveTo>
                  <a:lnTo>
                    <a:pt x="49831" y="31563"/>
                  </a:lnTo>
                  <a:cubicBezTo>
                    <a:pt x="49829" y="31557"/>
                    <a:pt x="49825" y="31552"/>
                    <a:pt x="49821" y="31548"/>
                  </a:cubicBezTo>
                  <a:cubicBezTo>
                    <a:pt x="49823" y="31550"/>
                    <a:pt x="49827" y="31561"/>
                    <a:pt x="49831" y="31563"/>
                  </a:cubicBezTo>
                  <a:close/>
                  <a:moveTo>
                    <a:pt x="43227" y="17563"/>
                  </a:moveTo>
                  <a:lnTo>
                    <a:pt x="43227" y="17563"/>
                  </a:lnTo>
                  <a:cubicBezTo>
                    <a:pt x="43219" y="17566"/>
                    <a:pt x="43223" y="17576"/>
                    <a:pt x="43227" y="17563"/>
                  </a:cubicBezTo>
                  <a:close/>
                  <a:moveTo>
                    <a:pt x="41395" y="13981"/>
                  </a:moveTo>
                  <a:lnTo>
                    <a:pt x="41395" y="13981"/>
                  </a:lnTo>
                  <a:cubicBezTo>
                    <a:pt x="41395" y="13955"/>
                    <a:pt x="41363" y="13977"/>
                    <a:pt x="41395" y="13981"/>
                  </a:cubicBezTo>
                  <a:close/>
                  <a:moveTo>
                    <a:pt x="2566" y="14632"/>
                  </a:moveTo>
                  <a:cubicBezTo>
                    <a:pt x="2570" y="14632"/>
                    <a:pt x="2579" y="14622"/>
                    <a:pt x="2581" y="14622"/>
                  </a:cubicBezTo>
                  <a:cubicBezTo>
                    <a:pt x="2576" y="14622"/>
                    <a:pt x="2570" y="14626"/>
                    <a:pt x="2566" y="14632"/>
                  </a:cubicBezTo>
                  <a:close/>
                  <a:moveTo>
                    <a:pt x="14902" y="5279"/>
                  </a:moveTo>
                  <a:cubicBezTo>
                    <a:pt x="14899" y="5292"/>
                    <a:pt x="14908" y="5286"/>
                    <a:pt x="14902" y="5279"/>
                  </a:cubicBezTo>
                  <a:close/>
                  <a:moveTo>
                    <a:pt x="18183" y="2952"/>
                  </a:moveTo>
                  <a:cubicBezTo>
                    <a:pt x="18213" y="2963"/>
                    <a:pt x="18196" y="2930"/>
                    <a:pt x="18183" y="29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6"/>
            <p:cNvSpPr/>
            <p:nvPr/>
          </p:nvSpPr>
          <p:spPr>
            <a:xfrm>
              <a:off x="765100" y="4650048"/>
              <a:ext cx="4359654" cy="1179386"/>
            </a:xfrm>
            <a:custGeom>
              <a:avLst/>
              <a:gdLst/>
              <a:ahLst/>
              <a:cxnLst/>
              <a:rect l="l" t="t" r="r" b="b"/>
              <a:pathLst>
                <a:path w="105204" h="60265" extrusionOk="0">
                  <a:moveTo>
                    <a:pt x="3460" y="60265"/>
                  </a:moveTo>
                  <a:cubicBezTo>
                    <a:pt x="2450" y="59482"/>
                    <a:pt x="1453" y="58684"/>
                    <a:pt x="465" y="57882"/>
                  </a:cubicBezTo>
                  <a:cubicBezTo>
                    <a:pt x="445" y="57893"/>
                    <a:pt x="423" y="57905"/>
                    <a:pt x="402" y="57916"/>
                  </a:cubicBezTo>
                  <a:cubicBezTo>
                    <a:pt x="186" y="58031"/>
                    <a:pt x="0" y="57713"/>
                    <a:pt x="211" y="57590"/>
                  </a:cubicBezTo>
                  <a:cubicBezTo>
                    <a:pt x="240" y="57574"/>
                    <a:pt x="270" y="57555"/>
                    <a:pt x="298" y="57538"/>
                  </a:cubicBezTo>
                  <a:cubicBezTo>
                    <a:pt x="503" y="57412"/>
                    <a:pt x="698" y="57272"/>
                    <a:pt x="897" y="57138"/>
                  </a:cubicBezTo>
                  <a:cubicBezTo>
                    <a:pt x="1109" y="56997"/>
                    <a:pt x="1315" y="56845"/>
                    <a:pt x="1511" y="56675"/>
                  </a:cubicBezTo>
                  <a:cubicBezTo>
                    <a:pt x="1894" y="56346"/>
                    <a:pt x="2232" y="55965"/>
                    <a:pt x="2463" y="55513"/>
                  </a:cubicBezTo>
                  <a:cubicBezTo>
                    <a:pt x="2697" y="55052"/>
                    <a:pt x="2755" y="54553"/>
                    <a:pt x="2777" y="54042"/>
                  </a:cubicBezTo>
                  <a:cubicBezTo>
                    <a:pt x="2790" y="53746"/>
                    <a:pt x="2794" y="53447"/>
                    <a:pt x="2837" y="53153"/>
                  </a:cubicBezTo>
                  <a:cubicBezTo>
                    <a:pt x="2878" y="52880"/>
                    <a:pt x="3069" y="52682"/>
                    <a:pt x="3357" y="52703"/>
                  </a:cubicBezTo>
                  <a:cubicBezTo>
                    <a:pt x="3636" y="52723"/>
                    <a:pt x="3921" y="52803"/>
                    <a:pt x="4196" y="52855"/>
                  </a:cubicBezTo>
                  <a:cubicBezTo>
                    <a:pt x="4350" y="52885"/>
                    <a:pt x="4507" y="52913"/>
                    <a:pt x="4663" y="52943"/>
                  </a:cubicBezTo>
                  <a:cubicBezTo>
                    <a:pt x="4668" y="52945"/>
                    <a:pt x="4732" y="52952"/>
                    <a:pt x="4776" y="52959"/>
                  </a:cubicBezTo>
                  <a:cubicBezTo>
                    <a:pt x="4799" y="52658"/>
                    <a:pt x="4795" y="52355"/>
                    <a:pt x="4804" y="52054"/>
                  </a:cubicBezTo>
                  <a:cubicBezTo>
                    <a:pt x="4814" y="51801"/>
                    <a:pt x="4877" y="51529"/>
                    <a:pt x="5165" y="51472"/>
                  </a:cubicBezTo>
                  <a:cubicBezTo>
                    <a:pt x="5306" y="51444"/>
                    <a:pt x="5433" y="51496"/>
                    <a:pt x="5572" y="51511"/>
                  </a:cubicBezTo>
                  <a:cubicBezTo>
                    <a:pt x="5641" y="51520"/>
                    <a:pt x="5671" y="51509"/>
                    <a:pt x="5716" y="51466"/>
                  </a:cubicBezTo>
                  <a:cubicBezTo>
                    <a:pt x="5849" y="51345"/>
                    <a:pt x="5844" y="51148"/>
                    <a:pt x="5794" y="50983"/>
                  </a:cubicBezTo>
                  <a:cubicBezTo>
                    <a:pt x="5719" y="50744"/>
                    <a:pt x="5576" y="50536"/>
                    <a:pt x="5487" y="50304"/>
                  </a:cubicBezTo>
                  <a:cubicBezTo>
                    <a:pt x="5403" y="50081"/>
                    <a:pt x="5368" y="49815"/>
                    <a:pt x="5444" y="49584"/>
                  </a:cubicBezTo>
                  <a:cubicBezTo>
                    <a:pt x="5533" y="49324"/>
                    <a:pt x="5768" y="49100"/>
                    <a:pt x="6060" y="49160"/>
                  </a:cubicBezTo>
                  <a:cubicBezTo>
                    <a:pt x="6264" y="49203"/>
                    <a:pt x="6411" y="49404"/>
                    <a:pt x="6586" y="49456"/>
                  </a:cubicBezTo>
                  <a:cubicBezTo>
                    <a:pt x="6777" y="49513"/>
                    <a:pt x="7008" y="49454"/>
                    <a:pt x="7161" y="49318"/>
                  </a:cubicBezTo>
                  <a:cubicBezTo>
                    <a:pt x="7157" y="49311"/>
                    <a:pt x="7153" y="49303"/>
                    <a:pt x="7151" y="49294"/>
                  </a:cubicBezTo>
                  <a:cubicBezTo>
                    <a:pt x="7019" y="48849"/>
                    <a:pt x="7427" y="48474"/>
                    <a:pt x="7843" y="48431"/>
                  </a:cubicBezTo>
                  <a:cubicBezTo>
                    <a:pt x="8202" y="48394"/>
                    <a:pt x="8509" y="48611"/>
                    <a:pt x="8760" y="48855"/>
                  </a:cubicBezTo>
                  <a:cubicBezTo>
                    <a:pt x="8766" y="48797"/>
                    <a:pt x="8764" y="48738"/>
                    <a:pt x="8762" y="48697"/>
                  </a:cubicBezTo>
                  <a:cubicBezTo>
                    <a:pt x="8754" y="48503"/>
                    <a:pt x="8723" y="48308"/>
                    <a:pt x="8780" y="48120"/>
                  </a:cubicBezTo>
                  <a:cubicBezTo>
                    <a:pt x="8844" y="47912"/>
                    <a:pt x="9037" y="47728"/>
                    <a:pt x="9249" y="47693"/>
                  </a:cubicBezTo>
                  <a:cubicBezTo>
                    <a:pt x="9229" y="47415"/>
                    <a:pt x="9227" y="47137"/>
                    <a:pt x="9297" y="46867"/>
                  </a:cubicBezTo>
                  <a:cubicBezTo>
                    <a:pt x="9309" y="46820"/>
                    <a:pt x="9323" y="46776"/>
                    <a:pt x="9340" y="46731"/>
                  </a:cubicBezTo>
                  <a:cubicBezTo>
                    <a:pt x="9400" y="46564"/>
                    <a:pt x="9601" y="46540"/>
                    <a:pt x="9703" y="46683"/>
                  </a:cubicBezTo>
                  <a:cubicBezTo>
                    <a:pt x="9900" y="46958"/>
                    <a:pt x="10371" y="47023"/>
                    <a:pt x="10631" y="46813"/>
                  </a:cubicBezTo>
                  <a:cubicBezTo>
                    <a:pt x="10763" y="46705"/>
                    <a:pt x="11008" y="46761"/>
                    <a:pt x="10997" y="46964"/>
                  </a:cubicBezTo>
                  <a:cubicBezTo>
                    <a:pt x="10994" y="47016"/>
                    <a:pt x="10992" y="47068"/>
                    <a:pt x="10988" y="47118"/>
                  </a:cubicBezTo>
                  <a:cubicBezTo>
                    <a:pt x="10975" y="47356"/>
                    <a:pt x="10960" y="47592"/>
                    <a:pt x="10945" y="47830"/>
                  </a:cubicBezTo>
                  <a:cubicBezTo>
                    <a:pt x="11005" y="47821"/>
                    <a:pt x="11062" y="47812"/>
                    <a:pt x="11122" y="47802"/>
                  </a:cubicBezTo>
                  <a:cubicBezTo>
                    <a:pt x="11219" y="47787"/>
                    <a:pt x="11315" y="47767"/>
                    <a:pt x="11414" y="47752"/>
                  </a:cubicBezTo>
                  <a:cubicBezTo>
                    <a:pt x="11429" y="47590"/>
                    <a:pt x="11455" y="47425"/>
                    <a:pt x="11542" y="47289"/>
                  </a:cubicBezTo>
                  <a:cubicBezTo>
                    <a:pt x="11639" y="47138"/>
                    <a:pt x="11803" y="47027"/>
                    <a:pt x="11987" y="47029"/>
                  </a:cubicBezTo>
                  <a:cubicBezTo>
                    <a:pt x="12152" y="47031"/>
                    <a:pt x="12282" y="47127"/>
                    <a:pt x="12401" y="47235"/>
                  </a:cubicBezTo>
                  <a:cubicBezTo>
                    <a:pt x="12442" y="47270"/>
                    <a:pt x="12522" y="47373"/>
                    <a:pt x="12597" y="47410"/>
                  </a:cubicBezTo>
                  <a:cubicBezTo>
                    <a:pt x="12532" y="47230"/>
                    <a:pt x="12466" y="47051"/>
                    <a:pt x="12401" y="46871"/>
                  </a:cubicBezTo>
                  <a:cubicBezTo>
                    <a:pt x="12245" y="46677"/>
                    <a:pt x="12106" y="46439"/>
                    <a:pt x="12130" y="46188"/>
                  </a:cubicBezTo>
                  <a:cubicBezTo>
                    <a:pt x="12165" y="45842"/>
                    <a:pt x="12466" y="45719"/>
                    <a:pt x="12770" y="45680"/>
                  </a:cubicBezTo>
                  <a:cubicBezTo>
                    <a:pt x="12978" y="45652"/>
                    <a:pt x="13138" y="45600"/>
                    <a:pt x="13242" y="45409"/>
                  </a:cubicBezTo>
                  <a:cubicBezTo>
                    <a:pt x="13339" y="45228"/>
                    <a:pt x="13355" y="45009"/>
                    <a:pt x="13342" y="44808"/>
                  </a:cubicBezTo>
                  <a:cubicBezTo>
                    <a:pt x="13324" y="44516"/>
                    <a:pt x="13233" y="44233"/>
                    <a:pt x="13205" y="43941"/>
                  </a:cubicBezTo>
                  <a:cubicBezTo>
                    <a:pt x="13177" y="43662"/>
                    <a:pt x="13194" y="43298"/>
                    <a:pt x="13398" y="43084"/>
                  </a:cubicBezTo>
                  <a:cubicBezTo>
                    <a:pt x="13582" y="42891"/>
                    <a:pt x="13885" y="42948"/>
                    <a:pt x="14038" y="42712"/>
                  </a:cubicBezTo>
                  <a:cubicBezTo>
                    <a:pt x="14187" y="42482"/>
                    <a:pt x="14060" y="42217"/>
                    <a:pt x="14005" y="41978"/>
                  </a:cubicBezTo>
                  <a:cubicBezTo>
                    <a:pt x="13943" y="41708"/>
                    <a:pt x="13960" y="41453"/>
                    <a:pt x="14150" y="41237"/>
                  </a:cubicBezTo>
                  <a:cubicBezTo>
                    <a:pt x="14230" y="41146"/>
                    <a:pt x="14339" y="41077"/>
                    <a:pt x="14455" y="41055"/>
                  </a:cubicBezTo>
                  <a:cubicBezTo>
                    <a:pt x="14469" y="40875"/>
                    <a:pt x="14559" y="40705"/>
                    <a:pt x="14704" y="40581"/>
                  </a:cubicBezTo>
                  <a:cubicBezTo>
                    <a:pt x="14964" y="40356"/>
                    <a:pt x="15329" y="40352"/>
                    <a:pt x="15645" y="40443"/>
                  </a:cubicBezTo>
                  <a:cubicBezTo>
                    <a:pt x="15922" y="40523"/>
                    <a:pt x="16264" y="40670"/>
                    <a:pt x="16355" y="40975"/>
                  </a:cubicBezTo>
                  <a:cubicBezTo>
                    <a:pt x="16357" y="40983"/>
                    <a:pt x="16359" y="40990"/>
                    <a:pt x="16361" y="40999"/>
                  </a:cubicBezTo>
                  <a:cubicBezTo>
                    <a:pt x="16407" y="41033"/>
                    <a:pt x="16439" y="41089"/>
                    <a:pt x="16445" y="41154"/>
                  </a:cubicBezTo>
                  <a:cubicBezTo>
                    <a:pt x="16500" y="41773"/>
                    <a:pt x="16450" y="42396"/>
                    <a:pt x="16298" y="42999"/>
                  </a:cubicBezTo>
                  <a:cubicBezTo>
                    <a:pt x="16459" y="42948"/>
                    <a:pt x="16627" y="42920"/>
                    <a:pt x="16798" y="42917"/>
                  </a:cubicBezTo>
                  <a:cubicBezTo>
                    <a:pt x="16887" y="42915"/>
                    <a:pt x="16986" y="43000"/>
                    <a:pt x="16976" y="43095"/>
                  </a:cubicBezTo>
                  <a:cubicBezTo>
                    <a:pt x="16962" y="43255"/>
                    <a:pt x="16895" y="43393"/>
                    <a:pt x="16787" y="43493"/>
                  </a:cubicBezTo>
                  <a:cubicBezTo>
                    <a:pt x="16915" y="43638"/>
                    <a:pt x="17042" y="43785"/>
                    <a:pt x="17170" y="43934"/>
                  </a:cubicBezTo>
                  <a:cubicBezTo>
                    <a:pt x="17254" y="44031"/>
                    <a:pt x="17227" y="44193"/>
                    <a:pt x="17092" y="44228"/>
                  </a:cubicBezTo>
                  <a:cubicBezTo>
                    <a:pt x="16770" y="44312"/>
                    <a:pt x="16653" y="44763"/>
                    <a:pt x="16995" y="44912"/>
                  </a:cubicBezTo>
                  <a:cubicBezTo>
                    <a:pt x="17257" y="45026"/>
                    <a:pt x="17477" y="44750"/>
                    <a:pt x="17376" y="44520"/>
                  </a:cubicBezTo>
                  <a:cubicBezTo>
                    <a:pt x="17367" y="44498"/>
                    <a:pt x="17354" y="44475"/>
                    <a:pt x="17335" y="44453"/>
                  </a:cubicBezTo>
                  <a:cubicBezTo>
                    <a:pt x="17291" y="44393"/>
                    <a:pt x="17313" y="44291"/>
                    <a:pt x="17363" y="44243"/>
                  </a:cubicBezTo>
                  <a:cubicBezTo>
                    <a:pt x="17421" y="44185"/>
                    <a:pt x="17503" y="44183"/>
                    <a:pt x="17573" y="44215"/>
                  </a:cubicBezTo>
                  <a:cubicBezTo>
                    <a:pt x="17609" y="44232"/>
                    <a:pt x="17644" y="44248"/>
                    <a:pt x="17679" y="44265"/>
                  </a:cubicBezTo>
                  <a:cubicBezTo>
                    <a:pt x="17709" y="44131"/>
                    <a:pt x="17724" y="43995"/>
                    <a:pt x="17724" y="43858"/>
                  </a:cubicBezTo>
                  <a:cubicBezTo>
                    <a:pt x="17659" y="43752"/>
                    <a:pt x="17691" y="43609"/>
                    <a:pt x="17798" y="43525"/>
                  </a:cubicBezTo>
                  <a:cubicBezTo>
                    <a:pt x="17890" y="43454"/>
                    <a:pt x="17992" y="43523"/>
                    <a:pt x="18033" y="43610"/>
                  </a:cubicBezTo>
                  <a:cubicBezTo>
                    <a:pt x="18096" y="43573"/>
                    <a:pt x="18159" y="43514"/>
                    <a:pt x="18204" y="43480"/>
                  </a:cubicBezTo>
                  <a:cubicBezTo>
                    <a:pt x="18295" y="43413"/>
                    <a:pt x="18382" y="43343"/>
                    <a:pt x="18466" y="43270"/>
                  </a:cubicBezTo>
                  <a:cubicBezTo>
                    <a:pt x="18606" y="43153"/>
                    <a:pt x="18741" y="43026"/>
                    <a:pt x="18866" y="42894"/>
                  </a:cubicBezTo>
                  <a:cubicBezTo>
                    <a:pt x="18600" y="42561"/>
                    <a:pt x="18382" y="42121"/>
                    <a:pt x="18663" y="41730"/>
                  </a:cubicBezTo>
                  <a:cubicBezTo>
                    <a:pt x="18793" y="41548"/>
                    <a:pt x="19005" y="41421"/>
                    <a:pt x="19234" y="41461"/>
                  </a:cubicBezTo>
                  <a:cubicBezTo>
                    <a:pt x="19348" y="41481"/>
                    <a:pt x="19435" y="41540"/>
                    <a:pt x="19530" y="41600"/>
                  </a:cubicBezTo>
                  <a:cubicBezTo>
                    <a:pt x="19491" y="41475"/>
                    <a:pt x="19493" y="41332"/>
                    <a:pt x="19530" y="41211"/>
                  </a:cubicBezTo>
                  <a:cubicBezTo>
                    <a:pt x="19625" y="40901"/>
                    <a:pt x="19920" y="40758"/>
                    <a:pt x="20103" y="40510"/>
                  </a:cubicBezTo>
                  <a:cubicBezTo>
                    <a:pt x="20173" y="40417"/>
                    <a:pt x="20283" y="40399"/>
                    <a:pt x="20374" y="40475"/>
                  </a:cubicBezTo>
                  <a:cubicBezTo>
                    <a:pt x="20445" y="40538"/>
                    <a:pt x="20538" y="40545"/>
                    <a:pt x="20620" y="40519"/>
                  </a:cubicBezTo>
                  <a:cubicBezTo>
                    <a:pt x="20568" y="40227"/>
                    <a:pt x="20616" y="39928"/>
                    <a:pt x="20763" y="39666"/>
                  </a:cubicBezTo>
                  <a:cubicBezTo>
                    <a:pt x="20800" y="39603"/>
                    <a:pt x="20880" y="39573"/>
                    <a:pt x="20951" y="39591"/>
                  </a:cubicBezTo>
                  <a:cubicBezTo>
                    <a:pt x="21256" y="39670"/>
                    <a:pt x="21581" y="39664"/>
                    <a:pt x="21879" y="39565"/>
                  </a:cubicBezTo>
                  <a:cubicBezTo>
                    <a:pt x="21771" y="39283"/>
                    <a:pt x="21834" y="38941"/>
                    <a:pt x="22108" y="38764"/>
                  </a:cubicBezTo>
                  <a:cubicBezTo>
                    <a:pt x="22334" y="38617"/>
                    <a:pt x="22626" y="38660"/>
                    <a:pt x="22822" y="38821"/>
                  </a:cubicBezTo>
                  <a:cubicBezTo>
                    <a:pt x="22956" y="38712"/>
                    <a:pt x="23169" y="38686"/>
                    <a:pt x="23331" y="38755"/>
                  </a:cubicBezTo>
                  <a:cubicBezTo>
                    <a:pt x="23487" y="38820"/>
                    <a:pt x="23603" y="38941"/>
                    <a:pt x="23740" y="39033"/>
                  </a:cubicBezTo>
                  <a:cubicBezTo>
                    <a:pt x="23791" y="39065"/>
                    <a:pt x="23859" y="39100"/>
                    <a:pt x="23928" y="39113"/>
                  </a:cubicBezTo>
                  <a:cubicBezTo>
                    <a:pt x="23908" y="38957"/>
                    <a:pt x="23856" y="38805"/>
                    <a:pt x="23774" y="38662"/>
                  </a:cubicBezTo>
                  <a:cubicBezTo>
                    <a:pt x="23463" y="38113"/>
                    <a:pt x="22846" y="37641"/>
                    <a:pt x="22922" y="36945"/>
                  </a:cubicBezTo>
                  <a:cubicBezTo>
                    <a:pt x="22937" y="36815"/>
                    <a:pt x="23034" y="36731"/>
                    <a:pt x="23168" y="36759"/>
                  </a:cubicBezTo>
                  <a:cubicBezTo>
                    <a:pt x="23415" y="36809"/>
                    <a:pt x="23841" y="36910"/>
                    <a:pt x="23990" y="36621"/>
                  </a:cubicBezTo>
                  <a:cubicBezTo>
                    <a:pt x="24051" y="36502"/>
                    <a:pt x="23988" y="36354"/>
                    <a:pt x="23980" y="36229"/>
                  </a:cubicBezTo>
                  <a:cubicBezTo>
                    <a:pt x="23971" y="36063"/>
                    <a:pt x="24036" y="35930"/>
                    <a:pt x="24151" y="35816"/>
                  </a:cubicBezTo>
                  <a:cubicBezTo>
                    <a:pt x="24257" y="35716"/>
                    <a:pt x="24291" y="35639"/>
                    <a:pt x="24233" y="35498"/>
                  </a:cubicBezTo>
                  <a:cubicBezTo>
                    <a:pt x="24174" y="35357"/>
                    <a:pt x="24068" y="35249"/>
                    <a:pt x="23971" y="35134"/>
                  </a:cubicBezTo>
                  <a:cubicBezTo>
                    <a:pt x="23761" y="34881"/>
                    <a:pt x="23599" y="34589"/>
                    <a:pt x="23739" y="34263"/>
                  </a:cubicBezTo>
                  <a:cubicBezTo>
                    <a:pt x="23763" y="34207"/>
                    <a:pt x="23835" y="34176"/>
                    <a:pt x="23889" y="34176"/>
                  </a:cubicBezTo>
                  <a:cubicBezTo>
                    <a:pt x="24079" y="34179"/>
                    <a:pt x="24287" y="34176"/>
                    <a:pt x="24455" y="34073"/>
                  </a:cubicBezTo>
                  <a:cubicBezTo>
                    <a:pt x="24542" y="34020"/>
                    <a:pt x="24631" y="33882"/>
                    <a:pt x="24600" y="33796"/>
                  </a:cubicBezTo>
                  <a:cubicBezTo>
                    <a:pt x="24555" y="33679"/>
                    <a:pt x="24322" y="33657"/>
                    <a:pt x="24222" y="33612"/>
                  </a:cubicBezTo>
                  <a:cubicBezTo>
                    <a:pt x="24055" y="33538"/>
                    <a:pt x="23906" y="33389"/>
                    <a:pt x="23880" y="33201"/>
                  </a:cubicBezTo>
                  <a:cubicBezTo>
                    <a:pt x="23865" y="33092"/>
                    <a:pt x="23897" y="32986"/>
                    <a:pt x="23964" y="32898"/>
                  </a:cubicBezTo>
                  <a:cubicBezTo>
                    <a:pt x="24010" y="32837"/>
                    <a:pt x="24077" y="32798"/>
                    <a:pt x="24125" y="32738"/>
                  </a:cubicBezTo>
                  <a:cubicBezTo>
                    <a:pt x="24138" y="32721"/>
                    <a:pt x="24144" y="32701"/>
                    <a:pt x="24142" y="32686"/>
                  </a:cubicBezTo>
                  <a:cubicBezTo>
                    <a:pt x="24137" y="32623"/>
                    <a:pt x="24110" y="32558"/>
                    <a:pt x="24088" y="32498"/>
                  </a:cubicBezTo>
                  <a:cubicBezTo>
                    <a:pt x="23986" y="32206"/>
                    <a:pt x="23915" y="31864"/>
                    <a:pt x="24226" y="31667"/>
                  </a:cubicBezTo>
                  <a:cubicBezTo>
                    <a:pt x="24391" y="31563"/>
                    <a:pt x="24559" y="31561"/>
                    <a:pt x="24719" y="31613"/>
                  </a:cubicBezTo>
                  <a:cubicBezTo>
                    <a:pt x="24760" y="31490"/>
                    <a:pt x="24840" y="31394"/>
                    <a:pt x="24919" y="31293"/>
                  </a:cubicBezTo>
                  <a:cubicBezTo>
                    <a:pt x="24994" y="31198"/>
                    <a:pt x="25076" y="31102"/>
                    <a:pt x="25024" y="30977"/>
                  </a:cubicBezTo>
                  <a:cubicBezTo>
                    <a:pt x="24964" y="30834"/>
                    <a:pt x="24853" y="30707"/>
                    <a:pt x="24771" y="30577"/>
                  </a:cubicBezTo>
                  <a:cubicBezTo>
                    <a:pt x="24611" y="30320"/>
                    <a:pt x="24494" y="30019"/>
                    <a:pt x="24600" y="29720"/>
                  </a:cubicBezTo>
                  <a:cubicBezTo>
                    <a:pt x="24678" y="29500"/>
                    <a:pt x="24836" y="29342"/>
                    <a:pt x="25024" y="29210"/>
                  </a:cubicBezTo>
                  <a:cubicBezTo>
                    <a:pt x="25204" y="29084"/>
                    <a:pt x="25401" y="28985"/>
                    <a:pt x="25583" y="28861"/>
                  </a:cubicBezTo>
                  <a:cubicBezTo>
                    <a:pt x="25782" y="28725"/>
                    <a:pt x="25801" y="28451"/>
                    <a:pt x="25769" y="28236"/>
                  </a:cubicBezTo>
                  <a:cubicBezTo>
                    <a:pt x="25725" y="27916"/>
                    <a:pt x="25604" y="27611"/>
                    <a:pt x="25721" y="27289"/>
                  </a:cubicBezTo>
                  <a:cubicBezTo>
                    <a:pt x="25773" y="27142"/>
                    <a:pt x="25864" y="27014"/>
                    <a:pt x="25998" y="26932"/>
                  </a:cubicBezTo>
                  <a:cubicBezTo>
                    <a:pt x="26104" y="26865"/>
                    <a:pt x="26251" y="26856"/>
                    <a:pt x="26312" y="26737"/>
                  </a:cubicBezTo>
                  <a:cubicBezTo>
                    <a:pt x="26443" y="26493"/>
                    <a:pt x="26290" y="26182"/>
                    <a:pt x="26236" y="25939"/>
                  </a:cubicBezTo>
                  <a:cubicBezTo>
                    <a:pt x="26166" y="25625"/>
                    <a:pt x="26195" y="25312"/>
                    <a:pt x="26350" y="25028"/>
                  </a:cubicBezTo>
                  <a:cubicBezTo>
                    <a:pt x="26638" y="24494"/>
                    <a:pt x="27317" y="24272"/>
                    <a:pt x="27836" y="24626"/>
                  </a:cubicBezTo>
                  <a:cubicBezTo>
                    <a:pt x="28077" y="24791"/>
                    <a:pt x="28245" y="25044"/>
                    <a:pt x="28260" y="25344"/>
                  </a:cubicBezTo>
                  <a:cubicBezTo>
                    <a:pt x="28269" y="25530"/>
                    <a:pt x="28213" y="25712"/>
                    <a:pt x="28118" y="25870"/>
                  </a:cubicBezTo>
                  <a:cubicBezTo>
                    <a:pt x="28081" y="25931"/>
                    <a:pt x="28033" y="25991"/>
                    <a:pt x="28007" y="26058"/>
                  </a:cubicBezTo>
                  <a:cubicBezTo>
                    <a:pt x="27999" y="26075"/>
                    <a:pt x="27996" y="26089"/>
                    <a:pt x="27994" y="26106"/>
                  </a:cubicBezTo>
                  <a:cubicBezTo>
                    <a:pt x="27992" y="26112"/>
                    <a:pt x="27992" y="26117"/>
                    <a:pt x="27992" y="26125"/>
                  </a:cubicBezTo>
                  <a:cubicBezTo>
                    <a:pt x="27992" y="26125"/>
                    <a:pt x="27994" y="26129"/>
                    <a:pt x="27994" y="26136"/>
                  </a:cubicBezTo>
                  <a:cubicBezTo>
                    <a:pt x="27996" y="26143"/>
                    <a:pt x="28005" y="26162"/>
                    <a:pt x="28005" y="26166"/>
                  </a:cubicBezTo>
                  <a:lnTo>
                    <a:pt x="28005" y="26166"/>
                  </a:lnTo>
                  <a:lnTo>
                    <a:pt x="28005" y="26168"/>
                  </a:lnTo>
                  <a:cubicBezTo>
                    <a:pt x="28009" y="26173"/>
                    <a:pt x="28012" y="26179"/>
                    <a:pt x="28016" y="26182"/>
                  </a:cubicBezTo>
                  <a:cubicBezTo>
                    <a:pt x="28020" y="26190"/>
                    <a:pt x="28023" y="26197"/>
                    <a:pt x="28029" y="26203"/>
                  </a:cubicBezTo>
                  <a:lnTo>
                    <a:pt x="28029" y="26203"/>
                  </a:lnTo>
                  <a:cubicBezTo>
                    <a:pt x="28029" y="26205"/>
                    <a:pt x="28031" y="26207"/>
                    <a:pt x="28035" y="26210"/>
                  </a:cubicBezTo>
                  <a:cubicBezTo>
                    <a:pt x="28070" y="26251"/>
                    <a:pt x="28109" y="26287"/>
                    <a:pt x="28150" y="26320"/>
                  </a:cubicBezTo>
                  <a:cubicBezTo>
                    <a:pt x="28235" y="26394"/>
                    <a:pt x="28328" y="26460"/>
                    <a:pt x="28408" y="26538"/>
                  </a:cubicBezTo>
                  <a:cubicBezTo>
                    <a:pt x="28633" y="26759"/>
                    <a:pt x="28678" y="27023"/>
                    <a:pt x="28648" y="27328"/>
                  </a:cubicBezTo>
                  <a:cubicBezTo>
                    <a:pt x="28635" y="27447"/>
                    <a:pt x="28609" y="27587"/>
                    <a:pt x="28659" y="27702"/>
                  </a:cubicBezTo>
                  <a:cubicBezTo>
                    <a:pt x="28699" y="27793"/>
                    <a:pt x="28806" y="27840"/>
                    <a:pt x="28894" y="27877"/>
                  </a:cubicBezTo>
                  <a:cubicBezTo>
                    <a:pt x="29124" y="27972"/>
                    <a:pt x="29364" y="28061"/>
                    <a:pt x="29550" y="28238"/>
                  </a:cubicBezTo>
                  <a:cubicBezTo>
                    <a:pt x="29720" y="28397"/>
                    <a:pt x="29844" y="28604"/>
                    <a:pt x="29978" y="28794"/>
                  </a:cubicBezTo>
                  <a:cubicBezTo>
                    <a:pt x="30041" y="28883"/>
                    <a:pt x="30078" y="28942"/>
                    <a:pt x="30164" y="29019"/>
                  </a:cubicBezTo>
                  <a:cubicBezTo>
                    <a:pt x="30173" y="29026"/>
                    <a:pt x="30224" y="29061"/>
                    <a:pt x="30242" y="29069"/>
                  </a:cubicBezTo>
                  <a:cubicBezTo>
                    <a:pt x="30261" y="29078"/>
                    <a:pt x="30320" y="29091"/>
                    <a:pt x="30335" y="29091"/>
                  </a:cubicBezTo>
                  <a:cubicBezTo>
                    <a:pt x="30482" y="29102"/>
                    <a:pt x="30627" y="29275"/>
                    <a:pt x="30521" y="29418"/>
                  </a:cubicBezTo>
                  <a:cubicBezTo>
                    <a:pt x="30437" y="29536"/>
                    <a:pt x="30289" y="29710"/>
                    <a:pt x="30359" y="29863"/>
                  </a:cubicBezTo>
                  <a:cubicBezTo>
                    <a:pt x="30395" y="29939"/>
                    <a:pt x="30450" y="30006"/>
                    <a:pt x="30486" y="30082"/>
                  </a:cubicBezTo>
                  <a:cubicBezTo>
                    <a:pt x="30527" y="30174"/>
                    <a:pt x="30555" y="30268"/>
                    <a:pt x="30569" y="30365"/>
                  </a:cubicBezTo>
                  <a:cubicBezTo>
                    <a:pt x="30612" y="30644"/>
                    <a:pt x="30545" y="30981"/>
                    <a:pt x="30703" y="31228"/>
                  </a:cubicBezTo>
                  <a:cubicBezTo>
                    <a:pt x="30729" y="31269"/>
                    <a:pt x="30759" y="31304"/>
                    <a:pt x="30802" y="31327"/>
                  </a:cubicBezTo>
                  <a:cubicBezTo>
                    <a:pt x="30819" y="31336"/>
                    <a:pt x="30835" y="31340"/>
                    <a:pt x="30854" y="31345"/>
                  </a:cubicBezTo>
                  <a:cubicBezTo>
                    <a:pt x="30858" y="31345"/>
                    <a:pt x="30860" y="31347"/>
                    <a:pt x="30861" y="31347"/>
                  </a:cubicBezTo>
                  <a:lnTo>
                    <a:pt x="30861" y="31347"/>
                  </a:lnTo>
                  <a:cubicBezTo>
                    <a:pt x="30871" y="31347"/>
                    <a:pt x="30882" y="31347"/>
                    <a:pt x="30893" y="31347"/>
                  </a:cubicBezTo>
                  <a:cubicBezTo>
                    <a:pt x="30900" y="31347"/>
                    <a:pt x="30910" y="31347"/>
                    <a:pt x="30919" y="31347"/>
                  </a:cubicBezTo>
                  <a:lnTo>
                    <a:pt x="30919" y="31347"/>
                  </a:lnTo>
                  <a:cubicBezTo>
                    <a:pt x="30921" y="31345"/>
                    <a:pt x="30923" y="31345"/>
                    <a:pt x="30928" y="31343"/>
                  </a:cubicBezTo>
                  <a:cubicBezTo>
                    <a:pt x="30949" y="31338"/>
                    <a:pt x="30967" y="31332"/>
                    <a:pt x="30988" y="31325"/>
                  </a:cubicBezTo>
                  <a:cubicBezTo>
                    <a:pt x="30992" y="31323"/>
                    <a:pt x="31040" y="31302"/>
                    <a:pt x="31034" y="31306"/>
                  </a:cubicBezTo>
                  <a:cubicBezTo>
                    <a:pt x="31053" y="31299"/>
                    <a:pt x="31070" y="31289"/>
                    <a:pt x="31086" y="31280"/>
                  </a:cubicBezTo>
                  <a:cubicBezTo>
                    <a:pt x="31382" y="31113"/>
                    <a:pt x="31676" y="30737"/>
                    <a:pt x="32039" y="30774"/>
                  </a:cubicBezTo>
                  <a:cubicBezTo>
                    <a:pt x="32057" y="30763"/>
                    <a:pt x="32076" y="30756"/>
                    <a:pt x="32096" y="30748"/>
                  </a:cubicBezTo>
                  <a:cubicBezTo>
                    <a:pt x="32163" y="30726"/>
                    <a:pt x="32238" y="30717"/>
                    <a:pt x="32308" y="30702"/>
                  </a:cubicBezTo>
                  <a:cubicBezTo>
                    <a:pt x="32442" y="30672"/>
                    <a:pt x="32576" y="30648"/>
                    <a:pt x="32710" y="30624"/>
                  </a:cubicBezTo>
                  <a:cubicBezTo>
                    <a:pt x="32879" y="30594"/>
                    <a:pt x="33047" y="30564"/>
                    <a:pt x="33214" y="30532"/>
                  </a:cubicBezTo>
                  <a:cubicBezTo>
                    <a:pt x="33024" y="30267"/>
                    <a:pt x="32872" y="29965"/>
                    <a:pt x="32911" y="29636"/>
                  </a:cubicBezTo>
                  <a:cubicBezTo>
                    <a:pt x="32943" y="29353"/>
                    <a:pt x="33115" y="29071"/>
                    <a:pt x="33367" y="28942"/>
                  </a:cubicBezTo>
                  <a:cubicBezTo>
                    <a:pt x="33331" y="28848"/>
                    <a:pt x="33309" y="28745"/>
                    <a:pt x="33300" y="28634"/>
                  </a:cubicBezTo>
                  <a:cubicBezTo>
                    <a:pt x="33285" y="28423"/>
                    <a:pt x="33324" y="28206"/>
                    <a:pt x="33378" y="28005"/>
                  </a:cubicBezTo>
                  <a:cubicBezTo>
                    <a:pt x="33430" y="27815"/>
                    <a:pt x="33497" y="27622"/>
                    <a:pt x="33582" y="27447"/>
                  </a:cubicBezTo>
                  <a:cubicBezTo>
                    <a:pt x="33636" y="27336"/>
                    <a:pt x="33727" y="27244"/>
                    <a:pt x="33846" y="27207"/>
                  </a:cubicBezTo>
                  <a:cubicBezTo>
                    <a:pt x="33960" y="27170"/>
                    <a:pt x="34068" y="27198"/>
                    <a:pt x="34181" y="27213"/>
                  </a:cubicBezTo>
                  <a:cubicBezTo>
                    <a:pt x="34285" y="27226"/>
                    <a:pt x="34373" y="27176"/>
                    <a:pt x="34427" y="27068"/>
                  </a:cubicBezTo>
                  <a:cubicBezTo>
                    <a:pt x="34486" y="26951"/>
                    <a:pt x="34423" y="26856"/>
                    <a:pt x="34321" y="26763"/>
                  </a:cubicBezTo>
                  <a:cubicBezTo>
                    <a:pt x="34187" y="26638"/>
                    <a:pt x="34025" y="26545"/>
                    <a:pt x="33906" y="26406"/>
                  </a:cubicBezTo>
                  <a:cubicBezTo>
                    <a:pt x="33779" y="26255"/>
                    <a:pt x="33683" y="26052"/>
                    <a:pt x="33733" y="25850"/>
                  </a:cubicBezTo>
                  <a:cubicBezTo>
                    <a:pt x="33774" y="25677"/>
                    <a:pt x="33919" y="25524"/>
                    <a:pt x="34092" y="25474"/>
                  </a:cubicBezTo>
                  <a:cubicBezTo>
                    <a:pt x="34189" y="25446"/>
                    <a:pt x="34293" y="25452"/>
                    <a:pt x="34384" y="25496"/>
                  </a:cubicBezTo>
                  <a:cubicBezTo>
                    <a:pt x="34415" y="25513"/>
                    <a:pt x="34447" y="25533"/>
                    <a:pt x="34475" y="25558"/>
                  </a:cubicBezTo>
                  <a:cubicBezTo>
                    <a:pt x="34494" y="25524"/>
                    <a:pt x="34508" y="25487"/>
                    <a:pt x="34518" y="25465"/>
                  </a:cubicBezTo>
                  <a:cubicBezTo>
                    <a:pt x="34542" y="25409"/>
                    <a:pt x="34559" y="25344"/>
                    <a:pt x="34570" y="25282"/>
                  </a:cubicBezTo>
                  <a:cubicBezTo>
                    <a:pt x="34592" y="25147"/>
                    <a:pt x="34579" y="25007"/>
                    <a:pt x="34536" y="24877"/>
                  </a:cubicBezTo>
                  <a:cubicBezTo>
                    <a:pt x="34434" y="24551"/>
                    <a:pt x="34118" y="24406"/>
                    <a:pt x="33869" y="24209"/>
                  </a:cubicBezTo>
                  <a:cubicBezTo>
                    <a:pt x="33608" y="24003"/>
                    <a:pt x="33402" y="23674"/>
                    <a:pt x="33493" y="23331"/>
                  </a:cubicBezTo>
                  <a:cubicBezTo>
                    <a:pt x="33575" y="23013"/>
                    <a:pt x="33861" y="22855"/>
                    <a:pt x="34122" y="22703"/>
                  </a:cubicBezTo>
                  <a:cubicBezTo>
                    <a:pt x="34207" y="22653"/>
                    <a:pt x="34295" y="22597"/>
                    <a:pt x="34293" y="22498"/>
                  </a:cubicBezTo>
                  <a:cubicBezTo>
                    <a:pt x="34291" y="22383"/>
                    <a:pt x="34222" y="22256"/>
                    <a:pt x="34183" y="22147"/>
                  </a:cubicBezTo>
                  <a:cubicBezTo>
                    <a:pt x="34088" y="21875"/>
                    <a:pt x="34107" y="21568"/>
                    <a:pt x="34363" y="21394"/>
                  </a:cubicBezTo>
                  <a:cubicBezTo>
                    <a:pt x="34587" y="21241"/>
                    <a:pt x="34888" y="21265"/>
                    <a:pt x="35137" y="21319"/>
                  </a:cubicBezTo>
                  <a:cubicBezTo>
                    <a:pt x="35306" y="21356"/>
                    <a:pt x="35472" y="21410"/>
                    <a:pt x="35637" y="21460"/>
                  </a:cubicBezTo>
                  <a:cubicBezTo>
                    <a:pt x="35801" y="21509"/>
                    <a:pt x="35996" y="21544"/>
                    <a:pt x="36136" y="21648"/>
                  </a:cubicBezTo>
                  <a:cubicBezTo>
                    <a:pt x="36273" y="21752"/>
                    <a:pt x="36277" y="21907"/>
                    <a:pt x="36258" y="22065"/>
                  </a:cubicBezTo>
                  <a:cubicBezTo>
                    <a:pt x="36247" y="22162"/>
                    <a:pt x="36260" y="22234"/>
                    <a:pt x="36327" y="22309"/>
                  </a:cubicBezTo>
                  <a:cubicBezTo>
                    <a:pt x="36400" y="22390"/>
                    <a:pt x="36521" y="22452"/>
                    <a:pt x="36638" y="22461"/>
                  </a:cubicBezTo>
                  <a:cubicBezTo>
                    <a:pt x="36681" y="22398"/>
                    <a:pt x="36759" y="22364"/>
                    <a:pt x="36831" y="22411"/>
                  </a:cubicBezTo>
                  <a:cubicBezTo>
                    <a:pt x="36837" y="22407"/>
                    <a:pt x="36842" y="22403"/>
                    <a:pt x="36850" y="22398"/>
                  </a:cubicBezTo>
                  <a:cubicBezTo>
                    <a:pt x="36891" y="22362"/>
                    <a:pt x="36937" y="22372"/>
                    <a:pt x="36965" y="22402"/>
                  </a:cubicBezTo>
                  <a:cubicBezTo>
                    <a:pt x="36978" y="22392"/>
                    <a:pt x="36991" y="22379"/>
                    <a:pt x="37001" y="22366"/>
                  </a:cubicBezTo>
                  <a:cubicBezTo>
                    <a:pt x="37064" y="22281"/>
                    <a:pt x="37045" y="22136"/>
                    <a:pt x="37045" y="22037"/>
                  </a:cubicBezTo>
                  <a:cubicBezTo>
                    <a:pt x="37047" y="21782"/>
                    <a:pt x="37092" y="21501"/>
                    <a:pt x="37317" y="21347"/>
                  </a:cubicBezTo>
                  <a:cubicBezTo>
                    <a:pt x="37426" y="21273"/>
                    <a:pt x="37551" y="21284"/>
                    <a:pt x="37661" y="21248"/>
                  </a:cubicBezTo>
                  <a:cubicBezTo>
                    <a:pt x="37666" y="21248"/>
                    <a:pt x="37670" y="21239"/>
                    <a:pt x="37672" y="21237"/>
                  </a:cubicBezTo>
                  <a:cubicBezTo>
                    <a:pt x="37674" y="21237"/>
                    <a:pt x="37674" y="21237"/>
                    <a:pt x="37674" y="21237"/>
                  </a:cubicBezTo>
                  <a:cubicBezTo>
                    <a:pt x="37676" y="21226"/>
                    <a:pt x="37679" y="21213"/>
                    <a:pt x="37681" y="21204"/>
                  </a:cubicBezTo>
                  <a:cubicBezTo>
                    <a:pt x="37681" y="21193"/>
                    <a:pt x="37676" y="21139"/>
                    <a:pt x="37668" y="21107"/>
                  </a:cubicBezTo>
                  <a:cubicBezTo>
                    <a:pt x="37620" y="20904"/>
                    <a:pt x="37477" y="20741"/>
                    <a:pt x="37430" y="20534"/>
                  </a:cubicBezTo>
                  <a:cubicBezTo>
                    <a:pt x="37384" y="20332"/>
                    <a:pt x="37399" y="20101"/>
                    <a:pt x="37570" y="19960"/>
                  </a:cubicBezTo>
                  <a:cubicBezTo>
                    <a:pt x="37692" y="19859"/>
                    <a:pt x="37824" y="19861"/>
                    <a:pt x="37973" y="19846"/>
                  </a:cubicBezTo>
                  <a:cubicBezTo>
                    <a:pt x="37986" y="19844"/>
                    <a:pt x="37997" y="19844"/>
                    <a:pt x="38010" y="19841"/>
                  </a:cubicBezTo>
                  <a:lnTo>
                    <a:pt x="38010" y="19841"/>
                  </a:lnTo>
                  <a:cubicBezTo>
                    <a:pt x="38012" y="19839"/>
                    <a:pt x="38031" y="19833"/>
                    <a:pt x="38038" y="19829"/>
                  </a:cubicBezTo>
                  <a:cubicBezTo>
                    <a:pt x="38038" y="19828"/>
                    <a:pt x="38066" y="19803"/>
                    <a:pt x="38066" y="19805"/>
                  </a:cubicBezTo>
                  <a:cubicBezTo>
                    <a:pt x="38163" y="19683"/>
                    <a:pt x="38196" y="19515"/>
                    <a:pt x="38276" y="19381"/>
                  </a:cubicBezTo>
                  <a:cubicBezTo>
                    <a:pt x="38390" y="19192"/>
                    <a:pt x="38570" y="19074"/>
                    <a:pt x="38797" y="19082"/>
                  </a:cubicBezTo>
                  <a:cubicBezTo>
                    <a:pt x="38909" y="19084"/>
                    <a:pt x="39039" y="19134"/>
                    <a:pt x="39147" y="19087"/>
                  </a:cubicBezTo>
                  <a:cubicBezTo>
                    <a:pt x="39199" y="19065"/>
                    <a:pt x="39243" y="19020"/>
                    <a:pt x="39277" y="18976"/>
                  </a:cubicBezTo>
                  <a:cubicBezTo>
                    <a:pt x="39400" y="18808"/>
                    <a:pt x="39420" y="18596"/>
                    <a:pt x="39433" y="18397"/>
                  </a:cubicBezTo>
                  <a:cubicBezTo>
                    <a:pt x="39465" y="17951"/>
                    <a:pt x="39537" y="17469"/>
                    <a:pt x="39987" y="17257"/>
                  </a:cubicBezTo>
                  <a:cubicBezTo>
                    <a:pt x="40343" y="17092"/>
                    <a:pt x="40781" y="17124"/>
                    <a:pt x="41086" y="17376"/>
                  </a:cubicBezTo>
                  <a:cubicBezTo>
                    <a:pt x="41166" y="17443"/>
                    <a:pt x="41231" y="17527"/>
                    <a:pt x="41284" y="17616"/>
                  </a:cubicBezTo>
                  <a:cubicBezTo>
                    <a:pt x="41330" y="17696"/>
                    <a:pt x="41365" y="17793"/>
                    <a:pt x="41443" y="17847"/>
                  </a:cubicBezTo>
                  <a:cubicBezTo>
                    <a:pt x="41548" y="17921"/>
                    <a:pt x="41663" y="17959"/>
                    <a:pt x="41748" y="18059"/>
                  </a:cubicBezTo>
                  <a:cubicBezTo>
                    <a:pt x="41815" y="18139"/>
                    <a:pt x="41856" y="18232"/>
                    <a:pt x="41873" y="18334"/>
                  </a:cubicBezTo>
                  <a:cubicBezTo>
                    <a:pt x="41910" y="18544"/>
                    <a:pt x="41843" y="18749"/>
                    <a:pt x="41866" y="18957"/>
                  </a:cubicBezTo>
                  <a:cubicBezTo>
                    <a:pt x="41875" y="19043"/>
                    <a:pt x="41921" y="19100"/>
                    <a:pt x="41975" y="19173"/>
                  </a:cubicBezTo>
                  <a:cubicBezTo>
                    <a:pt x="42055" y="19283"/>
                    <a:pt x="42091" y="19409"/>
                    <a:pt x="42068" y="19543"/>
                  </a:cubicBezTo>
                  <a:cubicBezTo>
                    <a:pt x="42050" y="19657"/>
                    <a:pt x="41994" y="19753"/>
                    <a:pt x="41947" y="19856"/>
                  </a:cubicBezTo>
                  <a:cubicBezTo>
                    <a:pt x="41918" y="19924"/>
                    <a:pt x="41907" y="19975"/>
                    <a:pt x="41936" y="20021"/>
                  </a:cubicBezTo>
                  <a:cubicBezTo>
                    <a:pt x="42013" y="20155"/>
                    <a:pt x="42217" y="20224"/>
                    <a:pt x="42357" y="20272"/>
                  </a:cubicBezTo>
                  <a:cubicBezTo>
                    <a:pt x="42468" y="20309"/>
                    <a:pt x="42544" y="20445"/>
                    <a:pt x="42472" y="20555"/>
                  </a:cubicBezTo>
                  <a:cubicBezTo>
                    <a:pt x="42301" y="20813"/>
                    <a:pt x="42161" y="21124"/>
                    <a:pt x="42106" y="21429"/>
                  </a:cubicBezTo>
                  <a:cubicBezTo>
                    <a:pt x="42085" y="21539"/>
                    <a:pt x="42087" y="21632"/>
                    <a:pt x="42210" y="21659"/>
                  </a:cubicBezTo>
                  <a:cubicBezTo>
                    <a:pt x="42340" y="21689"/>
                    <a:pt x="42465" y="21691"/>
                    <a:pt x="42584" y="21764"/>
                  </a:cubicBezTo>
                  <a:cubicBezTo>
                    <a:pt x="42799" y="21898"/>
                    <a:pt x="42911" y="22130"/>
                    <a:pt x="43026" y="22346"/>
                  </a:cubicBezTo>
                  <a:cubicBezTo>
                    <a:pt x="43099" y="22483"/>
                    <a:pt x="43221" y="22651"/>
                    <a:pt x="43374" y="22712"/>
                  </a:cubicBezTo>
                  <a:cubicBezTo>
                    <a:pt x="43422" y="22554"/>
                    <a:pt x="43495" y="22403"/>
                    <a:pt x="43590" y="22264"/>
                  </a:cubicBezTo>
                  <a:cubicBezTo>
                    <a:pt x="43441" y="21901"/>
                    <a:pt x="43420" y="21498"/>
                    <a:pt x="43521" y="21116"/>
                  </a:cubicBezTo>
                  <a:cubicBezTo>
                    <a:pt x="43552" y="21001"/>
                    <a:pt x="43670" y="20947"/>
                    <a:pt x="43781" y="20970"/>
                  </a:cubicBezTo>
                  <a:cubicBezTo>
                    <a:pt x="43982" y="21009"/>
                    <a:pt x="44216" y="21061"/>
                    <a:pt x="44415" y="20981"/>
                  </a:cubicBezTo>
                  <a:cubicBezTo>
                    <a:pt x="44538" y="20932"/>
                    <a:pt x="44670" y="20797"/>
                    <a:pt x="44629" y="20655"/>
                  </a:cubicBezTo>
                  <a:cubicBezTo>
                    <a:pt x="44605" y="20579"/>
                    <a:pt x="44547" y="20510"/>
                    <a:pt x="44512" y="20438"/>
                  </a:cubicBezTo>
                  <a:cubicBezTo>
                    <a:pt x="44469" y="20352"/>
                    <a:pt x="44440" y="20265"/>
                    <a:pt x="44436" y="20168"/>
                  </a:cubicBezTo>
                  <a:cubicBezTo>
                    <a:pt x="44430" y="20021"/>
                    <a:pt x="44495" y="19887"/>
                    <a:pt x="44590" y="19779"/>
                  </a:cubicBezTo>
                  <a:cubicBezTo>
                    <a:pt x="44754" y="19590"/>
                    <a:pt x="45031" y="19500"/>
                    <a:pt x="45169" y="19307"/>
                  </a:cubicBezTo>
                  <a:cubicBezTo>
                    <a:pt x="45252" y="19190"/>
                    <a:pt x="45237" y="18996"/>
                    <a:pt x="45265" y="18851"/>
                  </a:cubicBezTo>
                  <a:cubicBezTo>
                    <a:pt x="45301" y="18673"/>
                    <a:pt x="45407" y="18511"/>
                    <a:pt x="45567" y="18418"/>
                  </a:cubicBezTo>
                  <a:cubicBezTo>
                    <a:pt x="45754" y="18308"/>
                    <a:pt x="45978" y="18297"/>
                    <a:pt x="46195" y="18327"/>
                  </a:cubicBezTo>
                  <a:cubicBezTo>
                    <a:pt x="46214" y="18158"/>
                    <a:pt x="46296" y="17996"/>
                    <a:pt x="46422" y="17871"/>
                  </a:cubicBezTo>
                  <a:cubicBezTo>
                    <a:pt x="46669" y="17629"/>
                    <a:pt x="47032" y="17592"/>
                    <a:pt x="47359" y="17566"/>
                  </a:cubicBezTo>
                  <a:cubicBezTo>
                    <a:pt x="47488" y="17557"/>
                    <a:pt x="47597" y="17706"/>
                    <a:pt x="47557" y="17825"/>
                  </a:cubicBezTo>
                  <a:cubicBezTo>
                    <a:pt x="47555" y="17836"/>
                    <a:pt x="47551" y="17843"/>
                    <a:pt x="47549" y="17847"/>
                  </a:cubicBezTo>
                  <a:cubicBezTo>
                    <a:pt x="47557" y="17867"/>
                    <a:pt x="47573" y="17890"/>
                    <a:pt x="47586" y="17905"/>
                  </a:cubicBezTo>
                  <a:cubicBezTo>
                    <a:pt x="47627" y="17955"/>
                    <a:pt x="47677" y="17994"/>
                    <a:pt x="47726" y="18031"/>
                  </a:cubicBezTo>
                  <a:cubicBezTo>
                    <a:pt x="47839" y="18126"/>
                    <a:pt x="47953" y="18219"/>
                    <a:pt x="48066" y="18314"/>
                  </a:cubicBezTo>
                  <a:cubicBezTo>
                    <a:pt x="48302" y="18511"/>
                    <a:pt x="48538" y="18710"/>
                    <a:pt x="48775" y="18909"/>
                  </a:cubicBezTo>
                  <a:cubicBezTo>
                    <a:pt x="48821" y="18946"/>
                    <a:pt x="48832" y="19013"/>
                    <a:pt x="48823" y="19069"/>
                  </a:cubicBezTo>
                  <a:cubicBezTo>
                    <a:pt x="48873" y="18993"/>
                    <a:pt x="48933" y="18922"/>
                    <a:pt x="48989" y="18848"/>
                  </a:cubicBezTo>
                  <a:cubicBezTo>
                    <a:pt x="49024" y="18799"/>
                    <a:pt x="49076" y="18738"/>
                    <a:pt x="49080" y="18675"/>
                  </a:cubicBezTo>
                  <a:cubicBezTo>
                    <a:pt x="49083" y="18621"/>
                    <a:pt x="49044" y="18567"/>
                    <a:pt x="49015" y="18522"/>
                  </a:cubicBezTo>
                  <a:cubicBezTo>
                    <a:pt x="48914" y="18370"/>
                    <a:pt x="48810" y="18230"/>
                    <a:pt x="48810" y="18037"/>
                  </a:cubicBezTo>
                  <a:cubicBezTo>
                    <a:pt x="48810" y="17938"/>
                    <a:pt x="48845" y="17836"/>
                    <a:pt x="48914" y="17761"/>
                  </a:cubicBezTo>
                  <a:cubicBezTo>
                    <a:pt x="48983" y="17687"/>
                    <a:pt x="49072" y="17659"/>
                    <a:pt x="49163" y="17624"/>
                  </a:cubicBezTo>
                  <a:cubicBezTo>
                    <a:pt x="49247" y="17590"/>
                    <a:pt x="49305" y="17521"/>
                    <a:pt x="49314" y="17438"/>
                  </a:cubicBezTo>
                  <a:cubicBezTo>
                    <a:pt x="49318" y="17412"/>
                    <a:pt x="49316" y="17386"/>
                    <a:pt x="49308" y="17356"/>
                  </a:cubicBezTo>
                  <a:cubicBezTo>
                    <a:pt x="49260" y="17166"/>
                    <a:pt x="49500" y="17021"/>
                    <a:pt x="49641" y="17163"/>
                  </a:cubicBezTo>
                  <a:cubicBezTo>
                    <a:pt x="49662" y="17183"/>
                    <a:pt x="49682" y="17202"/>
                    <a:pt x="49703" y="17220"/>
                  </a:cubicBezTo>
                  <a:cubicBezTo>
                    <a:pt x="49851" y="17347"/>
                    <a:pt x="50034" y="17423"/>
                    <a:pt x="50231" y="17434"/>
                  </a:cubicBezTo>
                  <a:cubicBezTo>
                    <a:pt x="50313" y="17440"/>
                    <a:pt x="50406" y="17492"/>
                    <a:pt x="50422" y="17579"/>
                  </a:cubicBezTo>
                  <a:cubicBezTo>
                    <a:pt x="50538" y="18204"/>
                    <a:pt x="50822" y="18820"/>
                    <a:pt x="51272" y="19273"/>
                  </a:cubicBezTo>
                  <a:cubicBezTo>
                    <a:pt x="51412" y="19415"/>
                    <a:pt x="51626" y="19575"/>
                    <a:pt x="51828" y="19463"/>
                  </a:cubicBezTo>
                  <a:cubicBezTo>
                    <a:pt x="52059" y="19337"/>
                    <a:pt x="51797" y="19033"/>
                    <a:pt x="51748" y="18870"/>
                  </a:cubicBezTo>
                  <a:cubicBezTo>
                    <a:pt x="51685" y="18654"/>
                    <a:pt x="51739" y="18368"/>
                    <a:pt x="51947" y="18249"/>
                  </a:cubicBezTo>
                  <a:cubicBezTo>
                    <a:pt x="52089" y="18169"/>
                    <a:pt x="52239" y="18210"/>
                    <a:pt x="52375" y="18278"/>
                  </a:cubicBezTo>
                  <a:cubicBezTo>
                    <a:pt x="52392" y="18286"/>
                    <a:pt x="52438" y="18314"/>
                    <a:pt x="52442" y="18314"/>
                  </a:cubicBezTo>
                  <a:cubicBezTo>
                    <a:pt x="52490" y="18308"/>
                    <a:pt x="52578" y="18187"/>
                    <a:pt x="52613" y="18156"/>
                  </a:cubicBezTo>
                  <a:cubicBezTo>
                    <a:pt x="52742" y="18035"/>
                    <a:pt x="52870" y="17914"/>
                    <a:pt x="52998" y="17791"/>
                  </a:cubicBezTo>
                  <a:cubicBezTo>
                    <a:pt x="53099" y="17696"/>
                    <a:pt x="53218" y="17603"/>
                    <a:pt x="53301" y="17492"/>
                  </a:cubicBezTo>
                  <a:cubicBezTo>
                    <a:pt x="53448" y="17296"/>
                    <a:pt x="53283" y="17081"/>
                    <a:pt x="53201" y="16893"/>
                  </a:cubicBezTo>
                  <a:cubicBezTo>
                    <a:pt x="53099" y="16653"/>
                    <a:pt x="53065" y="16391"/>
                    <a:pt x="53229" y="16169"/>
                  </a:cubicBezTo>
                  <a:cubicBezTo>
                    <a:pt x="53331" y="16032"/>
                    <a:pt x="53480" y="15937"/>
                    <a:pt x="53644" y="15905"/>
                  </a:cubicBezTo>
                  <a:cubicBezTo>
                    <a:pt x="53627" y="15760"/>
                    <a:pt x="53642" y="15613"/>
                    <a:pt x="53701" y="15481"/>
                  </a:cubicBezTo>
                  <a:cubicBezTo>
                    <a:pt x="53805" y="15253"/>
                    <a:pt x="54036" y="15160"/>
                    <a:pt x="54237" y="15039"/>
                  </a:cubicBezTo>
                  <a:cubicBezTo>
                    <a:pt x="54549" y="14849"/>
                    <a:pt x="54964" y="14596"/>
                    <a:pt x="55059" y="14217"/>
                  </a:cubicBezTo>
                  <a:cubicBezTo>
                    <a:pt x="55152" y="13841"/>
                    <a:pt x="55018" y="13447"/>
                    <a:pt x="55113" y="13067"/>
                  </a:cubicBezTo>
                  <a:cubicBezTo>
                    <a:pt x="55213" y="12664"/>
                    <a:pt x="55544" y="12463"/>
                    <a:pt x="55860" y="12238"/>
                  </a:cubicBezTo>
                  <a:cubicBezTo>
                    <a:pt x="56026" y="12121"/>
                    <a:pt x="56255" y="11868"/>
                    <a:pt x="56236" y="11641"/>
                  </a:cubicBezTo>
                  <a:cubicBezTo>
                    <a:pt x="56204" y="11611"/>
                    <a:pt x="56186" y="11568"/>
                    <a:pt x="56201" y="11520"/>
                  </a:cubicBezTo>
                  <a:cubicBezTo>
                    <a:pt x="56186" y="11494"/>
                    <a:pt x="56169" y="11470"/>
                    <a:pt x="56145" y="11447"/>
                  </a:cubicBezTo>
                  <a:cubicBezTo>
                    <a:pt x="56074" y="11375"/>
                    <a:pt x="56173" y="11235"/>
                    <a:pt x="56258" y="11301"/>
                  </a:cubicBezTo>
                  <a:cubicBezTo>
                    <a:pt x="56264" y="11304"/>
                    <a:pt x="56268" y="11308"/>
                    <a:pt x="56271" y="11312"/>
                  </a:cubicBezTo>
                  <a:cubicBezTo>
                    <a:pt x="56329" y="11142"/>
                    <a:pt x="56389" y="10975"/>
                    <a:pt x="56452" y="10810"/>
                  </a:cubicBezTo>
                  <a:cubicBezTo>
                    <a:pt x="56537" y="10585"/>
                    <a:pt x="56610" y="10354"/>
                    <a:pt x="56662" y="10118"/>
                  </a:cubicBezTo>
                  <a:cubicBezTo>
                    <a:pt x="56757" y="9684"/>
                    <a:pt x="56790" y="9218"/>
                    <a:pt x="57062" y="8849"/>
                  </a:cubicBezTo>
                  <a:cubicBezTo>
                    <a:pt x="57166" y="8708"/>
                    <a:pt x="57294" y="8580"/>
                    <a:pt x="57452" y="8500"/>
                  </a:cubicBezTo>
                  <a:cubicBezTo>
                    <a:pt x="57609" y="8420"/>
                    <a:pt x="57772" y="8399"/>
                    <a:pt x="57947" y="8388"/>
                  </a:cubicBezTo>
                  <a:cubicBezTo>
                    <a:pt x="58049" y="8381"/>
                    <a:pt x="58220" y="8392"/>
                    <a:pt x="58293" y="8301"/>
                  </a:cubicBezTo>
                  <a:cubicBezTo>
                    <a:pt x="58352" y="8223"/>
                    <a:pt x="58304" y="8109"/>
                    <a:pt x="58267" y="8022"/>
                  </a:cubicBezTo>
                  <a:cubicBezTo>
                    <a:pt x="58152" y="7748"/>
                    <a:pt x="57981" y="7471"/>
                    <a:pt x="58127" y="7172"/>
                  </a:cubicBezTo>
                  <a:cubicBezTo>
                    <a:pt x="58207" y="7014"/>
                    <a:pt x="58362" y="6932"/>
                    <a:pt x="58319" y="6737"/>
                  </a:cubicBezTo>
                  <a:cubicBezTo>
                    <a:pt x="58276" y="6553"/>
                    <a:pt x="58233" y="6387"/>
                    <a:pt x="58269" y="6195"/>
                  </a:cubicBezTo>
                  <a:cubicBezTo>
                    <a:pt x="58328" y="5872"/>
                    <a:pt x="58591" y="5576"/>
                    <a:pt x="58933" y="5565"/>
                  </a:cubicBezTo>
                  <a:cubicBezTo>
                    <a:pt x="59262" y="5554"/>
                    <a:pt x="59600" y="5827"/>
                    <a:pt x="59597" y="6168"/>
                  </a:cubicBezTo>
                  <a:cubicBezTo>
                    <a:pt x="59595" y="6333"/>
                    <a:pt x="59513" y="6484"/>
                    <a:pt x="59431" y="6621"/>
                  </a:cubicBezTo>
                  <a:cubicBezTo>
                    <a:pt x="59390" y="6690"/>
                    <a:pt x="59271" y="6837"/>
                    <a:pt x="59316" y="6915"/>
                  </a:cubicBezTo>
                  <a:cubicBezTo>
                    <a:pt x="59364" y="6997"/>
                    <a:pt x="59533" y="6999"/>
                    <a:pt x="59615" y="7019"/>
                  </a:cubicBezTo>
                  <a:cubicBezTo>
                    <a:pt x="59771" y="7055"/>
                    <a:pt x="59902" y="7120"/>
                    <a:pt x="59995" y="7254"/>
                  </a:cubicBezTo>
                  <a:cubicBezTo>
                    <a:pt x="60026" y="7302"/>
                    <a:pt x="60030" y="7391"/>
                    <a:pt x="59995" y="7440"/>
                  </a:cubicBezTo>
                  <a:cubicBezTo>
                    <a:pt x="59690" y="7832"/>
                    <a:pt x="59526" y="8321"/>
                    <a:pt x="59546" y="8812"/>
                  </a:cubicBezTo>
                  <a:cubicBezTo>
                    <a:pt x="59669" y="8743"/>
                    <a:pt x="59807" y="8701"/>
                    <a:pt x="59948" y="8684"/>
                  </a:cubicBezTo>
                  <a:cubicBezTo>
                    <a:pt x="60075" y="8669"/>
                    <a:pt x="60194" y="8686"/>
                    <a:pt x="60318" y="8702"/>
                  </a:cubicBezTo>
                  <a:cubicBezTo>
                    <a:pt x="60391" y="8712"/>
                    <a:pt x="60512" y="8740"/>
                    <a:pt x="60567" y="8676"/>
                  </a:cubicBezTo>
                  <a:cubicBezTo>
                    <a:pt x="60621" y="8613"/>
                    <a:pt x="60603" y="8487"/>
                    <a:pt x="60599" y="8412"/>
                  </a:cubicBezTo>
                  <a:cubicBezTo>
                    <a:pt x="60592" y="8297"/>
                    <a:pt x="60586" y="8189"/>
                    <a:pt x="60612" y="8076"/>
                  </a:cubicBezTo>
                  <a:cubicBezTo>
                    <a:pt x="60659" y="7866"/>
                    <a:pt x="60815" y="7672"/>
                    <a:pt x="61045" y="7681"/>
                  </a:cubicBezTo>
                  <a:cubicBezTo>
                    <a:pt x="61129" y="7685"/>
                    <a:pt x="61198" y="7737"/>
                    <a:pt x="61222" y="7815"/>
                  </a:cubicBezTo>
                  <a:cubicBezTo>
                    <a:pt x="61272" y="7972"/>
                    <a:pt x="61499" y="8018"/>
                    <a:pt x="61635" y="7960"/>
                  </a:cubicBezTo>
                  <a:cubicBezTo>
                    <a:pt x="61698" y="7933"/>
                    <a:pt x="61780" y="7847"/>
                    <a:pt x="61756" y="7782"/>
                  </a:cubicBezTo>
                  <a:cubicBezTo>
                    <a:pt x="61735" y="7730"/>
                    <a:pt x="61616" y="7691"/>
                    <a:pt x="61546" y="7661"/>
                  </a:cubicBezTo>
                  <a:cubicBezTo>
                    <a:pt x="61300" y="7561"/>
                    <a:pt x="61038" y="7384"/>
                    <a:pt x="61111" y="7075"/>
                  </a:cubicBezTo>
                  <a:cubicBezTo>
                    <a:pt x="61159" y="6869"/>
                    <a:pt x="61341" y="6731"/>
                    <a:pt x="61536" y="6646"/>
                  </a:cubicBezTo>
                  <a:cubicBezTo>
                    <a:pt x="61529" y="6601"/>
                    <a:pt x="61527" y="6554"/>
                    <a:pt x="61531" y="6508"/>
                  </a:cubicBezTo>
                  <a:cubicBezTo>
                    <a:pt x="61555" y="6309"/>
                    <a:pt x="61672" y="6186"/>
                    <a:pt x="61823" y="6065"/>
                  </a:cubicBezTo>
                  <a:cubicBezTo>
                    <a:pt x="61929" y="5982"/>
                    <a:pt x="62020" y="5913"/>
                    <a:pt x="61970" y="5770"/>
                  </a:cubicBezTo>
                  <a:cubicBezTo>
                    <a:pt x="61916" y="5619"/>
                    <a:pt x="61817" y="5491"/>
                    <a:pt x="61793" y="5329"/>
                  </a:cubicBezTo>
                  <a:cubicBezTo>
                    <a:pt x="61769" y="5171"/>
                    <a:pt x="61819" y="5016"/>
                    <a:pt x="61934" y="4905"/>
                  </a:cubicBezTo>
                  <a:cubicBezTo>
                    <a:pt x="62037" y="4804"/>
                    <a:pt x="62169" y="4750"/>
                    <a:pt x="62286" y="4674"/>
                  </a:cubicBezTo>
                  <a:cubicBezTo>
                    <a:pt x="62424" y="4587"/>
                    <a:pt x="62405" y="4483"/>
                    <a:pt x="62422" y="4330"/>
                  </a:cubicBezTo>
                  <a:cubicBezTo>
                    <a:pt x="62440" y="4159"/>
                    <a:pt x="62515" y="4020"/>
                    <a:pt x="62656" y="3919"/>
                  </a:cubicBezTo>
                  <a:cubicBezTo>
                    <a:pt x="62803" y="3815"/>
                    <a:pt x="62998" y="3780"/>
                    <a:pt x="63171" y="3822"/>
                  </a:cubicBezTo>
                  <a:cubicBezTo>
                    <a:pt x="63186" y="3700"/>
                    <a:pt x="63201" y="3577"/>
                    <a:pt x="63214" y="3454"/>
                  </a:cubicBezTo>
                  <a:cubicBezTo>
                    <a:pt x="63227" y="3341"/>
                    <a:pt x="63314" y="3257"/>
                    <a:pt x="63435" y="3285"/>
                  </a:cubicBezTo>
                  <a:cubicBezTo>
                    <a:pt x="63644" y="3337"/>
                    <a:pt x="63854" y="3389"/>
                    <a:pt x="64064" y="3441"/>
                  </a:cubicBezTo>
                  <a:cubicBezTo>
                    <a:pt x="64155" y="3463"/>
                    <a:pt x="64248" y="3486"/>
                    <a:pt x="64339" y="3508"/>
                  </a:cubicBezTo>
                  <a:cubicBezTo>
                    <a:pt x="64333" y="3504"/>
                    <a:pt x="64326" y="3501"/>
                    <a:pt x="64320" y="3495"/>
                  </a:cubicBezTo>
                  <a:cubicBezTo>
                    <a:pt x="64207" y="3419"/>
                    <a:pt x="64131" y="3294"/>
                    <a:pt x="64107" y="3158"/>
                  </a:cubicBezTo>
                  <a:cubicBezTo>
                    <a:pt x="64082" y="3015"/>
                    <a:pt x="64097" y="2870"/>
                    <a:pt x="64131" y="2729"/>
                  </a:cubicBezTo>
                  <a:cubicBezTo>
                    <a:pt x="64162" y="2597"/>
                    <a:pt x="64201" y="2428"/>
                    <a:pt x="64322" y="2349"/>
                  </a:cubicBezTo>
                  <a:cubicBezTo>
                    <a:pt x="64495" y="2236"/>
                    <a:pt x="64692" y="2374"/>
                    <a:pt x="64849" y="2450"/>
                  </a:cubicBezTo>
                  <a:cubicBezTo>
                    <a:pt x="64975" y="2511"/>
                    <a:pt x="65103" y="2571"/>
                    <a:pt x="65230" y="2636"/>
                  </a:cubicBezTo>
                  <a:cubicBezTo>
                    <a:pt x="65267" y="2472"/>
                    <a:pt x="65306" y="2312"/>
                    <a:pt x="65353" y="2154"/>
                  </a:cubicBezTo>
                  <a:cubicBezTo>
                    <a:pt x="65284" y="2098"/>
                    <a:pt x="65247" y="1987"/>
                    <a:pt x="65321" y="1898"/>
                  </a:cubicBezTo>
                  <a:cubicBezTo>
                    <a:pt x="65394" y="1808"/>
                    <a:pt x="65462" y="1715"/>
                    <a:pt x="65524" y="1620"/>
                  </a:cubicBezTo>
                  <a:cubicBezTo>
                    <a:pt x="65712" y="1334"/>
                    <a:pt x="65853" y="1018"/>
                    <a:pt x="65946" y="685"/>
                  </a:cubicBezTo>
                  <a:cubicBezTo>
                    <a:pt x="65976" y="581"/>
                    <a:pt x="66097" y="532"/>
                    <a:pt x="66191" y="586"/>
                  </a:cubicBezTo>
                  <a:cubicBezTo>
                    <a:pt x="66251" y="620"/>
                    <a:pt x="66310" y="653"/>
                    <a:pt x="66370" y="687"/>
                  </a:cubicBezTo>
                  <a:cubicBezTo>
                    <a:pt x="66392" y="516"/>
                    <a:pt x="66416" y="343"/>
                    <a:pt x="66439" y="170"/>
                  </a:cubicBezTo>
                  <a:cubicBezTo>
                    <a:pt x="66452" y="81"/>
                    <a:pt x="66508" y="1"/>
                    <a:pt x="66606" y="2"/>
                  </a:cubicBezTo>
                  <a:cubicBezTo>
                    <a:pt x="66872" y="8"/>
                    <a:pt x="67008" y="211"/>
                    <a:pt x="67090" y="439"/>
                  </a:cubicBezTo>
                  <a:cubicBezTo>
                    <a:pt x="67147" y="603"/>
                    <a:pt x="67173" y="819"/>
                    <a:pt x="67298" y="953"/>
                  </a:cubicBezTo>
                  <a:cubicBezTo>
                    <a:pt x="67391" y="1055"/>
                    <a:pt x="67555" y="1031"/>
                    <a:pt x="67677" y="1070"/>
                  </a:cubicBezTo>
                  <a:cubicBezTo>
                    <a:pt x="67808" y="1113"/>
                    <a:pt x="67917" y="1189"/>
                    <a:pt x="68001" y="1297"/>
                  </a:cubicBezTo>
                  <a:cubicBezTo>
                    <a:pt x="68168" y="1511"/>
                    <a:pt x="68217" y="1805"/>
                    <a:pt x="68152" y="2067"/>
                  </a:cubicBezTo>
                  <a:cubicBezTo>
                    <a:pt x="68103" y="2266"/>
                    <a:pt x="68001" y="2441"/>
                    <a:pt x="67880" y="2602"/>
                  </a:cubicBezTo>
                  <a:cubicBezTo>
                    <a:pt x="68085" y="2597"/>
                    <a:pt x="68287" y="2593"/>
                    <a:pt x="68490" y="2588"/>
                  </a:cubicBezTo>
                  <a:cubicBezTo>
                    <a:pt x="68559" y="2586"/>
                    <a:pt x="68639" y="2641"/>
                    <a:pt x="68654" y="2710"/>
                  </a:cubicBezTo>
                  <a:cubicBezTo>
                    <a:pt x="68745" y="3190"/>
                    <a:pt x="68840" y="3670"/>
                    <a:pt x="68935" y="4148"/>
                  </a:cubicBezTo>
                  <a:cubicBezTo>
                    <a:pt x="69217" y="4077"/>
                    <a:pt x="69507" y="4072"/>
                    <a:pt x="69797" y="4122"/>
                  </a:cubicBezTo>
                  <a:cubicBezTo>
                    <a:pt x="69900" y="4140"/>
                    <a:pt x="69956" y="4285"/>
                    <a:pt x="69898" y="4367"/>
                  </a:cubicBezTo>
                  <a:cubicBezTo>
                    <a:pt x="69831" y="4464"/>
                    <a:pt x="69764" y="4559"/>
                    <a:pt x="69697" y="4656"/>
                  </a:cubicBezTo>
                  <a:cubicBezTo>
                    <a:pt x="70060" y="4836"/>
                    <a:pt x="70261" y="5314"/>
                    <a:pt x="70076" y="5701"/>
                  </a:cubicBezTo>
                  <a:cubicBezTo>
                    <a:pt x="70049" y="5762"/>
                    <a:pt x="70009" y="5812"/>
                    <a:pt x="69965" y="5864"/>
                  </a:cubicBezTo>
                  <a:cubicBezTo>
                    <a:pt x="69937" y="5898"/>
                    <a:pt x="69868" y="5954"/>
                    <a:pt x="69872" y="6000"/>
                  </a:cubicBezTo>
                  <a:cubicBezTo>
                    <a:pt x="69874" y="6045"/>
                    <a:pt x="69991" y="6138"/>
                    <a:pt x="70017" y="6171"/>
                  </a:cubicBezTo>
                  <a:cubicBezTo>
                    <a:pt x="70067" y="6231"/>
                    <a:pt x="70114" y="6296"/>
                    <a:pt x="70155" y="6363"/>
                  </a:cubicBezTo>
                  <a:cubicBezTo>
                    <a:pt x="70251" y="6515"/>
                    <a:pt x="70320" y="6685"/>
                    <a:pt x="70363" y="6859"/>
                  </a:cubicBezTo>
                  <a:cubicBezTo>
                    <a:pt x="70590" y="6802"/>
                    <a:pt x="70794" y="6949"/>
                    <a:pt x="70887" y="7161"/>
                  </a:cubicBezTo>
                  <a:cubicBezTo>
                    <a:pt x="70995" y="7408"/>
                    <a:pt x="70997" y="7732"/>
                    <a:pt x="70956" y="7996"/>
                  </a:cubicBezTo>
                  <a:cubicBezTo>
                    <a:pt x="70932" y="8148"/>
                    <a:pt x="70865" y="8273"/>
                    <a:pt x="70791" y="8405"/>
                  </a:cubicBezTo>
                  <a:cubicBezTo>
                    <a:pt x="70774" y="8438"/>
                    <a:pt x="70731" y="8500"/>
                    <a:pt x="70740" y="8541"/>
                  </a:cubicBezTo>
                  <a:cubicBezTo>
                    <a:pt x="70742" y="8546"/>
                    <a:pt x="70746" y="8552"/>
                    <a:pt x="70752" y="8557"/>
                  </a:cubicBezTo>
                  <a:cubicBezTo>
                    <a:pt x="70856" y="8500"/>
                    <a:pt x="71010" y="8602"/>
                    <a:pt x="71001" y="8719"/>
                  </a:cubicBezTo>
                  <a:cubicBezTo>
                    <a:pt x="70997" y="8764"/>
                    <a:pt x="70993" y="8807"/>
                    <a:pt x="70988" y="8849"/>
                  </a:cubicBezTo>
                  <a:cubicBezTo>
                    <a:pt x="70975" y="8974"/>
                    <a:pt x="70952" y="9097"/>
                    <a:pt x="70919" y="9219"/>
                  </a:cubicBezTo>
                  <a:cubicBezTo>
                    <a:pt x="71049" y="9244"/>
                    <a:pt x="71170" y="9309"/>
                    <a:pt x="71270" y="9402"/>
                  </a:cubicBezTo>
                  <a:cubicBezTo>
                    <a:pt x="71445" y="9567"/>
                    <a:pt x="71518" y="9803"/>
                    <a:pt x="71538" y="10036"/>
                  </a:cubicBezTo>
                  <a:cubicBezTo>
                    <a:pt x="71557" y="10246"/>
                    <a:pt x="71546" y="10479"/>
                    <a:pt x="71495" y="10683"/>
                  </a:cubicBezTo>
                  <a:cubicBezTo>
                    <a:pt x="71443" y="10891"/>
                    <a:pt x="71328" y="11018"/>
                    <a:pt x="71155" y="11135"/>
                  </a:cubicBezTo>
                  <a:cubicBezTo>
                    <a:pt x="71112" y="11163"/>
                    <a:pt x="71081" y="11183"/>
                    <a:pt x="71097" y="11230"/>
                  </a:cubicBezTo>
                  <a:cubicBezTo>
                    <a:pt x="71120" y="11293"/>
                    <a:pt x="71203" y="11349"/>
                    <a:pt x="71252" y="11390"/>
                  </a:cubicBezTo>
                  <a:cubicBezTo>
                    <a:pt x="71375" y="11496"/>
                    <a:pt x="71514" y="11596"/>
                    <a:pt x="71592" y="11743"/>
                  </a:cubicBezTo>
                  <a:cubicBezTo>
                    <a:pt x="71739" y="12020"/>
                    <a:pt x="71654" y="12340"/>
                    <a:pt x="71570" y="12623"/>
                  </a:cubicBezTo>
                  <a:cubicBezTo>
                    <a:pt x="71512" y="12814"/>
                    <a:pt x="71389" y="13101"/>
                    <a:pt x="71486" y="13302"/>
                  </a:cubicBezTo>
                  <a:cubicBezTo>
                    <a:pt x="71717" y="13196"/>
                    <a:pt x="71873" y="12943"/>
                    <a:pt x="72120" y="12852"/>
                  </a:cubicBezTo>
                  <a:cubicBezTo>
                    <a:pt x="72423" y="12736"/>
                    <a:pt x="72736" y="12894"/>
                    <a:pt x="72901" y="13157"/>
                  </a:cubicBezTo>
                  <a:cubicBezTo>
                    <a:pt x="73082" y="13439"/>
                    <a:pt x="73046" y="13787"/>
                    <a:pt x="72840" y="14044"/>
                  </a:cubicBezTo>
                  <a:cubicBezTo>
                    <a:pt x="72675" y="14250"/>
                    <a:pt x="72420" y="14380"/>
                    <a:pt x="72159" y="14421"/>
                  </a:cubicBezTo>
                  <a:cubicBezTo>
                    <a:pt x="72187" y="14600"/>
                    <a:pt x="72422" y="14739"/>
                    <a:pt x="72554" y="14834"/>
                  </a:cubicBezTo>
                  <a:cubicBezTo>
                    <a:pt x="72773" y="14992"/>
                    <a:pt x="72965" y="15161"/>
                    <a:pt x="73108" y="15398"/>
                  </a:cubicBezTo>
                  <a:cubicBezTo>
                    <a:pt x="73346" y="15790"/>
                    <a:pt x="73426" y="16281"/>
                    <a:pt x="73314" y="16727"/>
                  </a:cubicBezTo>
                  <a:cubicBezTo>
                    <a:pt x="73588" y="16776"/>
                    <a:pt x="73829" y="16978"/>
                    <a:pt x="73922" y="17248"/>
                  </a:cubicBezTo>
                  <a:cubicBezTo>
                    <a:pt x="74058" y="17641"/>
                    <a:pt x="73770" y="17985"/>
                    <a:pt x="73599" y="18310"/>
                  </a:cubicBezTo>
                  <a:cubicBezTo>
                    <a:pt x="73528" y="18446"/>
                    <a:pt x="73457" y="18611"/>
                    <a:pt x="73487" y="18768"/>
                  </a:cubicBezTo>
                  <a:cubicBezTo>
                    <a:pt x="73515" y="18911"/>
                    <a:pt x="73647" y="18963"/>
                    <a:pt x="73772" y="19002"/>
                  </a:cubicBezTo>
                  <a:cubicBezTo>
                    <a:pt x="74099" y="19099"/>
                    <a:pt x="74441" y="19195"/>
                    <a:pt x="74490" y="19593"/>
                  </a:cubicBezTo>
                  <a:cubicBezTo>
                    <a:pt x="74512" y="19777"/>
                    <a:pt x="74451" y="19954"/>
                    <a:pt x="74454" y="20136"/>
                  </a:cubicBezTo>
                  <a:cubicBezTo>
                    <a:pt x="74456" y="20227"/>
                    <a:pt x="74488" y="20400"/>
                    <a:pt x="74605" y="20399"/>
                  </a:cubicBezTo>
                  <a:cubicBezTo>
                    <a:pt x="74718" y="20397"/>
                    <a:pt x="74826" y="20545"/>
                    <a:pt x="74746" y="20648"/>
                  </a:cubicBezTo>
                  <a:cubicBezTo>
                    <a:pt x="74324" y="21198"/>
                    <a:pt x="74162" y="21864"/>
                    <a:pt x="74108" y="22547"/>
                  </a:cubicBezTo>
                  <a:cubicBezTo>
                    <a:pt x="74108" y="22948"/>
                    <a:pt x="74107" y="23348"/>
                    <a:pt x="74112" y="23750"/>
                  </a:cubicBezTo>
                  <a:cubicBezTo>
                    <a:pt x="74136" y="23759"/>
                    <a:pt x="74162" y="23767"/>
                    <a:pt x="74196" y="23776"/>
                  </a:cubicBezTo>
                  <a:cubicBezTo>
                    <a:pt x="74350" y="23817"/>
                    <a:pt x="74514" y="23804"/>
                    <a:pt x="74670" y="23808"/>
                  </a:cubicBezTo>
                  <a:cubicBezTo>
                    <a:pt x="74956" y="23811"/>
                    <a:pt x="75226" y="23871"/>
                    <a:pt x="75473" y="24014"/>
                  </a:cubicBezTo>
                  <a:cubicBezTo>
                    <a:pt x="75578" y="24073"/>
                    <a:pt x="75672" y="24144"/>
                    <a:pt x="75764" y="24220"/>
                  </a:cubicBezTo>
                  <a:cubicBezTo>
                    <a:pt x="76020" y="23363"/>
                    <a:pt x="76232" y="22493"/>
                    <a:pt x="76627" y="21682"/>
                  </a:cubicBezTo>
                  <a:cubicBezTo>
                    <a:pt x="76764" y="21401"/>
                    <a:pt x="76907" y="21120"/>
                    <a:pt x="77069" y="20854"/>
                  </a:cubicBezTo>
                  <a:cubicBezTo>
                    <a:pt x="77238" y="20575"/>
                    <a:pt x="77430" y="20309"/>
                    <a:pt x="77620" y="20043"/>
                  </a:cubicBezTo>
                  <a:cubicBezTo>
                    <a:pt x="77934" y="19601"/>
                    <a:pt x="78256" y="19115"/>
                    <a:pt x="78736" y="18836"/>
                  </a:cubicBezTo>
                  <a:cubicBezTo>
                    <a:pt x="78983" y="18691"/>
                    <a:pt x="79254" y="18634"/>
                    <a:pt x="79539" y="18630"/>
                  </a:cubicBezTo>
                  <a:cubicBezTo>
                    <a:pt x="79697" y="18626"/>
                    <a:pt x="79859" y="18639"/>
                    <a:pt x="80013" y="18598"/>
                  </a:cubicBezTo>
                  <a:cubicBezTo>
                    <a:pt x="80099" y="18576"/>
                    <a:pt x="80140" y="18559"/>
                    <a:pt x="80218" y="18511"/>
                  </a:cubicBezTo>
                  <a:cubicBezTo>
                    <a:pt x="80484" y="18351"/>
                    <a:pt x="80653" y="18042"/>
                    <a:pt x="80800" y="17748"/>
                  </a:cubicBezTo>
                  <a:cubicBezTo>
                    <a:pt x="81058" y="17237"/>
                    <a:pt x="81376" y="16313"/>
                    <a:pt x="82064" y="16309"/>
                  </a:cubicBezTo>
                  <a:cubicBezTo>
                    <a:pt x="82241" y="16101"/>
                    <a:pt x="82557" y="16130"/>
                    <a:pt x="82766" y="16287"/>
                  </a:cubicBezTo>
                  <a:cubicBezTo>
                    <a:pt x="82864" y="16359"/>
                    <a:pt x="82929" y="16450"/>
                    <a:pt x="82974" y="16554"/>
                  </a:cubicBezTo>
                  <a:cubicBezTo>
                    <a:pt x="83022" y="16514"/>
                    <a:pt x="83091" y="16463"/>
                    <a:pt x="83112" y="16407"/>
                  </a:cubicBezTo>
                  <a:cubicBezTo>
                    <a:pt x="83128" y="16361"/>
                    <a:pt x="83097" y="16341"/>
                    <a:pt x="83054" y="16313"/>
                  </a:cubicBezTo>
                  <a:cubicBezTo>
                    <a:pt x="82881" y="16195"/>
                    <a:pt x="82766" y="16069"/>
                    <a:pt x="82714" y="15861"/>
                  </a:cubicBezTo>
                  <a:cubicBezTo>
                    <a:pt x="82663" y="15656"/>
                    <a:pt x="82652" y="15424"/>
                    <a:pt x="82671" y="15214"/>
                  </a:cubicBezTo>
                  <a:cubicBezTo>
                    <a:pt x="82691" y="14981"/>
                    <a:pt x="82764" y="14745"/>
                    <a:pt x="82939" y="14579"/>
                  </a:cubicBezTo>
                  <a:cubicBezTo>
                    <a:pt x="83039" y="14486"/>
                    <a:pt x="83160" y="14421"/>
                    <a:pt x="83288" y="14397"/>
                  </a:cubicBezTo>
                  <a:cubicBezTo>
                    <a:pt x="83257" y="14276"/>
                    <a:pt x="83234" y="14152"/>
                    <a:pt x="83221" y="14027"/>
                  </a:cubicBezTo>
                  <a:cubicBezTo>
                    <a:pt x="83216" y="13984"/>
                    <a:pt x="83212" y="13941"/>
                    <a:pt x="83208" y="13897"/>
                  </a:cubicBezTo>
                  <a:cubicBezTo>
                    <a:pt x="83199" y="13780"/>
                    <a:pt x="83351" y="13675"/>
                    <a:pt x="83457" y="13735"/>
                  </a:cubicBezTo>
                  <a:cubicBezTo>
                    <a:pt x="83463" y="13729"/>
                    <a:pt x="83467" y="13724"/>
                    <a:pt x="83469" y="13718"/>
                  </a:cubicBezTo>
                  <a:cubicBezTo>
                    <a:pt x="83478" y="13679"/>
                    <a:pt x="83435" y="13616"/>
                    <a:pt x="83417" y="13584"/>
                  </a:cubicBezTo>
                  <a:cubicBezTo>
                    <a:pt x="83344" y="13450"/>
                    <a:pt x="83277" y="13324"/>
                    <a:pt x="83253" y="13171"/>
                  </a:cubicBezTo>
                  <a:cubicBezTo>
                    <a:pt x="83212" y="12909"/>
                    <a:pt x="83216" y="12586"/>
                    <a:pt x="83322" y="12338"/>
                  </a:cubicBezTo>
                  <a:cubicBezTo>
                    <a:pt x="83415" y="12126"/>
                    <a:pt x="83619" y="11979"/>
                    <a:pt x="83846" y="12037"/>
                  </a:cubicBezTo>
                  <a:cubicBezTo>
                    <a:pt x="83889" y="11862"/>
                    <a:pt x="83960" y="11693"/>
                    <a:pt x="84054" y="11540"/>
                  </a:cubicBezTo>
                  <a:cubicBezTo>
                    <a:pt x="84095" y="11474"/>
                    <a:pt x="84142" y="11408"/>
                    <a:pt x="84192" y="11347"/>
                  </a:cubicBezTo>
                  <a:cubicBezTo>
                    <a:pt x="84218" y="11315"/>
                    <a:pt x="84335" y="11222"/>
                    <a:pt x="84337" y="11176"/>
                  </a:cubicBezTo>
                  <a:cubicBezTo>
                    <a:pt x="84341" y="11131"/>
                    <a:pt x="84272" y="11076"/>
                    <a:pt x="84244" y="11042"/>
                  </a:cubicBezTo>
                  <a:cubicBezTo>
                    <a:pt x="84200" y="10990"/>
                    <a:pt x="84160" y="10938"/>
                    <a:pt x="84131" y="10878"/>
                  </a:cubicBezTo>
                  <a:cubicBezTo>
                    <a:pt x="83948" y="10492"/>
                    <a:pt x="84149" y="10014"/>
                    <a:pt x="84512" y="9831"/>
                  </a:cubicBezTo>
                  <a:cubicBezTo>
                    <a:pt x="84445" y="9736"/>
                    <a:pt x="84378" y="9642"/>
                    <a:pt x="84311" y="9545"/>
                  </a:cubicBezTo>
                  <a:cubicBezTo>
                    <a:pt x="84253" y="9463"/>
                    <a:pt x="84309" y="9318"/>
                    <a:pt x="84412" y="9299"/>
                  </a:cubicBezTo>
                  <a:cubicBezTo>
                    <a:pt x="84700" y="9249"/>
                    <a:pt x="84992" y="9255"/>
                    <a:pt x="85274" y="9325"/>
                  </a:cubicBezTo>
                  <a:cubicBezTo>
                    <a:pt x="85369" y="8848"/>
                    <a:pt x="85464" y="8368"/>
                    <a:pt x="85555" y="7888"/>
                  </a:cubicBezTo>
                  <a:cubicBezTo>
                    <a:pt x="85568" y="7819"/>
                    <a:pt x="85648" y="7763"/>
                    <a:pt x="85719" y="7765"/>
                  </a:cubicBezTo>
                  <a:cubicBezTo>
                    <a:pt x="85922" y="7771"/>
                    <a:pt x="86124" y="7774"/>
                    <a:pt x="86329" y="7782"/>
                  </a:cubicBezTo>
                  <a:cubicBezTo>
                    <a:pt x="86206" y="7618"/>
                    <a:pt x="86104" y="7443"/>
                    <a:pt x="86057" y="7246"/>
                  </a:cubicBezTo>
                  <a:cubicBezTo>
                    <a:pt x="85992" y="6982"/>
                    <a:pt x="86039" y="6688"/>
                    <a:pt x="86208" y="6474"/>
                  </a:cubicBezTo>
                  <a:cubicBezTo>
                    <a:pt x="86292" y="6367"/>
                    <a:pt x="86401" y="6290"/>
                    <a:pt x="86532" y="6248"/>
                  </a:cubicBezTo>
                  <a:cubicBezTo>
                    <a:pt x="86654" y="6208"/>
                    <a:pt x="86816" y="6233"/>
                    <a:pt x="86911" y="6130"/>
                  </a:cubicBezTo>
                  <a:cubicBezTo>
                    <a:pt x="87034" y="5996"/>
                    <a:pt x="87060" y="5783"/>
                    <a:pt x="87119" y="5617"/>
                  </a:cubicBezTo>
                  <a:cubicBezTo>
                    <a:pt x="87201" y="5388"/>
                    <a:pt x="87335" y="5186"/>
                    <a:pt x="87603" y="5180"/>
                  </a:cubicBezTo>
                  <a:cubicBezTo>
                    <a:pt x="87701" y="5178"/>
                    <a:pt x="87757" y="5258"/>
                    <a:pt x="87768" y="5347"/>
                  </a:cubicBezTo>
                  <a:cubicBezTo>
                    <a:pt x="87793" y="5519"/>
                    <a:pt x="87815" y="5693"/>
                    <a:pt x="87839" y="5866"/>
                  </a:cubicBezTo>
                  <a:cubicBezTo>
                    <a:pt x="87899" y="5831"/>
                    <a:pt x="87958" y="5797"/>
                    <a:pt x="88018" y="5764"/>
                  </a:cubicBezTo>
                  <a:cubicBezTo>
                    <a:pt x="88111" y="5710"/>
                    <a:pt x="88233" y="5758"/>
                    <a:pt x="88263" y="5864"/>
                  </a:cubicBezTo>
                  <a:cubicBezTo>
                    <a:pt x="88354" y="6195"/>
                    <a:pt x="88496" y="6512"/>
                    <a:pt x="88683" y="6798"/>
                  </a:cubicBezTo>
                  <a:cubicBezTo>
                    <a:pt x="88747" y="6893"/>
                    <a:pt x="88815" y="6986"/>
                    <a:pt x="88888" y="7075"/>
                  </a:cubicBezTo>
                  <a:cubicBezTo>
                    <a:pt x="88960" y="7164"/>
                    <a:pt x="88925" y="7276"/>
                    <a:pt x="88854" y="7332"/>
                  </a:cubicBezTo>
                  <a:cubicBezTo>
                    <a:pt x="88903" y="7490"/>
                    <a:pt x="88942" y="7650"/>
                    <a:pt x="88979" y="7813"/>
                  </a:cubicBezTo>
                  <a:cubicBezTo>
                    <a:pt x="89104" y="7748"/>
                    <a:pt x="89234" y="7689"/>
                    <a:pt x="89360" y="7628"/>
                  </a:cubicBezTo>
                  <a:cubicBezTo>
                    <a:pt x="89517" y="7549"/>
                    <a:pt x="89712" y="7414"/>
                    <a:pt x="89887" y="7527"/>
                  </a:cubicBezTo>
                  <a:cubicBezTo>
                    <a:pt x="90006" y="7605"/>
                    <a:pt x="90047" y="7776"/>
                    <a:pt x="90078" y="7906"/>
                  </a:cubicBezTo>
                  <a:cubicBezTo>
                    <a:pt x="90110" y="8048"/>
                    <a:pt x="90127" y="8193"/>
                    <a:pt x="90102" y="8336"/>
                  </a:cubicBezTo>
                  <a:cubicBezTo>
                    <a:pt x="90078" y="8472"/>
                    <a:pt x="90002" y="8596"/>
                    <a:pt x="89887" y="8675"/>
                  </a:cubicBezTo>
                  <a:cubicBezTo>
                    <a:pt x="89881" y="8678"/>
                    <a:pt x="89876" y="8682"/>
                    <a:pt x="89868" y="8686"/>
                  </a:cubicBezTo>
                  <a:cubicBezTo>
                    <a:pt x="89961" y="8663"/>
                    <a:pt x="90052" y="8641"/>
                    <a:pt x="90145" y="8619"/>
                  </a:cubicBezTo>
                  <a:cubicBezTo>
                    <a:pt x="90353" y="8567"/>
                    <a:pt x="90564" y="8515"/>
                    <a:pt x="90774" y="8463"/>
                  </a:cubicBezTo>
                  <a:cubicBezTo>
                    <a:pt x="90893" y="8435"/>
                    <a:pt x="90982" y="8518"/>
                    <a:pt x="90995" y="8630"/>
                  </a:cubicBezTo>
                  <a:cubicBezTo>
                    <a:pt x="91008" y="8755"/>
                    <a:pt x="91023" y="8877"/>
                    <a:pt x="91036" y="9000"/>
                  </a:cubicBezTo>
                  <a:cubicBezTo>
                    <a:pt x="91211" y="8957"/>
                    <a:pt x="91406" y="8993"/>
                    <a:pt x="91553" y="9097"/>
                  </a:cubicBezTo>
                  <a:cubicBezTo>
                    <a:pt x="91692" y="9197"/>
                    <a:pt x="91769" y="9337"/>
                    <a:pt x="91787" y="9508"/>
                  </a:cubicBezTo>
                  <a:cubicBezTo>
                    <a:pt x="91802" y="9660"/>
                    <a:pt x="91784" y="9764"/>
                    <a:pt x="91921" y="9852"/>
                  </a:cubicBezTo>
                  <a:cubicBezTo>
                    <a:pt x="92040" y="9928"/>
                    <a:pt x="92172" y="9984"/>
                    <a:pt x="92273" y="10082"/>
                  </a:cubicBezTo>
                  <a:cubicBezTo>
                    <a:pt x="92388" y="10194"/>
                    <a:pt x="92438" y="10348"/>
                    <a:pt x="92416" y="10506"/>
                  </a:cubicBezTo>
                  <a:cubicBezTo>
                    <a:pt x="92390" y="10668"/>
                    <a:pt x="92291" y="10797"/>
                    <a:pt x="92237" y="10947"/>
                  </a:cubicBezTo>
                  <a:cubicBezTo>
                    <a:pt x="92187" y="11090"/>
                    <a:pt x="92280" y="11159"/>
                    <a:pt x="92386" y="11243"/>
                  </a:cubicBezTo>
                  <a:cubicBezTo>
                    <a:pt x="92535" y="11364"/>
                    <a:pt x="92654" y="11487"/>
                    <a:pt x="92676" y="11687"/>
                  </a:cubicBezTo>
                  <a:cubicBezTo>
                    <a:pt x="92682" y="11734"/>
                    <a:pt x="92680" y="11779"/>
                    <a:pt x="92671" y="11823"/>
                  </a:cubicBezTo>
                  <a:cubicBezTo>
                    <a:pt x="92868" y="11909"/>
                    <a:pt x="93050" y="12048"/>
                    <a:pt x="93098" y="12253"/>
                  </a:cubicBezTo>
                  <a:cubicBezTo>
                    <a:pt x="93171" y="12561"/>
                    <a:pt x="92907" y="12738"/>
                    <a:pt x="92663" y="12839"/>
                  </a:cubicBezTo>
                  <a:cubicBezTo>
                    <a:pt x="92591" y="12868"/>
                    <a:pt x="92472" y="12907"/>
                    <a:pt x="92451" y="12959"/>
                  </a:cubicBezTo>
                  <a:cubicBezTo>
                    <a:pt x="92427" y="13025"/>
                    <a:pt x="92509" y="13110"/>
                    <a:pt x="92574" y="13138"/>
                  </a:cubicBezTo>
                  <a:cubicBezTo>
                    <a:pt x="92710" y="13196"/>
                    <a:pt x="92937" y="13151"/>
                    <a:pt x="92985" y="12993"/>
                  </a:cubicBezTo>
                  <a:cubicBezTo>
                    <a:pt x="93011" y="12915"/>
                    <a:pt x="93078" y="12863"/>
                    <a:pt x="93162" y="12859"/>
                  </a:cubicBezTo>
                  <a:cubicBezTo>
                    <a:pt x="93394" y="12850"/>
                    <a:pt x="93549" y="13045"/>
                    <a:pt x="93597" y="13253"/>
                  </a:cubicBezTo>
                  <a:cubicBezTo>
                    <a:pt x="93623" y="13367"/>
                    <a:pt x="93615" y="13475"/>
                    <a:pt x="93610" y="13590"/>
                  </a:cubicBezTo>
                  <a:cubicBezTo>
                    <a:pt x="93604" y="13664"/>
                    <a:pt x="93586" y="13791"/>
                    <a:pt x="93642" y="13854"/>
                  </a:cubicBezTo>
                  <a:cubicBezTo>
                    <a:pt x="93697" y="13917"/>
                    <a:pt x="93816" y="13889"/>
                    <a:pt x="93891" y="13880"/>
                  </a:cubicBezTo>
                  <a:cubicBezTo>
                    <a:pt x="94015" y="13863"/>
                    <a:pt x="94133" y="13847"/>
                    <a:pt x="94259" y="13861"/>
                  </a:cubicBezTo>
                  <a:cubicBezTo>
                    <a:pt x="94402" y="13878"/>
                    <a:pt x="94538" y="13923"/>
                    <a:pt x="94663" y="13990"/>
                  </a:cubicBezTo>
                  <a:cubicBezTo>
                    <a:pt x="94681" y="13497"/>
                    <a:pt x="94517" y="13010"/>
                    <a:pt x="94214" y="12615"/>
                  </a:cubicBezTo>
                  <a:cubicBezTo>
                    <a:pt x="94177" y="12569"/>
                    <a:pt x="94181" y="12480"/>
                    <a:pt x="94214" y="12431"/>
                  </a:cubicBezTo>
                  <a:cubicBezTo>
                    <a:pt x="94305" y="12297"/>
                    <a:pt x="94438" y="12232"/>
                    <a:pt x="94592" y="12197"/>
                  </a:cubicBezTo>
                  <a:cubicBezTo>
                    <a:pt x="94674" y="12178"/>
                    <a:pt x="94845" y="12175"/>
                    <a:pt x="94891" y="12093"/>
                  </a:cubicBezTo>
                  <a:cubicBezTo>
                    <a:pt x="94938" y="12015"/>
                    <a:pt x="94819" y="11868"/>
                    <a:pt x="94778" y="11799"/>
                  </a:cubicBezTo>
                  <a:cubicBezTo>
                    <a:pt x="94696" y="11661"/>
                    <a:pt x="94612" y="11511"/>
                    <a:pt x="94610" y="11347"/>
                  </a:cubicBezTo>
                  <a:cubicBezTo>
                    <a:pt x="94609" y="11005"/>
                    <a:pt x="94947" y="10731"/>
                    <a:pt x="95274" y="10743"/>
                  </a:cubicBezTo>
                  <a:cubicBezTo>
                    <a:pt x="95618" y="10754"/>
                    <a:pt x="95881" y="11049"/>
                    <a:pt x="95940" y="11373"/>
                  </a:cubicBezTo>
                  <a:cubicBezTo>
                    <a:pt x="95976" y="11563"/>
                    <a:pt x="95931" y="11730"/>
                    <a:pt x="95890" y="11914"/>
                  </a:cubicBezTo>
                  <a:cubicBezTo>
                    <a:pt x="95845" y="12110"/>
                    <a:pt x="96002" y="12191"/>
                    <a:pt x="96080" y="12349"/>
                  </a:cubicBezTo>
                  <a:cubicBezTo>
                    <a:pt x="96228" y="12647"/>
                    <a:pt x="96057" y="12926"/>
                    <a:pt x="95942" y="13199"/>
                  </a:cubicBezTo>
                  <a:cubicBezTo>
                    <a:pt x="95905" y="13287"/>
                    <a:pt x="95855" y="13400"/>
                    <a:pt x="95916" y="13478"/>
                  </a:cubicBezTo>
                  <a:cubicBezTo>
                    <a:pt x="95987" y="13569"/>
                    <a:pt x="96160" y="13558"/>
                    <a:pt x="96262" y="13566"/>
                  </a:cubicBezTo>
                  <a:cubicBezTo>
                    <a:pt x="96435" y="13575"/>
                    <a:pt x="96600" y="13597"/>
                    <a:pt x="96757" y="13677"/>
                  </a:cubicBezTo>
                  <a:cubicBezTo>
                    <a:pt x="96915" y="13757"/>
                    <a:pt x="97043" y="13886"/>
                    <a:pt x="97145" y="14027"/>
                  </a:cubicBezTo>
                  <a:cubicBezTo>
                    <a:pt x="97419" y="14395"/>
                    <a:pt x="97452" y="14862"/>
                    <a:pt x="97547" y="15295"/>
                  </a:cubicBezTo>
                  <a:cubicBezTo>
                    <a:pt x="97597" y="15532"/>
                    <a:pt x="97672" y="15762"/>
                    <a:pt x="97757" y="15987"/>
                  </a:cubicBezTo>
                  <a:cubicBezTo>
                    <a:pt x="97820" y="16153"/>
                    <a:pt x="97878" y="16322"/>
                    <a:pt x="97936" y="16487"/>
                  </a:cubicBezTo>
                  <a:cubicBezTo>
                    <a:pt x="97941" y="16486"/>
                    <a:pt x="97945" y="16482"/>
                    <a:pt x="97949" y="16478"/>
                  </a:cubicBezTo>
                  <a:cubicBezTo>
                    <a:pt x="98036" y="16413"/>
                    <a:pt x="98135" y="16551"/>
                    <a:pt x="98062" y="16625"/>
                  </a:cubicBezTo>
                  <a:cubicBezTo>
                    <a:pt x="98040" y="16647"/>
                    <a:pt x="98021" y="16672"/>
                    <a:pt x="98008" y="16696"/>
                  </a:cubicBezTo>
                  <a:cubicBezTo>
                    <a:pt x="98021" y="16746"/>
                    <a:pt x="98005" y="16789"/>
                    <a:pt x="97971" y="16819"/>
                  </a:cubicBezTo>
                  <a:cubicBezTo>
                    <a:pt x="97954" y="17045"/>
                    <a:pt x="98183" y="17298"/>
                    <a:pt x="98349" y="17415"/>
                  </a:cubicBezTo>
                  <a:cubicBezTo>
                    <a:pt x="98665" y="17641"/>
                    <a:pt x="98996" y="17841"/>
                    <a:pt x="99096" y="18245"/>
                  </a:cubicBezTo>
                  <a:cubicBezTo>
                    <a:pt x="99191" y="18624"/>
                    <a:pt x="99057" y="19019"/>
                    <a:pt x="99150" y="19394"/>
                  </a:cubicBezTo>
                  <a:cubicBezTo>
                    <a:pt x="99243" y="19774"/>
                    <a:pt x="99658" y="20027"/>
                    <a:pt x="99970" y="20214"/>
                  </a:cubicBezTo>
                  <a:cubicBezTo>
                    <a:pt x="100171" y="20337"/>
                    <a:pt x="100402" y="20430"/>
                    <a:pt x="100506" y="20657"/>
                  </a:cubicBezTo>
                  <a:cubicBezTo>
                    <a:pt x="100567" y="20791"/>
                    <a:pt x="100582" y="20938"/>
                    <a:pt x="100565" y="21081"/>
                  </a:cubicBezTo>
                  <a:cubicBezTo>
                    <a:pt x="100727" y="21115"/>
                    <a:pt x="100878" y="21209"/>
                    <a:pt x="100980" y="21347"/>
                  </a:cubicBezTo>
                  <a:cubicBezTo>
                    <a:pt x="101144" y="21568"/>
                    <a:pt x="101110" y="21831"/>
                    <a:pt x="101006" y="22069"/>
                  </a:cubicBezTo>
                  <a:cubicBezTo>
                    <a:pt x="100924" y="22258"/>
                    <a:pt x="100759" y="22472"/>
                    <a:pt x="100906" y="22669"/>
                  </a:cubicBezTo>
                  <a:cubicBezTo>
                    <a:pt x="100989" y="22781"/>
                    <a:pt x="101108" y="22874"/>
                    <a:pt x="101211" y="22969"/>
                  </a:cubicBezTo>
                  <a:cubicBezTo>
                    <a:pt x="101339" y="23090"/>
                    <a:pt x="101466" y="23211"/>
                    <a:pt x="101594" y="23331"/>
                  </a:cubicBezTo>
                  <a:cubicBezTo>
                    <a:pt x="101629" y="23365"/>
                    <a:pt x="101718" y="23484"/>
                    <a:pt x="101767" y="23490"/>
                  </a:cubicBezTo>
                  <a:cubicBezTo>
                    <a:pt x="101771" y="23490"/>
                    <a:pt x="101817" y="23463"/>
                    <a:pt x="101834" y="23454"/>
                  </a:cubicBezTo>
                  <a:cubicBezTo>
                    <a:pt x="101970" y="23387"/>
                    <a:pt x="102120" y="23346"/>
                    <a:pt x="102262" y="23426"/>
                  </a:cubicBezTo>
                  <a:cubicBezTo>
                    <a:pt x="102468" y="23543"/>
                    <a:pt x="102524" y="23832"/>
                    <a:pt x="102461" y="24047"/>
                  </a:cubicBezTo>
                  <a:cubicBezTo>
                    <a:pt x="102412" y="24211"/>
                    <a:pt x="102148" y="24514"/>
                    <a:pt x="102379" y="24641"/>
                  </a:cubicBezTo>
                  <a:cubicBezTo>
                    <a:pt x="102583" y="24752"/>
                    <a:pt x="102795" y="24592"/>
                    <a:pt x="102935" y="24451"/>
                  </a:cubicBezTo>
                  <a:cubicBezTo>
                    <a:pt x="103385" y="23997"/>
                    <a:pt x="103669" y="23382"/>
                    <a:pt x="103787" y="22757"/>
                  </a:cubicBezTo>
                  <a:cubicBezTo>
                    <a:pt x="103801" y="22669"/>
                    <a:pt x="103894" y="22615"/>
                    <a:pt x="103976" y="22612"/>
                  </a:cubicBezTo>
                  <a:cubicBezTo>
                    <a:pt x="104173" y="22601"/>
                    <a:pt x="104357" y="22524"/>
                    <a:pt x="104504" y="22398"/>
                  </a:cubicBezTo>
                  <a:cubicBezTo>
                    <a:pt x="104527" y="22379"/>
                    <a:pt x="104547" y="22361"/>
                    <a:pt x="104566" y="22340"/>
                  </a:cubicBezTo>
                  <a:cubicBezTo>
                    <a:pt x="104709" y="22197"/>
                    <a:pt x="104947" y="22344"/>
                    <a:pt x="104899" y="22534"/>
                  </a:cubicBezTo>
                  <a:cubicBezTo>
                    <a:pt x="104891" y="22563"/>
                    <a:pt x="104889" y="22589"/>
                    <a:pt x="104893" y="22617"/>
                  </a:cubicBezTo>
                  <a:cubicBezTo>
                    <a:pt x="104902" y="22699"/>
                    <a:pt x="104960" y="22768"/>
                    <a:pt x="105044" y="22801"/>
                  </a:cubicBezTo>
                  <a:cubicBezTo>
                    <a:pt x="105100" y="22822"/>
                    <a:pt x="105155" y="22840"/>
                    <a:pt x="105204" y="22868"/>
                  </a:cubicBezTo>
                  <a:lnTo>
                    <a:pt x="105204" y="23683"/>
                  </a:lnTo>
                  <a:lnTo>
                    <a:pt x="105193" y="23700"/>
                  </a:lnTo>
                  <a:cubicBezTo>
                    <a:pt x="105163" y="23744"/>
                    <a:pt x="105126" y="23796"/>
                    <a:pt x="105127" y="23852"/>
                  </a:cubicBezTo>
                  <a:cubicBezTo>
                    <a:pt x="105131" y="23906"/>
                    <a:pt x="105170" y="23960"/>
                    <a:pt x="105204" y="24005"/>
                  </a:cubicBezTo>
                  <a:lnTo>
                    <a:pt x="105204" y="60265"/>
                  </a:lnTo>
                  <a:lnTo>
                    <a:pt x="3460" y="60265"/>
                  </a:lnTo>
                  <a:close/>
                  <a:moveTo>
                    <a:pt x="102076" y="23772"/>
                  </a:moveTo>
                  <a:lnTo>
                    <a:pt x="102076" y="23772"/>
                  </a:lnTo>
                  <a:cubicBezTo>
                    <a:pt x="102072" y="23765"/>
                    <a:pt x="102066" y="23761"/>
                    <a:pt x="102061" y="23759"/>
                  </a:cubicBezTo>
                  <a:cubicBezTo>
                    <a:pt x="102064" y="23759"/>
                    <a:pt x="102070" y="23770"/>
                    <a:pt x="102076" y="23772"/>
                  </a:cubicBezTo>
                  <a:close/>
                  <a:moveTo>
                    <a:pt x="92323" y="11749"/>
                  </a:moveTo>
                  <a:lnTo>
                    <a:pt x="92323" y="11749"/>
                  </a:lnTo>
                  <a:cubicBezTo>
                    <a:pt x="92317" y="11754"/>
                    <a:pt x="92323" y="11762"/>
                    <a:pt x="92323" y="11749"/>
                  </a:cubicBezTo>
                  <a:close/>
                  <a:moveTo>
                    <a:pt x="89691" y="8708"/>
                  </a:moveTo>
                  <a:lnTo>
                    <a:pt x="89691" y="8708"/>
                  </a:lnTo>
                  <a:cubicBezTo>
                    <a:pt x="89684" y="8682"/>
                    <a:pt x="89660" y="8710"/>
                    <a:pt x="89691" y="8708"/>
                  </a:cubicBezTo>
                  <a:close/>
                  <a:moveTo>
                    <a:pt x="34189" y="25885"/>
                  </a:moveTo>
                  <a:cubicBezTo>
                    <a:pt x="34179" y="25872"/>
                    <a:pt x="34179" y="25877"/>
                    <a:pt x="34189" y="25885"/>
                  </a:cubicBezTo>
                  <a:close/>
                  <a:moveTo>
                    <a:pt x="3290" y="53147"/>
                  </a:moveTo>
                  <a:cubicBezTo>
                    <a:pt x="3316" y="53136"/>
                    <a:pt x="3298" y="53112"/>
                    <a:pt x="3290" y="53147"/>
                  </a:cubicBezTo>
                  <a:close/>
                  <a:moveTo>
                    <a:pt x="25092" y="31866"/>
                  </a:moveTo>
                  <a:cubicBezTo>
                    <a:pt x="25092" y="31870"/>
                    <a:pt x="25092" y="31873"/>
                    <a:pt x="25094" y="31868"/>
                  </a:cubicBezTo>
                  <a:cubicBezTo>
                    <a:pt x="25094" y="31868"/>
                    <a:pt x="25094" y="31866"/>
                    <a:pt x="25092" y="31866"/>
                  </a:cubicBezTo>
                  <a:close/>
                  <a:moveTo>
                    <a:pt x="33995" y="27655"/>
                  </a:moveTo>
                  <a:cubicBezTo>
                    <a:pt x="33949" y="27652"/>
                    <a:pt x="33980" y="27661"/>
                    <a:pt x="33995" y="27655"/>
                  </a:cubicBezTo>
                  <a:close/>
                  <a:moveTo>
                    <a:pt x="34533" y="25623"/>
                  </a:moveTo>
                  <a:cubicBezTo>
                    <a:pt x="34549" y="25641"/>
                    <a:pt x="34551" y="25626"/>
                    <a:pt x="34533" y="25623"/>
                  </a:cubicBezTo>
                  <a:close/>
                  <a:moveTo>
                    <a:pt x="48832" y="20177"/>
                  </a:moveTo>
                  <a:cubicBezTo>
                    <a:pt x="48881" y="20069"/>
                    <a:pt x="48814" y="19900"/>
                    <a:pt x="48777" y="19777"/>
                  </a:cubicBezTo>
                  <a:cubicBezTo>
                    <a:pt x="48752" y="19697"/>
                    <a:pt x="48732" y="19616"/>
                    <a:pt x="48721" y="19532"/>
                  </a:cubicBezTo>
                  <a:cubicBezTo>
                    <a:pt x="48654" y="19829"/>
                    <a:pt x="48591" y="20129"/>
                    <a:pt x="48531" y="20428"/>
                  </a:cubicBezTo>
                  <a:cubicBezTo>
                    <a:pt x="48557" y="20412"/>
                    <a:pt x="48581" y="20397"/>
                    <a:pt x="48609" y="20380"/>
                  </a:cubicBezTo>
                  <a:cubicBezTo>
                    <a:pt x="48698" y="20324"/>
                    <a:pt x="48791" y="20265"/>
                    <a:pt x="48832" y="20175"/>
                  </a:cubicBezTo>
                  <a:lnTo>
                    <a:pt x="48832" y="20175"/>
                  </a:lnTo>
                  <a:close/>
                  <a:moveTo>
                    <a:pt x="52137" y="18593"/>
                  </a:moveTo>
                  <a:cubicBezTo>
                    <a:pt x="52143" y="18593"/>
                    <a:pt x="52148" y="18582"/>
                    <a:pt x="52150" y="18582"/>
                  </a:cubicBezTo>
                  <a:cubicBezTo>
                    <a:pt x="52145" y="18583"/>
                    <a:pt x="52141" y="18587"/>
                    <a:pt x="52137" y="18593"/>
                  </a:cubicBezTo>
                  <a:close/>
                  <a:moveTo>
                    <a:pt x="61888" y="6571"/>
                  </a:moveTo>
                  <a:cubicBezTo>
                    <a:pt x="61888" y="6584"/>
                    <a:pt x="61895" y="6577"/>
                    <a:pt x="61888" y="6571"/>
                  </a:cubicBezTo>
                  <a:close/>
                  <a:moveTo>
                    <a:pt x="64519" y="3529"/>
                  </a:moveTo>
                  <a:cubicBezTo>
                    <a:pt x="64553" y="3532"/>
                    <a:pt x="64527" y="3504"/>
                    <a:pt x="64519" y="3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6"/>
            <p:cNvSpPr/>
            <p:nvPr/>
          </p:nvSpPr>
          <p:spPr>
            <a:xfrm>
              <a:off x="50" y="4798851"/>
              <a:ext cx="1835816" cy="1030536"/>
            </a:xfrm>
            <a:custGeom>
              <a:avLst/>
              <a:gdLst/>
              <a:ahLst/>
              <a:cxnLst/>
              <a:rect l="l" t="t" r="r" b="b"/>
              <a:pathLst>
                <a:path w="71073" h="59603" extrusionOk="0">
                  <a:moveTo>
                    <a:pt x="68458" y="59602"/>
                  </a:moveTo>
                  <a:cubicBezTo>
                    <a:pt x="69180" y="59035"/>
                    <a:pt x="69896" y="58458"/>
                    <a:pt x="70608" y="57882"/>
                  </a:cubicBezTo>
                  <a:cubicBezTo>
                    <a:pt x="70628" y="57893"/>
                    <a:pt x="70651" y="57904"/>
                    <a:pt x="70671" y="57915"/>
                  </a:cubicBezTo>
                  <a:cubicBezTo>
                    <a:pt x="70887" y="58031"/>
                    <a:pt x="71073" y="57713"/>
                    <a:pt x="70863" y="57590"/>
                  </a:cubicBezTo>
                  <a:cubicBezTo>
                    <a:pt x="70833" y="57573"/>
                    <a:pt x="70803" y="57555"/>
                    <a:pt x="70773" y="57538"/>
                  </a:cubicBezTo>
                  <a:cubicBezTo>
                    <a:pt x="70571" y="57411"/>
                    <a:pt x="70375" y="57272"/>
                    <a:pt x="70176" y="57138"/>
                  </a:cubicBezTo>
                  <a:cubicBezTo>
                    <a:pt x="69963" y="56997"/>
                    <a:pt x="69758" y="56844"/>
                    <a:pt x="69563" y="56677"/>
                  </a:cubicBezTo>
                  <a:cubicBezTo>
                    <a:pt x="69180" y="56346"/>
                    <a:pt x="68841" y="55964"/>
                    <a:pt x="68610" y="55513"/>
                  </a:cubicBezTo>
                  <a:cubicBezTo>
                    <a:pt x="68376" y="55053"/>
                    <a:pt x="68318" y="54553"/>
                    <a:pt x="68296" y="54043"/>
                  </a:cubicBezTo>
                  <a:cubicBezTo>
                    <a:pt x="68283" y="53748"/>
                    <a:pt x="68279" y="53446"/>
                    <a:pt x="68237" y="53154"/>
                  </a:cubicBezTo>
                  <a:cubicBezTo>
                    <a:pt x="68194" y="52881"/>
                    <a:pt x="68004" y="52682"/>
                    <a:pt x="67714" y="52702"/>
                  </a:cubicBezTo>
                  <a:cubicBezTo>
                    <a:pt x="67435" y="52723"/>
                    <a:pt x="67152" y="52803"/>
                    <a:pt x="66877" y="52855"/>
                  </a:cubicBezTo>
                  <a:cubicBezTo>
                    <a:pt x="66721" y="52885"/>
                    <a:pt x="66565" y="52913"/>
                    <a:pt x="66410" y="52942"/>
                  </a:cubicBezTo>
                  <a:cubicBezTo>
                    <a:pt x="66405" y="52944"/>
                    <a:pt x="66342" y="52952"/>
                    <a:pt x="66295" y="52959"/>
                  </a:cubicBezTo>
                  <a:cubicBezTo>
                    <a:pt x="66275" y="52658"/>
                    <a:pt x="66278" y="52355"/>
                    <a:pt x="66267" y="52053"/>
                  </a:cubicBezTo>
                  <a:cubicBezTo>
                    <a:pt x="66260" y="51800"/>
                    <a:pt x="66196" y="51529"/>
                    <a:pt x="65908" y="51471"/>
                  </a:cubicBezTo>
                  <a:cubicBezTo>
                    <a:pt x="65767" y="51443"/>
                    <a:pt x="65639" y="51495"/>
                    <a:pt x="65501" y="51510"/>
                  </a:cubicBezTo>
                  <a:cubicBezTo>
                    <a:pt x="65432" y="51520"/>
                    <a:pt x="65402" y="51508"/>
                    <a:pt x="65356" y="51466"/>
                  </a:cubicBezTo>
                  <a:cubicBezTo>
                    <a:pt x="65224" y="51345"/>
                    <a:pt x="65229" y="51148"/>
                    <a:pt x="65280" y="50982"/>
                  </a:cubicBezTo>
                  <a:cubicBezTo>
                    <a:pt x="65354" y="50744"/>
                    <a:pt x="65497" y="50536"/>
                    <a:pt x="65585" y="50303"/>
                  </a:cubicBezTo>
                  <a:cubicBezTo>
                    <a:pt x="65670" y="50080"/>
                    <a:pt x="65706" y="49814"/>
                    <a:pt x="65629" y="49584"/>
                  </a:cubicBezTo>
                  <a:cubicBezTo>
                    <a:pt x="65540" y="49323"/>
                    <a:pt x="65306" y="49100"/>
                    <a:pt x="65014" y="49160"/>
                  </a:cubicBezTo>
                  <a:cubicBezTo>
                    <a:pt x="64809" y="49202"/>
                    <a:pt x="64662" y="49403"/>
                    <a:pt x="64487" y="49455"/>
                  </a:cubicBezTo>
                  <a:cubicBezTo>
                    <a:pt x="64294" y="49513"/>
                    <a:pt x="64065" y="49453"/>
                    <a:pt x="63913" y="49318"/>
                  </a:cubicBezTo>
                  <a:cubicBezTo>
                    <a:pt x="63916" y="49310"/>
                    <a:pt x="63920" y="49303"/>
                    <a:pt x="63922" y="49293"/>
                  </a:cubicBezTo>
                  <a:cubicBezTo>
                    <a:pt x="64054" y="48849"/>
                    <a:pt x="63645" y="48473"/>
                    <a:pt x="63230" y="48431"/>
                  </a:cubicBezTo>
                  <a:cubicBezTo>
                    <a:pt x="62869" y="48393"/>
                    <a:pt x="62564" y="48611"/>
                    <a:pt x="62313" y="48855"/>
                  </a:cubicBezTo>
                  <a:cubicBezTo>
                    <a:pt x="62306" y="48797"/>
                    <a:pt x="62310" y="48737"/>
                    <a:pt x="62311" y="48695"/>
                  </a:cubicBezTo>
                  <a:cubicBezTo>
                    <a:pt x="62319" y="48503"/>
                    <a:pt x="62350" y="48308"/>
                    <a:pt x="62293" y="48118"/>
                  </a:cubicBezTo>
                  <a:cubicBezTo>
                    <a:pt x="62230" y="47912"/>
                    <a:pt x="62036" y="47728"/>
                    <a:pt x="61824" y="47692"/>
                  </a:cubicBezTo>
                  <a:cubicBezTo>
                    <a:pt x="61845" y="47415"/>
                    <a:pt x="61846" y="47134"/>
                    <a:pt x="61776" y="46866"/>
                  </a:cubicBezTo>
                  <a:cubicBezTo>
                    <a:pt x="61765" y="46820"/>
                    <a:pt x="61750" y="46775"/>
                    <a:pt x="61733" y="46729"/>
                  </a:cubicBezTo>
                  <a:cubicBezTo>
                    <a:pt x="61674" y="46563"/>
                    <a:pt x="61473" y="46539"/>
                    <a:pt x="61370" y="46682"/>
                  </a:cubicBezTo>
                  <a:cubicBezTo>
                    <a:pt x="61173" y="46958"/>
                    <a:pt x="60703" y="47023"/>
                    <a:pt x="60442" y="46811"/>
                  </a:cubicBezTo>
                  <a:cubicBezTo>
                    <a:pt x="60310" y="46705"/>
                    <a:pt x="60065" y="46760"/>
                    <a:pt x="60076" y="46963"/>
                  </a:cubicBezTo>
                  <a:cubicBezTo>
                    <a:pt x="60080" y="47015"/>
                    <a:pt x="60082" y="47065"/>
                    <a:pt x="60085" y="47118"/>
                  </a:cubicBezTo>
                  <a:cubicBezTo>
                    <a:pt x="60098" y="47354"/>
                    <a:pt x="60113" y="47592"/>
                    <a:pt x="60128" y="47828"/>
                  </a:cubicBezTo>
                  <a:cubicBezTo>
                    <a:pt x="60069" y="47821"/>
                    <a:pt x="60009" y="47809"/>
                    <a:pt x="59951" y="47802"/>
                  </a:cubicBezTo>
                  <a:cubicBezTo>
                    <a:pt x="59855" y="47787"/>
                    <a:pt x="59756" y="47767"/>
                    <a:pt x="59659" y="47752"/>
                  </a:cubicBezTo>
                  <a:cubicBezTo>
                    <a:pt x="59645" y="47590"/>
                    <a:pt x="59617" y="47424"/>
                    <a:pt x="59531" y="47289"/>
                  </a:cubicBezTo>
                  <a:cubicBezTo>
                    <a:pt x="59433" y="47138"/>
                    <a:pt x="59271" y="47026"/>
                    <a:pt x="59087" y="47028"/>
                  </a:cubicBezTo>
                  <a:cubicBezTo>
                    <a:pt x="58919" y="47032"/>
                    <a:pt x="58789" y="47127"/>
                    <a:pt x="58672" y="47233"/>
                  </a:cubicBezTo>
                  <a:cubicBezTo>
                    <a:pt x="58631" y="47270"/>
                    <a:pt x="58549" y="47372"/>
                    <a:pt x="58475" y="47410"/>
                  </a:cubicBezTo>
                  <a:cubicBezTo>
                    <a:pt x="58540" y="47229"/>
                    <a:pt x="58607" y="47051"/>
                    <a:pt x="58672" y="46870"/>
                  </a:cubicBezTo>
                  <a:cubicBezTo>
                    <a:pt x="58828" y="46677"/>
                    <a:pt x="58966" y="46439"/>
                    <a:pt x="58942" y="46190"/>
                  </a:cubicBezTo>
                  <a:cubicBezTo>
                    <a:pt x="58908" y="45842"/>
                    <a:pt x="58605" y="45719"/>
                    <a:pt x="58302" y="45680"/>
                  </a:cubicBezTo>
                  <a:cubicBezTo>
                    <a:pt x="58095" y="45652"/>
                    <a:pt x="57934" y="45600"/>
                    <a:pt x="57829" y="45408"/>
                  </a:cubicBezTo>
                  <a:cubicBezTo>
                    <a:pt x="57733" y="45228"/>
                    <a:pt x="57716" y="45009"/>
                    <a:pt x="57729" y="44808"/>
                  </a:cubicBezTo>
                  <a:cubicBezTo>
                    <a:pt x="57749" y="44518"/>
                    <a:pt x="57839" y="44233"/>
                    <a:pt x="57868" y="43941"/>
                  </a:cubicBezTo>
                  <a:cubicBezTo>
                    <a:pt x="57896" y="43664"/>
                    <a:pt x="57878" y="43298"/>
                    <a:pt x="57673" y="43084"/>
                  </a:cubicBezTo>
                  <a:cubicBezTo>
                    <a:pt x="57489" y="42890"/>
                    <a:pt x="57186" y="42950"/>
                    <a:pt x="57035" y="42712"/>
                  </a:cubicBezTo>
                  <a:cubicBezTo>
                    <a:pt x="56887" y="42481"/>
                    <a:pt x="57013" y="42217"/>
                    <a:pt x="57069" y="41975"/>
                  </a:cubicBezTo>
                  <a:cubicBezTo>
                    <a:pt x="57130" y="41706"/>
                    <a:pt x="57112" y="41453"/>
                    <a:pt x="56924" y="41237"/>
                  </a:cubicBezTo>
                  <a:cubicBezTo>
                    <a:pt x="56844" y="41148"/>
                    <a:pt x="56734" y="41079"/>
                    <a:pt x="56617" y="41055"/>
                  </a:cubicBezTo>
                  <a:cubicBezTo>
                    <a:pt x="56602" y="40876"/>
                    <a:pt x="56515" y="40705"/>
                    <a:pt x="56369" y="40580"/>
                  </a:cubicBezTo>
                  <a:cubicBezTo>
                    <a:pt x="56109" y="40355"/>
                    <a:pt x="55745" y="40352"/>
                    <a:pt x="55428" y="40443"/>
                  </a:cubicBezTo>
                  <a:cubicBezTo>
                    <a:pt x="55149" y="40523"/>
                    <a:pt x="54809" y="40670"/>
                    <a:pt x="54718" y="40975"/>
                  </a:cubicBezTo>
                  <a:cubicBezTo>
                    <a:pt x="54714" y="40982"/>
                    <a:pt x="54712" y="40990"/>
                    <a:pt x="54711" y="40999"/>
                  </a:cubicBezTo>
                  <a:cubicBezTo>
                    <a:pt x="54664" y="41032"/>
                    <a:pt x="54632" y="41088"/>
                    <a:pt x="54627" y="41153"/>
                  </a:cubicBezTo>
                  <a:cubicBezTo>
                    <a:pt x="54573" y="41773"/>
                    <a:pt x="54623" y="42396"/>
                    <a:pt x="54774" y="42998"/>
                  </a:cubicBezTo>
                  <a:cubicBezTo>
                    <a:pt x="54614" y="42948"/>
                    <a:pt x="54445" y="42920"/>
                    <a:pt x="54275" y="42916"/>
                  </a:cubicBezTo>
                  <a:cubicBezTo>
                    <a:pt x="54184" y="42916"/>
                    <a:pt x="54088" y="43000"/>
                    <a:pt x="54097" y="43095"/>
                  </a:cubicBezTo>
                  <a:cubicBezTo>
                    <a:pt x="54112" y="43255"/>
                    <a:pt x="54177" y="43392"/>
                    <a:pt x="54285" y="43493"/>
                  </a:cubicBezTo>
                  <a:cubicBezTo>
                    <a:pt x="54158" y="43640"/>
                    <a:pt x="54030" y="43787"/>
                    <a:pt x="53903" y="43932"/>
                  </a:cubicBezTo>
                  <a:cubicBezTo>
                    <a:pt x="53820" y="44030"/>
                    <a:pt x="53846" y="44192"/>
                    <a:pt x="53982" y="44227"/>
                  </a:cubicBezTo>
                  <a:cubicBezTo>
                    <a:pt x="54303" y="44311"/>
                    <a:pt x="54420" y="44763"/>
                    <a:pt x="54078" y="44912"/>
                  </a:cubicBezTo>
                  <a:cubicBezTo>
                    <a:pt x="53814" y="45027"/>
                    <a:pt x="53597" y="44750"/>
                    <a:pt x="53697" y="44519"/>
                  </a:cubicBezTo>
                  <a:cubicBezTo>
                    <a:pt x="53706" y="44497"/>
                    <a:pt x="53719" y="44475"/>
                    <a:pt x="53736" y="44452"/>
                  </a:cubicBezTo>
                  <a:cubicBezTo>
                    <a:pt x="53783" y="44393"/>
                    <a:pt x="53758" y="44291"/>
                    <a:pt x="53710" y="44242"/>
                  </a:cubicBezTo>
                  <a:cubicBezTo>
                    <a:pt x="53652" y="44185"/>
                    <a:pt x="53571" y="44183"/>
                    <a:pt x="53500" y="44214"/>
                  </a:cubicBezTo>
                  <a:cubicBezTo>
                    <a:pt x="53465" y="44231"/>
                    <a:pt x="53429" y="44248"/>
                    <a:pt x="53394" y="44265"/>
                  </a:cubicBezTo>
                  <a:cubicBezTo>
                    <a:pt x="53364" y="44131"/>
                    <a:pt x="53349" y="43995"/>
                    <a:pt x="53349" y="43857"/>
                  </a:cubicBezTo>
                  <a:cubicBezTo>
                    <a:pt x="53414" y="43751"/>
                    <a:pt x="53383" y="43606"/>
                    <a:pt x="53275" y="43524"/>
                  </a:cubicBezTo>
                  <a:cubicBezTo>
                    <a:pt x="53184" y="43454"/>
                    <a:pt x="53080" y="43523"/>
                    <a:pt x="53041" y="43610"/>
                  </a:cubicBezTo>
                  <a:cubicBezTo>
                    <a:pt x="52975" y="43573"/>
                    <a:pt x="52914" y="43513"/>
                    <a:pt x="52868" y="43478"/>
                  </a:cubicBezTo>
                  <a:cubicBezTo>
                    <a:pt x="52778" y="43413"/>
                    <a:pt x="52691" y="43342"/>
                    <a:pt x="52605" y="43270"/>
                  </a:cubicBezTo>
                  <a:cubicBezTo>
                    <a:pt x="52468" y="43152"/>
                    <a:pt x="52332" y="43026"/>
                    <a:pt x="52207" y="42894"/>
                  </a:cubicBezTo>
                  <a:cubicBezTo>
                    <a:pt x="52473" y="42561"/>
                    <a:pt x="52689" y="42120"/>
                    <a:pt x="52410" y="41730"/>
                  </a:cubicBezTo>
                  <a:cubicBezTo>
                    <a:pt x="52278" y="41548"/>
                    <a:pt x="52068" y="41423"/>
                    <a:pt x="51837" y="41462"/>
                  </a:cubicBezTo>
                  <a:cubicBezTo>
                    <a:pt x="51726" y="41481"/>
                    <a:pt x="51636" y="41542"/>
                    <a:pt x="51542" y="41600"/>
                  </a:cubicBezTo>
                  <a:cubicBezTo>
                    <a:pt x="51582" y="41475"/>
                    <a:pt x="51579" y="41332"/>
                    <a:pt x="51542" y="41211"/>
                  </a:cubicBezTo>
                  <a:cubicBezTo>
                    <a:pt x="51447" y="40900"/>
                    <a:pt x="51151" y="40757"/>
                    <a:pt x="50969" y="40510"/>
                  </a:cubicBezTo>
                  <a:cubicBezTo>
                    <a:pt x="50900" y="40417"/>
                    <a:pt x="50788" y="40398"/>
                    <a:pt x="50699" y="40476"/>
                  </a:cubicBezTo>
                  <a:cubicBezTo>
                    <a:pt x="50627" y="40538"/>
                    <a:pt x="50535" y="40545"/>
                    <a:pt x="50452" y="40519"/>
                  </a:cubicBezTo>
                  <a:cubicBezTo>
                    <a:pt x="50504" y="40229"/>
                    <a:pt x="50455" y="39928"/>
                    <a:pt x="50309" y="39667"/>
                  </a:cubicBezTo>
                  <a:cubicBezTo>
                    <a:pt x="50273" y="39602"/>
                    <a:pt x="50191" y="39572"/>
                    <a:pt x="50121" y="39589"/>
                  </a:cubicBezTo>
                  <a:cubicBezTo>
                    <a:pt x="49818" y="39669"/>
                    <a:pt x="49492" y="39662"/>
                    <a:pt x="49193" y="39565"/>
                  </a:cubicBezTo>
                  <a:cubicBezTo>
                    <a:pt x="49301" y="39282"/>
                    <a:pt x="49239" y="38940"/>
                    <a:pt x="48966" y="38763"/>
                  </a:cubicBezTo>
                  <a:cubicBezTo>
                    <a:pt x="48739" y="38617"/>
                    <a:pt x="48445" y="38659"/>
                    <a:pt x="48252" y="38821"/>
                  </a:cubicBezTo>
                  <a:cubicBezTo>
                    <a:pt x="48116" y="38711"/>
                    <a:pt x="47904" y="38685"/>
                    <a:pt x="47740" y="38754"/>
                  </a:cubicBezTo>
                  <a:cubicBezTo>
                    <a:pt x="47584" y="38819"/>
                    <a:pt x="47471" y="38940"/>
                    <a:pt x="47333" y="39031"/>
                  </a:cubicBezTo>
                  <a:cubicBezTo>
                    <a:pt x="47283" y="39065"/>
                    <a:pt x="47214" y="39100"/>
                    <a:pt x="47145" y="39113"/>
                  </a:cubicBezTo>
                  <a:cubicBezTo>
                    <a:pt x="47166" y="38957"/>
                    <a:pt x="47218" y="38804"/>
                    <a:pt x="47298" y="38661"/>
                  </a:cubicBezTo>
                  <a:cubicBezTo>
                    <a:pt x="47610" y="38114"/>
                    <a:pt x="48227" y="37640"/>
                    <a:pt x="48151" y="36945"/>
                  </a:cubicBezTo>
                  <a:cubicBezTo>
                    <a:pt x="48136" y="36816"/>
                    <a:pt x="48038" y="36731"/>
                    <a:pt x="47904" y="36759"/>
                  </a:cubicBezTo>
                  <a:cubicBezTo>
                    <a:pt x="47658" y="36809"/>
                    <a:pt x="47231" y="36909"/>
                    <a:pt x="47082" y="36621"/>
                  </a:cubicBezTo>
                  <a:cubicBezTo>
                    <a:pt x="47020" y="36502"/>
                    <a:pt x="47084" y="36353"/>
                    <a:pt x="47091" y="36229"/>
                  </a:cubicBezTo>
                  <a:cubicBezTo>
                    <a:pt x="47102" y="36063"/>
                    <a:pt x="47037" y="35929"/>
                    <a:pt x="46920" y="35816"/>
                  </a:cubicBezTo>
                  <a:cubicBezTo>
                    <a:pt x="46816" y="35715"/>
                    <a:pt x="46782" y="35639"/>
                    <a:pt x="46840" y="35498"/>
                  </a:cubicBezTo>
                  <a:cubicBezTo>
                    <a:pt x="46898" y="35356"/>
                    <a:pt x="47006" y="35248"/>
                    <a:pt x="47100" y="35133"/>
                  </a:cubicBezTo>
                  <a:cubicBezTo>
                    <a:pt x="47311" y="34880"/>
                    <a:pt x="47474" y="34588"/>
                    <a:pt x="47333" y="34263"/>
                  </a:cubicBezTo>
                  <a:cubicBezTo>
                    <a:pt x="47311" y="34209"/>
                    <a:pt x="47238" y="34175"/>
                    <a:pt x="47182" y="34175"/>
                  </a:cubicBezTo>
                  <a:cubicBezTo>
                    <a:pt x="46993" y="34179"/>
                    <a:pt x="46786" y="34175"/>
                    <a:pt x="46619" y="34073"/>
                  </a:cubicBezTo>
                  <a:cubicBezTo>
                    <a:pt x="46531" y="34019"/>
                    <a:pt x="46442" y="33882"/>
                    <a:pt x="46474" y="33796"/>
                  </a:cubicBezTo>
                  <a:cubicBezTo>
                    <a:pt x="46516" y="33679"/>
                    <a:pt x="46751" y="33656"/>
                    <a:pt x="46851" y="33612"/>
                  </a:cubicBezTo>
                  <a:cubicBezTo>
                    <a:pt x="47017" y="33537"/>
                    <a:pt x="47166" y="33389"/>
                    <a:pt x="47192" y="33201"/>
                  </a:cubicBezTo>
                  <a:cubicBezTo>
                    <a:pt x="47208" y="33091"/>
                    <a:pt x="47177" y="32985"/>
                    <a:pt x="47110" y="32898"/>
                  </a:cubicBezTo>
                  <a:cubicBezTo>
                    <a:pt x="47061" y="32836"/>
                    <a:pt x="46994" y="32797"/>
                    <a:pt x="46946" y="32738"/>
                  </a:cubicBezTo>
                  <a:cubicBezTo>
                    <a:pt x="46933" y="32721"/>
                    <a:pt x="46929" y="32701"/>
                    <a:pt x="46931" y="32686"/>
                  </a:cubicBezTo>
                  <a:cubicBezTo>
                    <a:pt x="46937" y="32622"/>
                    <a:pt x="46963" y="32557"/>
                    <a:pt x="46985" y="32498"/>
                  </a:cubicBezTo>
                  <a:cubicBezTo>
                    <a:pt x="47087" y="32206"/>
                    <a:pt x="47158" y="31864"/>
                    <a:pt x="46847" y="31667"/>
                  </a:cubicBezTo>
                  <a:cubicBezTo>
                    <a:pt x="46682" y="31562"/>
                    <a:pt x="46513" y="31561"/>
                    <a:pt x="46355" y="31613"/>
                  </a:cubicBezTo>
                  <a:cubicBezTo>
                    <a:pt x="46314" y="31490"/>
                    <a:pt x="46234" y="31393"/>
                    <a:pt x="46154" y="31293"/>
                  </a:cubicBezTo>
                  <a:cubicBezTo>
                    <a:pt x="46078" y="31198"/>
                    <a:pt x="45996" y="31101"/>
                    <a:pt x="46048" y="30977"/>
                  </a:cubicBezTo>
                  <a:cubicBezTo>
                    <a:pt x="46107" y="30835"/>
                    <a:pt x="46219" y="30707"/>
                    <a:pt x="46301" y="30577"/>
                  </a:cubicBezTo>
                  <a:cubicBezTo>
                    <a:pt x="46463" y="30320"/>
                    <a:pt x="46578" y="30019"/>
                    <a:pt x="46472" y="29719"/>
                  </a:cubicBezTo>
                  <a:cubicBezTo>
                    <a:pt x="46396" y="29500"/>
                    <a:pt x="46237" y="29342"/>
                    <a:pt x="46050" y="29210"/>
                  </a:cubicBezTo>
                  <a:cubicBezTo>
                    <a:pt x="45869" y="29083"/>
                    <a:pt x="45670" y="28985"/>
                    <a:pt x="45488" y="28860"/>
                  </a:cubicBezTo>
                  <a:cubicBezTo>
                    <a:pt x="45291" y="28724"/>
                    <a:pt x="45272" y="28451"/>
                    <a:pt x="45302" y="28235"/>
                  </a:cubicBezTo>
                  <a:cubicBezTo>
                    <a:pt x="45349" y="27915"/>
                    <a:pt x="45469" y="27610"/>
                    <a:pt x="45352" y="27289"/>
                  </a:cubicBezTo>
                  <a:cubicBezTo>
                    <a:pt x="45298" y="27142"/>
                    <a:pt x="45209" y="27015"/>
                    <a:pt x="45075" y="26930"/>
                  </a:cubicBezTo>
                  <a:cubicBezTo>
                    <a:pt x="44969" y="26865"/>
                    <a:pt x="44822" y="26855"/>
                    <a:pt x="44759" y="26736"/>
                  </a:cubicBezTo>
                  <a:cubicBezTo>
                    <a:pt x="44629" y="26493"/>
                    <a:pt x="44783" y="26184"/>
                    <a:pt x="44837" y="25938"/>
                  </a:cubicBezTo>
                  <a:cubicBezTo>
                    <a:pt x="44906" y="25626"/>
                    <a:pt x="44878" y="25312"/>
                    <a:pt x="44724" y="25027"/>
                  </a:cubicBezTo>
                  <a:cubicBezTo>
                    <a:pt x="44435" y="24493"/>
                    <a:pt x="43755" y="24272"/>
                    <a:pt x="43238" y="24625"/>
                  </a:cubicBezTo>
                  <a:cubicBezTo>
                    <a:pt x="42994" y="24793"/>
                    <a:pt x="42829" y="25046"/>
                    <a:pt x="42812" y="25343"/>
                  </a:cubicBezTo>
                  <a:cubicBezTo>
                    <a:pt x="42803" y="25529"/>
                    <a:pt x="42858" y="25713"/>
                    <a:pt x="42953" y="25870"/>
                  </a:cubicBezTo>
                  <a:cubicBezTo>
                    <a:pt x="42990" y="25931"/>
                    <a:pt x="43041" y="25991"/>
                    <a:pt x="43067" y="26057"/>
                  </a:cubicBezTo>
                  <a:cubicBezTo>
                    <a:pt x="43074" y="26074"/>
                    <a:pt x="43076" y="26089"/>
                    <a:pt x="43080" y="26106"/>
                  </a:cubicBezTo>
                  <a:cubicBezTo>
                    <a:pt x="43080" y="26111"/>
                    <a:pt x="43081" y="26119"/>
                    <a:pt x="43080" y="26124"/>
                  </a:cubicBezTo>
                  <a:cubicBezTo>
                    <a:pt x="43080" y="26124"/>
                    <a:pt x="43080" y="26128"/>
                    <a:pt x="43078" y="26136"/>
                  </a:cubicBezTo>
                  <a:cubicBezTo>
                    <a:pt x="43076" y="26143"/>
                    <a:pt x="43068" y="26163"/>
                    <a:pt x="43067" y="26165"/>
                  </a:cubicBezTo>
                  <a:lnTo>
                    <a:pt x="43067" y="26167"/>
                  </a:lnTo>
                  <a:lnTo>
                    <a:pt x="43067" y="26167"/>
                  </a:lnTo>
                  <a:cubicBezTo>
                    <a:pt x="43063" y="26173"/>
                    <a:pt x="43061" y="26178"/>
                    <a:pt x="43057" y="26184"/>
                  </a:cubicBezTo>
                  <a:cubicBezTo>
                    <a:pt x="43052" y="26189"/>
                    <a:pt x="43048" y="26197"/>
                    <a:pt x="43044" y="26203"/>
                  </a:cubicBezTo>
                  <a:lnTo>
                    <a:pt x="43044" y="26204"/>
                  </a:lnTo>
                  <a:cubicBezTo>
                    <a:pt x="43042" y="26204"/>
                    <a:pt x="43041" y="26208"/>
                    <a:pt x="43037" y="26212"/>
                  </a:cubicBezTo>
                  <a:cubicBezTo>
                    <a:pt x="43001" y="26251"/>
                    <a:pt x="42962" y="26286"/>
                    <a:pt x="42922" y="26322"/>
                  </a:cubicBezTo>
                  <a:cubicBezTo>
                    <a:pt x="42836" y="26394"/>
                    <a:pt x="42743" y="26459"/>
                    <a:pt x="42663" y="26537"/>
                  </a:cubicBezTo>
                  <a:cubicBezTo>
                    <a:pt x="42438" y="26759"/>
                    <a:pt x="42393" y="27025"/>
                    <a:pt x="42423" y="27328"/>
                  </a:cubicBezTo>
                  <a:cubicBezTo>
                    <a:pt x="42436" y="27447"/>
                    <a:pt x="42462" y="27586"/>
                    <a:pt x="42412" y="27701"/>
                  </a:cubicBezTo>
                  <a:cubicBezTo>
                    <a:pt x="42373" y="27793"/>
                    <a:pt x="42265" y="27839"/>
                    <a:pt x="42178" y="27876"/>
                  </a:cubicBezTo>
                  <a:cubicBezTo>
                    <a:pt x="41947" y="27971"/>
                    <a:pt x="41707" y="28062"/>
                    <a:pt x="41521" y="28237"/>
                  </a:cubicBezTo>
                  <a:cubicBezTo>
                    <a:pt x="41350" y="28397"/>
                    <a:pt x="41227" y="28603"/>
                    <a:pt x="41093" y="28793"/>
                  </a:cubicBezTo>
                  <a:cubicBezTo>
                    <a:pt x="41030" y="28882"/>
                    <a:pt x="40993" y="28944"/>
                    <a:pt x="40907" y="29018"/>
                  </a:cubicBezTo>
                  <a:cubicBezTo>
                    <a:pt x="40898" y="29028"/>
                    <a:pt x="40848" y="29061"/>
                    <a:pt x="40829" y="29068"/>
                  </a:cubicBezTo>
                  <a:cubicBezTo>
                    <a:pt x="40809" y="29078"/>
                    <a:pt x="40751" y="29091"/>
                    <a:pt x="40736" y="29093"/>
                  </a:cubicBezTo>
                  <a:cubicBezTo>
                    <a:pt x="40589" y="29102"/>
                    <a:pt x="40444" y="29275"/>
                    <a:pt x="40548" y="29420"/>
                  </a:cubicBezTo>
                  <a:cubicBezTo>
                    <a:pt x="40634" y="29535"/>
                    <a:pt x="40783" y="29710"/>
                    <a:pt x="40712" y="29863"/>
                  </a:cubicBezTo>
                  <a:cubicBezTo>
                    <a:pt x="40677" y="29941"/>
                    <a:pt x="40621" y="30006"/>
                    <a:pt x="40586" y="30084"/>
                  </a:cubicBezTo>
                  <a:cubicBezTo>
                    <a:pt x="40545" y="30175"/>
                    <a:pt x="40517" y="30268"/>
                    <a:pt x="40502" y="30367"/>
                  </a:cubicBezTo>
                  <a:cubicBezTo>
                    <a:pt x="40459" y="30644"/>
                    <a:pt x="40524" y="30980"/>
                    <a:pt x="40368" y="31229"/>
                  </a:cubicBezTo>
                  <a:cubicBezTo>
                    <a:pt x="40342" y="31270"/>
                    <a:pt x="40312" y="31306"/>
                    <a:pt x="40268" y="31328"/>
                  </a:cubicBezTo>
                  <a:cubicBezTo>
                    <a:pt x="40251" y="31335"/>
                    <a:pt x="40236" y="31341"/>
                    <a:pt x="40217" y="31345"/>
                  </a:cubicBezTo>
                  <a:cubicBezTo>
                    <a:pt x="40214" y="31347"/>
                    <a:pt x="40212" y="31347"/>
                    <a:pt x="40210" y="31347"/>
                  </a:cubicBezTo>
                  <a:lnTo>
                    <a:pt x="40210" y="31347"/>
                  </a:lnTo>
                  <a:cubicBezTo>
                    <a:pt x="40199" y="31349"/>
                    <a:pt x="40190" y="31349"/>
                    <a:pt x="40178" y="31349"/>
                  </a:cubicBezTo>
                  <a:cubicBezTo>
                    <a:pt x="40169" y="31349"/>
                    <a:pt x="40162" y="31349"/>
                    <a:pt x="40152" y="31347"/>
                  </a:cubicBezTo>
                  <a:lnTo>
                    <a:pt x="40152" y="31347"/>
                  </a:lnTo>
                  <a:cubicBezTo>
                    <a:pt x="40150" y="31347"/>
                    <a:pt x="40147" y="31345"/>
                    <a:pt x="40143" y="31345"/>
                  </a:cubicBezTo>
                  <a:cubicBezTo>
                    <a:pt x="40123" y="31339"/>
                    <a:pt x="40102" y="31334"/>
                    <a:pt x="40084" y="31326"/>
                  </a:cubicBezTo>
                  <a:cubicBezTo>
                    <a:pt x="40080" y="31324"/>
                    <a:pt x="40030" y="31302"/>
                    <a:pt x="40037" y="31306"/>
                  </a:cubicBezTo>
                  <a:cubicBezTo>
                    <a:pt x="40018" y="31298"/>
                    <a:pt x="40002" y="31289"/>
                    <a:pt x="39985" y="31280"/>
                  </a:cubicBezTo>
                  <a:cubicBezTo>
                    <a:pt x="39689" y="31114"/>
                    <a:pt x="39395" y="30737"/>
                    <a:pt x="39033" y="30774"/>
                  </a:cubicBezTo>
                  <a:cubicBezTo>
                    <a:pt x="39014" y="30765"/>
                    <a:pt x="38994" y="30755"/>
                    <a:pt x="38973" y="30748"/>
                  </a:cubicBezTo>
                  <a:cubicBezTo>
                    <a:pt x="38906" y="30727"/>
                    <a:pt x="38832" y="30716"/>
                    <a:pt x="38763" y="30701"/>
                  </a:cubicBezTo>
                  <a:cubicBezTo>
                    <a:pt x="38629" y="30672"/>
                    <a:pt x="38495" y="30647"/>
                    <a:pt x="38360" y="30623"/>
                  </a:cubicBezTo>
                  <a:cubicBezTo>
                    <a:pt x="38192" y="30593"/>
                    <a:pt x="38025" y="30564"/>
                    <a:pt x="37857" y="30534"/>
                  </a:cubicBezTo>
                  <a:cubicBezTo>
                    <a:pt x="38047" y="30266"/>
                    <a:pt x="38200" y="29967"/>
                    <a:pt x="38161" y="29636"/>
                  </a:cubicBezTo>
                  <a:cubicBezTo>
                    <a:pt x="38127" y="29355"/>
                    <a:pt x="37956" y="29070"/>
                    <a:pt x="37705" y="28944"/>
                  </a:cubicBezTo>
                  <a:cubicBezTo>
                    <a:pt x="37740" y="28847"/>
                    <a:pt x="37761" y="28745"/>
                    <a:pt x="37770" y="28633"/>
                  </a:cubicBezTo>
                  <a:cubicBezTo>
                    <a:pt x="37787" y="28423"/>
                    <a:pt x="37748" y="28205"/>
                    <a:pt x="37692" y="28005"/>
                  </a:cubicBezTo>
                  <a:cubicBezTo>
                    <a:pt x="37640" y="27817"/>
                    <a:pt x="37575" y="27623"/>
                    <a:pt x="37487" y="27447"/>
                  </a:cubicBezTo>
                  <a:cubicBezTo>
                    <a:pt x="37433" y="27335"/>
                    <a:pt x="37342" y="27246"/>
                    <a:pt x="37223" y="27207"/>
                  </a:cubicBezTo>
                  <a:cubicBezTo>
                    <a:pt x="37110" y="27170"/>
                    <a:pt x="37004" y="27199"/>
                    <a:pt x="36890" y="27212"/>
                  </a:cubicBezTo>
                  <a:cubicBezTo>
                    <a:pt x="36784" y="27225"/>
                    <a:pt x="36699" y="27175"/>
                    <a:pt x="36645" y="27067"/>
                  </a:cubicBezTo>
                  <a:cubicBezTo>
                    <a:pt x="36585" y="26950"/>
                    <a:pt x="36647" y="26857"/>
                    <a:pt x="36749" y="26762"/>
                  </a:cubicBezTo>
                  <a:cubicBezTo>
                    <a:pt x="36883" y="26638"/>
                    <a:pt x="37045" y="26547"/>
                    <a:pt x="37166" y="26405"/>
                  </a:cubicBezTo>
                  <a:cubicBezTo>
                    <a:pt x="37292" y="26255"/>
                    <a:pt x="37387" y="26052"/>
                    <a:pt x="37339" y="25851"/>
                  </a:cubicBezTo>
                  <a:cubicBezTo>
                    <a:pt x="37296" y="25676"/>
                    <a:pt x="37153" y="25526"/>
                    <a:pt x="36980" y="25475"/>
                  </a:cubicBezTo>
                  <a:cubicBezTo>
                    <a:pt x="36883" y="25446"/>
                    <a:pt x="36779" y="25453"/>
                    <a:pt x="36688" y="25498"/>
                  </a:cubicBezTo>
                  <a:cubicBezTo>
                    <a:pt x="36654" y="25513"/>
                    <a:pt x="36624" y="25533"/>
                    <a:pt x="36596" y="25557"/>
                  </a:cubicBezTo>
                  <a:cubicBezTo>
                    <a:pt x="36578" y="25526"/>
                    <a:pt x="36563" y="25487"/>
                    <a:pt x="36554" y="25466"/>
                  </a:cubicBezTo>
                  <a:cubicBezTo>
                    <a:pt x="36530" y="25408"/>
                    <a:pt x="36511" y="25345"/>
                    <a:pt x="36502" y="25282"/>
                  </a:cubicBezTo>
                  <a:cubicBezTo>
                    <a:pt x="36477" y="25148"/>
                    <a:pt x="36492" y="25007"/>
                    <a:pt x="36533" y="24876"/>
                  </a:cubicBezTo>
                  <a:cubicBezTo>
                    <a:pt x="36637" y="24553"/>
                    <a:pt x="36954" y="24408"/>
                    <a:pt x="37203" y="24209"/>
                  </a:cubicBezTo>
                  <a:cubicBezTo>
                    <a:pt x="37461" y="24002"/>
                    <a:pt x="37668" y="23673"/>
                    <a:pt x="37578" y="23331"/>
                  </a:cubicBezTo>
                  <a:cubicBezTo>
                    <a:pt x="37495" y="23013"/>
                    <a:pt x="37210" y="22857"/>
                    <a:pt x="36950" y="22704"/>
                  </a:cubicBezTo>
                  <a:cubicBezTo>
                    <a:pt x="36864" y="22654"/>
                    <a:pt x="36777" y="22598"/>
                    <a:pt x="36779" y="22498"/>
                  </a:cubicBezTo>
                  <a:cubicBezTo>
                    <a:pt x="36781" y="22383"/>
                    <a:pt x="36849" y="22258"/>
                    <a:pt x="36887" y="22148"/>
                  </a:cubicBezTo>
                  <a:cubicBezTo>
                    <a:pt x="36983" y="21875"/>
                    <a:pt x="36965" y="21568"/>
                    <a:pt x="36708" y="21393"/>
                  </a:cubicBezTo>
                  <a:cubicBezTo>
                    <a:pt x="36485" y="21242"/>
                    <a:pt x="36184" y="21265"/>
                    <a:pt x="35934" y="21321"/>
                  </a:cubicBezTo>
                  <a:cubicBezTo>
                    <a:pt x="35765" y="21358"/>
                    <a:pt x="35600" y="21412"/>
                    <a:pt x="35432" y="21460"/>
                  </a:cubicBezTo>
                  <a:cubicBezTo>
                    <a:pt x="35270" y="21508"/>
                    <a:pt x="35075" y="21544"/>
                    <a:pt x="34936" y="21648"/>
                  </a:cubicBezTo>
                  <a:cubicBezTo>
                    <a:pt x="34796" y="21752"/>
                    <a:pt x="34794" y="21906"/>
                    <a:pt x="34813" y="22065"/>
                  </a:cubicBezTo>
                  <a:cubicBezTo>
                    <a:pt x="34824" y="22161"/>
                    <a:pt x="34811" y="22234"/>
                    <a:pt x="34744" y="22308"/>
                  </a:cubicBezTo>
                  <a:cubicBezTo>
                    <a:pt x="34672" y="22390"/>
                    <a:pt x="34551" y="22453"/>
                    <a:pt x="34434" y="22461"/>
                  </a:cubicBezTo>
                  <a:cubicBezTo>
                    <a:pt x="34391" y="22399"/>
                    <a:pt x="34313" y="22364"/>
                    <a:pt x="34240" y="22412"/>
                  </a:cubicBezTo>
                  <a:cubicBezTo>
                    <a:pt x="34235" y="22409"/>
                    <a:pt x="34227" y="22403"/>
                    <a:pt x="34222" y="22397"/>
                  </a:cubicBezTo>
                  <a:cubicBezTo>
                    <a:pt x="34181" y="22362"/>
                    <a:pt x="34132" y="22373"/>
                    <a:pt x="34106" y="22403"/>
                  </a:cubicBezTo>
                  <a:cubicBezTo>
                    <a:pt x="34093" y="22392"/>
                    <a:pt x="34080" y="22381"/>
                    <a:pt x="34071" y="22368"/>
                  </a:cubicBezTo>
                  <a:cubicBezTo>
                    <a:pt x="34008" y="22282"/>
                    <a:pt x="34026" y="22135"/>
                    <a:pt x="34024" y="22037"/>
                  </a:cubicBezTo>
                  <a:cubicBezTo>
                    <a:pt x="34024" y="21784"/>
                    <a:pt x="33980" y="21503"/>
                    <a:pt x="33755" y="21347"/>
                  </a:cubicBezTo>
                  <a:cubicBezTo>
                    <a:pt x="33645" y="21274"/>
                    <a:pt x="33520" y="21283"/>
                    <a:pt x="33411" y="21250"/>
                  </a:cubicBezTo>
                  <a:cubicBezTo>
                    <a:pt x="33405" y="21248"/>
                    <a:pt x="33400" y="21241"/>
                    <a:pt x="33398" y="21239"/>
                  </a:cubicBezTo>
                  <a:lnTo>
                    <a:pt x="33398" y="21239"/>
                  </a:lnTo>
                  <a:cubicBezTo>
                    <a:pt x="33396" y="21228"/>
                    <a:pt x="33392" y="21215"/>
                    <a:pt x="33390" y="21205"/>
                  </a:cubicBezTo>
                  <a:cubicBezTo>
                    <a:pt x="33390" y="21194"/>
                    <a:pt x="33396" y="21140"/>
                    <a:pt x="33403" y="21109"/>
                  </a:cubicBezTo>
                  <a:cubicBezTo>
                    <a:pt x="33452" y="20904"/>
                    <a:pt x="33595" y="20740"/>
                    <a:pt x="33641" y="20534"/>
                  </a:cubicBezTo>
                  <a:cubicBezTo>
                    <a:pt x="33688" y="20333"/>
                    <a:pt x="33673" y="20101"/>
                    <a:pt x="33502" y="19959"/>
                  </a:cubicBezTo>
                  <a:cubicBezTo>
                    <a:pt x="33379" y="19859"/>
                    <a:pt x="33247" y="19863"/>
                    <a:pt x="33098" y="19846"/>
                  </a:cubicBezTo>
                  <a:cubicBezTo>
                    <a:pt x="33083" y="19846"/>
                    <a:pt x="33072" y="19844"/>
                    <a:pt x="33061" y="19842"/>
                  </a:cubicBezTo>
                  <a:lnTo>
                    <a:pt x="33061" y="19842"/>
                  </a:lnTo>
                  <a:cubicBezTo>
                    <a:pt x="33059" y="19840"/>
                    <a:pt x="33041" y="19835"/>
                    <a:pt x="33033" y="19829"/>
                  </a:cubicBezTo>
                  <a:cubicBezTo>
                    <a:pt x="33033" y="19829"/>
                    <a:pt x="33005" y="19803"/>
                    <a:pt x="33005" y="19807"/>
                  </a:cubicBezTo>
                  <a:cubicBezTo>
                    <a:pt x="32909" y="19682"/>
                    <a:pt x="32875" y="19517"/>
                    <a:pt x="32795" y="19383"/>
                  </a:cubicBezTo>
                  <a:cubicBezTo>
                    <a:pt x="32682" y="19191"/>
                    <a:pt x="32501" y="19076"/>
                    <a:pt x="32274" y="19081"/>
                  </a:cubicBezTo>
                  <a:cubicBezTo>
                    <a:pt x="32161" y="19085"/>
                    <a:pt x="32033" y="19135"/>
                    <a:pt x="31925" y="19089"/>
                  </a:cubicBezTo>
                  <a:cubicBezTo>
                    <a:pt x="31873" y="19067"/>
                    <a:pt x="31828" y="19022"/>
                    <a:pt x="31795" y="18975"/>
                  </a:cubicBezTo>
                  <a:cubicBezTo>
                    <a:pt x="31672" y="18810"/>
                    <a:pt x="31651" y="18598"/>
                    <a:pt x="31638" y="18399"/>
                  </a:cubicBezTo>
                  <a:cubicBezTo>
                    <a:pt x="31607" y="17951"/>
                    <a:pt x="31534" y="17471"/>
                    <a:pt x="31084" y="17259"/>
                  </a:cubicBezTo>
                  <a:cubicBezTo>
                    <a:pt x="30729" y="17091"/>
                    <a:pt x="30290" y="17125"/>
                    <a:pt x="29985" y="17378"/>
                  </a:cubicBezTo>
                  <a:cubicBezTo>
                    <a:pt x="29905" y="17445"/>
                    <a:pt x="29840" y="17527"/>
                    <a:pt x="29788" y="17618"/>
                  </a:cubicBezTo>
                  <a:cubicBezTo>
                    <a:pt x="29741" y="17698"/>
                    <a:pt x="29706" y="17793"/>
                    <a:pt x="29628" y="17848"/>
                  </a:cubicBezTo>
                  <a:cubicBezTo>
                    <a:pt x="29524" y="17923"/>
                    <a:pt x="29408" y="17958"/>
                    <a:pt x="29323" y="18060"/>
                  </a:cubicBezTo>
                  <a:cubicBezTo>
                    <a:pt x="29256" y="18139"/>
                    <a:pt x="29215" y="18233"/>
                    <a:pt x="29198" y="18336"/>
                  </a:cubicBezTo>
                  <a:cubicBezTo>
                    <a:pt x="29161" y="18544"/>
                    <a:pt x="29228" y="18750"/>
                    <a:pt x="29206" y="18959"/>
                  </a:cubicBezTo>
                  <a:cubicBezTo>
                    <a:pt x="29196" y="19042"/>
                    <a:pt x="29148" y="19102"/>
                    <a:pt x="29096" y="19173"/>
                  </a:cubicBezTo>
                  <a:cubicBezTo>
                    <a:pt x="29016" y="19284"/>
                    <a:pt x="28981" y="19409"/>
                    <a:pt x="29003" y="19545"/>
                  </a:cubicBezTo>
                  <a:cubicBezTo>
                    <a:pt x="29022" y="19656"/>
                    <a:pt x="29077" y="19753"/>
                    <a:pt x="29124" y="19857"/>
                  </a:cubicBezTo>
                  <a:cubicBezTo>
                    <a:pt x="29154" y="19924"/>
                    <a:pt x="29163" y="19974"/>
                    <a:pt x="29135" y="20022"/>
                  </a:cubicBezTo>
                  <a:cubicBezTo>
                    <a:pt x="29059" y="20155"/>
                    <a:pt x="28854" y="20225"/>
                    <a:pt x="28715" y="20272"/>
                  </a:cubicBezTo>
                  <a:cubicBezTo>
                    <a:pt x="28603" y="20311"/>
                    <a:pt x="28527" y="20445"/>
                    <a:pt x="28599" y="20554"/>
                  </a:cubicBezTo>
                  <a:cubicBezTo>
                    <a:pt x="28771" y="20813"/>
                    <a:pt x="28910" y="21123"/>
                    <a:pt x="28966" y="21430"/>
                  </a:cubicBezTo>
                  <a:cubicBezTo>
                    <a:pt x="28986" y="21538"/>
                    <a:pt x="28984" y="21633"/>
                    <a:pt x="28862" y="21659"/>
                  </a:cubicBezTo>
                  <a:cubicBezTo>
                    <a:pt x="28732" y="21689"/>
                    <a:pt x="28607" y="21691"/>
                    <a:pt x="28488" y="21765"/>
                  </a:cubicBezTo>
                  <a:cubicBezTo>
                    <a:pt x="28272" y="21897"/>
                    <a:pt x="28161" y="22131"/>
                    <a:pt x="28045" y="22347"/>
                  </a:cubicBezTo>
                  <a:cubicBezTo>
                    <a:pt x="27973" y="22483"/>
                    <a:pt x="27850" y="22650"/>
                    <a:pt x="27697" y="22714"/>
                  </a:cubicBezTo>
                  <a:cubicBezTo>
                    <a:pt x="27649" y="22555"/>
                    <a:pt x="27577" y="22403"/>
                    <a:pt x="27482" y="22265"/>
                  </a:cubicBezTo>
                  <a:cubicBezTo>
                    <a:pt x="27631" y="21901"/>
                    <a:pt x="27651" y="21499"/>
                    <a:pt x="27551" y="21116"/>
                  </a:cubicBezTo>
                  <a:cubicBezTo>
                    <a:pt x="27519" y="21001"/>
                    <a:pt x="27402" y="20947"/>
                    <a:pt x="27290" y="20969"/>
                  </a:cubicBezTo>
                  <a:cubicBezTo>
                    <a:pt x="27089" y="21010"/>
                    <a:pt x="26855" y="21060"/>
                    <a:pt x="26656" y="20982"/>
                  </a:cubicBezTo>
                  <a:cubicBezTo>
                    <a:pt x="26533" y="20934"/>
                    <a:pt x="26401" y="20798"/>
                    <a:pt x="26442" y="20657"/>
                  </a:cubicBezTo>
                  <a:cubicBezTo>
                    <a:pt x="26466" y="20579"/>
                    <a:pt x="26524" y="20512"/>
                    <a:pt x="26559" y="20437"/>
                  </a:cubicBezTo>
                  <a:cubicBezTo>
                    <a:pt x="26602" y="20352"/>
                    <a:pt x="26632" y="20264"/>
                    <a:pt x="26636" y="20169"/>
                  </a:cubicBezTo>
                  <a:cubicBezTo>
                    <a:pt x="26641" y="20022"/>
                    <a:pt x="26576" y="19889"/>
                    <a:pt x="26481" y="19779"/>
                  </a:cubicBezTo>
                  <a:cubicBezTo>
                    <a:pt x="26316" y="19591"/>
                    <a:pt x="26040" y="19502"/>
                    <a:pt x="25903" y="19308"/>
                  </a:cubicBezTo>
                  <a:cubicBezTo>
                    <a:pt x="25817" y="19191"/>
                    <a:pt x="25834" y="18996"/>
                    <a:pt x="25806" y="18853"/>
                  </a:cubicBezTo>
                  <a:cubicBezTo>
                    <a:pt x="25769" y="18672"/>
                    <a:pt x="25665" y="18512"/>
                    <a:pt x="25505" y="18419"/>
                  </a:cubicBezTo>
                  <a:cubicBezTo>
                    <a:pt x="25317" y="18310"/>
                    <a:pt x="25094" y="18298"/>
                    <a:pt x="24876" y="18328"/>
                  </a:cubicBezTo>
                  <a:cubicBezTo>
                    <a:pt x="24858" y="18159"/>
                    <a:pt x="24776" y="17995"/>
                    <a:pt x="24649" y="17873"/>
                  </a:cubicBezTo>
                  <a:cubicBezTo>
                    <a:pt x="24402" y="17629"/>
                    <a:pt x="24039" y="17592"/>
                    <a:pt x="23712" y="17566"/>
                  </a:cubicBezTo>
                  <a:cubicBezTo>
                    <a:pt x="23584" y="17556"/>
                    <a:pt x="23472" y="17705"/>
                    <a:pt x="23513" y="17826"/>
                  </a:cubicBezTo>
                  <a:cubicBezTo>
                    <a:pt x="23517" y="17835"/>
                    <a:pt x="23520" y="17843"/>
                    <a:pt x="23522" y="17848"/>
                  </a:cubicBezTo>
                  <a:cubicBezTo>
                    <a:pt x="23515" y="17867"/>
                    <a:pt x="23498" y="17889"/>
                    <a:pt x="23483" y="17906"/>
                  </a:cubicBezTo>
                  <a:cubicBezTo>
                    <a:pt x="23444" y="17954"/>
                    <a:pt x="23394" y="17993"/>
                    <a:pt x="23346" y="18033"/>
                  </a:cubicBezTo>
                  <a:cubicBezTo>
                    <a:pt x="23232" y="18126"/>
                    <a:pt x="23119" y="18220"/>
                    <a:pt x="23005" y="18313"/>
                  </a:cubicBezTo>
                  <a:cubicBezTo>
                    <a:pt x="22767" y="18510"/>
                    <a:pt x="22533" y="18709"/>
                    <a:pt x="22297" y="18908"/>
                  </a:cubicBezTo>
                  <a:cubicBezTo>
                    <a:pt x="22250" y="18946"/>
                    <a:pt x="22239" y="19013"/>
                    <a:pt x="22247" y="19068"/>
                  </a:cubicBezTo>
                  <a:cubicBezTo>
                    <a:pt x="22198" y="18992"/>
                    <a:pt x="22139" y="18922"/>
                    <a:pt x="22083" y="18847"/>
                  </a:cubicBezTo>
                  <a:cubicBezTo>
                    <a:pt x="22048" y="18801"/>
                    <a:pt x="21995" y="18737"/>
                    <a:pt x="21992" y="18674"/>
                  </a:cubicBezTo>
                  <a:cubicBezTo>
                    <a:pt x="21988" y="18620"/>
                    <a:pt x="22027" y="18566"/>
                    <a:pt x="22057" y="18524"/>
                  </a:cubicBezTo>
                  <a:cubicBezTo>
                    <a:pt x="22157" y="18371"/>
                    <a:pt x="22261" y="18230"/>
                    <a:pt x="22261" y="18038"/>
                  </a:cubicBezTo>
                  <a:cubicBezTo>
                    <a:pt x="22261" y="17938"/>
                    <a:pt x="22224" y="17837"/>
                    <a:pt x="22157" y="17763"/>
                  </a:cubicBezTo>
                  <a:cubicBezTo>
                    <a:pt x="22088" y="17687"/>
                    <a:pt x="21999" y="17659"/>
                    <a:pt x="21908" y="17623"/>
                  </a:cubicBezTo>
                  <a:cubicBezTo>
                    <a:pt x="21824" y="17592"/>
                    <a:pt x="21767" y="17523"/>
                    <a:pt x="21757" y="17439"/>
                  </a:cubicBezTo>
                  <a:cubicBezTo>
                    <a:pt x="21754" y="17413"/>
                    <a:pt x="21756" y="17385"/>
                    <a:pt x="21763" y="17357"/>
                  </a:cubicBezTo>
                  <a:cubicBezTo>
                    <a:pt x="21811" y="17166"/>
                    <a:pt x="21571" y="17021"/>
                    <a:pt x="21430" y="17164"/>
                  </a:cubicBezTo>
                  <a:cubicBezTo>
                    <a:pt x="21410" y="17184"/>
                    <a:pt x="21389" y="17203"/>
                    <a:pt x="21369" y="17222"/>
                  </a:cubicBezTo>
                  <a:cubicBezTo>
                    <a:pt x="21220" y="17348"/>
                    <a:pt x="21038" y="17423"/>
                    <a:pt x="20841" y="17434"/>
                  </a:cubicBezTo>
                  <a:cubicBezTo>
                    <a:pt x="20759" y="17439"/>
                    <a:pt x="20666" y="17491"/>
                    <a:pt x="20649" y="17581"/>
                  </a:cubicBezTo>
                  <a:cubicBezTo>
                    <a:pt x="20534" y="18204"/>
                    <a:pt x="20249" y="18821"/>
                    <a:pt x="19799" y="19275"/>
                  </a:cubicBezTo>
                  <a:cubicBezTo>
                    <a:pt x="19660" y="19414"/>
                    <a:pt x="19446" y="19576"/>
                    <a:pt x="19243" y="19465"/>
                  </a:cubicBezTo>
                  <a:cubicBezTo>
                    <a:pt x="19012" y="19338"/>
                    <a:pt x="19275" y="19035"/>
                    <a:pt x="19323" y="18869"/>
                  </a:cubicBezTo>
                  <a:cubicBezTo>
                    <a:pt x="19386" y="18656"/>
                    <a:pt x="19332" y="18367"/>
                    <a:pt x="19124" y="18250"/>
                  </a:cubicBezTo>
                  <a:cubicBezTo>
                    <a:pt x="18983" y="18168"/>
                    <a:pt x="18832" y="18211"/>
                    <a:pt x="18696" y="18278"/>
                  </a:cubicBezTo>
                  <a:cubicBezTo>
                    <a:pt x="18679" y="18287"/>
                    <a:pt x="18633" y="18313"/>
                    <a:pt x="18629" y="18313"/>
                  </a:cubicBezTo>
                  <a:cubicBezTo>
                    <a:pt x="18581" y="18308"/>
                    <a:pt x="18494" y="18189"/>
                    <a:pt x="18458" y="18155"/>
                  </a:cubicBezTo>
                  <a:cubicBezTo>
                    <a:pt x="18330" y="18034"/>
                    <a:pt x="18202" y="17914"/>
                    <a:pt x="18073" y="17793"/>
                  </a:cubicBezTo>
                  <a:cubicBezTo>
                    <a:pt x="17973" y="17698"/>
                    <a:pt x="17852" y="17605"/>
                    <a:pt x="17770" y="17493"/>
                  </a:cubicBezTo>
                  <a:cubicBezTo>
                    <a:pt x="17623" y="17296"/>
                    <a:pt x="17789" y="17082"/>
                    <a:pt x="17869" y="16892"/>
                  </a:cubicBezTo>
                  <a:cubicBezTo>
                    <a:pt x="17973" y="16653"/>
                    <a:pt x="18006" y="16392"/>
                    <a:pt x="17843" y="16169"/>
                  </a:cubicBezTo>
                  <a:cubicBezTo>
                    <a:pt x="17740" y="16031"/>
                    <a:pt x="17592" y="15937"/>
                    <a:pt x="17428" y="15905"/>
                  </a:cubicBezTo>
                  <a:cubicBezTo>
                    <a:pt x="17445" y="15762"/>
                    <a:pt x="17430" y="15613"/>
                    <a:pt x="17368" y="15481"/>
                  </a:cubicBezTo>
                  <a:cubicBezTo>
                    <a:pt x="17266" y="15254"/>
                    <a:pt x="17035" y="15161"/>
                    <a:pt x="16835" y="15038"/>
                  </a:cubicBezTo>
                  <a:cubicBezTo>
                    <a:pt x="16522" y="14850"/>
                    <a:pt x="16107" y="14598"/>
                    <a:pt x="16013" y="14216"/>
                  </a:cubicBezTo>
                  <a:cubicBezTo>
                    <a:pt x="15920" y="13842"/>
                    <a:pt x="16053" y="13448"/>
                    <a:pt x="15959" y="13069"/>
                  </a:cubicBezTo>
                  <a:cubicBezTo>
                    <a:pt x="15858" y="12665"/>
                    <a:pt x="15527" y="12464"/>
                    <a:pt x="15211" y="12239"/>
                  </a:cubicBezTo>
                  <a:cubicBezTo>
                    <a:pt x="15046" y="12122"/>
                    <a:pt x="14817" y="11869"/>
                    <a:pt x="14833" y="11640"/>
                  </a:cubicBezTo>
                  <a:cubicBezTo>
                    <a:pt x="14867" y="11613"/>
                    <a:pt x="14884" y="11570"/>
                    <a:pt x="14871" y="11520"/>
                  </a:cubicBezTo>
                  <a:cubicBezTo>
                    <a:pt x="14886" y="11495"/>
                    <a:pt x="14902" y="11471"/>
                    <a:pt x="14925" y="11449"/>
                  </a:cubicBezTo>
                  <a:cubicBezTo>
                    <a:pt x="14997" y="11375"/>
                    <a:pt x="14899" y="11237"/>
                    <a:pt x="14813" y="11302"/>
                  </a:cubicBezTo>
                  <a:cubicBezTo>
                    <a:pt x="14807" y="11304"/>
                    <a:pt x="14804" y="11309"/>
                    <a:pt x="14800" y="11311"/>
                  </a:cubicBezTo>
                  <a:cubicBezTo>
                    <a:pt x="14741" y="11144"/>
                    <a:pt x="14683" y="10977"/>
                    <a:pt x="14620" y="10809"/>
                  </a:cubicBezTo>
                  <a:cubicBezTo>
                    <a:pt x="14534" y="10584"/>
                    <a:pt x="14460" y="10354"/>
                    <a:pt x="14409" y="10119"/>
                  </a:cubicBezTo>
                  <a:cubicBezTo>
                    <a:pt x="14315" y="9684"/>
                    <a:pt x="14281" y="9219"/>
                    <a:pt x="14010" y="8849"/>
                  </a:cubicBezTo>
                  <a:cubicBezTo>
                    <a:pt x="13905" y="8708"/>
                    <a:pt x="13777" y="8581"/>
                    <a:pt x="13619" y="8501"/>
                  </a:cubicBezTo>
                  <a:cubicBezTo>
                    <a:pt x="13463" y="8421"/>
                    <a:pt x="13299" y="8399"/>
                    <a:pt x="13124" y="8388"/>
                  </a:cubicBezTo>
                  <a:cubicBezTo>
                    <a:pt x="13022" y="8382"/>
                    <a:pt x="12851" y="8391"/>
                    <a:pt x="12778" y="8300"/>
                  </a:cubicBezTo>
                  <a:cubicBezTo>
                    <a:pt x="12719" y="8224"/>
                    <a:pt x="12767" y="8111"/>
                    <a:pt x="12804" y="8023"/>
                  </a:cubicBezTo>
                  <a:cubicBezTo>
                    <a:pt x="12920" y="7750"/>
                    <a:pt x="13091" y="7471"/>
                    <a:pt x="12942" y="7173"/>
                  </a:cubicBezTo>
                  <a:cubicBezTo>
                    <a:pt x="12864" y="7015"/>
                    <a:pt x="12710" y="6932"/>
                    <a:pt x="12752" y="6738"/>
                  </a:cubicBezTo>
                  <a:cubicBezTo>
                    <a:pt x="12793" y="6552"/>
                    <a:pt x="12838" y="6387"/>
                    <a:pt x="12803" y="6197"/>
                  </a:cubicBezTo>
                  <a:cubicBezTo>
                    <a:pt x="12743" y="5873"/>
                    <a:pt x="12481" y="5578"/>
                    <a:pt x="12139" y="5566"/>
                  </a:cubicBezTo>
                  <a:cubicBezTo>
                    <a:pt x="11810" y="5555"/>
                    <a:pt x="11471" y="5829"/>
                    <a:pt x="11475" y="6169"/>
                  </a:cubicBezTo>
                  <a:cubicBezTo>
                    <a:pt x="11477" y="6335"/>
                    <a:pt x="11558" y="6485"/>
                    <a:pt x="11640" y="6623"/>
                  </a:cubicBezTo>
                  <a:cubicBezTo>
                    <a:pt x="11681" y="6690"/>
                    <a:pt x="11800" y="6839"/>
                    <a:pt x="11756" y="6917"/>
                  </a:cubicBezTo>
                  <a:cubicBezTo>
                    <a:pt x="11707" y="6997"/>
                    <a:pt x="11538" y="7000"/>
                    <a:pt x="11454" y="7021"/>
                  </a:cubicBezTo>
                  <a:cubicBezTo>
                    <a:pt x="11300" y="7056"/>
                    <a:pt x="11168" y="7121"/>
                    <a:pt x="11077" y="7255"/>
                  </a:cubicBezTo>
                  <a:cubicBezTo>
                    <a:pt x="11045" y="7303"/>
                    <a:pt x="11041" y="7393"/>
                    <a:pt x="11077" y="7439"/>
                  </a:cubicBezTo>
                  <a:cubicBezTo>
                    <a:pt x="11380" y="7834"/>
                    <a:pt x="11544" y="8321"/>
                    <a:pt x="11525" y="8814"/>
                  </a:cubicBezTo>
                  <a:cubicBezTo>
                    <a:pt x="11402" y="8745"/>
                    <a:pt x="11265" y="8702"/>
                    <a:pt x="11121" y="8683"/>
                  </a:cubicBezTo>
                  <a:cubicBezTo>
                    <a:pt x="10997" y="8669"/>
                    <a:pt x="10878" y="8687"/>
                    <a:pt x="10753" y="8704"/>
                  </a:cubicBezTo>
                  <a:cubicBezTo>
                    <a:pt x="10681" y="8713"/>
                    <a:pt x="10560" y="8741"/>
                    <a:pt x="10504" y="8678"/>
                  </a:cubicBezTo>
                  <a:cubicBezTo>
                    <a:pt x="10448" y="8615"/>
                    <a:pt x="10469" y="8488"/>
                    <a:pt x="10472" y="8414"/>
                  </a:cubicBezTo>
                  <a:cubicBezTo>
                    <a:pt x="10478" y="8298"/>
                    <a:pt x="10485" y="8191"/>
                    <a:pt x="10459" y="8077"/>
                  </a:cubicBezTo>
                  <a:cubicBezTo>
                    <a:pt x="10413" y="7867"/>
                    <a:pt x="10257" y="7674"/>
                    <a:pt x="10024" y="7683"/>
                  </a:cubicBezTo>
                  <a:cubicBezTo>
                    <a:pt x="9942" y="7685"/>
                    <a:pt x="9873" y="7737"/>
                    <a:pt x="9849" y="7817"/>
                  </a:cubicBezTo>
                  <a:cubicBezTo>
                    <a:pt x="9799" y="7973"/>
                    <a:pt x="9572" y="8020"/>
                    <a:pt x="9436" y="7960"/>
                  </a:cubicBezTo>
                  <a:cubicBezTo>
                    <a:pt x="9371" y="7932"/>
                    <a:pt x="9291" y="7847"/>
                    <a:pt x="9316" y="7783"/>
                  </a:cubicBezTo>
                  <a:cubicBezTo>
                    <a:pt x="9336" y="7729"/>
                    <a:pt x="9455" y="7690"/>
                    <a:pt x="9526" y="7661"/>
                  </a:cubicBezTo>
                  <a:cubicBezTo>
                    <a:pt x="9769" y="7562"/>
                    <a:pt x="10033" y="7385"/>
                    <a:pt x="9961" y="7077"/>
                  </a:cubicBezTo>
                  <a:cubicBezTo>
                    <a:pt x="9913" y="6870"/>
                    <a:pt x="9730" y="6731"/>
                    <a:pt x="9535" y="6645"/>
                  </a:cubicBezTo>
                  <a:cubicBezTo>
                    <a:pt x="9542" y="6602"/>
                    <a:pt x="9544" y="6556"/>
                    <a:pt x="9539" y="6509"/>
                  </a:cubicBezTo>
                  <a:cubicBezTo>
                    <a:pt x="9516" y="6310"/>
                    <a:pt x="9399" y="6186"/>
                    <a:pt x="9249" y="6067"/>
                  </a:cubicBezTo>
                  <a:cubicBezTo>
                    <a:pt x="9143" y="5983"/>
                    <a:pt x="9050" y="5914"/>
                    <a:pt x="9102" y="5771"/>
                  </a:cubicBezTo>
                  <a:cubicBezTo>
                    <a:pt x="9154" y="5620"/>
                    <a:pt x="9254" y="5492"/>
                    <a:pt x="9278" y="5330"/>
                  </a:cubicBezTo>
                  <a:cubicBezTo>
                    <a:pt x="9303" y="5172"/>
                    <a:pt x="9252" y="5018"/>
                    <a:pt x="9137" y="4904"/>
                  </a:cubicBezTo>
                  <a:cubicBezTo>
                    <a:pt x="9035" y="4806"/>
                    <a:pt x="8903" y="4752"/>
                    <a:pt x="8786" y="4676"/>
                  </a:cubicBezTo>
                  <a:cubicBezTo>
                    <a:pt x="8648" y="4588"/>
                    <a:pt x="8667" y="4482"/>
                    <a:pt x="8650" y="4332"/>
                  </a:cubicBezTo>
                  <a:cubicBezTo>
                    <a:pt x="8631" y="4160"/>
                    <a:pt x="8557" y="4019"/>
                    <a:pt x="8415" y="3921"/>
                  </a:cubicBezTo>
                  <a:cubicBezTo>
                    <a:pt x="8269" y="3816"/>
                    <a:pt x="8073" y="3781"/>
                    <a:pt x="7898" y="3824"/>
                  </a:cubicBezTo>
                  <a:cubicBezTo>
                    <a:pt x="7885" y="3701"/>
                    <a:pt x="7871" y="3578"/>
                    <a:pt x="7858" y="3454"/>
                  </a:cubicBezTo>
                  <a:cubicBezTo>
                    <a:pt x="7844" y="3342"/>
                    <a:pt x="7755" y="3257"/>
                    <a:pt x="7636" y="3286"/>
                  </a:cubicBezTo>
                  <a:cubicBezTo>
                    <a:pt x="7426" y="3338"/>
                    <a:pt x="7218" y="3391"/>
                    <a:pt x="7008" y="3441"/>
                  </a:cubicBezTo>
                  <a:cubicBezTo>
                    <a:pt x="6915" y="3465"/>
                    <a:pt x="6823" y="3487"/>
                    <a:pt x="6732" y="3510"/>
                  </a:cubicBezTo>
                  <a:cubicBezTo>
                    <a:pt x="6738" y="3506"/>
                    <a:pt x="6744" y="3500"/>
                    <a:pt x="6749" y="3497"/>
                  </a:cubicBezTo>
                  <a:cubicBezTo>
                    <a:pt x="6864" y="3418"/>
                    <a:pt x="6941" y="3296"/>
                    <a:pt x="6965" y="3158"/>
                  </a:cubicBezTo>
                  <a:cubicBezTo>
                    <a:pt x="6989" y="3015"/>
                    <a:pt x="6974" y="2870"/>
                    <a:pt x="6941" y="2730"/>
                  </a:cubicBezTo>
                  <a:cubicBezTo>
                    <a:pt x="6909" y="2598"/>
                    <a:pt x="6870" y="2429"/>
                    <a:pt x="6749" y="2351"/>
                  </a:cubicBezTo>
                  <a:cubicBezTo>
                    <a:pt x="6576" y="2237"/>
                    <a:pt x="6379" y="2373"/>
                    <a:pt x="6223" y="2451"/>
                  </a:cubicBezTo>
                  <a:cubicBezTo>
                    <a:pt x="6096" y="2513"/>
                    <a:pt x="5968" y="2572"/>
                    <a:pt x="5842" y="2637"/>
                  </a:cubicBezTo>
                  <a:cubicBezTo>
                    <a:pt x="5804" y="2474"/>
                    <a:pt x="5765" y="2314"/>
                    <a:pt x="5719" y="2156"/>
                  </a:cubicBezTo>
                  <a:cubicBezTo>
                    <a:pt x="5788" y="2100"/>
                    <a:pt x="5825" y="1988"/>
                    <a:pt x="5750" y="1899"/>
                  </a:cubicBezTo>
                  <a:cubicBezTo>
                    <a:pt x="5678" y="1810"/>
                    <a:pt x="5611" y="1717"/>
                    <a:pt x="5548" y="1622"/>
                  </a:cubicBezTo>
                  <a:cubicBezTo>
                    <a:pt x="5360" y="1335"/>
                    <a:pt x="5219" y="1019"/>
                    <a:pt x="5126" y="686"/>
                  </a:cubicBezTo>
                  <a:cubicBezTo>
                    <a:pt x="5096" y="582"/>
                    <a:pt x="4973" y="534"/>
                    <a:pt x="4880" y="588"/>
                  </a:cubicBezTo>
                  <a:cubicBezTo>
                    <a:pt x="4821" y="621"/>
                    <a:pt x="4761" y="655"/>
                    <a:pt x="4701" y="688"/>
                  </a:cubicBezTo>
                  <a:cubicBezTo>
                    <a:pt x="4679" y="515"/>
                    <a:pt x="4655" y="342"/>
                    <a:pt x="4633" y="171"/>
                  </a:cubicBezTo>
                  <a:cubicBezTo>
                    <a:pt x="4620" y="82"/>
                    <a:pt x="4564" y="0"/>
                    <a:pt x="4465" y="4"/>
                  </a:cubicBezTo>
                  <a:cubicBezTo>
                    <a:pt x="4199" y="9"/>
                    <a:pt x="4064" y="210"/>
                    <a:pt x="3982" y="439"/>
                  </a:cubicBezTo>
                  <a:cubicBezTo>
                    <a:pt x="3924" y="605"/>
                    <a:pt x="3898" y="820"/>
                    <a:pt x="3775" y="954"/>
                  </a:cubicBezTo>
                  <a:cubicBezTo>
                    <a:pt x="3680" y="1057"/>
                    <a:pt x="3517" y="1032"/>
                    <a:pt x="3394" y="1071"/>
                  </a:cubicBezTo>
                  <a:cubicBezTo>
                    <a:pt x="3266" y="1112"/>
                    <a:pt x="3154" y="1190"/>
                    <a:pt x="3072" y="1296"/>
                  </a:cubicBezTo>
                  <a:cubicBezTo>
                    <a:pt x="2903" y="1512"/>
                    <a:pt x="2855" y="1806"/>
                    <a:pt x="2920" y="2068"/>
                  </a:cubicBezTo>
                  <a:cubicBezTo>
                    <a:pt x="2968" y="2267"/>
                    <a:pt x="3070" y="2442"/>
                    <a:pt x="3191" y="2604"/>
                  </a:cubicBezTo>
                  <a:cubicBezTo>
                    <a:pt x="2989" y="2598"/>
                    <a:pt x="2784" y="2595"/>
                    <a:pt x="2581" y="2589"/>
                  </a:cubicBezTo>
                  <a:cubicBezTo>
                    <a:pt x="2513" y="2585"/>
                    <a:pt x="2433" y="2641"/>
                    <a:pt x="2420" y="2712"/>
                  </a:cubicBezTo>
                  <a:cubicBezTo>
                    <a:pt x="2328" y="3192"/>
                    <a:pt x="2232" y="3669"/>
                    <a:pt x="2139" y="4149"/>
                  </a:cubicBezTo>
                  <a:cubicBezTo>
                    <a:pt x="1856" y="4079"/>
                    <a:pt x="1564" y="4073"/>
                    <a:pt x="1274" y="4123"/>
                  </a:cubicBezTo>
                  <a:cubicBezTo>
                    <a:pt x="1174" y="4140"/>
                    <a:pt x="1116" y="4285"/>
                    <a:pt x="1174" y="4369"/>
                  </a:cubicBezTo>
                  <a:cubicBezTo>
                    <a:pt x="1240" y="4464"/>
                    <a:pt x="1309" y="4560"/>
                    <a:pt x="1376" y="4655"/>
                  </a:cubicBezTo>
                  <a:cubicBezTo>
                    <a:pt x="1012" y="4837"/>
                    <a:pt x="811" y="5314"/>
                    <a:pt x="995" y="5700"/>
                  </a:cubicBezTo>
                  <a:cubicBezTo>
                    <a:pt x="1023" y="5762"/>
                    <a:pt x="1064" y="5814"/>
                    <a:pt x="1107" y="5866"/>
                  </a:cubicBezTo>
                  <a:cubicBezTo>
                    <a:pt x="1134" y="5899"/>
                    <a:pt x="1205" y="5955"/>
                    <a:pt x="1201" y="6000"/>
                  </a:cubicBezTo>
                  <a:cubicBezTo>
                    <a:pt x="1198" y="6046"/>
                    <a:pt x="1082" y="6139"/>
                    <a:pt x="1054" y="6171"/>
                  </a:cubicBezTo>
                  <a:cubicBezTo>
                    <a:pt x="1006" y="6232"/>
                    <a:pt x="960" y="6295"/>
                    <a:pt x="917" y="6362"/>
                  </a:cubicBezTo>
                  <a:cubicBezTo>
                    <a:pt x="822" y="6517"/>
                    <a:pt x="751" y="6686"/>
                    <a:pt x="709" y="6861"/>
                  </a:cubicBezTo>
                  <a:cubicBezTo>
                    <a:pt x="482" y="6803"/>
                    <a:pt x="277" y="6950"/>
                    <a:pt x="186" y="7162"/>
                  </a:cubicBezTo>
                  <a:cubicBezTo>
                    <a:pt x="78" y="7410"/>
                    <a:pt x="76" y="7733"/>
                    <a:pt x="117" y="7995"/>
                  </a:cubicBezTo>
                  <a:cubicBezTo>
                    <a:pt x="139" y="8148"/>
                    <a:pt x="208" y="8274"/>
                    <a:pt x="281" y="8406"/>
                  </a:cubicBezTo>
                  <a:cubicBezTo>
                    <a:pt x="299" y="8440"/>
                    <a:pt x="342" y="8501"/>
                    <a:pt x="331" y="8542"/>
                  </a:cubicBezTo>
                  <a:cubicBezTo>
                    <a:pt x="329" y="8548"/>
                    <a:pt x="325" y="8553"/>
                    <a:pt x="320" y="8559"/>
                  </a:cubicBezTo>
                  <a:cubicBezTo>
                    <a:pt x="216" y="8499"/>
                    <a:pt x="61" y="8602"/>
                    <a:pt x="71" y="8721"/>
                  </a:cubicBezTo>
                  <a:cubicBezTo>
                    <a:pt x="74" y="8763"/>
                    <a:pt x="78" y="8806"/>
                    <a:pt x="84" y="8851"/>
                  </a:cubicBezTo>
                  <a:cubicBezTo>
                    <a:pt x="97" y="8975"/>
                    <a:pt x="119" y="9098"/>
                    <a:pt x="153" y="9221"/>
                  </a:cubicBezTo>
                  <a:cubicBezTo>
                    <a:pt x="100" y="9230"/>
                    <a:pt x="48" y="9247"/>
                    <a:pt x="0" y="9269"/>
                  </a:cubicBezTo>
                  <a:lnTo>
                    <a:pt x="0" y="59602"/>
                  </a:lnTo>
                  <a:lnTo>
                    <a:pt x="68458" y="59602"/>
                  </a:lnTo>
                  <a:close/>
                  <a:moveTo>
                    <a:pt x="36885" y="25884"/>
                  </a:moveTo>
                  <a:cubicBezTo>
                    <a:pt x="36894" y="25871"/>
                    <a:pt x="36894" y="25875"/>
                    <a:pt x="36885" y="25884"/>
                  </a:cubicBezTo>
                  <a:close/>
                  <a:moveTo>
                    <a:pt x="67783" y="53147"/>
                  </a:moveTo>
                  <a:cubicBezTo>
                    <a:pt x="67757" y="53136"/>
                    <a:pt x="67775" y="53112"/>
                    <a:pt x="67783" y="53147"/>
                  </a:cubicBezTo>
                  <a:close/>
                  <a:moveTo>
                    <a:pt x="45981" y="31866"/>
                  </a:moveTo>
                  <a:cubicBezTo>
                    <a:pt x="45981" y="31869"/>
                    <a:pt x="45981" y="31873"/>
                    <a:pt x="45979" y="31867"/>
                  </a:cubicBezTo>
                  <a:cubicBezTo>
                    <a:pt x="45979" y="31867"/>
                    <a:pt x="45979" y="31866"/>
                    <a:pt x="45981" y="31866"/>
                  </a:cubicBezTo>
                  <a:close/>
                  <a:moveTo>
                    <a:pt x="37078" y="27655"/>
                  </a:moveTo>
                  <a:cubicBezTo>
                    <a:pt x="37125" y="27651"/>
                    <a:pt x="37093" y="27661"/>
                    <a:pt x="37078" y="27655"/>
                  </a:cubicBezTo>
                  <a:close/>
                  <a:moveTo>
                    <a:pt x="36541" y="25622"/>
                  </a:moveTo>
                  <a:cubicBezTo>
                    <a:pt x="36522" y="25641"/>
                    <a:pt x="36522" y="25626"/>
                    <a:pt x="36541" y="25622"/>
                  </a:cubicBezTo>
                  <a:close/>
                  <a:moveTo>
                    <a:pt x="22241" y="20177"/>
                  </a:moveTo>
                  <a:cubicBezTo>
                    <a:pt x="22193" y="20069"/>
                    <a:pt x="22260" y="19900"/>
                    <a:pt x="22297" y="19777"/>
                  </a:cubicBezTo>
                  <a:cubicBezTo>
                    <a:pt x="22321" y="19697"/>
                    <a:pt x="22341" y="19615"/>
                    <a:pt x="22353" y="19532"/>
                  </a:cubicBezTo>
                  <a:cubicBezTo>
                    <a:pt x="22419" y="19829"/>
                    <a:pt x="22483" y="20128"/>
                    <a:pt x="22542" y="20426"/>
                  </a:cubicBezTo>
                  <a:cubicBezTo>
                    <a:pt x="22516" y="20411"/>
                    <a:pt x="22490" y="20396"/>
                    <a:pt x="22464" y="20380"/>
                  </a:cubicBezTo>
                  <a:cubicBezTo>
                    <a:pt x="22375" y="20324"/>
                    <a:pt x="22282" y="20264"/>
                    <a:pt x="22241" y="20175"/>
                  </a:cubicBezTo>
                  <a:lnTo>
                    <a:pt x="22241" y="20175"/>
                  </a:lnTo>
                  <a:close/>
                  <a:moveTo>
                    <a:pt x="18936" y="18592"/>
                  </a:moveTo>
                  <a:cubicBezTo>
                    <a:pt x="18932" y="18592"/>
                    <a:pt x="18925" y="18581"/>
                    <a:pt x="18923" y="18581"/>
                  </a:cubicBezTo>
                  <a:cubicBezTo>
                    <a:pt x="18929" y="18583"/>
                    <a:pt x="18932" y="18587"/>
                    <a:pt x="18936" y="18592"/>
                  </a:cubicBezTo>
                  <a:close/>
                  <a:moveTo>
                    <a:pt x="9185" y="6571"/>
                  </a:moveTo>
                  <a:cubicBezTo>
                    <a:pt x="9185" y="6584"/>
                    <a:pt x="9178" y="6576"/>
                    <a:pt x="9185" y="6571"/>
                  </a:cubicBezTo>
                  <a:close/>
                  <a:moveTo>
                    <a:pt x="6554" y="3528"/>
                  </a:moveTo>
                  <a:cubicBezTo>
                    <a:pt x="6520" y="3532"/>
                    <a:pt x="6546" y="3504"/>
                    <a:pt x="6554" y="35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6"/>
            <p:cNvSpPr/>
            <p:nvPr/>
          </p:nvSpPr>
          <p:spPr>
            <a:xfrm>
              <a:off x="4784350" y="4476749"/>
              <a:ext cx="4359654" cy="1352648"/>
            </a:xfrm>
            <a:custGeom>
              <a:avLst/>
              <a:gdLst/>
              <a:ahLst/>
              <a:cxnLst/>
              <a:rect l="l" t="t" r="r" b="b"/>
              <a:pathLst>
                <a:path w="105204" h="60265" extrusionOk="0">
                  <a:moveTo>
                    <a:pt x="3460" y="60265"/>
                  </a:moveTo>
                  <a:cubicBezTo>
                    <a:pt x="2450" y="59482"/>
                    <a:pt x="1453" y="58684"/>
                    <a:pt x="465" y="57882"/>
                  </a:cubicBezTo>
                  <a:cubicBezTo>
                    <a:pt x="445" y="57893"/>
                    <a:pt x="423" y="57905"/>
                    <a:pt x="402" y="57916"/>
                  </a:cubicBezTo>
                  <a:cubicBezTo>
                    <a:pt x="186" y="58031"/>
                    <a:pt x="0" y="57713"/>
                    <a:pt x="211" y="57590"/>
                  </a:cubicBezTo>
                  <a:cubicBezTo>
                    <a:pt x="240" y="57574"/>
                    <a:pt x="270" y="57555"/>
                    <a:pt x="298" y="57538"/>
                  </a:cubicBezTo>
                  <a:cubicBezTo>
                    <a:pt x="503" y="57412"/>
                    <a:pt x="698" y="57272"/>
                    <a:pt x="897" y="57138"/>
                  </a:cubicBezTo>
                  <a:cubicBezTo>
                    <a:pt x="1109" y="56997"/>
                    <a:pt x="1315" y="56845"/>
                    <a:pt x="1511" y="56675"/>
                  </a:cubicBezTo>
                  <a:cubicBezTo>
                    <a:pt x="1894" y="56346"/>
                    <a:pt x="2232" y="55965"/>
                    <a:pt x="2463" y="55513"/>
                  </a:cubicBezTo>
                  <a:cubicBezTo>
                    <a:pt x="2697" y="55052"/>
                    <a:pt x="2755" y="54553"/>
                    <a:pt x="2777" y="54042"/>
                  </a:cubicBezTo>
                  <a:cubicBezTo>
                    <a:pt x="2790" y="53746"/>
                    <a:pt x="2794" y="53447"/>
                    <a:pt x="2837" y="53153"/>
                  </a:cubicBezTo>
                  <a:cubicBezTo>
                    <a:pt x="2878" y="52880"/>
                    <a:pt x="3069" y="52682"/>
                    <a:pt x="3357" y="52703"/>
                  </a:cubicBezTo>
                  <a:cubicBezTo>
                    <a:pt x="3636" y="52723"/>
                    <a:pt x="3921" y="52803"/>
                    <a:pt x="4196" y="52855"/>
                  </a:cubicBezTo>
                  <a:cubicBezTo>
                    <a:pt x="4350" y="52885"/>
                    <a:pt x="4507" y="52913"/>
                    <a:pt x="4663" y="52943"/>
                  </a:cubicBezTo>
                  <a:cubicBezTo>
                    <a:pt x="4668" y="52945"/>
                    <a:pt x="4732" y="52952"/>
                    <a:pt x="4776" y="52959"/>
                  </a:cubicBezTo>
                  <a:cubicBezTo>
                    <a:pt x="4799" y="52658"/>
                    <a:pt x="4795" y="52355"/>
                    <a:pt x="4804" y="52054"/>
                  </a:cubicBezTo>
                  <a:cubicBezTo>
                    <a:pt x="4814" y="51801"/>
                    <a:pt x="4877" y="51529"/>
                    <a:pt x="5165" y="51472"/>
                  </a:cubicBezTo>
                  <a:cubicBezTo>
                    <a:pt x="5306" y="51444"/>
                    <a:pt x="5433" y="51496"/>
                    <a:pt x="5572" y="51511"/>
                  </a:cubicBezTo>
                  <a:cubicBezTo>
                    <a:pt x="5641" y="51520"/>
                    <a:pt x="5671" y="51509"/>
                    <a:pt x="5716" y="51466"/>
                  </a:cubicBezTo>
                  <a:cubicBezTo>
                    <a:pt x="5849" y="51345"/>
                    <a:pt x="5844" y="51148"/>
                    <a:pt x="5794" y="50983"/>
                  </a:cubicBezTo>
                  <a:cubicBezTo>
                    <a:pt x="5719" y="50744"/>
                    <a:pt x="5576" y="50536"/>
                    <a:pt x="5487" y="50304"/>
                  </a:cubicBezTo>
                  <a:cubicBezTo>
                    <a:pt x="5403" y="50081"/>
                    <a:pt x="5368" y="49815"/>
                    <a:pt x="5444" y="49584"/>
                  </a:cubicBezTo>
                  <a:cubicBezTo>
                    <a:pt x="5533" y="49324"/>
                    <a:pt x="5768" y="49100"/>
                    <a:pt x="6060" y="49160"/>
                  </a:cubicBezTo>
                  <a:cubicBezTo>
                    <a:pt x="6264" y="49203"/>
                    <a:pt x="6411" y="49404"/>
                    <a:pt x="6586" y="49456"/>
                  </a:cubicBezTo>
                  <a:cubicBezTo>
                    <a:pt x="6777" y="49513"/>
                    <a:pt x="7008" y="49454"/>
                    <a:pt x="7161" y="49318"/>
                  </a:cubicBezTo>
                  <a:cubicBezTo>
                    <a:pt x="7157" y="49311"/>
                    <a:pt x="7153" y="49303"/>
                    <a:pt x="7151" y="49294"/>
                  </a:cubicBezTo>
                  <a:cubicBezTo>
                    <a:pt x="7019" y="48849"/>
                    <a:pt x="7427" y="48474"/>
                    <a:pt x="7843" y="48431"/>
                  </a:cubicBezTo>
                  <a:cubicBezTo>
                    <a:pt x="8202" y="48394"/>
                    <a:pt x="8509" y="48611"/>
                    <a:pt x="8760" y="48855"/>
                  </a:cubicBezTo>
                  <a:cubicBezTo>
                    <a:pt x="8766" y="48797"/>
                    <a:pt x="8764" y="48738"/>
                    <a:pt x="8762" y="48697"/>
                  </a:cubicBezTo>
                  <a:cubicBezTo>
                    <a:pt x="8754" y="48503"/>
                    <a:pt x="8723" y="48308"/>
                    <a:pt x="8780" y="48120"/>
                  </a:cubicBezTo>
                  <a:cubicBezTo>
                    <a:pt x="8844" y="47912"/>
                    <a:pt x="9037" y="47728"/>
                    <a:pt x="9249" y="47693"/>
                  </a:cubicBezTo>
                  <a:cubicBezTo>
                    <a:pt x="9229" y="47415"/>
                    <a:pt x="9227" y="47137"/>
                    <a:pt x="9297" y="46867"/>
                  </a:cubicBezTo>
                  <a:cubicBezTo>
                    <a:pt x="9309" y="46820"/>
                    <a:pt x="9323" y="46776"/>
                    <a:pt x="9340" y="46731"/>
                  </a:cubicBezTo>
                  <a:cubicBezTo>
                    <a:pt x="9400" y="46564"/>
                    <a:pt x="9601" y="46540"/>
                    <a:pt x="9703" y="46683"/>
                  </a:cubicBezTo>
                  <a:cubicBezTo>
                    <a:pt x="9900" y="46958"/>
                    <a:pt x="10371" y="47023"/>
                    <a:pt x="10631" y="46813"/>
                  </a:cubicBezTo>
                  <a:cubicBezTo>
                    <a:pt x="10763" y="46705"/>
                    <a:pt x="11008" y="46761"/>
                    <a:pt x="10997" y="46964"/>
                  </a:cubicBezTo>
                  <a:cubicBezTo>
                    <a:pt x="10994" y="47016"/>
                    <a:pt x="10992" y="47068"/>
                    <a:pt x="10988" y="47118"/>
                  </a:cubicBezTo>
                  <a:cubicBezTo>
                    <a:pt x="10975" y="47356"/>
                    <a:pt x="10960" y="47592"/>
                    <a:pt x="10945" y="47830"/>
                  </a:cubicBezTo>
                  <a:cubicBezTo>
                    <a:pt x="11005" y="47821"/>
                    <a:pt x="11062" y="47812"/>
                    <a:pt x="11122" y="47802"/>
                  </a:cubicBezTo>
                  <a:cubicBezTo>
                    <a:pt x="11219" y="47787"/>
                    <a:pt x="11315" y="47767"/>
                    <a:pt x="11414" y="47752"/>
                  </a:cubicBezTo>
                  <a:cubicBezTo>
                    <a:pt x="11429" y="47590"/>
                    <a:pt x="11455" y="47425"/>
                    <a:pt x="11542" y="47289"/>
                  </a:cubicBezTo>
                  <a:cubicBezTo>
                    <a:pt x="11639" y="47138"/>
                    <a:pt x="11803" y="47027"/>
                    <a:pt x="11987" y="47029"/>
                  </a:cubicBezTo>
                  <a:cubicBezTo>
                    <a:pt x="12152" y="47031"/>
                    <a:pt x="12282" y="47127"/>
                    <a:pt x="12401" y="47235"/>
                  </a:cubicBezTo>
                  <a:cubicBezTo>
                    <a:pt x="12442" y="47270"/>
                    <a:pt x="12522" y="47373"/>
                    <a:pt x="12597" y="47410"/>
                  </a:cubicBezTo>
                  <a:cubicBezTo>
                    <a:pt x="12532" y="47230"/>
                    <a:pt x="12466" y="47051"/>
                    <a:pt x="12401" y="46871"/>
                  </a:cubicBezTo>
                  <a:cubicBezTo>
                    <a:pt x="12245" y="46677"/>
                    <a:pt x="12106" y="46439"/>
                    <a:pt x="12130" y="46188"/>
                  </a:cubicBezTo>
                  <a:cubicBezTo>
                    <a:pt x="12165" y="45842"/>
                    <a:pt x="12466" y="45719"/>
                    <a:pt x="12770" y="45680"/>
                  </a:cubicBezTo>
                  <a:cubicBezTo>
                    <a:pt x="12978" y="45652"/>
                    <a:pt x="13138" y="45600"/>
                    <a:pt x="13242" y="45409"/>
                  </a:cubicBezTo>
                  <a:cubicBezTo>
                    <a:pt x="13339" y="45228"/>
                    <a:pt x="13355" y="45009"/>
                    <a:pt x="13342" y="44808"/>
                  </a:cubicBezTo>
                  <a:cubicBezTo>
                    <a:pt x="13324" y="44516"/>
                    <a:pt x="13233" y="44233"/>
                    <a:pt x="13205" y="43941"/>
                  </a:cubicBezTo>
                  <a:cubicBezTo>
                    <a:pt x="13177" y="43662"/>
                    <a:pt x="13194" y="43298"/>
                    <a:pt x="13398" y="43084"/>
                  </a:cubicBezTo>
                  <a:cubicBezTo>
                    <a:pt x="13582" y="42891"/>
                    <a:pt x="13885" y="42948"/>
                    <a:pt x="14038" y="42712"/>
                  </a:cubicBezTo>
                  <a:cubicBezTo>
                    <a:pt x="14187" y="42482"/>
                    <a:pt x="14060" y="42217"/>
                    <a:pt x="14005" y="41978"/>
                  </a:cubicBezTo>
                  <a:cubicBezTo>
                    <a:pt x="13943" y="41708"/>
                    <a:pt x="13960" y="41453"/>
                    <a:pt x="14150" y="41237"/>
                  </a:cubicBezTo>
                  <a:cubicBezTo>
                    <a:pt x="14230" y="41146"/>
                    <a:pt x="14339" y="41077"/>
                    <a:pt x="14455" y="41055"/>
                  </a:cubicBezTo>
                  <a:cubicBezTo>
                    <a:pt x="14469" y="40875"/>
                    <a:pt x="14559" y="40705"/>
                    <a:pt x="14704" y="40581"/>
                  </a:cubicBezTo>
                  <a:cubicBezTo>
                    <a:pt x="14964" y="40356"/>
                    <a:pt x="15329" y="40352"/>
                    <a:pt x="15645" y="40443"/>
                  </a:cubicBezTo>
                  <a:cubicBezTo>
                    <a:pt x="15922" y="40523"/>
                    <a:pt x="16264" y="40670"/>
                    <a:pt x="16355" y="40975"/>
                  </a:cubicBezTo>
                  <a:cubicBezTo>
                    <a:pt x="16357" y="40983"/>
                    <a:pt x="16359" y="40990"/>
                    <a:pt x="16361" y="40999"/>
                  </a:cubicBezTo>
                  <a:cubicBezTo>
                    <a:pt x="16407" y="41033"/>
                    <a:pt x="16439" y="41089"/>
                    <a:pt x="16445" y="41154"/>
                  </a:cubicBezTo>
                  <a:cubicBezTo>
                    <a:pt x="16500" y="41773"/>
                    <a:pt x="16450" y="42396"/>
                    <a:pt x="16298" y="42999"/>
                  </a:cubicBezTo>
                  <a:cubicBezTo>
                    <a:pt x="16459" y="42948"/>
                    <a:pt x="16627" y="42920"/>
                    <a:pt x="16798" y="42917"/>
                  </a:cubicBezTo>
                  <a:cubicBezTo>
                    <a:pt x="16887" y="42915"/>
                    <a:pt x="16986" y="43000"/>
                    <a:pt x="16976" y="43095"/>
                  </a:cubicBezTo>
                  <a:cubicBezTo>
                    <a:pt x="16962" y="43255"/>
                    <a:pt x="16895" y="43393"/>
                    <a:pt x="16787" y="43493"/>
                  </a:cubicBezTo>
                  <a:cubicBezTo>
                    <a:pt x="16915" y="43638"/>
                    <a:pt x="17042" y="43785"/>
                    <a:pt x="17170" y="43934"/>
                  </a:cubicBezTo>
                  <a:cubicBezTo>
                    <a:pt x="17254" y="44031"/>
                    <a:pt x="17227" y="44193"/>
                    <a:pt x="17092" y="44228"/>
                  </a:cubicBezTo>
                  <a:cubicBezTo>
                    <a:pt x="16770" y="44312"/>
                    <a:pt x="16653" y="44763"/>
                    <a:pt x="16995" y="44912"/>
                  </a:cubicBezTo>
                  <a:cubicBezTo>
                    <a:pt x="17257" y="45026"/>
                    <a:pt x="17477" y="44750"/>
                    <a:pt x="17376" y="44520"/>
                  </a:cubicBezTo>
                  <a:cubicBezTo>
                    <a:pt x="17367" y="44498"/>
                    <a:pt x="17354" y="44475"/>
                    <a:pt x="17335" y="44453"/>
                  </a:cubicBezTo>
                  <a:cubicBezTo>
                    <a:pt x="17291" y="44393"/>
                    <a:pt x="17313" y="44291"/>
                    <a:pt x="17363" y="44243"/>
                  </a:cubicBezTo>
                  <a:cubicBezTo>
                    <a:pt x="17421" y="44185"/>
                    <a:pt x="17503" y="44183"/>
                    <a:pt x="17573" y="44215"/>
                  </a:cubicBezTo>
                  <a:cubicBezTo>
                    <a:pt x="17609" y="44232"/>
                    <a:pt x="17644" y="44248"/>
                    <a:pt x="17679" y="44265"/>
                  </a:cubicBezTo>
                  <a:cubicBezTo>
                    <a:pt x="17709" y="44131"/>
                    <a:pt x="17724" y="43995"/>
                    <a:pt x="17724" y="43858"/>
                  </a:cubicBezTo>
                  <a:cubicBezTo>
                    <a:pt x="17659" y="43752"/>
                    <a:pt x="17691" y="43609"/>
                    <a:pt x="17798" y="43525"/>
                  </a:cubicBezTo>
                  <a:cubicBezTo>
                    <a:pt x="17890" y="43454"/>
                    <a:pt x="17992" y="43523"/>
                    <a:pt x="18033" y="43610"/>
                  </a:cubicBezTo>
                  <a:cubicBezTo>
                    <a:pt x="18096" y="43573"/>
                    <a:pt x="18159" y="43514"/>
                    <a:pt x="18204" y="43480"/>
                  </a:cubicBezTo>
                  <a:cubicBezTo>
                    <a:pt x="18295" y="43413"/>
                    <a:pt x="18382" y="43343"/>
                    <a:pt x="18466" y="43270"/>
                  </a:cubicBezTo>
                  <a:cubicBezTo>
                    <a:pt x="18606" y="43153"/>
                    <a:pt x="18741" y="43026"/>
                    <a:pt x="18866" y="42894"/>
                  </a:cubicBezTo>
                  <a:cubicBezTo>
                    <a:pt x="18600" y="42561"/>
                    <a:pt x="18382" y="42121"/>
                    <a:pt x="18663" y="41730"/>
                  </a:cubicBezTo>
                  <a:cubicBezTo>
                    <a:pt x="18793" y="41548"/>
                    <a:pt x="19005" y="41421"/>
                    <a:pt x="19234" y="41461"/>
                  </a:cubicBezTo>
                  <a:cubicBezTo>
                    <a:pt x="19348" y="41481"/>
                    <a:pt x="19435" y="41540"/>
                    <a:pt x="19530" y="41600"/>
                  </a:cubicBezTo>
                  <a:cubicBezTo>
                    <a:pt x="19491" y="41475"/>
                    <a:pt x="19493" y="41332"/>
                    <a:pt x="19530" y="41211"/>
                  </a:cubicBezTo>
                  <a:cubicBezTo>
                    <a:pt x="19625" y="40901"/>
                    <a:pt x="19920" y="40758"/>
                    <a:pt x="20103" y="40510"/>
                  </a:cubicBezTo>
                  <a:cubicBezTo>
                    <a:pt x="20173" y="40417"/>
                    <a:pt x="20283" y="40399"/>
                    <a:pt x="20374" y="40475"/>
                  </a:cubicBezTo>
                  <a:cubicBezTo>
                    <a:pt x="20445" y="40538"/>
                    <a:pt x="20538" y="40545"/>
                    <a:pt x="20620" y="40519"/>
                  </a:cubicBezTo>
                  <a:cubicBezTo>
                    <a:pt x="20568" y="40227"/>
                    <a:pt x="20616" y="39928"/>
                    <a:pt x="20763" y="39666"/>
                  </a:cubicBezTo>
                  <a:cubicBezTo>
                    <a:pt x="20800" y="39603"/>
                    <a:pt x="20880" y="39573"/>
                    <a:pt x="20951" y="39591"/>
                  </a:cubicBezTo>
                  <a:cubicBezTo>
                    <a:pt x="21256" y="39670"/>
                    <a:pt x="21581" y="39664"/>
                    <a:pt x="21879" y="39565"/>
                  </a:cubicBezTo>
                  <a:cubicBezTo>
                    <a:pt x="21771" y="39283"/>
                    <a:pt x="21834" y="38941"/>
                    <a:pt x="22108" y="38764"/>
                  </a:cubicBezTo>
                  <a:cubicBezTo>
                    <a:pt x="22334" y="38617"/>
                    <a:pt x="22626" y="38660"/>
                    <a:pt x="22822" y="38821"/>
                  </a:cubicBezTo>
                  <a:cubicBezTo>
                    <a:pt x="22956" y="38712"/>
                    <a:pt x="23169" y="38686"/>
                    <a:pt x="23331" y="38755"/>
                  </a:cubicBezTo>
                  <a:cubicBezTo>
                    <a:pt x="23487" y="38820"/>
                    <a:pt x="23603" y="38941"/>
                    <a:pt x="23740" y="39033"/>
                  </a:cubicBezTo>
                  <a:cubicBezTo>
                    <a:pt x="23791" y="39065"/>
                    <a:pt x="23859" y="39100"/>
                    <a:pt x="23928" y="39113"/>
                  </a:cubicBezTo>
                  <a:cubicBezTo>
                    <a:pt x="23908" y="38957"/>
                    <a:pt x="23856" y="38805"/>
                    <a:pt x="23774" y="38662"/>
                  </a:cubicBezTo>
                  <a:cubicBezTo>
                    <a:pt x="23463" y="38113"/>
                    <a:pt x="22846" y="37641"/>
                    <a:pt x="22922" y="36945"/>
                  </a:cubicBezTo>
                  <a:cubicBezTo>
                    <a:pt x="22937" y="36815"/>
                    <a:pt x="23034" y="36731"/>
                    <a:pt x="23168" y="36759"/>
                  </a:cubicBezTo>
                  <a:cubicBezTo>
                    <a:pt x="23415" y="36809"/>
                    <a:pt x="23841" y="36910"/>
                    <a:pt x="23990" y="36621"/>
                  </a:cubicBezTo>
                  <a:cubicBezTo>
                    <a:pt x="24051" y="36502"/>
                    <a:pt x="23988" y="36354"/>
                    <a:pt x="23980" y="36229"/>
                  </a:cubicBezTo>
                  <a:cubicBezTo>
                    <a:pt x="23971" y="36063"/>
                    <a:pt x="24036" y="35930"/>
                    <a:pt x="24151" y="35816"/>
                  </a:cubicBezTo>
                  <a:cubicBezTo>
                    <a:pt x="24257" y="35716"/>
                    <a:pt x="24291" y="35639"/>
                    <a:pt x="24233" y="35498"/>
                  </a:cubicBezTo>
                  <a:cubicBezTo>
                    <a:pt x="24174" y="35357"/>
                    <a:pt x="24068" y="35249"/>
                    <a:pt x="23971" y="35134"/>
                  </a:cubicBezTo>
                  <a:cubicBezTo>
                    <a:pt x="23761" y="34881"/>
                    <a:pt x="23599" y="34589"/>
                    <a:pt x="23739" y="34263"/>
                  </a:cubicBezTo>
                  <a:cubicBezTo>
                    <a:pt x="23763" y="34207"/>
                    <a:pt x="23835" y="34176"/>
                    <a:pt x="23889" y="34176"/>
                  </a:cubicBezTo>
                  <a:cubicBezTo>
                    <a:pt x="24079" y="34179"/>
                    <a:pt x="24287" y="34176"/>
                    <a:pt x="24455" y="34073"/>
                  </a:cubicBezTo>
                  <a:cubicBezTo>
                    <a:pt x="24542" y="34020"/>
                    <a:pt x="24631" y="33882"/>
                    <a:pt x="24600" y="33796"/>
                  </a:cubicBezTo>
                  <a:cubicBezTo>
                    <a:pt x="24555" y="33679"/>
                    <a:pt x="24322" y="33657"/>
                    <a:pt x="24222" y="33612"/>
                  </a:cubicBezTo>
                  <a:cubicBezTo>
                    <a:pt x="24055" y="33538"/>
                    <a:pt x="23906" y="33389"/>
                    <a:pt x="23880" y="33201"/>
                  </a:cubicBezTo>
                  <a:cubicBezTo>
                    <a:pt x="23865" y="33092"/>
                    <a:pt x="23897" y="32986"/>
                    <a:pt x="23964" y="32898"/>
                  </a:cubicBezTo>
                  <a:cubicBezTo>
                    <a:pt x="24010" y="32837"/>
                    <a:pt x="24077" y="32798"/>
                    <a:pt x="24125" y="32738"/>
                  </a:cubicBezTo>
                  <a:cubicBezTo>
                    <a:pt x="24138" y="32721"/>
                    <a:pt x="24144" y="32701"/>
                    <a:pt x="24142" y="32686"/>
                  </a:cubicBezTo>
                  <a:cubicBezTo>
                    <a:pt x="24137" y="32623"/>
                    <a:pt x="24110" y="32558"/>
                    <a:pt x="24088" y="32498"/>
                  </a:cubicBezTo>
                  <a:cubicBezTo>
                    <a:pt x="23986" y="32206"/>
                    <a:pt x="23915" y="31864"/>
                    <a:pt x="24226" y="31667"/>
                  </a:cubicBezTo>
                  <a:cubicBezTo>
                    <a:pt x="24391" y="31563"/>
                    <a:pt x="24559" y="31561"/>
                    <a:pt x="24719" y="31613"/>
                  </a:cubicBezTo>
                  <a:cubicBezTo>
                    <a:pt x="24760" y="31490"/>
                    <a:pt x="24840" y="31394"/>
                    <a:pt x="24919" y="31293"/>
                  </a:cubicBezTo>
                  <a:cubicBezTo>
                    <a:pt x="24994" y="31198"/>
                    <a:pt x="25076" y="31102"/>
                    <a:pt x="25024" y="30977"/>
                  </a:cubicBezTo>
                  <a:cubicBezTo>
                    <a:pt x="24964" y="30834"/>
                    <a:pt x="24853" y="30707"/>
                    <a:pt x="24771" y="30577"/>
                  </a:cubicBezTo>
                  <a:cubicBezTo>
                    <a:pt x="24611" y="30320"/>
                    <a:pt x="24494" y="30019"/>
                    <a:pt x="24600" y="29720"/>
                  </a:cubicBezTo>
                  <a:cubicBezTo>
                    <a:pt x="24678" y="29500"/>
                    <a:pt x="24836" y="29342"/>
                    <a:pt x="25024" y="29210"/>
                  </a:cubicBezTo>
                  <a:cubicBezTo>
                    <a:pt x="25204" y="29084"/>
                    <a:pt x="25401" y="28985"/>
                    <a:pt x="25583" y="28861"/>
                  </a:cubicBezTo>
                  <a:cubicBezTo>
                    <a:pt x="25782" y="28725"/>
                    <a:pt x="25801" y="28451"/>
                    <a:pt x="25769" y="28236"/>
                  </a:cubicBezTo>
                  <a:cubicBezTo>
                    <a:pt x="25725" y="27916"/>
                    <a:pt x="25604" y="27611"/>
                    <a:pt x="25721" y="27289"/>
                  </a:cubicBezTo>
                  <a:cubicBezTo>
                    <a:pt x="25773" y="27142"/>
                    <a:pt x="25864" y="27014"/>
                    <a:pt x="25998" y="26932"/>
                  </a:cubicBezTo>
                  <a:cubicBezTo>
                    <a:pt x="26104" y="26865"/>
                    <a:pt x="26251" y="26856"/>
                    <a:pt x="26312" y="26737"/>
                  </a:cubicBezTo>
                  <a:cubicBezTo>
                    <a:pt x="26443" y="26493"/>
                    <a:pt x="26290" y="26182"/>
                    <a:pt x="26236" y="25939"/>
                  </a:cubicBezTo>
                  <a:cubicBezTo>
                    <a:pt x="26166" y="25625"/>
                    <a:pt x="26195" y="25312"/>
                    <a:pt x="26350" y="25028"/>
                  </a:cubicBezTo>
                  <a:cubicBezTo>
                    <a:pt x="26638" y="24494"/>
                    <a:pt x="27317" y="24272"/>
                    <a:pt x="27836" y="24626"/>
                  </a:cubicBezTo>
                  <a:cubicBezTo>
                    <a:pt x="28077" y="24791"/>
                    <a:pt x="28245" y="25044"/>
                    <a:pt x="28260" y="25344"/>
                  </a:cubicBezTo>
                  <a:cubicBezTo>
                    <a:pt x="28269" y="25530"/>
                    <a:pt x="28213" y="25712"/>
                    <a:pt x="28118" y="25870"/>
                  </a:cubicBezTo>
                  <a:cubicBezTo>
                    <a:pt x="28081" y="25931"/>
                    <a:pt x="28033" y="25991"/>
                    <a:pt x="28007" y="26058"/>
                  </a:cubicBezTo>
                  <a:cubicBezTo>
                    <a:pt x="27999" y="26075"/>
                    <a:pt x="27996" y="26089"/>
                    <a:pt x="27994" y="26106"/>
                  </a:cubicBezTo>
                  <a:cubicBezTo>
                    <a:pt x="27992" y="26112"/>
                    <a:pt x="27992" y="26117"/>
                    <a:pt x="27992" y="26125"/>
                  </a:cubicBezTo>
                  <a:cubicBezTo>
                    <a:pt x="27992" y="26125"/>
                    <a:pt x="27994" y="26129"/>
                    <a:pt x="27994" y="26136"/>
                  </a:cubicBezTo>
                  <a:cubicBezTo>
                    <a:pt x="27996" y="26143"/>
                    <a:pt x="28005" y="26162"/>
                    <a:pt x="28005" y="26166"/>
                  </a:cubicBezTo>
                  <a:lnTo>
                    <a:pt x="28005" y="26166"/>
                  </a:lnTo>
                  <a:lnTo>
                    <a:pt x="28005" y="26168"/>
                  </a:lnTo>
                  <a:cubicBezTo>
                    <a:pt x="28009" y="26173"/>
                    <a:pt x="28012" y="26179"/>
                    <a:pt x="28016" y="26182"/>
                  </a:cubicBezTo>
                  <a:cubicBezTo>
                    <a:pt x="28020" y="26190"/>
                    <a:pt x="28023" y="26197"/>
                    <a:pt x="28029" y="26203"/>
                  </a:cubicBezTo>
                  <a:lnTo>
                    <a:pt x="28029" y="26203"/>
                  </a:lnTo>
                  <a:cubicBezTo>
                    <a:pt x="28029" y="26205"/>
                    <a:pt x="28031" y="26207"/>
                    <a:pt x="28035" y="26210"/>
                  </a:cubicBezTo>
                  <a:cubicBezTo>
                    <a:pt x="28070" y="26251"/>
                    <a:pt x="28109" y="26287"/>
                    <a:pt x="28150" y="26320"/>
                  </a:cubicBezTo>
                  <a:cubicBezTo>
                    <a:pt x="28235" y="26394"/>
                    <a:pt x="28328" y="26460"/>
                    <a:pt x="28408" y="26538"/>
                  </a:cubicBezTo>
                  <a:cubicBezTo>
                    <a:pt x="28633" y="26759"/>
                    <a:pt x="28678" y="27023"/>
                    <a:pt x="28648" y="27328"/>
                  </a:cubicBezTo>
                  <a:cubicBezTo>
                    <a:pt x="28635" y="27447"/>
                    <a:pt x="28609" y="27587"/>
                    <a:pt x="28659" y="27702"/>
                  </a:cubicBezTo>
                  <a:cubicBezTo>
                    <a:pt x="28699" y="27793"/>
                    <a:pt x="28806" y="27840"/>
                    <a:pt x="28894" y="27877"/>
                  </a:cubicBezTo>
                  <a:cubicBezTo>
                    <a:pt x="29124" y="27972"/>
                    <a:pt x="29364" y="28061"/>
                    <a:pt x="29550" y="28238"/>
                  </a:cubicBezTo>
                  <a:cubicBezTo>
                    <a:pt x="29720" y="28397"/>
                    <a:pt x="29844" y="28604"/>
                    <a:pt x="29978" y="28794"/>
                  </a:cubicBezTo>
                  <a:cubicBezTo>
                    <a:pt x="30041" y="28883"/>
                    <a:pt x="30078" y="28942"/>
                    <a:pt x="30164" y="29019"/>
                  </a:cubicBezTo>
                  <a:cubicBezTo>
                    <a:pt x="30173" y="29026"/>
                    <a:pt x="30224" y="29061"/>
                    <a:pt x="30242" y="29069"/>
                  </a:cubicBezTo>
                  <a:cubicBezTo>
                    <a:pt x="30261" y="29078"/>
                    <a:pt x="30320" y="29091"/>
                    <a:pt x="30335" y="29091"/>
                  </a:cubicBezTo>
                  <a:cubicBezTo>
                    <a:pt x="30482" y="29102"/>
                    <a:pt x="30627" y="29275"/>
                    <a:pt x="30521" y="29418"/>
                  </a:cubicBezTo>
                  <a:cubicBezTo>
                    <a:pt x="30437" y="29536"/>
                    <a:pt x="30289" y="29710"/>
                    <a:pt x="30359" y="29863"/>
                  </a:cubicBezTo>
                  <a:cubicBezTo>
                    <a:pt x="30395" y="29939"/>
                    <a:pt x="30450" y="30006"/>
                    <a:pt x="30486" y="30082"/>
                  </a:cubicBezTo>
                  <a:cubicBezTo>
                    <a:pt x="30527" y="30174"/>
                    <a:pt x="30555" y="30268"/>
                    <a:pt x="30569" y="30365"/>
                  </a:cubicBezTo>
                  <a:cubicBezTo>
                    <a:pt x="30612" y="30644"/>
                    <a:pt x="30545" y="30981"/>
                    <a:pt x="30703" y="31228"/>
                  </a:cubicBezTo>
                  <a:cubicBezTo>
                    <a:pt x="30729" y="31269"/>
                    <a:pt x="30759" y="31304"/>
                    <a:pt x="30802" y="31327"/>
                  </a:cubicBezTo>
                  <a:cubicBezTo>
                    <a:pt x="30819" y="31336"/>
                    <a:pt x="30835" y="31340"/>
                    <a:pt x="30854" y="31345"/>
                  </a:cubicBezTo>
                  <a:cubicBezTo>
                    <a:pt x="30858" y="31345"/>
                    <a:pt x="30860" y="31347"/>
                    <a:pt x="30861" y="31347"/>
                  </a:cubicBezTo>
                  <a:lnTo>
                    <a:pt x="30861" y="31347"/>
                  </a:lnTo>
                  <a:cubicBezTo>
                    <a:pt x="30871" y="31347"/>
                    <a:pt x="30882" y="31347"/>
                    <a:pt x="30893" y="31347"/>
                  </a:cubicBezTo>
                  <a:cubicBezTo>
                    <a:pt x="30900" y="31347"/>
                    <a:pt x="30910" y="31347"/>
                    <a:pt x="30919" y="31347"/>
                  </a:cubicBezTo>
                  <a:lnTo>
                    <a:pt x="30919" y="31347"/>
                  </a:lnTo>
                  <a:cubicBezTo>
                    <a:pt x="30921" y="31345"/>
                    <a:pt x="30923" y="31345"/>
                    <a:pt x="30928" y="31343"/>
                  </a:cubicBezTo>
                  <a:cubicBezTo>
                    <a:pt x="30949" y="31338"/>
                    <a:pt x="30967" y="31332"/>
                    <a:pt x="30988" y="31325"/>
                  </a:cubicBezTo>
                  <a:cubicBezTo>
                    <a:pt x="30992" y="31323"/>
                    <a:pt x="31040" y="31302"/>
                    <a:pt x="31034" y="31306"/>
                  </a:cubicBezTo>
                  <a:cubicBezTo>
                    <a:pt x="31053" y="31299"/>
                    <a:pt x="31070" y="31289"/>
                    <a:pt x="31086" y="31280"/>
                  </a:cubicBezTo>
                  <a:cubicBezTo>
                    <a:pt x="31382" y="31113"/>
                    <a:pt x="31676" y="30737"/>
                    <a:pt x="32039" y="30774"/>
                  </a:cubicBezTo>
                  <a:cubicBezTo>
                    <a:pt x="32057" y="30763"/>
                    <a:pt x="32076" y="30756"/>
                    <a:pt x="32096" y="30748"/>
                  </a:cubicBezTo>
                  <a:cubicBezTo>
                    <a:pt x="32163" y="30726"/>
                    <a:pt x="32238" y="30717"/>
                    <a:pt x="32308" y="30702"/>
                  </a:cubicBezTo>
                  <a:cubicBezTo>
                    <a:pt x="32442" y="30672"/>
                    <a:pt x="32576" y="30648"/>
                    <a:pt x="32710" y="30624"/>
                  </a:cubicBezTo>
                  <a:cubicBezTo>
                    <a:pt x="32879" y="30594"/>
                    <a:pt x="33047" y="30564"/>
                    <a:pt x="33214" y="30532"/>
                  </a:cubicBezTo>
                  <a:cubicBezTo>
                    <a:pt x="33024" y="30267"/>
                    <a:pt x="32872" y="29965"/>
                    <a:pt x="32911" y="29636"/>
                  </a:cubicBezTo>
                  <a:cubicBezTo>
                    <a:pt x="32943" y="29353"/>
                    <a:pt x="33115" y="29071"/>
                    <a:pt x="33367" y="28942"/>
                  </a:cubicBezTo>
                  <a:cubicBezTo>
                    <a:pt x="33331" y="28848"/>
                    <a:pt x="33309" y="28745"/>
                    <a:pt x="33300" y="28634"/>
                  </a:cubicBezTo>
                  <a:cubicBezTo>
                    <a:pt x="33285" y="28423"/>
                    <a:pt x="33324" y="28206"/>
                    <a:pt x="33378" y="28005"/>
                  </a:cubicBezTo>
                  <a:cubicBezTo>
                    <a:pt x="33430" y="27815"/>
                    <a:pt x="33497" y="27622"/>
                    <a:pt x="33582" y="27447"/>
                  </a:cubicBezTo>
                  <a:cubicBezTo>
                    <a:pt x="33636" y="27336"/>
                    <a:pt x="33727" y="27244"/>
                    <a:pt x="33846" y="27207"/>
                  </a:cubicBezTo>
                  <a:cubicBezTo>
                    <a:pt x="33960" y="27170"/>
                    <a:pt x="34068" y="27198"/>
                    <a:pt x="34181" y="27213"/>
                  </a:cubicBezTo>
                  <a:cubicBezTo>
                    <a:pt x="34285" y="27226"/>
                    <a:pt x="34373" y="27176"/>
                    <a:pt x="34427" y="27068"/>
                  </a:cubicBezTo>
                  <a:cubicBezTo>
                    <a:pt x="34486" y="26951"/>
                    <a:pt x="34423" y="26856"/>
                    <a:pt x="34321" y="26763"/>
                  </a:cubicBezTo>
                  <a:cubicBezTo>
                    <a:pt x="34187" y="26638"/>
                    <a:pt x="34025" y="26545"/>
                    <a:pt x="33906" y="26406"/>
                  </a:cubicBezTo>
                  <a:cubicBezTo>
                    <a:pt x="33779" y="26255"/>
                    <a:pt x="33683" y="26052"/>
                    <a:pt x="33733" y="25850"/>
                  </a:cubicBezTo>
                  <a:cubicBezTo>
                    <a:pt x="33774" y="25677"/>
                    <a:pt x="33919" y="25524"/>
                    <a:pt x="34092" y="25474"/>
                  </a:cubicBezTo>
                  <a:cubicBezTo>
                    <a:pt x="34189" y="25446"/>
                    <a:pt x="34293" y="25452"/>
                    <a:pt x="34384" y="25496"/>
                  </a:cubicBezTo>
                  <a:cubicBezTo>
                    <a:pt x="34415" y="25513"/>
                    <a:pt x="34447" y="25533"/>
                    <a:pt x="34475" y="25558"/>
                  </a:cubicBezTo>
                  <a:cubicBezTo>
                    <a:pt x="34494" y="25524"/>
                    <a:pt x="34508" y="25487"/>
                    <a:pt x="34518" y="25465"/>
                  </a:cubicBezTo>
                  <a:cubicBezTo>
                    <a:pt x="34542" y="25409"/>
                    <a:pt x="34559" y="25344"/>
                    <a:pt x="34570" y="25282"/>
                  </a:cubicBezTo>
                  <a:cubicBezTo>
                    <a:pt x="34592" y="25147"/>
                    <a:pt x="34579" y="25007"/>
                    <a:pt x="34536" y="24877"/>
                  </a:cubicBezTo>
                  <a:cubicBezTo>
                    <a:pt x="34434" y="24551"/>
                    <a:pt x="34118" y="24406"/>
                    <a:pt x="33869" y="24209"/>
                  </a:cubicBezTo>
                  <a:cubicBezTo>
                    <a:pt x="33608" y="24003"/>
                    <a:pt x="33402" y="23674"/>
                    <a:pt x="33493" y="23331"/>
                  </a:cubicBezTo>
                  <a:cubicBezTo>
                    <a:pt x="33575" y="23013"/>
                    <a:pt x="33861" y="22855"/>
                    <a:pt x="34122" y="22703"/>
                  </a:cubicBezTo>
                  <a:cubicBezTo>
                    <a:pt x="34207" y="22653"/>
                    <a:pt x="34295" y="22597"/>
                    <a:pt x="34293" y="22498"/>
                  </a:cubicBezTo>
                  <a:cubicBezTo>
                    <a:pt x="34291" y="22383"/>
                    <a:pt x="34222" y="22256"/>
                    <a:pt x="34183" y="22147"/>
                  </a:cubicBezTo>
                  <a:cubicBezTo>
                    <a:pt x="34088" y="21875"/>
                    <a:pt x="34107" y="21568"/>
                    <a:pt x="34363" y="21394"/>
                  </a:cubicBezTo>
                  <a:cubicBezTo>
                    <a:pt x="34587" y="21241"/>
                    <a:pt x="34888" y="21265"/>
                    <a:pt x="35137" y="21319"/>
                  </a:cubicBezTo>
                  <a:cubicBezTo>
                    <a:pt x="35306" y="21356"/>
                    <a:pt x="35472" y="21410"/>
                    <a:pt x="35637" y="21460"/>
                  </a:cubicBezTo>
                  <a:cubicBezTo>
                    <a:pt x="35801" y="21509"/>
                    <a:pt x="35996" y="21544"/>
                    <a:pt x="36136" y="21648"/>
                  </a:cubicBezTo>
                  <a:cubicBezTo>
                    <a:pt x="36273" y="21752"/>
                    <a:pt x="36277" y="21907"/>
                    <a:pt x="36258" y="22065"/>
                  </a:cubicBezTo>
                  <a:cubicBezTo>
                    <a:pt x="36247" y="22162"/>
                    <a:pt x="36260" y="22234"/>
                    <a:pt x="36327" y="22309"/>
                  </a:cubicBezTo>
                  <a:cubicBezTo>
                    <a:pt x="36400" y="22390"/>
                    <a:pt x="36521" y="22452"/>
                    <a:pt x="36638" y="22461"/>
                  </a:cubicBezTo>
                  <a:cubicBezTo>
                    <a:pt x="36681" y="22398"/>
                    <a:pt x="36759" y="22364"/>
                    <a:pt x="36831" y="22411"/>
                  </a:cubicBezTo>
                  <a:cubicBezTo>
                    <a:pt x="36837" y="22407"/>
                    <a:pt x="36842" y="22403"/>
                    <a:pt x="36850" y="22398"/>
                  </a:cubicBezTo>
                  <a:cubicBezTo>
                    <a:pt x="36891" y="22362"/>
                    <a:pt x="36937" y="22372"/>
                    <a:pt x="36965" y="22402"/>
                  </a:cubicBezTo>
                  <a:cubicBezTo>
                    <a:pt x="36978" y="22392"/>
                    <a:pt x="36991" y="22379"/>
                    <a:pt x="37001" y="22366"/>
                  </a:cubicBezTo>
                  <a:cubicBezTo>
                    <a:pt x="37064" y="22281"/>
                    <a:pt x="37045" y="22136"/>
                    <a:pt x="37045" y="22037"/>
                  </a:cubicBezTo>
                  <a:cubicBezTo>
                    <a:pt x="37047" y="21782"/>
                    <a:pt x="37092" y="21501"/>
                    <a:pt x="37317" y="21347"/>
                  </a:cubicBezTo>
                  <a:cubicBezTo>
                    <a:pt x="37426" y="21273"/>
                    <a:pt x="37551" y="21284"/>
                    <a:pt x="37661" y="21248"/>
                  </a:cubicBezTo>
                  <a:cubicBezTo>
                    <a:pt x="37666" y="21248"/>
                    <a:pt x="37670" y="21239"/>
                    <a:pt x="37672" y="21237"/>
                  </a:cubicBezTo>
                  <a:cubicBezTo>
                    <a:pt x="37674" y="21237"/>
                    <a:pt x="37674" y="21237"/>
                    <a:pt x="37674" y="21237"/>
                  </a:cubicBezTo>
                  <a:cubicBezTo>
                    <a:pt x="37676" y="21226"/>
                    <a:pt x="37679" y="21213"/>
                    <a:pt x="37681" y="21204"/>
                  </a:cubicBezTo>
                  <a:cubicBezTo>
                    <a:pt x="37681" y="21193"/>
                    <a:pt x="37676" y="21139"/>
                    <a:pt x="37668" y="21107"/>
                  </a:cubicBezTo>
                  <a:cubicBezTo>
                    <a:pt x="37620" y="20904"/>
                    <a:pt x="37477" y="20741"/>
                    <a:pt x="37430" y="20534"/>
                  </a:cubicBezTo>
                  <a:cubicBezTo>
                    <a:pt x="37384" y="20332"/>
                    <a:pt x="37399" y="20101"/>
                    <a:pt x="37570" y="19960"/>
                  </a:cubicBezTo>
                  <a:cubicBezTo>
                    <a:pt x="37692" y="19859"/>
                    <a:pt x="37824" y="19861"/>
                    <a:pt x="37973" y="19846"/>
                  </a:cubicBezTo>
                  <a:cubicBezTo>
                    <a:pt x="37986" y="19844"/>
                    <a:pt x="37997" y="19844"/>
                    <a:pt x="38010" y="19841"/>
                  </a:cubicBezTo>
                  <a:lnTo>
                    <a:pt x="38010" y="19841"/>
                  </a:lnTo>
                  <a:cubicBezTo>
                    <a:pt x="38012" y="19839"/>
                    <a:pt x="38031" y="19833"/>
                    <a:pt x="38038" y="19829"/>
                  </a:cubicBezTo>
                  <a:cubicBezTo>
                    <a:pt x="38038" y="19828"/>
                    <a:pt x="38066" y="19803"/>
                    <a:pt x="38066" y="19805"/>
                  </a:cubicBezTo>
                  <a:cubicBezTo>
                    <a:pt x="38163" y="19683"/>
                    <a:pt x="38196" y="19515"/>
                    <a:pt x="38276" y="19381"/>
                  </a:cubicBezTo>
                  <a:cubicBezTo>
                    <a:pt x="38390" y="19192"/>
                    <a:pt x="38570" y="19074"/>
                    <a:pt x="38797" y="19082"/>
                  </a:cubicBezTo>
                  <a:cubicBezTo>
                    <a:pt x="38909" y="19084"/>
                    <a:pt x="39039" y="19134"/>
                    <a:pt x="39147" y="19087"/>
                  </a:cubicBezTo>
                  <a:cubicBezTo>
                    <a:pt x="39199" y="19065"/>
                    <a:pt x="39243" y="19020"/>
                    <a:pt x="39277" y="18976"/>
                  </a:cubicBezTo>
                  <a:cubicBezTo>
                    <a:pt x="39400" y="18808"/>
                    <a:pt x="39420" y="18596"/>
                    <a:pt x="39433" y="18397"/>
                  </a:cubicBezTo>
                  <a:cubicBezTo>
                    <a:pt x="39465" y="17951"/>
                    <a:pt x="39537" y="17469"/>
                    <a:pt x="39987" y="17257"/>
                  </a:cubicBezTo>
                  <a:cubicBezTo>
                    <a:pt x="40343" y="17092"/>
                    <a:pt x="40781" y="17124"/>
                    <a:pt x="41086" y="17376"/>
                  </a:cubicBezTo>
                  <a:cubicBezTo>
                    <a:pt x="41166" y="17443"/>
                    <a:pt x="41231" y="17527"/>
                    <a:pt x="41284" y="17616"/>
                  </a:cubicBezTo>
                  <a:cubicBezTo>
                    <a:pt x="41330" y="17696"/>
                    <a:pt x="41365" y="17793"/>
                    <a:pt x="41443" y="17847"/>
                  </a:cubicBezTo>
                  <a:cubicBezTo>
                    <a:pt x="41548" y="17921"/>
                    <a:pt x="41663" y="17959"/>
                    <a:pt x="41748" y="18059"/>
                  </a:cubicBezTo>
                  <a:cubicBezTo>
                    <a:pt x="41815" y="18139"/>
                    <a:pt x="41856" y="18232"/>
                    <a:pt x="41873" y="18334"/>
                  </a:cubicBezTo>
                  <a:cubicBezTo>
                    <a:pt x="41910" y="18544"/>
                    <a:pt x="41843" y="18749"/>
                    <a:pt x="41866" y="18957"/>
                  </a:cubicBezTo>
                  <a:cubicBezTo>
                    <a:pt x="41875" y="19043"/>
                    <a:pt x="41921" y="19100"/>
                    <a:pt x="41975" y="19173"/>
                  </a:cubicBezTo>
                  <a:cubicBezTo>
                    <a:pt x="42055" y="19283"/>
                    <a:pt x="42091" y="19409"/>
                    <a:pt x="42068" y="19543"/>
                  </a:cubicBezTo>
                  <a:cubicBezTo>
                    <a:pt x="42050" y="19657"/>
                    <a:pt x="41994" y="19753"/>
                    <a:pt x="41947" y="19856"/>
                  </a:cubicBezTo>
                  <a:cubicBezTo>
                    <a:pt x="41918" y="19924"/>
                    <a:pt x="41907" y="19975"/>
                    <a:pt x="41936" y="20021"/>
                  </a:cubicBezTo>
                  <a:cubicBezTo>
                    <a:pt x="42013" y="20155"/>
                    <a:pt x="42217" y="20224"/>
                    <a:pt x="42357" y="20272"/>
                  </a:cubicBezTo>
                  <a:cubicBezTo>
                    <a:pt x="42468" y="20309"/>
                    <a:pt x="42544" y="20445"/>
                    <a:pt x="42472" y="20555"/>
                  </a:cubicBezTo>
                  <a:cubicBezTo>
                    <a:pt x="42301" y="20813"/>
                    <a:pt x="42161" y="21124"/>
                    <a:pt x="42106" y="21429"/>
                  </a:cubicBezTo>
                  <a:cubicBezTo>
                    <a:pt x="42085" y="21539"/>
                    <a:pt x="42087" y="21632"/>
                    <a:pt x="42210" y="21659"/>
                  </a:cubicBezTo>
                  <a:cubicBezTo>
                    <a:pt x="42340" y="21689"/>
                    <a:pt x="42465" y="21691"/>
                    <a:pt x="42584" y="21764"/>
                  </a:cubicBezTo>
                  <a:cubicBezTo>
                    <a:pt x="42799" y="21898"/>
                    <a:pt x="42911" y="22130"/>
                    <a:pt x="43026" y="22346"/>
                  </a:cubicBezTo>
                  <a:cubicBezTo>
                    <a:pt x="43099" y="22483"/>
                    <a:pt x="43221" y="22651"/>
                    <a:pt x="43374" y="22712"/>
                  </a:cubicBezTo>
                  <a:cubicBezTo>
                    <a:pt x="43422" y="22554"/>
                    <a:pt x="43495" y="22403"/>
                    <a:pt x="43590" y="22264"/>
                  </a:cubicBezTo>
                  <a:cubicBezTo>
                    <a:pt x="43441" y="21901"/>
                    <a:pt x="43420" y="21498"/>
                    <a:pt x="43521" y="21116"/>
                  </a:cubicBezTo>
                  <a:cubicBezTo>
                    <a:pt x="43552" y="21001"/>
                    <a:pt x="43670" y="20947"/>
                    <a:pt x="43781" y="20970"/>
                  </a:cubicBezTo>
                  <a:cubicBezTo>
                    <a:pt x="43982" y="21009"/>
                    <a:pt x="44216" y="21061"/>
                    <a:pt x="44415" y="20981"/>
                  </a:cubicBezTo>
                  <a:cubicBezTo>
                    <a:pt x="44538" y="20932"/>
                    <a:pt x="44670" y="20797"/>
                    <a:pt x="44629" y="20655"/>
                  </a:cubicBezTo>
                  <a:cubicBezTo>
                    <a:pt x="44605" y="20579"/>
                    <a:pt x="44547" y="20510"/>
                    <a:pt x="44512" y="20438"/>
                  </a:cubicBezTo>
                  <a:cubicBezTo>
                    <a:pt x="44469" y="20352"/>
                    <a:pt x="44440" y="20265"/>
                    <a:pt x="44436" y="20168"/>
                  </a:cubicBezTo>
                  <a:cubicBezTo>
                    <a:pt x="44430" y="20021"/>
                    <a:pt x="44495" y="19887"/>
                    <a:pt x="44590" y="19779"/>
                  </a:cubicBezTo>
                  <a:cubicBezTo>
                    <a:pt x="44754" y="19590"/>
                    <a:pt x="45031" y="19500"/>
                    <a:pt x="45169" y="19307"/>
                  </a:cubicBezTo>
                  <a:cubicBezTo>
                    <a:pt x="45252" y="19190"/>
                    <a:pt x="45237" y="18996"/>
                    <a:pt x="45265" y="18851"/>
                  </a:cubicBezTo>
                  <a:cubicBezTo>
                    <a:pt x="45301" y="18673"/>
                    <a:pt x="45407" y="18511"/>
                    <a:pt x="45567" y="18418"/>
                  </a:cubicBezTo>
                  <a:cubicBezTo>
                    <a:pt x="45754" y="18308"/>
                    <a:pt x="45978" y="18297"/>
                    <a:pt x="46195" y="18327"/>
                  </a:cubicBezTo>
                  <a:cubicBezTo>
                    <a:pt x="46214" y="18158"/>
                    <a:pt x="46296" y="17996"/>
                    <a:pt x="46422" y="17871"/>
                  </a:cubicBezTo>
                  <a:cubicBezTo>
                    <a:pt x="46669" y="17629"/>
                    <a:pt x="47032" y="17592"/>
                    <a:pt x="47359" y="17566"/>
                  </a:cubicBezTo>
                  <a:cubicBezTo>
                    <a:pt x="47488" y="17557"/>
                    <a:pt x="47597" y="17706"/>
                    <a:pt x="47557" y="17825"/>
                  </a:cubicBezTo>
                  <a:cubicBezTo>
                    <a:pt x="47555" y="17836"/>
                    <a:pt x="47551" y="17843"/>
                    <a:pt x="47549" y="17847"/>
                  </a:cubicBezTo>
                  <a:cubicBezTo>
                    <a:pt x="47557" y="17867"/>
                    <a:pt x="47573" y="17890"/>
                    <a:pt x="47586" y="17905"/>
                  </a:cubicBezTo>
                  <a:cubicBezTo>
                    <a:pt x="47627" y="17955"/>
                    <a:pt x="47677" y="17994"/>
                    <a:pt x="47726" y="18031"/>
                  </a:cubicBezTo>
                  <a:cubicBezTo>
                    <a:pt x="47839" y="18126"/>
                    <a:pt x="47953" y="18219"/>
                    <a:pt x="48066" y="18314"/>
                  </a:cubicBezTo>
                  <a:cubicBezTo>
                    <a:pt x="48302" y="18511"/>
                    <a:pt x="48538" y="18710"/>
                    <a:pt x="48775" y="18909"/>
                  </a:cubicBezTo>
                  <a:cubicBezTo>
                    <a:pt x="48821" y="18946"/>
                    <a:pt x="48832" y="19013"/>
                    <a:pt x="48823" y="19069"/>
                  </a:cubicBezTo>
                  <a:cubicBezTo>
                    <a:pt x="48873" y="18993"/>
                    <a:pt x="48933" y="18922"/>
                    <a:pt x="48989" y="18848"/>
                  </a:cubicBezTo>
                  <a:cubicBezTo>
                    <a:pt x="49024" y="18799"/>
                    <a:pt x="49076" y="18738"/>
                    <a:pt x="49080" y="18675"/>
                  </a:cubicBezTo>
                  <a:cubicBezTo>
                    <a:pt x="49083" y="18621"/>
                    <a:pt x="49044" y="18567"/>
                    <a:pt x="49015" y="18522"/>
                  </a:cubicBezTo>
                  <a:cubicBezTo>
                    <a:pt x="48914" y="18370"/>
                    <a:pt x="48810" y="18230"/>
                    <a:pt x="48810" y="18037"/>
                  </a:cubicBezTo>
                  <a:cubicBezTo>
                    <a:pt x="48810" y="17938"/>
                    <a:pt x="48845" y="17836"/>
                    <a:pt x="48914" y="17761"/>
                  </a:cubicBezTo>
                  <a:cubicBezTo>
                    <a:pt x="48983" y="17687"/>
                    <a:pt x="49072" y="17659"/>
                    <a:pt x="49163" y="17624"/>
                  </a:cubicBezTo>
                  <a:cubicBezTo>
                    <a:pt x="49247" y="17590"/>
                    <a:pt x="49305" y="17521"/>
                    <a:pt x="49314" y="17438"/>
                  </a:cubicBezTo>
                  <a:cubicBezTo>
                    <a:pt x="49318" y="17412"/>
                    <a:pt x="49316" y="17386"/>
                    <a:pt x="49308" y="17356"/>
                  </a:cubicBezTo>
                  <a:cubicBezTo>
                    <a:pt x="49260" y="17166"/>
                    <a:pt x="49500" y="17021"/>
                    <a:pt x="49641" y="17163"/>
                  </a:cubicBezTo>
                  <a:cubicBezTo>
                    <a:pt x="49662" y="17183"/>
                    <a:pt x="49682" y="17202"/>
                    <a:pt x="49703" y="17220"/>
                  </a:cubicBezTo>
                  <a:cubicBezTo>
                    <a:pt x="49851" y="17347"/>
                    <a:pt x="50034" y="17423"/>
                    <a:pt x="50231" y="17434"/>
                  </a:cubicBezTo>
                  <a:cubicBezTo>
                    <a:pt x="50313" y="17440"/>
                    <a:pt x="50406" y="17492"/>
                    <a:pt x="50422" y="17579"/>
                  </a:cubicBezTo>
                  <a:cubicBezTo>
                    <a:pt x="50538" y="18204"/>
                    <a:pt x="50822" y="18820"/>
                    <a:pt x="51272" y="19273"/>
                  </a:cubicBezTo>
                  <a:cubicBezTo>
                    <a:pt x="51412" y="19415"/>
                    <a:pt x="51626" y="19575"/>
                    <a:pt x="51828" y="19463"/>
                  </a:cubicBezTo>
                  <a:cubicBezTo>
                    <a:pt x="52059" y="19337"/>
                    <a:pt x="51797" y="19033"/>
                    <a:pt x="51748" y="18870"/>
                  </a:cubicBezTo>
                  <a:cubicBezTo>
                    <a:pt x="51685" y="18654"/>
                    <a:pt x="51739" y="18368"/>
                    <a:pt x="51947" y="18249"/>
                  </a:cubicBezTo>
                  <a:cubicBezTo>
                    <a:pt x="52089" y="18169"/>
                    <a:pt x="52239" y="18210"/>
                    <a:pt x="52375" y="18278"/>
                  </a:cubicBezTo>
                  <a:cubicBezTo>
                    <a:pt x="52392" y="18286"/>
                    <a:pt x="52438" y="18314"/>
                    <a:pt x="52442" y="18314"/>
                  </a:cubicBezTo>
                  <a:cubicBezTo>
                    <a:pt x="52490" y="18308"/>
                    <a:pt x="52578" y="18187"/>
                    <a:pt x="52613" y="18156"/>
                  </a:cubicBezTo>
                  <a:cubicBezTo>
                    <a:pt x="52742" y="18035"/>
                    <a:pt x="52870" y="17914"/>
                    <a:pt x="52998" y="17791"/>
                  </a:cubicBezTo>
                  <a:cubicBezTo>
                    <a:pt x="53099" y="17696"/>
                    <a:pt x="53218" y="17603"/>
                    <a:pt x="53301" y="17492"/>
                  </a:cubicBezTo>
                  <a:cubicBezTo>
                    <a:pt x="53448" y="17296"/>
                    <a:pt x="53283" y="17081"/>
                    <a:pt x="53201" y="16893"/>
                  </a:cubicBezTo>
                  <a:cubicBezTo>
                    <a:pt x="53099" y="16653"/>
                    <a:pt x="53065" y="16391"/>
                    <a:pt x="53229" y="16169"/>
                  </a:cubicBezTo>
                  <a:cubicBezTo>
                    <a:pt x="53331" y="16032"/>
                    <a:pt x="53480" y="15937"/>
                    <a:pt x="53644" y="15905"/>
                  </a:cubicBezTo>
                  <a:cubicBezTo>
                    <a:pt x="53627" y="15760"/>
                    <a:pt x="53642" y="15613"/>
                    <a:pt x="53701" y="15481"/>
                  </a:cubicBezTo>
                  <a:cubicBezTo>
                    <a:pt x="53805" y="15253"/>
                    <a:pt x="54036" y="15160"/>
                    <a:pt x="54237" y="15039"/>
                  </a:cubicBezTo>
                  <a:cubicBezTo>
                    <a:pt x="54549" y="14849"/>
                    <a:pt x="54964" y="14596"/>
                    <a:pt x="55059" y="14217"/>
                  </a:cubicBezTo>
                  <a:cubicBezTo>
                    <a:pt x="55152" y="13841"/>
                    <a:pt x="55018" y="13447"/>
                    <a:pt x="55113" y="13067"/>
                  </a:cubicBezTo>
                  <a:cubicBezTo>
                    <a:pt x="55213" y="12664"/>
                    <a:pt x="55544" y="12463"/>
                    <a:pt x="55860" y="12238"/>
                  </a:cubicBezTo>
                  <a:cubicBezTo>
                    <a:pt x="56026" y="12121"/>
                    <a:pt x="56255" y="11868"/>
                    <a:pt x="56236" y="11641"/>
                  </a:cubicBezTo>
                  <a:cubicBezTo>
                    <a:pt x="56204" y="11611"/>
                    <a:pt x="56186" y="11568"/>
                    <a:pt x="56201" y="11520"/>
                  </a:cubicBezTo>
                  <a:cubicBezTo>
                    <a:pt x="56186" y="11494"/>
                    <a:pt x="56169" y="11470"/>
                    <a:pt x="56145" y="11447"/>
                  </a:cubicBezTo>
                  <a:cubicBezTo>
                    <a:pt x="56074" y="11375"/>
                    <a:pt x="56173" y="11235"/>
                    <a:pt x="56258" y="11301"/>
                  </a:cubicBezTo>
                  <a:cubicBezTo>
                    <a:pt x="56264" y="11304"/>
                    <a:pt x="56268" y="11308"/>
                    <a:pt x="56271" y="11312"/>
                  </a:cubicBezTo>
                  <a:cubicBezTo>
                    <a:pt x="56329" y="11142"/>
                    <a:pt x="56389" y="10975"/>
                    <a:pt x="56452" y="10810"/>
                  </a:cubicBezTo>
                  <a:cubicBezTo>
                    <a:pt x="56537" y="10585"/>
                    <a:pt x="56610" y="10354"/>
                    <a:pt x="56662" y="10118"/>
                  </a:cubicBezTo>
                  <a:cubicBezTo>
                    <a:pt x="56757" y="9684"/>
                    <a:pt x="56790" y="9218"/>
                    <a:pt x="57062" y="8849"/>
                  </a:cubicBezTo>
                  <a:cubicBezTo>
                    <a:pt x="57166" y="8708"/>
                    <a:pt x="57294" y="8580"/>
                    <a:pt x="57452" y="8500"/>
                  </a:cubicBezTo>
                  <a:cubicBezTo>
                    <a:pt x="57609" y="8420"/>
                    <a:pt x="57772" y="8399"/>
                    <a:pt x="57947" y="8388"/>
                  </a:cubicBezTo>
                  <a:cubicBezTo>
                    <a:pt x="58049" y="8381"/>
                    <a:pt x="58220" y="8392"/>
                    <a:pt x="58293" y="8301"/>
                  </a:cubicBezTo>
                  <a:cubicBezTo>
                    <a:pt x="58352" y="8223"/>
                    <a:pt x="58304" y="8109"/>
                    <a:pt x="58267" y="8022"/>
                  </a:cubicBezTo>
                  <a:cubicBezTo>
                    <a:pt x="58152" y="7748"/>
                    <a:pt x="57981" y="7471"/>
                    <a:pt x="58127" y="7172"/>
                  </a:cubicBezTo>
                  <a:cubicBezTo>
                    <a:pt x="58207" y="7014"/>
                    <a:pt x="58362" y="6932"/>
                    <a:pt x="58319" y="6737"/>
                  </a:cubicBezTo>
                  <a:cubicBezTo>
                    <a:pt x="58276" y="6553"/>
                    <a:pt x="58233" y="6387"/>
                    <a:pt x="58269" y="6195"/>
                  </a:cubicBezTo>
                  <a:cubicBezTo>
                    <a:pt x="58328" y="5872"/>
                    <a:pt x="58591" y="5576"/>
                    <a:pt x="58933" y="5565"/>
                  </a:cubicBezTo>
                  <a:cubicBezTo>
                    <a:pt x="59262" y="5554"/>
                    <a:pt x="59600" y="5827"/>
                    <a:pt x="59597" y="6168"/>
                  </a:cubicBezTo>
                  <a:cubicBezTo>
                    <a:pt x="59595" y="6333"/>
                    <a:pt x="59513" y="6484"/>
                    <a:pt x="59431" y="6621"/>
                  </a:cubicBezTo>
                  <a:cubicBezTo>
                    <a:pt x="59390" y="6690"/>
                    <a:pt x="59271" y="6837"/>
                    <a:pt x="59316" y="6915"/>
                  </a:cubicBezTo>
                  <a:cubicBezTo>
                    <a:pt x="59364" y="6997"/>
                    <a:pt x="59533" y="6999"/>
                    <a:pt x="59615" y="7019"/>
                  </a:cubicBezTo>
                  <a:cubicBezTo>
                    <a:pt x="59771" y="7055"/>
                    <a:pt x="59902" y="7120"/>
                    <a:pt x="59995" y="7254"/>
                  </a:cubicBezTo>
                  <a:cubicBezTo>
                    <a:pt x="60026" y="7302"/>
                    <a:pt x="60030" y="7391"/>
                    <a:pt x="59995" y="7440"/>
                  </a:cubicBezTo>
                  <a:cubicBezTo>
                    <a:pt x="59690" y="7832"/>
                    <a:pt x="59526" y="8321"/>
                    <a:pt x="59546" y="8812"/>
                  </a:cubicBezTo>
                  <a:cubicBezTo>
                    <a:pt x="59669" y="8743"/>
                    <a:pt x="59807" y="8701"/>
                    <a:pt x="59948" y="8684"/>
                  </a:cubicBezTo>
                  <a:cubicBezTo>
                    <a:pt x="60075" y="8669"/>
                    <a:pt x="60194" y="8686"/>
                    <a:pt x="60318" y="8702"/>
                  </a:cubicBezTo>
                  <a:cubicBezTo>
                    <a:pt x="60391" y="8712"/>
                    <a:pt x="60512" y="8740"/>
                    <a:pt x="60567" y="8676"/>
                  </a:cubicBezTo>
                  <a:cubicBezTo>
                    <a:pt x="60621" y="8613"/>
                    <a:pt x="60603" y="8487"/>
                    <a:pt x="60599" y="8412"/>
                  </a:cubicBezTo>
                  <a:cubicBezTo>
                    <a:pt x="60592" y="8297"/>
                    <a:pt x="60586" y="8189"/>
                    <a:pt x="60612" y="8076"/>
                  </a:cubicBezTo>
                  <a:cubicBezTo>
                    <a:pt x="60659" y="7866"/>
                    <a:pt x="60815" y="7672"/>
                    <a:pt x="61045" y="7681"/>
                  </a:cubicBezTo>
                  <a:cubicBezTo>
                    <a:pt x="61129" y="7685"/>
                    <a:pt x="61198" y="7737"/>
                    <a:pt x="61222" y="7815"/>
                  </a:cubicBezTo>
                  <a:cubicBezTo>
                    <a:pt x="61272" y="7972"/>
                    <a:pt x="61499" y="8018"/>
                    <a:pt x="61635" y="7960"/>
                  </a:cubicBezTo>
                  <a:cubicBezTo>
                    <a:pt x="61698" y="7933"/>
                    <a:pt x="61780" y="7847"/>
                    <a:pt x="61756" y="7782"/>
                  </a:cubicBezTo>
                  <a:cubicBezTo>
                    <a:pt x="61735" y="7730"/>
                    <a:pt x="61616" y="7691"/>
                    <a:pt x="61546" y="7661"/>
                  </a:cubicBezTo>
                  <a:cubicBezTo>
                    <a:pt x="61300" y="7561"/>
                    <a:pt x="61038" y="7384"/>
                    <a:pt x="61111" y="7075"/>
                  </a:cubicBezTo>
                  <a:cubicBezTo>
                    <a:pt x="61159" y="6869"/>
                    <a:pt x="61341" y="6731"/>
                    <a:pt x="61536" y="6646"/>
                  </a:cubicBezTo>
                  <a:cubicBezTo>
                    <a:pt x="61529" y="6601"/>
                    <a:pt x="61527" y="6554"/>
                    <a:pt x="61531" y="6508"/>
                  </a:cubicBezTo>
                  <a:cubicBezTo>
                    <a:pt x="61555" y="6309"/>
                    <a:pt x="61672" y="6186"/>
                    <a:pt x="61823" y="6065"/>
                  </a:cubicBezTo>
                  <a:cubicBezTo>
                    <a:pt x="61929" y="5982"/>
                    <a:pt x="62020" y="5913"/>
                    <a:pt x="61970" y="5770"/>
                  </a:cubicBezTo>
                  <a:cubicBezTo>
                    <a:pt x="61916" y="5619"/>
                    <a:pt x="61817" y="5491"/>
                    <a:pt x="61793" y="5329"/>
                  </a:cubicBezTo>
                  <a:cubicBezTo>
                    <a:pt x="61769" y="5171"/>
                    <a:pt x="61819" y="5016"/>
                    <a:pt x="61934" y="4905"/>
                  </a:cubicBezTo>
                  <a:cubicBezTo>
                    <a:pt x="62037" y="4804"/>
                    <a:pt x="62169" y="4750"/>
                    <a:pt x="62286" y="4674"/>
                  </a:cubicBezTo>
                  <a:cubicBezTo>
                    <a:pt x="62424" y="4587"/>
                    <a:pt x="62405" y="4483"/>
                    <a:pt x="62422" y="4330"/>
                  </a:cubicBezTo>
                  <a:cubicBezTo>
                    <a:pt x="62440" y="4159"/>
                    <a:pt x="62515" y="4020"/>
                    <a:pt x="62656" y="3919"/>
                  </a:cubicBezTo>
                  <a:cubicBezTo>
                    <a:pt x="62803" y="3815"/>
                    <a:pt x="62998" y="3780"/>
                    <a:pt x="63171" y="3822"/>
                  </a:cubicBezTo>
                  <a:cubicBezTo>
                    <a:pt x="63186" y="3700"/>
                    <a:pt x="63201" y="3577"/>
                    <a:pt x="63214" y="3454"/>
                  </a:cubicBezTo>
                  <a:cubicBezTo>
                    <a:pt x="63227" y="3341"/>
                    <a:pt x="63314" y="3257"/>
                    <a:pt x="63435" y="3285"/>
                  </a:cubicBezTo>
                  <a:cubicBezTo>
                    <a:pt x="63644" y="3337"/>
                    <a:pt x="63854" y="3389"/>
                    <a:pt x="64064" y="3441"/>
                  </a:cubicBezTo>
                  <a:cubicBezTo>
                    <a:pt x="64155" y="3463"/>
                    <a:pt x="64248" y="3486"/>
                    <a:pt x="64339" y="3508"/>
                  </a:cubicBezTo>
                  <a:cubicBezTo>
                    <a:pt x="64333" y="3504"/>
                    <a:pt x="64326" y="3501"/>
                    <a:pt x="64320" y="3495"/>
                  </a:cubicBezTo>
                  <a:cubicBezTo>
                    <a:pt x="64207" y="3419"/>
                    <a:pt x="64131" y="3294"/>
                    <a:pt x="64107" y="3158"/>
                  </a:cubicBezTo>
                  <a:cubicBezTo>
                    <a:pt x="64082" y="3015"/>
                    <a:pt x="64097" y="2870"/>
                    <a:pt x="64131" y="2729"/>
                  </a:cubicBezTo>
                  <a:cubicBezTo>
                    <a:pt x="64162" y="2597"/>
                    <a:pt x="64201" y="2428"/>
                    <a:pt x="64322" y="2349"/>
                  </a:cubicBezTo>
                  <a:cubicBezTo>
                    <a:pt x="64495" y="2236"/>
                    <a:pt x="64692" y="2374"/>
                    <a:pt x="64849" y="2450"/>
                  </a:cubicBezTo>
                  <a:cubicBezTo>
                    <a:pt x="64975" y="2511"/>
                    <a:pt x="65103" y="2571"/>
                    <a:pt x="65230" y="2636"/>
                  </a:cubicBezTo>
                  <a:cubicBezTo>
                    <a:pt x="65267" y="2472"/>
                    <a:pt x="65306" y="2312"/>
                    <a:pt x="65353" y="2154"/>
                  </a:cubicBezTo>
                  <a:cubicBezTo>
                    <a:pt x="65284" y="2098"/>
                    <a:pt x="65247" y="1987"/>
                    <a:pt x="65321" y="1898"/>
                  </a:cubicBezTo>
                  <a:cubicBezTo>
                    <a:pt x="65394" y="1808"/>
                    <a:pt x="65462" y="1715"/>
                    <a:pt x="65524" y="1620"/>
                  </a:cubicBezTo>
                  <a:cubicBezTo>
                    <a:pt x="65712" y="1334"/>
                    <a:pt x="65853" y="1018"/>
                    <a:pt x="65946" y="685"/>
                  </a:cubicBezTo>
                  <a:cubicBezTo>
                    <a:pt x="65976" y="581"/>
                    <a:pt x="66097" y="532"/>
                    <a:pt x="66191" y="586"/>
                  </a:cubicBezTo>
                  <a:cubicBezTo>
                    <a:pt x="66251" y="620"/>
                    <a:pt x="66310" y="653"/>
                    <a:pt x="66370" y="687"/>
                  </a:cubicBezTo>
                  <a:cubicBezTo>
                    <a:pt x="66392" y="516"/>
                    <a:pt x="66416" y="343"/>
                    <a:pt x="66439" y="170"/>
                  </a:cubicBezTo>
                  <a:cubicBezTo>
                    <a:pt x="66452" y="81"/>
                    <a:pt x="66508" y="1"/>
                    <a:pt x="66606" y="2"/>
                  </a:cubicBezTo>
                  <a:cubicBezTo>
                    <a:pt x="66872" y="8"/>
                    <a:pt x="67008" y="211"/>
                    <a:pt x="67090" y="439"/>
                  </a:cubicBezTo>
                  <a:cubicBezTo>
                    <a:pt x="67147" y="603"/>
                    <a:pt x="67173" y="819"/>
                    <a:pt x="67298" y="953"/>
                  </a:cubicBezTo>
                  <a:cubicBezTo>
                    <a:pt x="67391" y="1055"/>
                    <a:pt x="67555" y="1031"/>
                    <a:pt x="67677" y="1070"/>
                  </a:cubicBezTo>
                  <a:cubicBezTo>
                    <a:pt x="67808" y="1113"/>
                    <a:pt x="67917" y="1189"/>
                    <a:pt x="68001" y="1297"/>
                  </a:cubicBezTo>
                  <a:cubicBezTo>
                    <a:pt x="68168" y="1511"/>
                    <a:pt x="68217" y="1805"/>
                    <a:pt x="68152" y="2067"/>
                  </a:cubicBezTo>
                  <a:cubicBezTo>
                    <a:pt x="68103" y="2266"/>
                    <a:pt x="68001" y="2441"/>
                    <a:pt x="67880" y="2602"/>
                  </a:cubicBezTo>
                  <a:cubicBezTo>
                    <a:pt x="68085" y="2597"/>
                    <a:pt x="68287" y="2593"/>
                    <a:pt x="68490" y="2588"/>
                  </a:cubicBezTo>
                  <a:cubicBezTo>
                    <a:pt x="68559" y="2586"/>
                    <a:pt x="68639" y="2641"/>
                    <a:pt x="68654" y="2710"/>
                  </a:cubicBezTo>
                  <a:cubicBezTo>
                    <a:pt x="68745" y="3190"/>
                    <a:pt x="68840" y="3670"/>
                    <a:pt x="68935" y="4148"/>
                  </a:cubicBezTo>
                  <a:cubicBezTo>
                    <a:pt x="69217" y="4077"/>
                    <a:pt x="69507" y="4072"/>
                    <a:pt x="69797" y="4122"/>
                  </a:cubicBezTo>
                  <a:cubicBezTo>
                    <a:pt x="69900" y="4140"/>
                    <a:pt x="69956" y="4285"/>
                    <a:pt x="69898" y="4367"/>
                  </a:cubicBezTo>
                  <a:cubicBezTo>
                    <a:pt x="69831" y="4464"/>
                    <a:pt x="69764" y="4559"/>
                    <a:pt x="69697" y="4656"/>
                  </a:cubicBezTo>
                  <a:cubicBezTo>
                    <a:pt x="70060" y="4836"/>
                    <a:pt x="70261" y="5314"/>
                    <a:pt x="70076" y="5701"/>
                  </a:cubicBezTo>
                  <a:cubicBezTo>
                    <a:pt x="70049" y="5762"/>
                    <a:pt x="70009" y="5812"/>
                    <a:pt x="69965" y="5864"/>
                  </a:cubicBezTo>
                  <a:cubicBezTo>
                    <a:pt x="69937" y="5898"/>
                    <a:pt x="69868" y="5954"/>
                    <a:pt x="69872" y="6000"/>
                  </a:cubicBezTo>
                  <a:cubicBezTo>
                    <a:pt x="69874" y="6045"/>
                    <a:pt x="69991" y="6138"/>
                    <a:pt x="70017" y="6171"/>
                  </a:cubicBezTo>
                  <a:cubicBezTo>
                    <a:pt x="70067" y="6231"/>
                    <a:pt x="70114" y="6296"/>
                    <a:pt x="70155" y="6363"/>
                  </a:cubicBezTo>
                  <a:cubicBezTo>
                    <a:pt x="70251" y="6515"/>
                    <a:pt x="70320" y="6685"/>
                    <a:pt x="70363" y="6859"/>
                  </a:cubicBezTo>
                  <a:cubicBezTo>
                    <a:pt x="70590" y="6802"/>
                    <a:pt x="70794" y="6949"/>
                    <a:pt x="70887" y="7161"/>
                  </a:cubicBezTo>
                  <a:cubicBezTo>
                    <a:pt x="70995" y="7408"/>
                    <a:pt x="70997" y="7732"/>
                    <a:pt x="70956" y="7996"/>
                  </a:cubicBezTo>
                  <a:cubicBezTo>
                    <a:pt x="70932" y="8148"/>
                    <a:pt x="70865" y="8273"/>
                    <a:pt x="70791" y="8405"/>
                  </a:cubicBezTo>
                  <a:cubicBezTo>
                    <a:pt x="70774" y="8438"/>
                    <a:pt x="70731" y="8500"/>
                    <a:pt x="70740" y="8541"/>
                  </a:cubicBezTo>
                  <a:cubicBezTo>
                    <a:pt x="70742" y="8546"/>
                    <a:pt x="70746" y="8552"/>
                    <a:pt x="70752" y="8557"/>
                  </a:cubicBezTo>
                  <a:cubicBezTo>
                    <a:pt x="70856" y="8500"/>
                    <a:pt x="71010" y="8602"/>
                    <a:pt x="71001" y="8719"/>
                  </a:cubicBezTo>
                  <a:cubicBezTo>
                    <a:pt x="70997" y="8764"/>
                    <a:pt x="70993" y="8807"/>
                    <a:pt x="70988" y="8849"/>
                  </a:cubicBezTo>
                  <a:cubicBezTo>
                    <a:pt x="70975" y="8974"/>
                    <a:pt x="70952" y="9097"/>
                    <a:pt x="70919" y="9219"/>
                  </a:cubicBezTo>
                  <a:cubicBezTo>
                    <a:pt x="71049" y="9244"/>
                    <a:pt x="71170" y="9309"/>
                    <a:pt x="71270" y="9402"/>
                  </a:cubicBezTo>
                  <a:cubicBezTo>
                    <a:pt x="71445" y="9567"/>
                    <a:pt x="71518" y="9803"/>
                    <a:pt x="71538" y="10036"/>
                  </a:cubicBezTo>
                  <a:cubicBezTo>
                    <a:pt x="71557" y="10246"/>
                    <a:pt x="71546" y="10479"/>
                    <a:pt x="71495" y="10683"/>
                  </a:cubicBezTo>
                  <a:cubicBezTo>
                    <a:pt x="71443" y="10891"/>
                    <a:pt x="71328" y="11018"/>
                    <a:pt x="71155" y="11135"/>
                  </a:cubicBezTo>
                  <a:cubicBezTo>
                    <a:pt x="71112" y="11163"/>
                    <a:pt x="71081" y="11183"/>
                    <a:pt x="71097" y="11230"/>
                  </a:cubicBezTo>
                  <a:cubicBezTo>
                    <a:pt x="71120" y="11293"/>
                    <a:pt x="71203" y="11349"/>
                    <a:pt x="71252" y="11390"/>
                  </a:cubicBezTo>
                  <a:cubicBezTo>
                    <a:pt x="71375" y="11496"/>
                    <a:pt x="71514" y="11596"/>
                    <a:pt x="71592" y="11743"/>
                  </a:cubicBezTo>
                  <a:cubicBezTo>
                    <a:pt x="71739" y="12020"/>
                    <a:pt x="71654" y="12340"/>
                    <a:pt x="71570" y="12623"/>
                  </a:cubicBezTo>
                  <a:cubicBezTo>
                    <a:pt x="71512" y="12814"/>
                    <a:pt x="71389" y="13101"/>
                    <a:pt x="71486" y="13302"/>
                  </a:cubicBezTo>
                  <a:cubicBezTo>
                    <a:pt x="71717" y="13196"/>
                    <a:pt x="71873" y="12943"/>
                    <a:pt x="72120" y="12852"/>
                  </a:cubicBezTo>
                  <a:cubicBezTo>
                    <a:pt x="72423" y="12736"/>
                    <a:pt x="72736" y="12894"/>
                    <a:pt x="72901" y="13157"/>
                  </a:cubicBezTo>
                  <a:cubicBezTo>
                    <a:pt x="73082" y="13439"/>
                    <a:pt x="73046" y="13787"/>
                    <a:pt x="72840" y="14044"/>
                  </a:cubicBezTo>
                  <a:cubicBezTo>
                    <a:pt x="72675" y="14250"/>
                    <a:pt x="72420" y="14380"/>
                    <a:pt x="72159" y="14421"/>
                  </a:cubicBezTo>
                  <a:cubicBezTo>
                    <a:pt x="72187" y="14600"/>
                    <a:pt x="72422" y="14739"/>
                    <a:pt x="72554" y="14834"/>
                  </a:cubicBezTo>
                  <a:cubicBezTo>
                    <a:pt x="72773" y="14992"/>
                    <a:pt x="72965" y="15161"/>
                    <a:pt x="73108" y="15398"/>
                  </a:cubicBezTo>
                  <a:cubicBezTo>
                    <a:pt x="73346" y="15790"/>
                    <a:pt x="73426" y="16281"/>
                    <a:pt x="73314" y="16727"/>
                  </a:cubicBezTo>
                  <a:cubicBezTo>
                    <a:pt x="73588" y="16776"/>
                    <a:pt x="73829" y="16978"/>
                    <a:pt x="73922" y="17248"/>
                  </a:cubicBezTo>
                  <a:cubicBezTo>
                    <a:pt x="74058" y="17641"/>
                    <a:pt x="73770" y="17985"/>
                    <a:pt x="73599" y="18310"/>
                  </a:cubicBezTo>
                  <a:cubicBezTo>
                    <a:pt x="73528" y="18446"/>
                    <a:pt x="73457" y="18611"/>
                    <a:pt x="73487" y="18768"/>
                  </a:cubicBezTo>
                  <a:cubicBezTo>
                    <a:pt x="73515" y="18911"/>
                    <a:pt x="73647" y="18963"/>
                    <a:pt x="73772" y="19002"/>
                  </a:cubicBezTo>
                  <a:cubicBezTo>
                    <a:pt x="74099" y="19099"/>
                    <a:pt x="74441" y="19195"/>
                    <a:pt x="74490" y="19593"/>
                  </a:cubicBezTo>
                  <a:cubicBezTo>
                    <a:pt x="74512" y="19777"/>
                    <a:pt x="74451" y="19954"/>
                    <a:pt x="74454" y="20136"/>
                  </a:cubicBezTo>
                  <a:cubicBezTo>
                    <a:pt x="74456" y="20227"/>
                    <a:pt x="74488" y="20400"/>
                    <a:pt x="74605" y="20399"/>
                  </a:cubicBezTo>
                  <a:cubicBezTo>
                    <a:pt x="74718" y="20397"/>
                    <a:pt x="74826" y="20545"/>
                    <a:pt x="74746" y="20648"/>
                  </a:cubicBezTo>
                  <a:cubicBezTo>
                    <a:pt x="74324" y="21198"/>
                    <a:pt x="74162" y="21864"/>
                    <a:pt x="74108" y="22547"/>
                  </a:cubicBezTo>
                  <a:cubicBezTo>
                    <a:pt x="74108" y="22948"/>
                    <a:pt x="74107" y="23348"/>
                    <a:pt x="74112" y="23750"/>
                  </a:cubicBezTo>
                  <a:cubicBezTo>
                    <a:pt x="74136" y="23759"/>
                    <a:pt x="74162" y="23767"/>
                    <a:pt x="74196" y="23776"/>
                  </a:cubicBezTo>
                  <a:cubicBezTo>
                    <a:pt x="74350" y="23817"/>
                    <a:pt x="74514" y="23804"/>
                    <a:pt x="74670" y="23808"/>
                  </a:cubicBezTo>
                  <a:cubicBezTo>
                    <a:pt x="74956" y="23811"/>
                    <a:pt x="75226" y="23871"/>
                    <a:pt x="75473" y="24014"/>
                  </a:cubicBezTo>
                  <a:cubicBezTo>
                    <a:pt x="75578" y="24073"/>
                    <a:pt x="75672" y="24144"/>
                    <a:pt x="75764" y="24220"/>
                  </a:cubicBezTo>
                  <a:cubicBezTo>
                    <a:pt x="76020" y="23363"/>
                    <a:pt x="76232" y="22493"/>
                    <a:pt x="76627" y="21682"/>
                  </a:cubicBezTo>
                  <a:cubicBezTo>
                    <a:pt x="76764" y="21401"/>
                    <a:pt x="76907" y="21120"/>
                    <a:pt x="77069" y="20854"/>
                  </a:cubicBezTo>
                  <a:cubicBezTo>
                    <a:pt x="77238" y="20575"/>
                    <a:pt x="77430" y="20309"/>
                    <a:pt x="77620" y="20043"/>
                  </a:cubicBezTo>
                  <a:cubicBezTo>
                    <a:pt x="77934" y="19601"/>
                    <a:pt x="78256" y="19115"/>
                    <a:pt x="78736" y="18836"/>
                  </a:cubicBezTo>
                  <a:cubicBezTo>
                    <a:pt x="78983" y="18691"/>
                    <a:pt x="79254" y="18634"/>
                    <a:pt x="79539" y="18630"/>
                  </a:cubicBezTo>
                  <a:cubicBezTo>
                    <a:pt x="79697" y="18626"/>
                    <a:pt x="79859" y="18639"/>
                    <a:pt x="80013" y="18598"/>
                  </a:cubicBezTo>
                  <a:cubicBezTo>
                    <a:pt x="80099" y="18576"/>
                    <a:pt x="80140" y="18559"/>
                    <a:pt x="80218" y="18511"/>
                  </a:cubicBezTo>
                  <a:cubicBezTo>
                    <a:pt x="80484" y="18351"/>
                    <a:pt x="80653" y="18042"/>
                    <a:pt x="80800" y="17748"/>
                  </a:cubicBezTo>
                  <a:cubicBezTo>
                    <a:pt x="81058" y="17237"/>
                    <a:pt x="81376" y="16313"/>
                    <a:pt x="82064" y="16309"/>
                  </a:cubicBezTo>
                  <a:cubicBezTo>
                    <a:pt x="82241" y="16101"/>
                    <a:pt x="82557" y="16130"/>
                    <a:pt x="82766" y="16287"/>
                  </a:cubicBezTo>
                  <a:cubicBezTo>
                    <a:pt x="82864" y="16359"/>
                    <a:pt x="82929" y="16450"/>
                    <a:pt x="82974" y="16554"/>
                  </a:cubicBezTo>
                  <a:cubicBezTo>
                    <a:pt x="83022" y="16514"/>
                    <a:pt x="83091" y="16463"/>
                    <a:pt x="83112" y="16407"/>
                  </a:cubicBezTo>
                  <a:cubicBezTo>
                    <a:pt x="83128" y="16361"/>
                    <a:pt x="83097" y="16341"/>
                    <a:pt x="83054" y="16313"/>
                  </a:cubicBezTo>
                  <a:cubicBezTo>
                    <a:pt x="82881" y="16195"/>
                    <a:pt x="82766" y="16069"/>
                    <a:pt x="82714" y="15861"/>
                  </a:cubicBezTo>
                  <a:cubicBezTo>
                    <a:pt x="82663" y="15656"/>
                    <a:pt x="82652" y="15424"/>
                    <a:pt x="82671" y="15214"/>
                  </a:cubicBezTo>
                  <a:cubicBezTo>
                    <a:pt x="82691" y="14981"/>
                    <a:pt x="82764" y="14745"/>
                    <a:pt x="82939" y="14579"/>
                  </a:cubicBezTo>
                  <a:cubicBezTo>
                    <a:pt x="83039" y="14486"/>
                    <a:pt x="83160" y="14421"/>
                    <a:pt x="83288" y="14397"/>
                  </a:cubicBezTo>
                  <a:cubicBezTo>
                    <a:pt x="83257" y="14276"/>
                    <a:pt x="83234" y="14152"/>
                    <a:pt x="83221" y="14027"/>
                  </a:cubicBezTo>
                  <a:cubicBezTo>
                    <a:pt x="83216" y="13984"/>
                    <a:pt x="83212" y="13941"/>
                    <a:pt x="83208" y="13897"/>
                  </a:cubicBezTo>
                  <a:cubicBezTo>
                    <a:pt x="83199" y="13780"/>
                    <a:pt x="83351" y="13675"/>
                    <a:pt x="83457" y="13735"/>
                  </a:cubicBezTo>
                  <a:cubicBezTo>
                    <a:pt x="83463" y="13729"/>
                    <a:pt x="83467" y="13724"/>
                    <a:pt x="83469" y="13718"/>
                  </a:cubicBezTo>
                  <a:cubicBezTo>
                    <a:pt x="83478" y="13679"/>
                    <a:pt x="83435" y="13616"/>
                    <a:pt x="83417" y="13584"/>
                  </a:cubicBezTo>
                  <a:cubicBezTo>
                    <a:pt x="83344" y="13450"/>
                    <a:pt x="83277" y="13324"/>
                    <a:pt x="83253" y="13171"/>
                  </a:cubicBezTo>
                  <a:cubicBezTo>
                    <a:pt x="83212" y="12909"/>
                    <a:pt x="83216" y="12586"/>
                    <a:pt x="83322" y="12338"/>
                  </a:cubicBezTo>
                  <a:cubicBezTo>
                    <a:pt x="83415" y="12126"/>
                    <a:pt x="83619" y="11979"/>
                    <a:pt x="83846" y="12037"/>
                  </a:cubicBezTo>
                  <a:cubicBezTo>
                    <a:pt x="83889" y="11862"/>
                    <a:pt x="83960" y="11693"/>
                    <a:pt x="84054" y="11540"/>
                  </a:cubicBezTo>
                  <a:cubicBezTo>
                    <a:pt x="84095" y="11474"/>
                    <a:pt x="84142" y="11408"/>
                    <a:pt x="84192" y="11347"/>
                  </a:cubicBezTo>
                  <a:cubicBezTo>
                    <a:pt x="84218" y="11315"/>
                    <a:pt x="84335" y="11222"/>
                    <a:pt x="84337" y="11176"/>
                  </a:cubicBezTo>
                  <a:cubicBezTo>
                    <a:pt x="84341" y="11131"/>
                    <a:pt x="84272" y="11076"/>
                    <a:pt x="84244" y="11042"/>
                  </a:cubicBezTo>
                  <a:cubicBezTo>
                    <a:pt x="84200" y="10990"/>
                    <a:pt x="84160" y="10938"/>
                    <a:pt x="84131" y="10878"/>
                  </a:cubicBezTo>
                  <a:cubicBezTo>
                    <a:pt x="83948" y="10492"/>
                    <a:pt x="84149" y="10014"/>
                    <a:pt x="84512" y="9831"/>
                  </a:cubicBezTo>
                  <a:cubicBezTo>
                    <a:pt x="84445" y="9736"/>
                    <a:pt x="84378" y="9642"/>
                    <a:pt x="84311" y="9545"/>
                  </a:cubicBezTo>
                  <a:cubicBezTo>
                    <a:pt x="84253" y="9463"/>
                    <a:pt x="84309" y="9318"/>
                    <a:pt x="84412" y="9299"/>
                  </a:cubicBezTo>
                  <a:cubicBezTo>
                    <a:pt x="84700" y="9249"/>
                    <a:pt x="84992" y="9255"/>
                    <a:pt x="85274" y="9325"/>
                  </a:cubicBezTo>
                  <a:cubicBezTo>
                    <a:pt x="85369" y="8848"/>
                    <a:pt x="85464" y="8368"/>
                    <a:pt x="85555" y="7888"/>
                  </a:cubicBezTo>
                  <a:cubicBezTo>
                    <a:pt x="85568" y="7819"/>
                    <a:pt x="85648" y="7763"/>
                    <a:pt x="85719" y="7765"/>
                  </a:cubicBezTo>
                  <a:cubicBezTo>
                    <a:pt x="85922" y="7771"/>
                    <a:pt x="86124" y="7774"/>
                    <a:pt x="86329" y="7782"/>
                  </a:cubicBezTo>
                  <a:cubicBezTo>
                    <a:pt x="86206" y="7618"/>
                    <a:pt x="86104" y="7443"/>
                    <a:pt x="86057" y="7246"/>
                  </a:cubicBezTo>
                  <a:cubicBezTo>
                    <a:pt x="85992" y="6982"/>
                    <a:pt x="86039" y="6688"/>
                    <a:pt x="86208" y="6474"/>
                  </a:cubicBezTo>
                  <a:cubicBezTo>
                    <a:pt x="86292" y="6367"/>
                    <a:pt x="86401" y="6290"/>
                    <a:pt x="86532" y="6248"/>
                  </a:cubicBezTo>
                  <a:cubicBezTo>
                    <a:pt x="86654" y="6208"/>
                    <a:pt x="86816" y="6233"/>
                    <a:pt x="86911" y="6130"/>
                  </a:cubicBezTo>
                  <a:cubicBezTo>
                    <a:pt x="87034" y="5996"/>
                    <a:pt x="87060" y="5783"/>
                    <a:pt x="87119" y="5617"/>
                  </a:cubicBezTo>
                  <a:cubicBezTo>
                    <a:pt x="87201" y="5388"/>
                    <a:pt x="87335" y="5186"/>
                    <a:pt x="87603" y="5180"/>
                  </a:cubicBezTo>
                  <a:cubicBezTo>
                    <a:pt x="87701" y="5178"/>
                    <a:pt x="87757" y="5258"/>
                    <a:pt x="87768" y="5347"/>
                  </a:cubicBezTo>
                  <a:cubicBezTo>
                    <a:pt x="87793" y="5519"/>
                    <a:pt x="87815" y="5693"/>
                    <a:pt x="87839" y="5866"/>
                  </a:cubicBezTo>
                  <a:cubicBezTo>
                    <a:pt x="87899" y="5831"/>
                    <a:pt x="87958" y="5797"/>
                    <a:pt x="88018" y="5764"/>
                  </a:cubicBezTo>
                  <a:cubicBezTo>
                    <a:pt x="88111" y="5710"/>
                    <a:pt x="88233" y="5758"/>
                    <a:pt x="88263" y="5864"/>
                  </a:cubicBezTo>
                  <a:cubicBezTo>
                    <a:pt x="88354" y="6195"/>
                    <a:pt x="88496" y="6512"/>
                    <a:pt x="88683" y="6798"/>
                  </a:cubicBezTo>
                  <a:cubicBezTo>
                    <a:pt x="88747" y="6893"/>
                    <a:pt x="88815" y="6986"/>
                    <a:pt x="88888" y="7075"/>
                  </a:cubicBezTo>
                  <a:cubicBezTo>
                    <a:pt x="88960" y="7164"/>
                    <a:pt x="88925" y="7276"/>
                    <a:pt x="88854" y="7332"/>
                  </a:cubicBezTo>
                  <a:cubicBezTo>
                    <a:pt x="88903" y="7490"/>
                    <a:pt x="88942" y="7650"/>
                    <a:pt x="88979" y="7813"/>
                  </a:cubicBezTo>
                  <a:cubicBezTo>
                    <a:pt x="89104" y="7748"/>
                    <a:pt x="89234" y="7689"/>
                    <a:pt x="89360" y="7628"/>
                  </a:cubicBezTo>
                  <a:cubicBezTo>
                    <a:pt x="89517" y="7549"/>
                    <a:pt x="89712" y="7414"/>
                    <a:pt x="89887" y="7527"/>
                  </a:cubicBezTo>
                  <a:cubicBezTo>
                    <a:pt x="90006" y="7605"/>
                    <a:pt x="90047" y="7776"/>
                    <a:pt x="90078" y="7906"/>
                  </a:cubicBezTo>
                  <a:cubicBezTo>
                    <a:pt x="90110" y="8048"/>
                    <a:pt x="90127" y="8193"/>
                    <a:pt x="90102" y="8336"/>
                  </a:cubicBezTo>
                  <a:cubicBezTo>
                    <a:pt x="90078" y="8472"/>
                    <a:pt x="90002" y="8596"/>
                    <a:pt x="89887" y="8675"/>
                  </a:cubicBezTo>
                  <a:cubicBezTo>
                    <a:pt x="89881" y="8678"/>
                    <a:pt x="89876" y="8682"/>
                    <a:pt x="89868" y="8686"/>
                  </a:cubicBezTo>
                  <a:cubicBezTo>
                    <a:pt x="89961" y="8663"/>
                    <a:pt x="90052" y="8641"/>
                    <a:pt x="90145" y="8619"/>
                  </a:cubicBezTo>
                  <a:cubicBezTo>
                    <a:pt x="90353" y="8567"/>
                    <a:pt x="90564" y="8515"/>
                    <a:pt x="90774" y="8463"/>
                  </a:cubicBezTo>
                  <a:cubicBezTo>
                    <a:pt x="90893" y="8435"/>
                    <a:pt x="90982" y="8518"/>
                    <a:pt x="90995" y="8630"/>
                  </a:cubicBezTo>
                  <a:cubicBezTo>
                    <a:pt x="91008" y="8755"/>
                    <a:pt x="91023" y="8877"/>
                    <a:pt x="91036" y="9000"/>
                  </a:cubicBezTo>
                  <a:cubicBezTo>
                    <a:pt x="91211" y="8957"/>
                    <a:pt x="91406" y="8993"/>
                    <a:pt x="91553" y="9097"/>
                  </a:cubicBezTo>
                  <a:cubicBezTo>
                    <a:pt x="91692" y="9197"/>
                    <a:pt x="91769" y="9337"/>
                    <a:pt x="91787" y="9508"/>
                  </a:cubicBezTo>
                  <a:cubicBezTo>
                    <a:pt x="91802" y="9660"/>
                    <a:pt x="91784" y="9764"/>
                    <a:pt x="91921" y="9852"/>
                  </a:cubicBezTo>
                  <a:cubicBezTo>
                    <a:pt x="92040" y="9928"/>
                    <a:pt x="92172" y="9984"/>
                    <a:pt x="92273" y="10082"/>
                  </a:cubicBezTo>
                  <a:cubicBezTo>
                    <a:pt x="92388" y="10194"/>
                    <a:pt x="92438" y="10348"/>
                    <a:pt x="92416" y="10506"/>
                  </a:cubicBezTo>
                  <a:cubicBezTo>
                    <a:pt x="92390" y="10668"/>
                    <a:pt x="92291" y="10797"/>
                    <a:pt x="92237" y="10947"/>
                  </a:cubicBezTo>
                  <a:cubicBezTo>
                    <a:pt x="92187" y="11090"/>
                    <a:pt x="92280" y="11159"/>
                    <a:pt x="92386" y="11243"/>
                  </a:cubicBezTo>
                  <a:cubicBezTo>
                    <a:pt x="92535" y="11364"/>
                    <a:pt x="92654" y="11487"/>
                    <a:pt x="92676" y="11687"/>
                  </a:cubicBezTo>
                  <a:cubicBezTo>
                    <a:pt x="92682" y="11734"/>
                    <a:pt x="92680" y="11779"/>
                    <a:pt x="92671" y="11823"/>
                  </a:cubicBezTo>
                  <a:cubicBezTo>
                    <a:pt x="92868" y="11909"/>
                    <a:pt x="93050" y="12048"/>
                    <a:pt x="93098" y="12253"/>
                  </a:cubicBezTo>
                  <a:cubicBezTo>
                    <a:pt x="93171" y="12561"/>
                    <a:pt x="92907" y="12738"/>
                    <a:pt x="92663" y="12839"/>
                  </a:cubicBezTo>
                  <a:cubicBezTo>
                    <a:pt x="92591" y="12868"/>
                    <a:pt x="92472" y="12907"/>
                    <a:pt x="92451" y="12959"/>
                  </a:cubicBezTo>
                  <a:cubicBezTo>
                    <a:pt x="92427" y="13025"/>
                    <a:pt x="92509" y="13110"/>
                    <a:pt x="92574" y="13138"/>
                  </a:cubicBezTo>
                  <a:cubicBezTo>
                    <a:pt x="92710" y="13196"/>
                    <a:pt x="92937" y="13151"/>
                    <a:pt x="92985" y="12993"/>
                  </a:cubicBezTo>
                  <a:cubicBezTo>
                    <a:pt x="93011" y="12915"/>
                    <a:pt x="93078" y="12863"/>
                    <a:pt x="93162" y="12859"/>
                  </a:cubicBezTo>
                  <a:cubicBezTo>
                    <a:pt x="93394" y="12850"/>
                    <a:pt x="93549" y="13045"/>
                    <a:pt x="93597" y="13253"/>
                  </a:cubicBezTo>
                  <a:cubicBezTo>
                    <a:pt x="93623" y="13367"/>
                    <a:pt x="93615" y="13475"/>
                    <a:pt x="93610" y="13590"/>
                  </a:cubicBezTo>
                  <a:cubicBezTo>
                    <a:pt x="93604" y="13664"/>
                    <a:pt x="93586" y="13791"/>
                    <a:pt x="93642" y="13854"/>
                  </a:cubicBezTo>
                  <a:cubicBezTo>
                    <a:pt x="93697" y="13917"/>
                    <a:pt x="93816" y="13889"/>
                    <a:pt x="93891" y="13880"/>
                  </a:cubicBezTo>
                  <a:cubicBezTo>
                    <a:pt x="94015" y="13863"/>
                    <a:pt x="94133" y="13847"/>
                    <a:pt x="94259" y="13861"/>
                  </a:cubicBezTo>
                  <a:cubicBezTo>
                    <a:pt x="94402" y="13878"/>
                    <a:pt x="94538" y="13923"/>
                    <a:pt x="94663" y="13990"/>
                  </a:cubicBezTo>
                  <a:cubicBezTo>
                    <a:pt x="94681" y="13497"/>
                    <a:pt x="94517" y="13010"/>
                    <a:pt x="94214" y="12615"/>
                  </a:cubicBezTo>
                  <a:cubicBezTo>
                    <a:pt x="94177" y="12569"/>
                    <a:pt x="94181" y="12480"/>
                    <a:pt x="94214" y="12431"/>
                  </a:cubicBezTo>
                  <a:cubicBezTo>
                    <a:pt x="94305" y="12297"/>
                    <a:pt x="94438" y="12232"/>
                    <a:pt x="94592" y="12197"/>
                  </a:cubicBezTo>
                  <a:cubicBezTo>
                    <a:pt x="94674" y="12178"/>
                    <a:pt x="94845" y="12175"/>
                    <a:pt x="94891" y="12093"/>
                  </a:cubicBezTo>
                  <a:cubicBezTo>
                    <a:pt x="94938" y="12015"/>
                    <a:pt x="94819" y="11868"/>
                    <a:pt x="94778" y="11799"/>
                  </a:cubicBezTo>
                  <a:cubicBezTo>
                    <a:pt x="94696" y="11661"/>
                    <a:pt x="94612" y="11511"/>
                    <a:pt x="94610" y="11347"/>
                  </a:cubicBezTo>
                  <a:cubicBezTo>
                    <a:pt x="94609" y="11005"/>
                    <a:pt x="94947" y="10731"/>
                    <a:pt x="95274" y="10743"/>
                  </a:cubicBezTo>
                  <a:cubicBezTo>
                    <a:pt x="95618" y="10754"/>
                    <a:pt x="95881" y="11049"/>
                    <a:pt x="95940" y="11373"/>
                  </a:cubicBezTo>
                  <a:cubicBezTo>
                    <a:pt x="95976" y="11563"/>
                    <a:pt x="95931" y="11730"/>
                    <a:pt x="95890" y="11914"/>
                  </a:cubicBezTo>
                  <a:cubicBezTo>
                    <a:pt x="95845" y="12110"/>
                    <a:pt x="96002" y="12191"/>
                    <a:pt x="96080" y="12349"/>
                  </a:cubicBezTo>
                  <a:cubicBezTo>
                    <a:pt x="96228" y="12647"/>
                    <a:pt x="96057" y="12926"/>
                    <a:pt x="95942" y="13199"/>
                  </a:cubicBezTo>
                  <a:cubicBezTo>
                    <a:pt x="95905" y="13287"/>
                    <a:pt x="95855" y="13400"/>
                    <a:pt x="95916" y="13478"/>
                  </a:cubicBezTo>
                  <a:cubicBezTo>
                    <a:pt x="95987" y="13569"/>
                    <a:pt x="96160" y="13558"/>
                    <a:pt x="96262" y="13566"/>
                  </a:cubicBezTo>
                  <a:cubicBezTo>
                    <a:pt x="96435" y="13575"/>
                    <a:pt x="96600" y="13597"/>
                    <a:pt x="96757" y="13677"/>
                  </a:cubicBezTo>
                  <a:cubicBezTo>
                    <a:pt x="96915" y="13757"/>
                    <a:pt x="97043" y="13886"/>
                    <a:pt x="97145" y="14027"/>
                  </a:cubicBezTo>
                  <a:cubicBezTo>
                    <a:pt x="97419" y="14395"/>
                    <a:pt x="97452" y="14862"/>
                    <a:pt x="97547" y="15295"/>
                  </a:cubicBezTo>
                  <a:cubicBezTo>
                    <a:pt x="97597" y="15532"/>
                    <a:pt x="97672" y="15762"/>
                    <a:pt x="97757" y="15987"/>
                  </a:cubicBezTo>
                  <a:cubicBezTo>
                    <a:pt x="97820" y="16153"/>
                    <a:pt x="97878" y="16322"/>
                    <a:pt x="97936" y="16487"/>
                  </a:cubicBezTo>
                  <a:cubicBezTo>
                    <a:pt x="97941" y="16486"/>
                    <a:pt x="97945" y="16482"/>
                    <a:pt x="97949" y="16478"/>
                  </a:cubicBezTo>
                  <a:cubicBezTo>
                    <a:pt x="98036" y="16413"/>
                    <a:pt x="98135" y="16551"/>
                    <a:pt x="98062" y="16625"/>
                  </a:cubicBezTo>
                  <a:cubicBezTo>
                    <a:pt x="98040" y="16647"/>
                    <a:pt x="98021" y="16672"/>
                    <a:pt x="98008" y="16696"/>
                  </a:cubicBezTo>
                  <a:cubicBezTo>
                    <a:pt x="98021" y="16746"/>
                    <a:pt x="98005" y="16789"/>
                    <a:pt x="97971" y="16819"/>
                  </a:cubicBezTo>
                  <a:cubicBezTo>
                    <a:pt x="97954" y="17045"/>
                    <a:pt x="98183" y="17298"/>
                    <a:pt x="98349" y="17415"/>
                  </a:cubicBezTo>
                  <a:cubicBezTo>
                    <a:pt x="98665" y="17641"/>
                    <a:pt x="98996" y="17841"/>
                    <a:pt x="99096" y="18245"/>
                  </a:cubicBezTo>
                  <a:cubicBezTo>
                    <a:pt x="99191" y="18624"/>
                    <a:pt x="99057" y="19019"/>
                    <a:pt x="99150" y="19394"/>
                  </a:cubicBezTo>
                  <a:cubicBezTo>
                    <a:pt x="99243" y="19774"/>
                    <a:pt x="99658" y="20027"/>
                    <a:pt x="99970" y="20214"/>
                  </a:cubicBezTo>
                  <a:cubicBezTo>
                    <a:pt x="100171" y="20337"/>
                    <a:pt x="100402" y="20430"/>
                    <a:pt x="100506" y="20657"/>
                  </a:cubicBezTo>
                  <a:cubicBezTo>
                    <a:pt x="100567" y="20791"/>
                    <a:pt x="100582" y="20938"/>
                    <a:pt x="100565" y="21081"/>
                  </a:cubicBezTo>
                  <a:cubicBezTo>
                    <a:pt x="100727" y="21115"/>
                    <a:pt x="100878" y="21209"/>
                    <a:pt x="100980" y="21347"/>
                  </a:cubicBezTo>
                  <a:cubicBezTo>
                    <a:pt x="101144" y="21568"/>
                    <a:pt x="101110" y="21831"/>
                    <a:pt x="101006" y="22069"/>
                  </a:cubicBezTo>
                  <a:cubicBezTo>
                    <a:pt x="100924" y="22258"/>
                    <a:pt x="100759" y="22472"/>
                    <a:pt x="100906" y="22669"/>
                  </a:cubicBezTo>
                  <a:cubicBezTo>
                    <a:pt x="100989" y="22781"/>
                    <a:pt x="101108" y="22874"/>
                    <a:pt x="101211" y="22969"/>
                  </a:cubicBezTo>
                  <a:cubicBezTo>
                    <a:pt x="101339" y="23090"/>
                    <a:pt x="101466" y="23211"/>
                    <a:pt x="101594" y="23331"/>
                  </a:cubicBezTo>
                  <a:cubicBezTo>
                    <a:pt x="101629" y="23365"/>
                    <a:pt x="101718" y="23484"/>
                    <a:pt x="101767" y="23490"/>
                  </a:cubicBezTo>
                  <a:cubicBezTo>
                    <a:pt x="101771" y="23490"/>
                    <a:pt x="101817" y="23463"/>
                    <a:pt x="101834" y="23454"/>
                  </a:cubicBezTo>
                  <a:cubicBezTo>
                    <a:pt x="101970" y="23387"/>
                    <a:pt x="102120" y="23346"/>
                    <a:pt x="102262" y="23426"/>
                  </a:cubicBezTo>
                  <a:cubicBezTo>
                    <a:pt x="102468" y="23543"/>
                    <a:pt x="102524" y="23832"/>
                    <a:pt x="102461" y="24047"/>
                  </a:cubicBezTo>
                  <a:cubicBezTo>
                    <a:pt x="102412" y="24211"/>
                    <a:pt x="102148" y="24514"/>
                    <a:pt x="102379" y="24641"/>
                  </a:cubicBezTo>
                  <a:cubicBezTo>
                    <a:pt x="102583" y="24752"/>
                    <a:pt x="102795" y="24592"/>
                    <a:pt x="102935" y="24451"/>
                  </a:cubicBezTo>
                  <a:cubicBezTo>
                    <a:pt x="103385" y="23997"/>
                    <a:pt x="103669" y="23382"/>
                    <a:pt x="103787" y="22757"/>
                  </a:cubicBezTo>
                  <a:cubicBezTo>
                    <a:pt x="103801" y="22669"/>
                    <a:pt x="103894" y="22615"/>
                    <a:pt x="103976" y="22612"/>
                  </a:cubicBezTo>
                  <a:cubicBezTo>
                    <a:pt x="104173" y="22601"/>
                    <a:pt x="104357" y="22524"/>
                    <a:pt x="104504" y="22398"/>
                  </a:cubicBezTo>
                  <a:cubicBezTo>
                    <a:pt x="104527" y="22379"/>
                    <a:pt x="104547" y="22361"/>
                    <a:pt x="104566" y="22340"/>
                  </a:cubicBezTo>
                  <a:cubicBezTo>
                    <a:pt x="104709" y="22197"/>
                    <a:pt x="104947" y="22344"/>
                    <a:pt x="104899" y="22534"/>
                  </a:cubicBezTo>
                  <a:cubicBezTo>
                    <a:pt x="104891" y="22563"/>
                    <a:pt x="104889" y="22589"/>
                    <a:pt x="104893" y="22617"/>
                  </a:cubicBezTo>
                  <a:cubicBezTo>
                    <a:pt x="104902" y="22699"/>
                    <a:pt x="104960" y="22768"/>
                    <a:pt x="105044" y="22801"/>
                  </a:cubicBezTo>
                  <a:cubicBezTo>
                    <a:pt x="105100" y="22822"/>
                    <a:pt x="105155" y="22840"/>
                    <a:pt x="105204" y="22868"/>
                  </a:cubicBezTo>
                  <a:lnTo>
                    <a:pt x="105204" y="23683"/>
                  </a:lnTo>
                  <a:lnTo>
                    <a:pt x="105193" y="23700"/>
                  </a:lnTo>
                  <a:cubicBezTo>
                    <a:pt x="105163" y="23744"/>
                    <a:pt x="105126" y="23796"/>
                    <a:pt x="105127" y="23852"/>
                  </a:cubicBezTo>
                  <a:cubicBezTo>
                    <a:pt x="105131" y="23906"/>
                    <a:pt x="105170" y="23960"/>
                    <a:pt x="105204" y="24005"/>
                  </a:cubicBezTo>
                  <a:lnTo>
                    <a:pt x="105204" y="60265"/>
                  </a:lnTo>
                  <a:lnTo>
                    <a:pt x="3460" y="60265"/>
                  </a:lnTo>
                  <a:close/>
                  <a:moveTo>
                    <a:pt x="102076" y="23772"/>
                  </a:moveTo>
                  <a:lnTo>
                    <a:pt x="102076" y="23772"/>
                  </a:lnTo>
                  <a:cubicBezTo>
                    <a:pt x="102072" y="23765"/>
                    <a:pt x="102066" y="23761"/>
                    <a:pt x="102061" y="23759"/>
                  </a:cubicBezTo>
                  <a:cubicBezTo>
                    <a:pt x="102064" y="23759"/>
                    <a:pt x="102070" y="23770"/>
                    <a:pt x="102076" y="23772"/>
                  </a:cubicBezTo>
                  <a:close/>
                  <a:moveTo>
                    <a:pt x="92323" y="11749"/>
                  </a:moveTo>
                  <a:lnTo>
                    <a:pt x="92323" y="11749"/>
                  </a:lnTo>
                  <a:cubicBezTo>
                    <a:pt x="92317" y="11754"/>
                    <a:pt x="92323" y="11762"/>
                    <a:pt x="92323" y="11749"/>
                  </a:cubicBezTo>
                  <a:close/>
                  <a:moveTo>
                    <a:pt x="89691" y="8708"/>
                  </a:moveTo>
                  <a:lnTo>
                    <a:pt x="89691" y="8708"/>
                  </a:lnTo>
                  <a:cubicBezTo>
                    <a:pt x="89684" y="8682"/>
                    <a:pt x="89660" y="8710"/>
                    <a:pt x="89691" y="8708"/>
                  </a:cubicBezTo>
                  <a:close/>
                  <a:moveTo>
                    <a:pt x="34189" y="25885"/>
                  </a:moveTo>
                  <a:cubicBezTo>
                    <a:pt x="34179" y="25872"/>
                    <a:pt x="34179" y="25877"/>
                    <a:pt x="34189" y="25885"/>
                  </a:cubicBezTo>
                  <a:close/>
                  <a:moveTo>
                    <a:pt x="3290" y="53147"/>
                  </a:moveTo>
                  <a:cubicBezTo>
                    <a:pt x="3316" y="53136"/>
                    <a:pt x="3298" y="53112"/>
                    <a:pt x="3290" y="53147"/>
                  </a:cubicBezTo>
                  <a:close/>
                  <a:moveTo>
                    <a:pt x="25092" y="31866"/>
                  </a:moveTo>
                  <a:cubicBezTo>
                    <a:pt x="25092" y="31870"/>
                    <a:pt x="25092" y="31873"/>
                    <a:pt x="25094" y="31868"/>
                  </a:cubicBezTo>
                  <a:cubicBezTo>
                    <a:pt x="25094" y="31868"/>
                    <a:pt x="25094" y="31866"/>
                    <a:pt x="25092" y="31866"/>
                  </a:cubicBezTo>
                  <a:close/>
                  <a:moveTo>
                    <a:pt x="33995" y="27655"/>
                  </a:moveTo>
                  <a:cubicBezTo>
                    <a:pt x="33949" y="27652"/>
                    <a:pt x="33980" y="27661"/>
                    <a:pt x="33995" y="27655"/>
                  </a:cubicBezTo>
                  <a:close/>
                  <a:moveTo>
                    <a:pt x="34533" y="25623"/>
                  </a:moveTo>
                  <a:cubicBezTo>
                    <a:pt x="34549" y="25641"/>
                    <a:pt x="34551" y="25626"/>
                    <a:pt x="34533" y="25623"/>
                  </a:cubicBezTo>
                  <a:close/>
                  <a:moveTo>
                    <a:pt x="48832" y="20177"/>
                  </a:moveTo>
                  <a:cubicBezTo>
                    <a:pt x="48881" y="20069"/>
                    <a:pt x="48814" y="19900"/>
                    <a:pt x="48777" y="19777"/>
                  </a:cubicBezTo>
                  <a:cubicBezTo>
                    <a:pt x="48752" y="19697"/>
                    <a:pt x="48732" y="19616"/>
                    <a:pt x="48721" y="19532"/>
                  </a:cubicBezTo>
                  <a:cubicBezTo>
                    <a:pt x="48654" y="19829"/>
                    <a:pt x="48591" y="20129"/>
                    <a:pt x="48531" y="20428"/>
                  </a:cubicBezTo>
                  <a:cubicBezTo>
                    <a:pt x="48557" y="20412"/>
                    <a:pt x="48581" y="20397"/>
                    <a:pt x="48609" y="20380"/>
                  </a:cubicBezTo>
                  <a:cubicBezTo>
                    <a:pt x="48698" y="20324"/>
                    <a:pt x="48791" y="20265"/>
                    <a:pt x="48832" y="20175"/>
                  </a:cubicBezTo>
                  <a:lnTo>
                    <a:pt x="48832" y="20175"/>
                  </a:lnTo>
                  <a:close/>
                  <a:moveTo>
                    <a:pt x="52137" y="18593"/>
                  </a:moveTo>
                  <a:cubicBezTo>
                    <a:pt x="52143" y="18593"/>
                    <a:pt x="52148" y="18582"/>
                    <a:pt x="52150" y="18582"/>
                  </a:cubicBezTo>
                  <a:cubicBezTo>
                    <a:pt x="52145" y="18583"/>
                    <a:pt x="52141" y="18587"/>
                    <a:pt x="52137" y="18593"/>
                  </a:cubicBezTo>
                  <a:close/>
                  <a:moveTo>
                    <a:pt x="61888" y="6571"/>
                  </a:moveTo>
                  <a:cubicBezTo>
                    <a:pt x="61888" y="6584"/>
                    <a:pt x="61895" y="6577"/>
                    <a:pt x="61888" y="6571"/>
                  </a:cubicBezTo>
                  <a:close/>
                  <a:moveTo>
                    <a:pt x="64519" y="3529"/>
                  </a:moveTo>
                  <a:cubicBezTo>
                    <a:pt x="64553" y="3532"/>
                    <a:pt x="64527" y="3504"/>
                    <a:pt x="64519" y="3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26"/>
          <p:cNvSpPr/>
          <p:nvPr/>
        </p:nvSpPr>
        <p:spPr>
          <a:xfrm>
            <a:off x="4364778" y="2918425"/>
            <a:ext cx="4780706" cy="2887906"/>
          </a:xfrm>
          <a:custGeom>
            <a:avLst/>
            <a:gdLst/>
            <a:ahLst/>
            <a:cxnLst/>
            <a:rect l="l" t="t" r="r" b="b"/>
            <a:pathLst>
              <a:path w="153807" h="92911" extrusionOk="0">
                <a:moveTo>
                  <a:pt x="4369" y="1"/>
                </a:moveTo>
                <a:lnTo>
                  <a:pt x="1" y="7565"/>
                </a:lnTo>
                <a:lnTo>
                  <a:pt x="896" y="7565"/>
                </a:lnTo>
                <a:lnTo>
                  <a:pt x="896" y="34552"/>
                </a:lnTo>
                <a:lnTo>
                  <a:pt x="5804" y="39458"/>
                </a:lnTo>
                <a:lnTo>
                  <a:pt x="5804" y="49347"/>
                </a:lnTo>
                <a:lnTo>
                  <a:pt x="4147" y="49347"/>
                </a:lnTo>
                <a:lnTo>
                  <a:pt x="4147" y="54315"/>
                </a:lnTo>
                <a:lnTo>
                  <a:pt x="5804" y="60363"/>
                </a:lnTo>
                <a:lnTo>
                  <a:pt x="5804" y="92911"/>
                </a:lnTo>
                <a:lnTo>
                  <a:pt x="24425" y="92911"/>
                </a:lnTo>
                <a:lnTo>
                  <a:pt x="24425" y="60363"/>
                </a:lnTo>
                <a:lnTo>
                  <a:pt x="26080" y="54315"/>
                </a:lnTo>
                <a:lnTo>
                  <a:pt x="26080" y="49347"/>
                </a:lnTo>
                <a:lnTo>
                  <a:pt x="24425" y="49347"/>
                </a:lnTo>
                <a:lnTo>
                  <a:pt x="24425" y="47170"/>
                </a:lnTo>
                <a:lnTo>
                  <a:pt x="26348" y="47170"/>
                </a:lnTo>
                <a:cubicBezTo>
                  <a:pt x="26348" y="47170"/>
                  <a:pt x="33505" y="38831"/>
                  <a:pt x="48266" y="38831"/>
                </a:cubicBezTo>
                <a:cubicBezTo>
                  <a:pt x="63027" y="38831"/>
                  <a:pt x="70192" y="47170"/>
                  <a:pt x="70192" y="47170"/>
                </a:cubicBezTo>
                <a:lnTo>
                  <a:pt x="72175" y="47170"/>
                </a:lnTo>
                <a:lnTo>
                  <a:pt x="72175" y="49347"/>
                </a:lnTo>
                <a:lnTo>
                  <a:pt x="70520" y="49347"/>
                </a:lnTo>
                <a:lnTo>
                  <a:pt x="70520" y="54315"/>
                </a:lnTo>
                <a:lnTo>
                  <a:pt x="72175" y="60363"/>
                </a:lnTo>
                <a:lnTo>
                  <a:pt x="72175" y="92911"/>
                </a:lnTo>
                <a:lnTo>
                  <a:pt x="152948" y="92911"/>
                </a:lnTo>
                <a:lnTo>
                  <a:pt x="152948" y="59835"/>
                </a:lnTo>
                <a:lnTo>
                  <a:pt x="153488" y="57859"/>
                </a:lnTo>
                <a:lnTo>
                  <a:pt x="153488" y="56236"/>
                </a:lnTo>
                <a:lnTo>
                  <a:pt x="152948" y="56236"/>
                </a:lnTo>
                <a:lnTo>
                  <a:pt x="152948" y="54416"/>
                </a:lnTo>
                <a:lnTo>
                  <a:pt x="153807" y="54416"/>
                </a:lnTo>
                <a:lnTo>
                  <a:pt x="149901" y="47645"/>
                </a:lnTo>
                <a:lnTo>
                  <a:pt x="145987" y="54416"/>
                </a:lnTo>
                <a:lnTo>
                  <a:pt x="146855" y="54416"/>
                </a:lnTo>
                <a:lnTo>
                  <a:pt x="146855" y="56238"/>
                </a:lnTo>
                <a:lnTo>
                  <a:pt x="146315" y="56238"/>
                </a:lnTo>
                <a:lnTo>
                  <a:pt x="146315" y="57859"/>
                </a:lnTo>
                <a:lnTo>
                  <a:pt x="146855" y="59837"/>
                </a:lnTo>
                <a:lnTo>
                  <a:pt x="146855" y="63141"/>
                </a:lnTo>
                <a:lnTo>
                  <a:pt x="145027" y="63141"/>
                </a:lnTo>
                <a:lnTo>
                  <a:pt x="145027" y="64617"/>
                </a:lnTo>
                <a:lnTo>
                  <a:pt x="143084" y="64617"/>
                </a:lnTo>
                <a:lnTo>
                  <a:pt x="143084" y="63141"/>
                </a:lnTo>
                <a:lnTo>
                  <a:pt x="140093" y="63141"/>
                </a:lnTo>
                <a:lnTo>
                  <a:pt x="140093" y="64617"/>
                </a:lnTo>
                <a:lnTo>
                  <a:pt x="138151" y="64617"/>
                </a:lnTo>
                <a:lnTo>
                  <a:pt x="138151" y="63141"/>
                </a:lnTo>
                <a:lnTo>
                  <a:pt x="135165" y="63141"/>
                </a:lnTo>
                <a:lnTo>
                  <a:pt x="135165" y="64617"/>
                </a:lnTo>
                <a:lnTo>
                  <a:pt x="133223" y="64617"/>
                </a:lnTo>
                <a:lnTo>
                  <a:pt x="133223" y="63141"/>
                </a:lnTo>
                <a:lnTo>
                  <a:pt x="130238" y="63141"/>
                </a:lnTo>
                <a:lnTo>
                  <a:pt x="130238" y="64617"/>
                </a:lnTo>
                <a:lnTo>
                  <a:pt x="128296" y="64617"/>
                </a:lnTo>
                <a:lnTo>
                  <a:pt x="128296" y="63141"/>
                </a:lnTo>
                <a:lnTo>
                  <a:pt x="125304" y="63141"/>
                </a:lnTo>
                <a:lnTo>
                  <a:pt x="125304" y="64617"/>
                </a:lnTo>
                <a:lnTo>
                  <a:pt x="123362" y="64617"/>
                </a:lnTo>
                <a:lnTo>
                  <a:pt x="123362" y="63141"/>
                </a:lnTo>
                <a:lnTo>
                  <a:pt x="120377" y="63141"/>
                </a:lnTo>
                <a:lnTo>
                  <a:pt x="120377" y="64617"/>
                </a:lnTo>
                <a:lnTo>
                  <a:pt x="118435" y="64617"/>
                </a:lnTo>
                <a:lnTo>
                  <a:pt x="118435" y="63141"/>
                </a:lnTo>
                <a:lnTo>
                  <a:pt x="115449" y="63141"/>
                </a:lnTo>
                <a:lnTo>
                  <a:pt x="115449" y="64617"/>
                </a:lnTo>
                <a:lnTo>
                  <a:pt x="113507" y="64617"/>
                </a:lnTo>
                <a:lnTo>
                  <a:pt x="113507" y="63141"/>
                </a:lnTo>
                <a:lnTo>
                  <a:pt x="110516" y="63141"/>
                </a:lnTo>
                <a:lnTo>
                  <a:pt x="110516" y="64617"/>
                </a:lnTo>
                <a:lnTo>
                  <a:pt x="109314" y="64617"/>
                </a:lnTo>
                <a:lnTo>
                  <a:pt x="109314" y="60657"/>
                </a:lnTo>
                <a:lnTo>
                  <a:pt x="110342" y="56905"/>
                </a:lnTo>
                <a:lnTo>
                  <a:pt x="110342" y="53827"/>
                </a:lnTo>
                <a:lnTo>
                  <a:pt x="109314" y="53827"/>
                </a:lnTo>
                <a:lnTo>
                  <a:pt x="109314" y="36121"/>
                </a:lnTo>
                <a:lnTo>
                  <a:pt x="110963" y="36121"/>
                </a:lnTo>
                <a:lnTo>
                  <a:pt x="103540" y="23270"/>
                </a:lnTo>
                <a:lnTo>
                  <a:pt x="96122" y="36121"/>
                </a:lnTo>
                <a:lnTo>
                  <a:pt x="97771" y="36121"/>
                </a:lnTo>
                <a:lnTo>
                  <a:pt x="97771" y="53827"/>
                </a:lnTo>
                <a:lnTo>
                  <a:pt x="96742" y="53827"/>
                </a:lnTo>
                <a:lnTo>
                  <a:pt x="96742" y="56905"/>
                </a:lnTo>
                <a:lnTo>
                  <a:pt x="97771" y="60657"/>
                </a:lnTo>
                <a:lnTo>
                  <a:pt x="97771" y="63141"/>
                </a:lnTo>
                <a:lnTo>
                  <a:pt x="95727" y="63141"/>
                </a:lnTo>
                <a:lnTo>
                  <a:pt x="95727" y="64617"/>
                </a:lnTo>
                <a:lnTo>
                  <a:pt x="93785" y="64617"/>
                </a:lnTo>
                <a:lnTo>
                  <a:pt x="93785" y="63141"/>
                </a:lnTo>
                <a:lnTo>
                  <a:pt x="90802" y="63141"/>
                </a:lnTo>
                <a:lnTo>
                  <a:pt x="90802" y="64617"/>
                </a:lnTo>
                <a:lnTo>
                  <a:pt x="90793" y="64617"/>
                </a:lnTo>
                <a:lnTo>
                  <a:pt x="90793" y="60363"/>
                </a:lnTo>
                <a:lnTo>
                  <a:pt x="92450" y="54315"/>
                </a:lnTo>
                <a:lnTo>
                  <a:pt x="92450" y="49347"/>
                </a:lnTo>
                <a:lnTo>
                  <a:pt x="90793" y="49347"/>
                </a:lnTo>
                <a:lnTo>
                  <a:pt x="90793" y="20791"/>
                </a:lnTo>
                <a:lnTo>
                  <a:pt x="93445" y="20791"/>
                </a:lnTo>
                <a:lnTo>
                  <a:pt x="81481" y="75"/>
                </a:lnTo>
                <a:lnTo>
                  <a:pt x="69523" y="20791"/>
                </a:lnTo>
                <a:lnTo>
                  <a:pt x="72173" y="20791"/>
                </a:lnTo>
                <a:lnTo>
                  <a:pt x="72173" y="30072"/>
                </a:lnTo>
                <a:lnTo>
                  <a:pt x="69209" y="30072"/>
                </a:lnTo>
                <a:lnTo>
                  <a:pt x="69209" y="31541"/>
                </a:lnTo>
                <a:lnTo>
                  <a:pt x="67220" y="31541"/>
                </a:lnTo>
                <a:lnTo>
                  <a:pt x="67220" y="30072"/>
                </a:lnTo>
                <a:lnTo>
                  <a:pt x="64235" y="30072"/>
                </a:lnTo>
                <a:lnTo>
                  <a:pt x="64235" y="31541"/>
                </a:lnTo>
                <a:lnTo>
                  <a:pt x="62246" y="31541"/>
                </a:lnTo>
                <a:lnTo>
                  <a:pt x="62246" y="30072"/>
                </a:lnTo>
                <a:lnTo>
                  <a:pt x="59255" y="30072"/>
                </a:lnTo>
                <a:lnTo>
                  <a:pt x="59255" y="31541"/>
                </a:lnTo>
                <a:lnTo>
                  <a:pt x="57272" y="31541"/>
                </a:lnTo>
                <a:lnTo>
                  <a:pt x="57272" y="30072"/>
                </a:lnTo>
                <a:lnTo>
                  <a:pt x="54281" y="30072"/>
                </a:lnTo>
                <a:lnTo>
                  <a:pt x="54281" y="31541"/>
                </a:lnTo>
                <a:lnTo>
                  <a:pt x="52292" y="31541"/>
                </a:lnTo>
                <a:lnTo>
                  <a:pt x="52292" y="30072"/>
                </a:lnTo>
                <a:lnTo>
                  <a:pt x="49307" y="30072"/>
                </a:lnTo>
                <a:lnTo>
                  <a:pt x="49307" y="31541"/>
                </a:lnTo>
                <a:lnTo>
                  <a:pt x="47318" y="31541"/>
                </a:lnTo>
                <a:lnTo>
                  <a:pt x="47318" y="30072"/>
                </a:lnTo>
                <a:lnTo>
                  <a:pt x="44327" y="30072"/>
                </a:lnTo>
                <a:lnTo>
                  <a:pt x="44327" y="31541"/>
                </a:lnTo>
                <a:lnTo>
                  <a:pt x="42344" y="31541"/>
                </a:lnTo>
                <a:lnTo>
                  <a:pt x="42344" y="30072"/>
                </a:lnTo>
                <a:lnTo>
                  <a:pt x="39353" y="30072"/>
                </a:lnTo>
                <a:lnTo>
                  <a:pt x="39353" y="31541"/>
                </a:lnTo>
                <a:lnTo>
                  <a:pt x="37364" y="31541"/>
                </a:lnTo>
                <a:lnTo>
                  <a:pt x="37364" y="30072"/>
                </a:lnTo>
                <a:lnTo>
                  <a:pt x="34379" y="30072"/>
                </a:lnTo>
                <a:lnTo>
                  <a:pt x="34379" y="31541"/>
                </a:lnTo>
                <a:lnTo>
                  <a:pt x="32390" y="31541"/>
                </a:lnTo>
                <a:lnTo>
                  <a:pt x="32390" y="30072"/>
                </a:lnTo>
                <a:lnTo>
                  <a:pt x="29399" y="30072"/>
                </a:lnTo>
                <a:lnTo>
                  <a:pt x="29399" y="31541"/>
                </a:lnTo>
                <a:lnTo>
                  <a:pt x="27416" y="31541"/>
                </a:lnTo>
                <a:lnTo>
                  <a:pt x="27416" y="30072"/>
                </a:lnTo>
                <a:lnTo>
                  <a:pt x="24425" y="30072"/>
                </a:lnTo>
                <a:lnTo>
                  <a:pt x="24425" y="20791"/>
                </a:lnTo>
                <a:lnTo>
                  <a:pt x="27081" y="20791"/>
                </a:lnTo>
                <a:lnTo>
                  <a:pt x="15117" y="75"/>
                </a:lnTo>
                <a:lnTo>
                  <a:pt x="7913" y="12545"/>
                </a:lnTo>
                <a:lnTo>
                  <a:pt x="7913" y="7565"/>
                </a:lnTo>
                <a:lnTo>
                  <a:pt x="8735" y="7565"/>
                </a:lnTo>
                <a:lnTo>
                  <a:pt x="436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7" name="Google Shape;687;p26"/>
          <p:cNvGrpSpPr/>
          <p:nvPr/>
        </p:nvGrpSpPr>
        <p:grpSpPr>
          <a:xfrm rot="284962">
            <a:off x="-827348" y="3553016"/>
            <a:ext cx="5337625" cy="2612569"/>
            <a:chOff x="-761197" y="3406093"/>
            <a:chExt cx="5337445" cy="2612481"/>
          </a:xfrm>
        </p:grpSpPr>
        <p:grpSp>
          <p:nvGrpSpPr>
            <p:cNvPr id="688" name="Google Shape;688;p26"/>
            <p:cNvGrpSpPr/>
            <p:nvPr/>
          </p:nvGrpSpPr>
          <p:grpSpPr>
            <a:xfrm>
              <a:off x="-761197" y="3406093"/>
              <a:ext cx="5337445" cy="2612481"/>
              <a:chOff x="-761197" y="3406093"/>
              <a:chExt cx="5337445" cy="2612481"/>
            </a:xfrm>
          </p:grpSpPr>
          <p:grpSp>
            <p:nvGrpSpPr>
              <p:cNvPr id="689" name="Google Shape;689;p26"/>
              <p:cNvGrpSpPr/>
              <p:nvPr/>
            </p:nvGrpSpPr>
            <p:grpSpPr>
              <a:xfrm>
                <a:off x="-761197" y="3406093"/>
                <a:ext cx="5337445" cy="2612481"/>
                <a:chOff x="238125" y="1109725"/>
                <a:chExt cx="7141350" cy="3495425"/>
              </a:xfrm>
            </p:grpSpPr>
            <p:sp>
              <p:nvSpPr>
                <p:cNvPr id="690" name="Google Shape;690;p26"/>
                <p:cNvSpPr/>
                <p:nvPr/>
              </p:nvSpPr>
              <p:spPr>
                <a:xfrm>
                  <a:off x="496675" y="1109725"/>
                  <a:ext cx="5091100" cy="208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44" h="83428" extrusionOk="0">
                      <a:moveTo>
                        <a:pt x="195400" y="0"/>
                      </a:moveTo>
                      <a:lnTo>
                        <a:pt x="115367" y="44650"/>
                      </a:lnTo>
                      <a:cubicBezTo>
                        <a:pt x="110055" y="47614"/>
                        <a:pt x="90902" y="58525"/>
                        <a:pt x="86100" y="66266"/>
                      </a:cubicBezTo>
                      <a:cubicBezTo>
                        <a:pt x="83271" y="58742"/>
                        <a:pt x="73322" y="49946"/>
                        <a:pt x="64539" y="44438"/>
                      </a:cubicBezTo>
                      <a:lnTo>
                        <a:pt x="9077" y="9647"/>
                      </a:lnTo>
                      <a:lnTo>
                        <a:pt x="1" y="21538"/>
                      </a:lnTo>
                      <a:lnTo>
                        <a:pt x="85686" y="83427"/>
                      </a:lnTo>
                      <a:lnTo>
                        <a:pt x="203643" y="9230"/>
                      </a:lnTo>
                      <a:lnTo>
                        <a:pt x="19540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26"/>
                <p:cNvSpPr/>
                <p:nvPr/>
              </p:nvSpPr>
              <p:spPr>
                <a:xfrm>
                  <a:off x="238125" y="1182000"/>
                  <a:ext cx="7141350" cy="195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654" h="78030" extrusionOk="0">
                      <a:moveTo>
                        <a:pt x="285653" y="68182"/>
                      </a:moveTo>
                      <a:lnTo>
                        <a:pt x="285653" y="68184"/>
                      </a:lnTo>
                      <a:lnTo>
                        <a:pt x="285653" y="68184"/>
                      </a:lnTo>
                      <a:lnTo>
                        <a:pt x="285653" y="68182"/>
                      </a:lnTo>
                      <a:close/>
                      <a:moveTo>
                        <a:pt x="224751" y="0"/>
                      </a:moveTo>
                      <a:lnTo>
                        <a:pt x="110903" y="63478"/>
                      </a:lnTo>
                      <a:cubicBezTo>
                        <a:pt x="108045" y="69417"/>
                        <a:pt x="104894" y="72624"/>
                        <a:pt x="98094" y="72624"/>
                      </a:cubicBezTo>
                      <a:cubicBezTo>
                        <a:pt x="97915" y="72624"/>
                        <a:pt x="97734" y="72622"/>
                        <a:pt x="97550" y="72617"/>
                      </a:cubicBezTo>
                      <a:cubicBezTo>
                        <a:pt x="90423" y="72446"/>
                        <a:pt x="85504" y="67787"/>
                        <a:pt x="84180" y="62515"/>
                      </a:cubicBezTo>
                      <a:lnTo>
                        <a:pt x="2083" y="11068"/>
                      </a:lnTo>
                      <a:lnTo>
                        <a:pt x="0" y="13798"/>
                      </a:lnTo>
                      <a:lnTo>
                        <a:pt x="23594" y="31015"/>
                      </a:lnTo>
                      <a:lnTo>
                        <a:pt x="81583" y="67351"/>
                      </a:lnTo>
                      <a:cubicBezTo>
                        <a:pt x="84244" y="73490"/>
                        <a:pt x="90292" y="77851"/>
                        <a:pt x="97421" y="78024"/>
                      </a:cubicBezTo>
                      <a:cubicBezTo>
                        <a:pt x="97572" y="78028"/>
                        <a:pt x="97722" y="78030"/>
                        <a:pt x="97872" y="78030"/>
                      </a:cubicBezTo>
                      <a:cubicBezTo>
                        <a:pt x="101290" y="78030"/>
                        <a:pt x="104495" y="77087"/>
                        <a:pt x="107203" y="75426"/>
                      </a:cubicBezTo>
                      <a:cubicBezTo>
                        <a:pt x="110044" y="73694"/>
                        <a:pt x="112342" y="71174"/>
                        <a:pt x="113810" y="68129"/>
                      </a:cubicBezTo>
                      <a:lnTo>
                        <a:pt x="224598" y="6371"/>
                      </a:lnTo>
                      <a:lnTo>
                        <a:pt x="284048" y="72934"/>
                      </a:lnTo>
                      <a:lnTo>
                        <a:pt x="285556" y="72155"/>
                      </a:lnTo>
                      <a:lnTo>
                        <a:pt x="285653" y="68184"/>
                      </a:lnTo>
                      <a:lnTo>
                        <a:pt x="22475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26"/>
                <p:cNvSpPr/>
                <p:nvPr/>
              </p:nvSpPr>
              <p:spPr>
                <a:xfrm>
                  <a:off x="238125" y="1526900"/>
                  <a:ext cx="3152675" cy="240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07" h="96079" extrusionOk="0">
                      <a:moveTo>
                        <a:pt x="0" y="0"/>
                      </a:moveTo>
                      <a:lnTo>
                        <a:pt x="126093" y="96066"/>
                      </a:lnTo>
                      <a:lnTo>
                        <a:pt x="126011" y="95992"/>
                      </a:lnTo>
                      <a:lnTo>
                        <a:pt x="98595" y="72317"/>
                      </a:lnTo>
                      <a:cubicBezTo>
                        <a:pt x="98595" y="72317"/>
                        <a:pt x="94311" y="68972"/>
                        <a:pt x="90044" y="64660"/>
                      </a:cubicBezTo>
                      <a:cubicBezTo>
                        <a:pt x="85782" y="60343"/>
                        <a:pt x="81549" y="55047"/>
                        <a:pt x="81643" y="51152"/>
                      </a:cubicBezTo>
                      <a:lnTo>
                        <a:pt x="0" y="0"/>
                      </a:lnTo>
                      <a:close/>
                      <a:moveTo>
                        <a:pt x="126093" y="96066"/>
                      </a:moveTo>
                      <a:lnTo>
                        <a:pt x="126106" y="96078"/>
                      </a:lnTo>
                      <a:lnTo>
                        <a:pt x="126106" y="96076"/>
                      </a:lnTo>
                      <a:lnTo>
                        <a:pt x="126093" y="96066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26"/>
                <p:cNvSpPr/>
                <p:nvPr/>
              </p:nvSpPr>
              <p:spPr>
                <a:xfrm>
                  <a:off x="3084875" y="1281225"/>
                  <a:ext cx="4292125" cy="308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85" h="123565" extrusionOk="0">
                      <a:moveTo>
                        <a:pt x="110785" y="1"/>
                      </a:moveTo>
                      <a:lnTo>
                        <a:pt x="1" y="61757"/>
                      </a:lnTo>
                      <a:lnTo>
                        <a:pt x="71862" y="123564"/>
                      </a:lnTo>
                      <a:lnTo>
                        <a:pt x="171684" y="68186"/>
                      </a:lnTo>
                      <a:lnTo>
                        <a:pt x="1107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26"/>
                <p:cNvSpPr/>
                <p:nvPr/>
              </p:nvSpPr>
              <p:spPr>
                <a:xfrm>
                  <a:off x="3810825" y="1800625"/>
                  <a:ext cx="2197450" cy="140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898" h="56042" extrusionOk="0">
                      <a:moveTo>
                        <a:pt x="72356" y="0"/>
                      </a:moveTo>
                      <a:lnTo>
                        <a:pt x="0" y="40340"/>
                      </a:lnTo>
                      <a:lnTo>
                        <a:pt x="18256" y="56041"/>
                      </a:lnTo>
                      <a:lnTo>
                        <a:pt x="87898" y="17409"/>
                      </a:lnTo>
                      <a:lnTo>
                        <a:pt x="7235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26"/>
                <p:cNvSpPr/>
                <p:nvPr/>
              </p:nvSpPr>
              <p:spPr>
                <a:xfrm>
                  <a:off x="3958650" y="1908125"/>
                  <a:ext cx="1915250" cy="119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10" h="47617" extrusionOk="0">
                      <a:moveTo>
                        <a:pt x="65721" y="1"/>
                      </a:moveTo>
                      <a:lnTo>
                        <a:pt x="0" y="36639"/>
                      </a:lnTo>
                      <a:lnTo>
                        <a:pt x="12764" y="47616"/>
                      </a:lnTo>
                      <a:lnTo>
                        <a:pt x="76610" y="12198"/>
                      </a:lnTo>
                      <a:lnTo>
                        <a:pt x="65721" y="1"/>
                      </a:lnTo>
                      <a:close/>
                    </a:path>
                  </a:pathLst>
                </a:custGeom>
                <a:solidFill>
                  <a:srgbClr val="2610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26"/>
                <p:cNvSpPr/>
                <p:nvPr/>
              </p:nvSpPr>
              <p:spPr>
                <a:xfrm>
                  <a:off x="5152380" y="2832203"/>
                  <a:ext cx="857025" cy="48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81" h="19315" extrusionOk="0">
                      <a:moveTo>
                        <a:pt x="33310" y="0"/>
                      </a:moveTo>
                      <a:lnTo>
                        <a:pt x="1" y="18479"/>
                      </a:lnTo>
                      <a:lnTo>
                        <a:pt x="970" y="19314"/>
                      </a:lnTo>
                      <a:lnTo>
                        <a:pt x="34280" y="833"/>
                      </a:lnTo>
                      <a:lnTo>
                        <a:pt x="3331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26"/>
                <p:cNvSpPr/>
                <p:nvPr/>
              </p:nvSpPr>
              <p:spPr>
                <a:xfrm>
                  <a:off x="2274450" y="2805675"/>
                  <a:ext cx="2606925" cy="179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77" h="71979" extrusionOk="0">
                      <a:moveTo>
                        <a:pt x="190" y="1"/>
                      </a:moveTo>
                      <a:lnTo>
                        <a:pt x="190" y="1"/>
                      </a:lnTo>
                      <a:cubicBezTo>
                        <a:pt x="1" y="7799"/>
                        <a:pt x="17138" y="21166"/>
                        <a:pt x="17138" y="21166"/>
                      </a:cubicBezTo>
                      <a:lnTo>
                        <a:pt x="70681" y="67396"/>
                      </a:lnTo>
                      <a:cubicBezTo>
                        <a:pt x="70681" y="67396"/>
                        <a:pt x="77286" y="71979"/>
                        <a:pt x="85791" y="71979"/>
                      </a:cubicBezTo>
                      <a:cubicBezTo>
                        <a:pt x="86748" y="71979"/>
                        <a:pt x="87729" y="71921"/>
                        <a:pt x="88727" y="71791"/>
                      </a:cubicBezTo>
                      <a:cubicBezTo>
                        <a:pt x="100721" y="70241"/>
                        <a:pt x="104277" y="62586"/>
                        <a:pt x="104277" y="62586"/>
                      </a:cubicBezTo>
                      <a:lnTo>
                        <a:pt x="32418" y="779"/>
                      </a:lnTo>
                      <a:cubicBezTo>
                        <a:pt x="29546" y="6746"/>
                        <a:pt x="23467" y="10680"/>
                        <a:pt x="16480" y="10680"/>
                      </a:cubicBezTo>
                      <a:cubicBezTo>
                        <a:pt x="16330" y="10680"/>
                        <a:pt x="16180" y="10678"/>
                        <a:pt x="16029" y="10674"/>
                      </a:cubicBezTo>
                      <a:cubicBezTo>
                        <a:pt x="8900" y="10503"/>
                        <a:pt x="2852" y="6142"/>
                        <a:pt x="19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98" name="Google Shape;698;p26"/>
              <p:cNvSpPr/>
              <p:nvPr/>
            </p:nvSpPr>
            <p:spPr>
              <a:xfrm>
                <a:off x="-2925" y="4289250"/>
                <a:ext cx="1965475" cy="1543600"/>
              </a:xfrm>
              <a:custGeom>
                <a:avLst/>
                <a:gdLst/>
                <a:ahLst/>
                <a:cxnLst/>
                <a:rect l="l" t="t" r="r" b="b"/>
                <a:pathLst>
                  <a:path w="78619" h="61744" extrusionOk="0">
                    <a:moveTo>
                      <a:pt x="0" y="0"/>
                    </a:moveTo>
                    <a:lnTo>
                      <a:pt x="0" y="61744"/>
                    </a:lnTo>
                    <a:lnTo>
                      <a:pt x="78619" y="61744"/>
                    </a:lnTo>
                    <a:lnTo>
                      <a:pt x="63729" y="4874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/>
              <a:lstStyle/>
              <a:p>
                <a:endParaRPr lang="es-GT"/>
              </a:p>
            </p:txBody>
          </p:sp>
        </p:grpSp>
        <p:sp>
          <p:nvSpPr>
            <p:cNvPr id="699" name="Google Shape;699;p26"/>
            <p:cNvSpPr txBox="1"/>
            <p:nvPr/>
          </p:nvSpPr>
          <p:spPr>
            <a:xfrm rot="-1797745">
              <a:off x="2002153" y="4255132"/>
              <a:ext cx="1460259" cy="343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accent5"/>
                  </a:solidFill>
                  <a:latin typeface="Metamorphous"/>
                  <a:ea typeface="Metamorphous"/>
                  <a:cs typeface="Metamorphous"/>
                  <a:sym typeface="Metamorphous"/>
                </a:rPr>
                <a:t>Compiladores</a:t>
              </a:r>
              <a:endParaRPr sz="1300" dirty="0">
                <a:solidFill>
                  <a:schemeClr val="accent5"/>
                </a:solidFill>
                <a:latin typeface="Metamorphous"/>
                <a:ea typeface="Metamorphous"/>
                <a:cs typeface="Metamorphous"/>
                <a:sym typeface="Metamorphous"/>
              </a:endParaRPr>
            </a:p>
          </p:txBody>
        </p:sp>
      </p:grpSp>
      <p:sp>
        <p:nvSpPr>
          <p:cNvPr id="2" name="Google Shape;842;p35">
            <a:extLst>
              <a:ext uri="{FF2B5EF4-FFF2-40B4-BE49-F238E27FC236}">
                <a16:creationId xmlns:a16="http://schemas.microsoft.com/office/drawing/2014/main" id="{0800E3F3-0B5E-5175-C63D-BBCEAF28D23B}"/>
              </a:ext>
            </a:extLst>
          </p:cNvPr>
          <p:cNvSpPr/>
          <p:nvPr/>
        </p:nvSpPr>
        <p:spPr>
          <a:xfrm rot="-1495210" flipH="1">
            <a:off x="523490" y="2467656"/>
            <a:ext cx="2470236" cy="1311748"/>
          </a:xfrm>
          <a:custGeom>
            <a:avLst/>
            <a:gdLst/>
            <a:ahLst/>
            <a:cxnLst/>
            <a:rect l="l" t="t" r="r" b="b"/>
            <a:pathLst>
              <a:path w="83081" h="43596" extrusionOk="0">
                <a:moveTo>
                  <a:pt x="43566" y="0"/>
                </a:moveTo>
                <a:cubicBezTo>
                  <a:pt x="43460" y="0"/>
                  <a:pt x="43351" y="5"/>
                  <a:pt x="43240" y="15"/>
                </a:cubicBezTo>
                <a:lnTo>
                  <a:pt x="43240" y="15"/>
                </a:lnTo>
                <a:cubicBezTo>
                  <a:pt x="43748" y="15"/>
                  <a:pt x="44063" y="43"/>
                  <a:pt x="44063" y="43"/>
                </a:cubicBezTo>
                <a:cubicBezTo>
                  <a:pt x="43908" y="14"/>
                  <a:pt x="43740" y="0"/>
                  <a:pt x="43566" y="0"/>
                </a:cubicBezTo>
                <a:close/>
                <a:moveTo>
                  <a:pt x="57381" y="19755"/>
                </a:moveTo>
                <a:lnTo>
                  <a:pt x="57381" y="19755"/>
                </a:lnTo>
                <a:cubicBezTo>
                  <a:pt x="57381" y="19755"/>
                  <a:pt x="57381" y="19755"/>
                  <a:pt x="57381" y="19755"/>
                </a:cubicBezTo>
                <a:cubicBezTo>
                  <a:pt x="57381" y="19755"/>
                  <a:pt x="57381" y="19755"/>
                  <a:pt x="57381" y="19755"/>
                </a:cubicBezTo>
                <a:close/>
                <a:moveTo>
                  <a:pt x="10092" y="30023"/>
                </a:moveTo>
                <a:lnTo>
                  <a:pt x="10091" y="30024"/>
                </a:lnTo>
                <a:lnTo>
                  <a:pt x="10093" y="30024"/>
                </a:lnTo>
                <a:lnTo>
                  <a:pt x="10092" y="30023"/>
                </a:lnTo>
                <a:close/>
                <a:moveTo>
                  <a:pt x="43220" y="15"/>
                </a:moveTo>
                <a:cubicBezTo>
                  <a:pt x="41630" y="15"/>
                  <a:pt x="38205" y="281"/>
                  <a:pt x="36611" y="2448"/>
                </a:cubicBezTo>
                <a:cubicBezTo>
                  <a:pt x="34591" y="5197"/>
                  <a:pt x="32357" y="9398"/>
                  <a:pt x="30830" y="9398"/>
                </a:cubicBezTo>
                <a:cubicBezTo>
                  <a:pt x="30761" y="9398"/>
                  <a:pt x="30693" y="9389"/>
                  <a:pt x="30627" y="9371"/>
                </a:cubicBezTo>
                <a:cubicBezTo>
                  <a:pt x="30627" y="9371"/>
                  <a:pt x="29864" y="8902"/>
                  <a:pt x="31274" y="8022"/>
                </a:cubicBezTo>
                <a:cubicBezTo>
                  <a:pt x="31274" y="8022"/>
                  <a:pt x="31146" y="7985"/>
                  <a:pt x="30953" y="7985"/>
                </a:cubicBezTo>
                <a:cubicBezTo>
                  <a:pt x="30417" y="7985"/>
                  <a:pt x="29376" y="8271"/>
                  <a:pt x="29160" y="10427"/>
                </a:cubicBezTo>
                <a:cubicBezTo>
                  <a:pt x="28867" y="13360"/>
                  <a:pt x="29395" y="18876"/>
                  <a:pt x="29395" y="18876"/>
                </a:cubicBezTo>
                <a:cubicBezTo>
                  <a:pt x="29395" y="18876"/>
                  <a:pt x="29415" y="18872"/>
                  <a:pt x="29446" y="18872"/>
                </a:cubicBezTo>
                <a:cubicBezTo>
                  <a:pt x="29630" y="18872"/>
                  <a:pt x="30205" y="19000"/>
                  <a:pt x="29453" y="20754"/>
                </a:cubicBezTo>
                <a:cubicBezTo>
                  <a:pt x="29160" y="21439"/>
                  <a:pt x="29036" y="21667"/>
                  <a:pt x="29002" y="21667"/>
                </a:cubicBezTo>
                <a:cubicBezTo>
                  <a:pt x="28932" y="21667"/>
                  <a:pt x="29219" y="20754"/>
                  <a:pt x="29219" y="20754"/>
                </a:cubicBezTo>
                <a:cubicBezTo>
                  <a:pt x="29219" y="20754"/>
                  <a:pt x="26051" y="11483"/>
                  <a:pt x="20653" y="11424"/>
                </a:cubicBezTo>
                <a:cubicBezTo>
                  <a:pt x="20653" y="11424"/>
                  <a:pt x="16664" y="9606"/>
                  <a:pt x="16193" y="8491"/>
                </a:cubicBezTo>
                <a:lnTo>
                  <a:pt x="14140" y="8550"/>
                </a:lnTo>
                <a:cubicBezTo>
                  <a:pt x="14140" y="8550"/>
                  <a:pt x="11409" y="6245"/>
                  <a:pt x="5586" y="6245"/>
                </a:cubicBezTo>
                <a:cubicBezTo>
                  <a:pt x="5315" y="6245"/>
                  <a:pt x="5038" y="6250"/>
                  <a:pt x="4753" y="6261"/>
                </a:cubicBezTo>
                <a:lnTo>
                  <a:pt x="2112" y="6437"/>
                </a:lnTo>
                <a:lnTo>
                  <a:pt x="1" y="7612"/>
                </a:lnTo>
                <a:cubicBezTo>
                  <a:pt x="1" y="7612"/>
                  <a:pt x="2217" y="7271"/>
                  <a:pt x="4424" y="7271"/>
                </a:cubicBezTo>
                <a:cubicBezTo>
                  <a:pt x="6420" y="7271"/>
                  <a:pt x="8408" y="7550"/>
                  <a:pt x="8742" y="8609"/>
                </a:cubicBezTo>
                <a:cubicBezTo>
                  <a:pt x="8742" y="8609"/>
                  <a:pt x="8869" y="8561"/>
                  <a:pt x="9094" y="8561"/>
                </a:cubicBezTo>
                <a:cubicBezTo>
                  <a:pt x="9574" y="8561"/>
                  <a:pt x="10501" y="8778"/>
                  <a:pt x="11618" y="10134"/>
                </a:cubicBezTo>
                <a:cubicBezTo>
                  <a:pt x="13261" y="12128"/>
                  <a:pt x="15431" y="14242"/>
                  <a:pt x="15431" y="14242"/>
                </a:cubicBezTo>
                <a:cubicBezTo>
                  <a:pt x="15431" y="14242"/>
                  <a:pt x="15283" y="14495"/>
                  <a:pt x="14949" y="14495"/>
                </a:cubicBezTo>
                <a:cubicBezTo>
                  <a:pt x="14727" y="14495"/>
                  <a:pt x="14422" y="14382"/>
                  <a:pt x="14023" y="14007"/>
                </a:cubicBezTo>
                <a:cubicBezTo>
                  <a:pt x="13857" y="13851"/>
                  <a:pt x="13753" y="13785"/>
                  <a:pt x="13703" y="13785"/>
                </a:cubicBezTo>
                <a:cubicBezTo>
                  <a:pt x="13453" y="13785"/>
                  <a:pt x="14570" y="15434"/>
                  <a:pt x="16135" y="15532"/>
                </a:cubicBezTo>
                <a:cubicBezTo>
                  <a:pt x="16135" y="15532"/>
                  <a:pt x="19949" y="20930"/>
                  <a:pt x="21826" y="20930"/>
                </a:cubicBezTo>
                <a:cubicBezTo>
                  <a:pt x="21826" y="20930"/>
                  <a:pt x="21768" y="25740"/>
                  <a:pt x="19715" y="27500"/>
                </a:cubicBezTo>
                <a:lnTo>
                  <a:pt x="18893" y="27500"/>
                </a:lnTo>
                <a:lnTo>
                  <a:pt x="20008" y="26268"/>
                </a:lnTo>
                <a:lnTo>
                  <a:pt x="17720" y="27324"/>
                </a:lnTo>
                <a:lnTo>
                  <a:pt x="18307" y="26151"/>
                </a:lnTo>
                <a:lnTo>
                  <a:pt x="16487" y="26620"/>
                </a:lnTo>
                <a:cubicBezTo>
                  <a:pt x="16487" y="26620"/>
                  <a:pt x="16840" y="25330"/>
                  <a:pt x="19715" y="24156"/>
                </a:cubicBezTo>
                <a:lnTo>
                  <a:pt x="21357" y="22925"/>
                </a:lnTo>
                <a:lnTo>
                  <a:pt x="19715" y="23511"/>
                </a:lnTo>
                <a:lnTo>
                  <a:pt x="17720" y="24039"/>
                </a:lnTo>
                <a:lnTo>
                  <a:pt x="15959" y="25447"/>
                </a:lnTo>
                <a:lnTo>
                  <a:pt x="15548" y="24743"/>
                </a:lnTo>
                <a:lnTo>
                  <a:pt x="18307" y="23042"/>
                </a:lnTo>
                <a:lnTo>
                  <a:pt x="20360" y="22397"/>
                </a:lnTo>
                <a:lnTo>
                  <a:pt x="18248" y="22631"/>
                </a:lnTo>
                <a:lnTo>
                  <a:pt x="16606" y="23042"/>
                </a:lnTo>
                <a:lnTo>
                  <a:pt x="15138" y="24156"/>
                </a:lnTo>
                <a:lnTo>
                  <a:pt x="13437" y="25623"/>
                </a:lnTo>
                <a:lnTo>
                  <a:pt x="12205" y="25857"/>
                </a:lnTo>
                <a:lnTo>
                  <a:pt x="9230" y="28758"/>
                </a:lnTo>
                <a:lnTo>
                  <a:pt x="8616" y="27990"/>
                </a:lnTo>
                <a:lnTo>
                  <a:pt x="8709" y="29248"/>
                </a:lnTo>
                <a:lnTo>
                  <a:pt x="10092" y="30023"/>
                </a:lnTo>
                <a:lnTo>
                  <a:pt x="10443" y="29261"/>
                </a:lnTo>
                <a:lnTo>
                  <a:pt x="11088" y="29672"/>
                </a:lnTo>
                <a:lnTo>
                  <a:pt x="12967" y="29203"/>
                </a:lnTo>
                <a:cubicBezTo>
                  <a:pt x="12967" y="29203"/>
                  <a:pt x="17953" y="31080"/>
                  <a:pt x="20888" y="31138"/>
                </a:cubicBezTo>
                <a:lnTo>
                  <a:pt x="24114" y="33428"/>
                </a:lnTo>
                <a:cubicBezTo>
                  <a:pt x="24114" y="33428"/>
                  <a:pt x="25411" y="32766"/>
                  <a:pt x="26749" y="32766"/>
                </a:cubicBezTo>
                <a:cubicBezTo>
                  <a:pt x="27444" y="32766"/>
                  <a:pt x="28150" y="32945"/>
                  <a:pt x="28691" y="33486"/>
                </a:cubicBezTo>
                <a:cubicBezTo>
                  <a:pt x="29987" y="34782"/>
                  <a:pt x="33168" y="34900"/>
                  <a:pt x="34283" y="34900"/>
                </a:cubicBezTo>
                <a:cubicBezTo>
                  <a:pt x="34530" y="34900"/>
                  <a:pt x="34676" y="34894"/>
                  <a:pt x="34676" y="34894"/>
                </a:cubicBezTo>
                <a:cubicBezTo>
                  <a:pt x="34676" y="34894"/>
                  <a:pt x="36963" y="35070"/>
                  <a:pt x="36963" y="36889"/>
                </a:cubicBezTo>
                <a:cubicBezTo>
                  <a:pt x="36963" y="38707"/>
                  <a:pt x="39253" y="39997"/>
                  <a:pt x="39253" y="39997"/>
                </a:cubicBezTo>
                <a:lnTo>
                  <a:pt x="41247" y="39880"/>
                </a:lnTo>
                <a:lnTo>
                  <a:pt x="40426" y="39587"/>
                </a:lnTo>
                <a:cubicBezTo>
                  <a:pt x="40954" y="39352"/>
                  <a:pt x="40133" y="38942"/>
                  <a:pt x="40133" y="38942"/>
                </a:cubicBezTo>
                <a:cubicBezTo>
                  <a:pt x="40133" y="38942"/>
                  <a:pt x="38078" y="38296"/>
                  <a:pt x="38725" y="36947"/>
                </a:cubicBezTo>
                <a:cubicBezTo>
                  <a:pt x="38776" y="36841"/>
                  <a:pt x="38868" y="36792"/>
                  <a:pt x="38996" y="36792"/>
                </a:cubicBezTo>
                <a:cubicBezTo>
                  <a:pt x="40497" y="36792"/>
                  <a:pt x="46994" y="43469"/>
                  <a:pt x="51748" y="43577"/>
                </a:cubicBezTo>
                <a:cubicBezTo>
                  <a:pt x="52258" y="43589"/>
                  <a:pt x="52741" y="43595"/>
                  <a:pt x="53204" y="43595"/>
                </a:cubicBezTo>
                <a:cubicBezTo>
                  <a:pt x="57438" y="43595"/>
                  <a:pt x="60025" y="43058"/>
                  <a:pt x="65947" y="40995"/>
                </a:cubicBezTo>
                <a:cubicBezTo>
                  <a:pt x="67519" y="40447"/>
                  <a:pt x="69020" y="40239"/>
                  <a:pt x="70394" y="40239"/>
                </a:cubicBezTo>
                <a:cubicBezTo>
                  <a:pt x="74767" y="40239"/>
                  <a:pt x="77858" y="42345"/>
                  <a:pt x="77858" y="42345"/>
                </a:cubicBezTo>
                <a:cubicBezTo>
                  <a:pt x="77858" y="42345"/>
                  <a:pt x="78646" y="42429"/>
                  <a:pt x="79636" y="42429"/>
                </a:cubicBezTo>
                <a:cubicBezTo>
                  <a:pt x="80839" y="42429"/>
                  <a:pt x="82340" y="42305"/>
                  <a:pt x="83080" y="41757"/>
                </a:cubicBezTo>
                <a:lnTo>
                  <a:pt x="81143" y="40760"/>
                </a:lnTo>
                <a:cubicBezTo>
                  <a:pt x="81143" y="40760"/>
                  <a:pt x="81050" y="40739"/>
                  <a:pt x="80869" y="40739"/>
                </a:cubicBezTo>
                <a:cubicBezTo>
                  <a:pt x="80440" y="40739"/>
                  <a:pt x="79513" y="40855"/>
                  <a:pt x="78151" y="41640"/>
                </a:cubicBezTo>
                <a:cubicBezTo>
                  <a:pt x="78151" y="41640"/>
                  <a:pt x="73457" y="39469"/>
                  <a:pt x="70641" y="39176"/>
                </a:cubicBezTo>
                <a:cubicBezTo>
                  <a:pt x="70520" y="39164"/>
                  <a:pt x="70390" y="39158"/>
                  <a:pt x="70251" y="39158"/>
                </a:cubicBezTo>
                <a:cubicBezTo>
                  <a:pt x="67685" y="39158"/>
                  <a:pt x="62221" y="41213"/>
                  <a:pt x="56245" y="41213"/>
                </a:cubicBezTo>
                <a:cubicBezTo>
                  <a:pt x="55054" y="41213"/>
                  <a:pt x="53843" y="41132"/>
                  <a:pt x="52630" y="40936"/>
                </a:cubicBezTo>
                <a:cubicBezTo>
                  <a:pt x="52630" y="40936"/>
                  <a:pt x="47994" y="39352"/>
                  <a:pt x="46938" y="38296"/>
                </a:cubicBezTo>
                <a:lnTo>
                  <a:pt x="48522" y="38120"/>
                </a:lnTo>
                <a:lnTo>
                  <a:pt x="46059" y="37358"/>
                </a:lnTo>
                <a:lnTo>
                  <a:pt x="47818" y="36947"/>
                </a:lnTo>
                <a:lnTo>
                  <a:pt x="44651" y="35833"/>
                </a:lnTo>
                <a:lnTo>
                  <a:pt x="46117" y="35305"/>
                </a:lnTo>
                <a:lnTo>
                  <a:pt x="43007" y="34540"/>
                </a:lnTo>
                <a:lnTo>
                  <a:pt x="44827" y="33895"/>
                </a:lnTo>
                <a:lnTo>
                  <a:pt x="41188" y="33191"/>
                </a:lnTo>
                <a:lnTo>
                  <a:pt x="42948" y="32487"/>
                </a:lnTo>
                <a:lnTo>
                  <a:pt x="39663" y="31842"/>
                </a:lnTo>
                <a:lnTo>
                  <a:pt x="41364" y="30962"/>
                </a:lnTo>
                <a:lnTo>
                  <a:pt x="38138" y="30845"/>
                </a:lnTo>
                <a:cubicBezTo>
                  <a:pt x="38138" y="30845"/>
                  <a:pt x="39077" y="17937"/>
                  <a:pt x="46997" y="16881"/>
                </a:cubicBezTo>
                <a:cubicBezTo>
                  <a:pt x="47935" y="16756"/>
                  <a:pt x="48797" y="16701"/>
                  <a:pt x="49586" y="16701"/>
                </a:cubicBezTo>
                <a:cubicBezTo>
                  <a:pt x="55436" y="16701"/>
                  <a:pt x="57361" y="19723"/>
                  <a:pt x="57381" y="19755"/>
                </a:cubicBezTo>
                <a:lnTo>
                  <a:pt x="57381" y="19755"/>
                </a:lnTo>
                <a:cubicBezTo>
                  <a:pt x="57347" y="19701"/>
                  <a:pt x="51875" y="11007"/>
                  <a:pt x="54448" y="8785"/>
                </a:cubicBezTo>
                <a:cubicBezTo>
                  <a:pt x="55410" y="7954"/>
                  <a:pt x="56591" y="7693"/>
                  <a:pt x="57695" y="7693"/>
                </a:cubicBezTo>
                <a:cubicBezTo>
                  <a:pt x="59555" y="7693"/>
                  <a:pt x="61196" y="8433"/>
                  <a:pt x="61196" y="8433"/>
                </a:cubicBezTo>
                <a:cubicBezTo>
                  <a:pt x="61196" y="8433"/>
                  <a:pt x="58615" y="4149"/>
                  <a:pt x="48288" y="2859"/>
                </a:cubicBezTo>
                <a:cubicBezTo>
                  <a:pt x="48288" y="2859"/>
                  <a:pt x="47881" y="2215"/>
                  <a:pt x="49179" y="2215"/>
                </a:cubicBezTo>
                <a:cubicBezTo>
                  <a:pt x="49589" y="2215"/>
                  <a:pt x="50169" y="2279"/>
                  <a:pt x="50986" y="2448"/>
                </a:cubicBezTo>
                <a:cubicBezTo>
                  <a:pt x="50986" y="2448"/>
                  <a:pt x="50715" y="1366"/>
                  <a:pt x="47069" y="1366"/>
                </a:cubicBezTo>
                <a:cubicBezTo>
                  <a:pt x="46223" y="1366"/>
                  <a:pt x="45194" y="1424"/>
                  <a:pt x="43945" y="1568"/>
                </a:cubicBezTo>
                <a:cubicBezTo>
                  <a:pt x="43116" y="1663"/>
                  <a:pt x="42463" y="1705"/>
                  <a:pt x="41958" y="1705"/>
                </a:cubicBezTo>
                <a:cubicBezTo>
                  <a:pt x="38886" y="1705"/>
                  <a:pt x="41307" y="179"/>
                  <a:pt x="43240" y="15"/>
                </a:cubicBezTo>
                <a:lnTo>
                  <a:pt x="43240" y="15"/>
                </a:lnTo>
                <a:cubicBezTo>
                  <a:pt x="43234" y="15"/>
                  <a:pt x="43227" y="15"/>
                  <a:pt x="43220" y="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" name="Google Shape;722;p28"/>
          <p:cNvGrpSpPr/>
          <p:nvPr/>
        </p:nvGrpSpPr>
        <p:grpSpPr>
          <a:xfrm>
            <a:off x="6114977" y="3046976"/>
            <a:ext cx="4716591" cy="2366810"/>
            <a:chOff x="6114977" y="3046976"/>
            <a:chExt cx="4716591" cy="2366810"/>
          </a:xfrm>
        </p:grpSpPr>
        <p:sp>
          <p:nvSpPr>
            <p:cNvPr id="723" name="Google Shape;723;p28"/>
            <p:cNvSpPr/>
            <p:nvPr/>
          </p:nvSpPr>
          <p:spPr>
            <a:xfrm>
              <a:off x="6114977" y="3046976"/>
              <a:ext cx="4702153" cy="2366810"/>
            </a:xfrm>
            <a:custGeom>
              <a:avLst/>
              <a:gdLst/>
              <a:ahLst/>
              <a:cxnLst/>
              <a:rect l="l" t="t" r="r" b="b"/>
              <a:pathLst>
                <a:path w="152124" h="76571" extrusionOk="0">
                  <a:moveTo>
                    <a:pt x="152124" y="43707"/>
                  </a:moveTo>
                  <a:cubicBezTo>
                    <a:pt x="152124" y="43707"/>
                    <a:pt x="127052" y="36930"/>
                    <a:pt x="111806" y="25410"/>
                  </a:cubicBezTo>
                  <a:cubicBezTo>
                    <a:pt x="96560" y="13893"/>
                    <a:pt x="94187" y="3727"/>
                    <a:pt x="87581" y="1864"/>
                  </a:cubicBezTo>
                  <a:cubicBezTo>
                    <a:pt x="80975" y="0"/>
                    <a:pt x="79111" y="3896"/>
                    <a:pt x="76400" y="7793"/>
                  </a:cubicBezTo>
                  <a:cubicBezTo>
                    <a:pt x="73690" y="11691"/>
                    <a:pt x="56580" y="30493"/>
                    <a:pt x="43367" y="34051"/>
                  </a:cubicBezTo>
                  <a:cubicBezTo>
                    <a:pt x="30153" y="37608"/>
                    <a:pt x="15755" y="39980"/>
                    <a:pt x="10333" y="45570"/>
                  </a:cubicBezTo>
                  <a:cubicBezTo>
                    <a:pt x="4912" y="51161"/>
                    <a:pt x="1" y="64205"/>
                    <a:pt x="1" y="64205"/>
                  </a:cubicBezTo>
                  <a:cubicBezTo>
                    <a:pt x="1" y="64205"/>
                    <a:pt x="127052" y="76571"/>
                    <a:pt x="129931" y="75048"/>
                  </a:cubicBezTo>
                  <a:cubicBezTo>
                    <a:pt x="132812" y="73523"/>
                    <a:pt x="152124" y="43707"/>
                    <a:pt x="152124" y="437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8098320" y="3095227"/>
              <a:ext cx="2733248" cy="2053950"/>
            </a:xfrm>
            <a:custGeom>
              <a:avLst/>
              <a:gdLst/>
              <a:ahLst/>
              <a:cxnLst/>
              <a:rect l="l" t="t" r="r" b="b"/>
              <a:pathLst>
                <a:path w="88426" h="74948" extrusionOk="0">
                  <a:moveTo>
                    <a:pt x="88425" y="42710"/>
                  </a:moveTo>
                  <a:cubicBezTo>
                    <a:pt x="74559" y="37879"/>
                    <a:pt x="56398" y="30791"/>
                    <a:pt x="47635" y="24170"/>
                  </a:cubicBezTo>
                  <a:cubicBezTo>
                    <a:pt x="32391" y="12653"/>
                    <a:pt x="30018" y="2487"/>
                    <a:pt x="23412" y="624"/>
                  </a:cubicBezTo>
                  <a:cubicBezTo>
                    <a:pt x="21202" y="1"/>
                    <a:pt x="19527" y="23"/>
                    <a:pt x="18169" y="471"/>
                  </a:cubicBezTo>
                  <a:cubicBezTo>
                    <a:pt x="18357" y="3696"/>
                    <a:pt x="18007" y="9056"/>
                    <a:pt x="14855" y="14938"/>
                  </a:cubicBezTo>
                  <a:cubicBezTo>
                    <a:pt x="14855" y="14938"/>
                    <a:pt x="14433" y="15701"/>
                    <a:pt x="14963" y="15890"/>
                  </a:cubicBezTo>
                  <a:cubicBezTo>
                    <a:pt x="15491" y="16082"/>
                    <a:pt x="20298" y="9835"/>
                    <a:pt x="20808" y="9623"/>
                  </a:cubicBezTo>
                  <a:cubicBezTo>
                    <a:pt x="21316" y="9411"/>
                    <a:pt x="19579" y="16060"/>
                    <a:pt x="17377" y="19703"/>
                  </a:cubicBezTo>
                  <a:cubicBezTo>
                    <a:pt x="15173" y="23344"/>
                    <a:pt x="13693" y="24912"/>
                    <a:pt x="13607" y="25675"/>
                  </a:cubicBezTo>
                  <a:cubicBezTo>
                    <a:pt x="13521" y="26437"/>
                    <a:pt x="18266" y="23599"/>
                    <a:pt x="20722" y="20592"/>
                  </a:cubicBezTo>
                  <a:cubicBezTo>
                    <a:pt x="20722" y="20592"/>
                    <a:pt x="21781" y="19915"/>
                    <a:pt x="21781" y="20973"/>
                  </a:cubicBezTo>
                  <a:cubicBezTo>
                    <a:pt x="21781" y="22031"/>
                    <a:pt x="20819" y="48066"/>
                    <a:pt x="1" y="68981"/>
                  </a:cubicBezTo>
                  <a:cubicBezTo>
                    <a:pt x="32032" y="71873"/>
                    <a:pt x="63605" y="74948"/>
                    <a:pt x="65762" y="73806"/>
                  </a:cubicBezTo>
                  <a:cubicBezTo>
                    <a:pt x="66893" y="73207"/>
                    <a:pt x="78057" y="66320"/>
                    <a:pt x="88425" y="59900"/>
                  </a:cubicBezTo>
                  <a:lnTo>
                    <a:pt x="88425" y="427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725;p28"/>
          <p:cNvGrpSpPr/>
          <p:nvPr/>
        </p:nvGrpSpPr>
        <p:grpSpPr>
          <a:xfrm>
            <a:off x="1075" y="4491256"/>
            <a:ext cx="9144221" cy="992316"/>
            <a:chOff x="1075" y="4491256"/>
            <a:chExt cx="9144221" cy="992316"/>
          </a:xfrm>
        </p:grpSpPr>
        <p:sp>
          <p:nvSpPr>
            <p:cNvPr id="726" name="Google Shape;726;p28"/>
            <p:cNvSpPr/>
            <p:nvPr/>
          </p:nvSpPr>
          <p:spPr>
            <a:xfrm>
              <a:off x="1075" y="4491256"/>
              <a:ext cx="9144086" cy="990432"/>
            </a:xfrm>
            <a:custGeom>
              <a:avLst/>
              <a:gdLst/>
              <a:ahLst/>
              <a:cxnLst/>
              <a:rect l="l" t="t" r="r" b="b"/>
              <a:pathLst>
                <a:path w="215726" h="94282" extrusionOk="0">
                  <a:moveTo>
                    <a:pt x="0" y="90015"/>
                  </a:moveTo>
                  <a:cubicBezTo>
                    <a:pt x="1648" y="90240"/>
                    <a:pt x="3297" y="90460"/>
                    <a:pt x="4947" y="90692"/>
                  </a:cubicBezTo>
                  <a:cubicBezTo>
                    <a:pt x="8605" y="91207"/>
                    <a:pt x="12284" y="91542"/>
                    <a:pt x="15931" y="92124"/>
                  </a:cubicBezTo>
                  <a:cubicBezTo>
                    <a:pt x="19394" y="92676"/>
                    <a:pt x="22832" y="93366"/>
                    <a:pt x="26277" y="94019"/>
                  </a:cubicBezTo>
                  <a:cubicBezTo>
                    <a:pt x="26742" y="94107"/>
                    <a:pt x="27210" y="94196"/>
                    <a:pt x="27677" y="94281"/>
                  </a:cubicBezTo>
                  <a:lnTo>
                    <a:pt x="214948" y="77276"/>
                  </a:lnTo>
                  <a:lnTo>
                    <a:pt x="215725" y="50489"/>
                  </a:lnTo>
                  <a:lnTo>
                    <a:pt x="215725" y="11713"/>
                  </a:lnTo>
                  <a:cubicBezTo>
                    <a:pt x="215653" y="11752"/>
                    <a:pt x="215578" y="11797"/>
                    <a:pt x="215508" y="11845"/>
                  </a:cubicBezTo>
                  <a:cubicBezTo>
                    <a:pt x="215342" y="11955"/>
                    <a:pt x="215167" y="12020"/>
                    <a:pt x="214993" y="12113"/>
                  </a:cubicBezTo>
                  <a:cubicBezTo>
                    <a:pt x="214801" y="12215"/>
                    <a:pt x="214622" y="12338"/>
                    <a:pt x="214431" y="12440"/>
                  </a:cubicBezTo>
                  <a:cubicBezTo>
                    <a:pt x="214109" y="12613"/>
                    <a:pt x="213880" y="12929"/>
                    <a:pt x="213540" y="13069"/>
                  </a:cubicBezTo>
                  <a:cubicBezTo>
                    <a:pt x="213172" y="13218"/>
                    <a:pt x="212822" y="13379"/>
                    <a:pt x="212463" y="13552"/>
                  </a:cubicBezTo>
                  <a:cubicBezTo>
                    <a:pt x="212108" y="13727"/>
                    <a:pt x="211755" y="13850"/>
                    <a:pt x="211355" y="13889"/>
                  </a:cubicBezTo>
                  <a:cubicBezTo>
                    <a:pt x="210949" y="13930"/>
                    <a:pt x="210583" y="13835"/>
                    <a:pt x="210183" y="13785"/>
                  </a:cubicBezTo>
                  <a:cubicBezTo>
                    <a:pt x="209809" y="13736"/>
                    <a:pt x="209516" y="13500"/>
                    <a:pt x="209196" y="13320"/>
                  </a:cubicBezTo>
                  <a:cubicBezTo>
                    <a:pt x="208852" y="13125"/>
                    <a:pt x="208461" y="12959"/>
                    <a:pt x="208091" y="12818"/>
                  </a:cubicBezTo>
                  <a:cubicBezTo>
                    <a:pt x="207743" y="12686"/>
                    <a:pt x="207477" y="12442"/>
                    <a:pt x="207124" y="12314"/>
                  </a:cubicBezTo>
                  <a:cubicBezTo>
                    <a:pt x="206784" y="12191"/>
                    <a:pt x="206441" y="12139"/>
                    <a:pt x="206079" y="12169"/>
                  </a:cubicBezTo>
                  <a:cubicBezTo>
                    <a:pt x="205865" y="12187"/>
                    <a:pt x="205644" y="12251"/>
                    <a:pt x="205433" y="12174"/>
                  </a:cubicBezTo>
                  <a:cubicBezTo>
                    <a:pt x="205244" y="12105"/>
                    <a:pt x="205058" y="12018"/>
                    <a:pt x="204868" y="11947"/>
                  </a:cubicBezTo>
                  <a:cubicBezTo>
                    <a:pt x="204489" y="11804"/>
                    <a:pt x="204107" y="11659"/>
                    <a:pt x="203709" y="11574"/>
                  </a:cubicBezTo>
                  <a:cubicBezTo>
                    <a:pt x="203280" y="11481"/>
                    <a:pt x="202871" y="11332"/>
                    <a:pt x="202445" y="11233"/>
                  </a:cubicBezTo>
                  <a:cubicBezTo>
                    <a:pt x="202274" y="11192"/>
                    <a:pt x="202097" y="11168"/>
                    <a:pt x="201924" y="11133"/>
                  </a:cubicBezTo>
                  <a:cubicBezTo>
                    <a:pt x="201725" y="11090"/>
                    <a:pt x="201539" y="11017"/>
                    <a:pt x="201344" y="10958"/>
                  </a:cubicBezTo>
                  <a:cubicBezTo>
                    <a:pt x="201141" y="10898"/>
                    <a:pt x="200940" y="10839"/>
                    <a:pt x="200739" y="10770"/>
                  </a:cubicBezTo>
                  <a:cubicBezTo>
                    <a:pt x="200538" y="10701"/>
                    <a:pt x="200369" y="10711"/>
                    <a:pt x="200161" y="10690"/>
                  </a:cubicBezTo>
                  <a:cubicBezTo>
                    <a:pt x="200133" y="10686"/>
                    <a:pt x="200103" y="10683"/>
                    <a:pt x="200074" y="10681"/>
                  </a:cubicBezTo>
                  <a:cubicBezTo>
                    <a:pt x="200068" y="10651"/>
                    <a:pt x="200046" y="10625"/>
                    <a:pt x="200005" y="10627"/>
                  </a:cubicBezTo>
                  <a:cubicBezTo>
                    <a:pt x="199822" y="10633"/>
                    <a:pt x="199638" y="10633"/>
                    <a:pt x="199456" y="10644"/>
                  </a:cubicBezTo>
                  <a:cubicBezTo>
                    <a:pt x="199296" y="10655"/>
                    <a:pt x="199159" y="10699"/>
                    <a:pt x="199010" y="10748"/>
                  </a:cubicBezTo>
                  <a:cubicBezTo>
                    <a:pt x="198852" y="10796"/>
                    <a:pt x="198677" y="10792"/>
                    <a:pt x="198513" y="10798"/>
                  </a:cubicBezTo>
                  <a:cubicBezTo>
                    <a:pt x="198333" y="10805"/>
                    <a:pt x="198154" y="10819"/>
                    <a:pt x="197974" y="10830"/>
                  </a:cubicBezTo>
                  <a:cubicBezTo>
                    <a:pt x="197892" y="10837"/>
                    <a:pt x="197814" y="10843"/>
                    <a:pt x="197734" y="10861"/>
                  </a:cubicBezTo>
                  <a:cubicBezTo>
                    <a:pt x="197652" y="10880"/>
                    <a:pt x="197581" y="10915"/>
                    <a:pt x="197505" y="10945"/>
                  </a:cubicBezTo>
                  <a:cubicBezTo>
                    <a:pt x="197353" y="11006"/>
                    <a:pt x="197191" y="10978"/>
                    <a:pt x="197033" y="10973"/>
                  </a:cubicBezTo>
                  <a:cubicBezTo>
                    <a:pt x="196867" y="10965"/>
                    <a:pt x="196704" y="10971"/>
                    <a:pt x="196540" y="10960"/>
                  </a:cubicBezTo>
                  <a:cubicBezTo>
                    <a:pt x="196360" y="10947"/>
                    <a:pt x="196203" y="10990"/>
                    <a:pt x="196045" y="11073"/>
                  </a:cubicBezTo>
                  <a:cubicBezTo>
                    <a:pt x="195900" y="11151"/>
                    <a:pt x="195748" y="11211"/>
                    <a:pt x="195597" y="11278"/>
                  </a:cubicBezTo>
                  <a:cubicBezTo>
                    <a:pt x="195446" y="11343"/>
                    <a:pt x="195305" y="11423"/>
                    <a:pt x="195151" y="11482"/>
                  </a:cubicBezTo>
                  <a:cubicBezTo>
                    <a:pt x="194996" y="11542"/>
                    <a:pt x="194853" y="11609"/>
                    <a:pt x="194716" y="11700"/>
                  </a:cubicBezTo>
                  <a:cubicBezTo>
                    <a:pt x="194660" y="11735"/>
                    <a:pt x="194606" y="11774"/>
                    <a:pt x="194544" y="11799"/>
                  </a:cubicBezTo>
                  <a:cubicBezTo>
                    <a:pt x="194468" y="11830"/>
                    <a:pt x="194388" y="11834"/>
                    <a:pt x="194308" y="11841"/>
                  </a:cubicBezTo>
                  <a:cubicBezTo>
                    <a:pt x="194139" y="11858"/>
                    <a:pt x="193968" y="11873"/>
                    <a:pt x="193799" y="11884"/>
                  </a:cubicBezTo>
                  <a:cubicBezTo>
                    <a:pt x="193639" y="11895"/>
                    <a:pt x="193490" y="11895"/>
                    <a:pt x="193339" y="11828"/>
                  </a:cubicBezTo>
                  <a:cubicBezTo>
                    <a:pt x="193055" y="11702"/>
                    <a:pt x="192744" y="11579"/>
                    <a:pt x="192426" y="11570"/>
                  </a:cubicBezTo>
                  <a:cubicBezTo>
                    <a:pt x="192272" y="11566"/>
                    <a:pt x="192123" y="11614"/>
                    <a:pt x="191976" y="11655"/>
                  </a:cubicBezTo>
                  <a:cubicBezTo>
                    <a:pt x="191816" y="11700"/>
                    <a:pt x="191673" y="11707"/>
                    <a:pt x="191515" y="11650"/>
                  </a:cubicBezTo>
                  <a:cubicBezTo>
                    <a:pt x="191243" y="11549"/>
                    <a:pt x="191018" y="11350"/>
                    <a:pt x="190736" y="11274"/>
                  </a:cubicBezTo>
                  <a:cubicBezTo>
                    <a:pt x="190667" y="11256"/>
                    <a:pt x="190596" y="11239"/>
                    <a:pt x="190531" y="11205"/>
                  </a:cubicBezTo>
                  <a:cubicBezTo>
                    <a:pt x="190477" y="11177"/>
                    <a:pt x="190431" y="11138"/>
                    <a:pt x="190382" y="11103"/>
                  </a:cubicBezTo>
                  <a:cubicBezTo>
                    <a:pt x="190271" y="11027"/>
                    <a:pt x="190146" y="10990"/>
                    <a:pt x="190014" y="10967"/>
                  </a:cubicBezTo>
                  <a:cubicBezTo>
                    <a:pt x="189690" y="10911"/>
                    <a:pt x="189406" y="10971"/>
                    <a:pt x="189120" y="11127"/>
                  </a:cubicBezTo>
                  <a:cubicBezTo>
                    <a:pt x="188835" y="11283"/>
                    <a:pt x="188593" y="11505"/>
                    <a:pt x="188327" y="11691"/>
                  </a:cubicBezTo>
                  <a:cubicBezTo>
                    <a:pt x="188208" y="11774"/>
                    <a:pt x="188089" y="11858"/>
                    <a:pt x="187991" y="11966"/>
                  </a:cubicBezTo>
                  <a:cubicBezTo>
                    <a:pt x="187894" y="12070"/>
                    <a:pt x="187808" y="12156"/>
                    <a:pt x="187682" y="12224"/>
                  </a:cubicBezTo>
                  <a:cubicBezTo>
                    <a:pt x="187537" y="12303"/>
                    <a:pt x="187394" y="12386"/>
                    <a:pt x="187249" y="12466"/>
                  </a:cubicBezTo>
                  <a:cubicBezTo>
                    <a:pt x="187104" y="12546"/>
                    <a:pt x="186945" y="12643"/>
                    <a:pt x="186782" y="12682"/>
                  </a:cubicBezTo>
                  <a:cubicBezTo>
                    <a:pt x="186622" y="12717"/>
                    <a:pt x="186454" y="12710"/>
                    <a:pt x="186293" y="12747"/>
                  </a:cubicBezTo>
                  <a:cubicBezTo>
                    <a:pt x="186140" y="12782"/>
                    <a:pt x="185999" y="12859"/>
                    <a:pt x="185872" y="12948"/>
                  </a:cubicBezTo>
                  <a:cubicBezTo>
                    <a:pt x="185634" y="13119"/>
                    <a:pt x="185441" y="13342"/>
                    <a:pt x="185195" y="13506"/>
                  </a:cubicBezTo>
                  <a:cubicBezTo>
                    <a:pt x="184924" y="13688"/>
                    <a:pt x="184623" y="13815"/>
                    <a:pt x="184368" y="14021"/>
                  </a:cubicBezTo>
                  <a:cubicBezTo>
                    <a:pt x="184126" y="14214"/>
                    <a:pt x="183912" y="14441"/>
                    <a:pt x="183669" y="14635"/>
                  </a:cubicBezTo>
                  <a:cubicBezTo>
                    <a:pt x="183557" y="14724"/>
                    <a:pt x="183438" y="14808"/>
                    <a:pt x="183308" y="14871"/>
                  </a:cubicBezTo>
                  <a:cubicBezTo>
                    <a:pt x="183161" y="14942"/>
                    <a:pt x="182999" y="14990"/>
                    <a:pt x="182847" y="15046"/>
                  </a:cubicBezTo>
                  <a:cubicBezTo>
                    <a:pt x="182698" y="15100"/>
                    <a:pt x="182566" y="15076"/>
                    <a:pt x="182411" y="15081"/>
                  </a:cubicBezTo>
                  <a:cubicBezTo>
                    <a:pt x="182372" y="15083"/>
                    <a:pt x="182350" y="15113"/>
                    <a:pt x="182346" y="15144"/>
                  </a:cubicBezTo>
                  <a:cubicBezTo>
                    <a:pt x="182242" y="15124"/>
                    <a:pt x="182140" y="15103"/>
                    <a:pt x="182036" y="15085"/>
                  </a:cubicBezTo>
                  <a:cubicBezTo>
                    <a:pt x="181842" y="15053"/>
                    <a:pt x="181656" y="15057"/>
                    <a:pt x="181463" y="15064"/>
                  </a:cubicBezTo>
                  <a:cubicBezTo>
                    <a:pt x="181273" y="15072"/>
                    <a:pt x="181083" y="15063"/>
                    <a:pt x="180894" y="15042"/>
                  </a:cubicBezTo>
                  <a:cubicBezTo>
                    <a:pt x="180715" y="15022"/>
                    <a:pt x="180535" y="15001"/>
                    <a:pt x="180354" y="15016"/>
                  </a:cubicBezTo>
                  <a:cubicBezTo>
                    <a:pt x="180274" y="15023"/>
                    <a:pt x="180195" y="15040"/>
                    <a:pt x="180115" y="15042"/>
                  </a:cubicBezTo>
                  <a:cubicBezTo>
                    <a:pt x="180022" y="15044"/>
                    <a:pt x="179930" y="15020"/>
                    <a:pt x="179837" y="15018"/>
                  </a:cubicBezTo>
                  <a:cubicBezTo>
                    <a:pt x="179746" y="15014"/>
                    <a:pt x="179655" y="15027"/>
                    <a:pt x="179564" y="15027"/>
                  </a:cubicBezTo>
                  <a:cubicBezTo>
                    <a:pt x="179467" y="15027"/>
                    <a:pt x="179369" y="15020"/>
                    <a:pt x="179270" y="15020"/>
                  </a:cubicBezTo>
                  <a:cubicBezTo>
                    <a:pt x="179077" y="15022"/>
                    <a:pt x="178887" y="15046"/>
                    <a:pt x="178694" y="15033"/>
                  </a:cubicBezTo>
                  <a:cubicBezTo>
                    <a:pt x="178502" y="15018"/>
                    <a:pt x="178322" y="14986"/>
                    <a:pt x="178130" y="15010"/>
                  </a:cubicBezTo>
                  <a:cubicBezTo>
                    <a:pt x="178041" y="15022"/>
                    <a:pt x="177952" y="15038"/>
                    <a:pt x="177862" y="15044"/>
                  </a:cubicBezTo>
                  <a:cubicBezTo>
                    <a:pt x="177777" y="15049"/>
                    <a:pt x="177723" y="15018"/>
                    <a:pt x="177649" y="14979"/>
                  </a:cubicBezTo>
                  <a:cubicBezTo>
                    <a:pt x="177576" y="14940"/>
                    <a:pt x="177498" y="14916"/>
                    <a:pt x="177422" y="14884"/>
                  </a:cubicBezTo>
                  <a:cubicBezTo>
                    <a:pt x="177332" y="14849"/>
                    <a:pt x="177251" y="14798"/>
                    <a:pt x="177161" y="14759"/>
                  </a:cubicBezTo>
                  <a:cubicBezTo>
                    <a:pt x="176990" y="14679"/>
                    <a:pt x="176817" y="14603"/>
                    <a:pt x="176652" y="14508"/>
                  </a:cubicBezTo>
                  <a:cubicBezTo>
                    <a:pt x="176484" y="14413"/>
                    <a:pt x="176313" y="14356"/>
                    <a:pt x="176127" y="14298"/>
                  </a:cubicBezTo>
                  <a:cubicBezTo>
                    <a:pt x="175765" y="14183"/>
                    <a:pt x="175398" y="14064"/>
                    <a:pt x="175026" y="13976"/>
                  </a:cubicBezTo>
                  <a:cubicBezTo>
                    <a:pt x="174853" y="13937"/>
                    <a:pt x="174688" y="13949"/>
                    <a:pt x="174511" y="13960"/>
                  </a:cubicBezTo>
                  <a:cubicBezTo>
                    <a:pt x="174325" y="13971"/>
                    <a:pt x="174152" y="13989"/>
                    <a:pt x="173979" y="14056"/>
                  </a:cubicBezTo>
                  <a:cubicBezTo>
                    <a:pt x="173819" y="14120"/>
                    <a:pt x="173659" y="14188"/>
                    <a:pt x="173496" y="14244"/>
                  </a:cubicBezTo>
                  <a:cubicBezTo>
                    <a:pt x="173325" y="14302"/>
                    <a:pt x="173135" y="14268"/>
                    <a:pt x="172962" y="14330"/>
                  </a:cubicBezTo>
                  <a:cubicBezTo>
                    <a:pt x="172919" y="14345"/>
                    <a:pt x="172878" y="14367"/>
                    <a:pt x="172834" y="14373"/>
                  </a:cubicBezTo>
                  <a:cubicBezTo>
                    <a:pt x="172791" y="14378"/>
                    <a:pt x="172748" y="14373"/>
                    <a:pt x="172705" y="14380"/>
                  </a:cubicBezTo>
                  <a:cubicBezTo>
                    <a:pt x="172620" y="14391"/>
                    <a:pt x="172547" y="14436"/>
                    <a:pt x="172480" y="14488"/>
                  </a:cubicBezTo>
                  <a:cubicBezTo>
                    <a:pt x="172331" y="14601"/>
                    <a:pt x="172162" y="14681"/>
                    <a:pt x="172004" y="14780"/>
                  </a:cubicBezTo>
                  <a:cubicBezTo>
                    <a:pt x="171842" y="14880"/>
                    <a:pt x="171681" y="14947"/>
                    <a:pt x="171506" y="15022"/>
                  </a:cubicBezTo>
                  <a:cubicBezTo>
                    <a:pt x="171349" y="15090"/>
                    <a:pt x="171206" y="15185"/>
                    <a:pt x="171031" y="15202"/>
                  </a:cubicBezTo>
                  <a:cubicBezTo>
                    <a:pt x="170859" y="15217"/>
                    <a:pt x="170682" y="15169"/>
                    <a:pt x="170514" y="15137"/>
                  </a:cubicBezTo>
                  <a:cubicBezTo>
                    <a:pt x="170340" y="15105"/>
                    <a:pt x="170183" y="15022"/>
                    <a:pt x="170009" y="14999"/>
                  </a:cubicBezTo>
                  <a:cubicBezTo>
                    <a:pt x="169919" y="14986"/>
                    <a:pt x="169849" y="14971"/>
                    <a:pt x="169769" y="14936"/>
                  </a:cubicBezTo>
                  <a:cubicBezTo>
                    <a:pt x="169702" y="14906"/>
                    <a:pt x="169633" y="14882"/>
                    <a:pt x="169562" y="14862"/>
                  </a:cubicBezTo>
                  <a:cubicBezTo>
                    <a:pt x="169382" y="14811"/>
                    <a:pt x="169198" y="14771"/>
                    <a:pt x="169017" y="14717"/>
                  </a:cubicBezTo>
                  <a:cubicBezTo>
                    <a:pt x="168655" y="14609"/>
                    <a:pt x="168285" y="14492"/>
                    <a:pt x="167954" y="14304"/>
                  </a:cubicBezTo>
                  <a:cubicBezTo>
                    <a:pt x="167792" y="14211"/>
                    <a:pt x="167680" y="14092"/>
                    <a:pt x="167561" y="13950"/>
                  </a:cubicBezTo>
                  <a:cubicBezTo>
                    <a:pt x="167461" y="13831"/>
                    <a:pt x="167349" y="13718"/>
                    <a:pt x="167198" y="13664"/>
                  </a:cubicBezTo>
                  <a:cubicBezTo>
                    <a:pt x="166906" y="13558"/>
                    <a:pt x="166603" y="13662"/>
                    <a:pt x="166313" y="13727"/>
                  </a:cubicBezTo>
                  <a:cubicBezTo>
                    <a:pt x="166140" y="13768"/>
                    <a:pt x="165975" y="13813"/>
                    <a:pt x="165811" y="13883"/>
                  </a:cubicBezTo>
                  <a:cubicBezTo>
                    <a:pt x="165640" y="13956"/>
                    <a:pt x="165478" y="14049"/>
                    <a:pt x="165307" y="14118"/>
                  </a:cubicBezTo>
                  <a:cubicBezTo>
                    <a:pt x="165220" y="14153"/>
                    <a:pt x="165129" y="14175"/>
                    <a:pt x="165045" y="14216"/>
                  </a:cubicBezTo>
                  <a:cubicBezTo>
                    <a:pt x="164970" y="14254"/>
                    <a:pt x="164913" y="14306"/>
                    <a:pt x="164851" y="14361"/>
                  </a:cubicBezTo>
                  <a:cubicBezTo>
                    <a:pt x="164706" y="14497"/>
                    <a:pt x="164545" y="14618"/>
                    <a:pt x="164394" y="14750"/>
                  </a:cubicBezTo>
                  <a:cubicBezTo>
                    <a:pt x="164273" y="14856"/>
                    <a:pt x="164178" y="14996"/>
                    <a:pt x="164048" y="15094"/>
                  </a:cubicBezTo>
                  <a:cubicBezTo>
                    <a:pt x="163901" y="15206"/>
                    <a:pt x="163713" y="15165"/>
                    <a:pt x="163550" y="15228"/>
                  </a:cubicBezTo>
                  <a:cubicBezTo>
                    <a:pt x="163499" y="15248"/>
                    <a:pt x="163458" y="15284"/>
                    <a:pt x="163406" y="15297"/>
                  </a:cubicBezTo>
                  <a:cubicBezTo>
                    <a:pt x="163319" y="15321"/>
                    <a:pt x="163226" y="15312"/>
                    <a:pt x="163140" y="15336"/>
                  </a:cubicBezTo>
                  <a:cubicBezTo>
                    <a:pt x="163070" y="15354"/>
                    <a:pt x="163008" y="15392"/>
                    <a:pt x="162938" y="15403"/>
                  </a:cubicBezTo>
                  <a:cubicBezTo>
                    <a:pt x="162848" y="15420"/>
                    <a:pt x="162769" y="15438"/>
                    <a:pt x="162685" y="15475"/>
                  </a:cubicBezTo>
                  <a:cubicBezTo>
                    <a:pt x="162523" y="15407"/>
                    <a:pt x="162361" y="15338"/>
                    <a:pt x="162199" y="15267"/>
                  </a:cubicBezTo>
                  <a:cubicBezTo>
                    <a:pt x="161883" y="15128"/>
                    <a:pt x="161569" y="15044"/>
                    <a:pt x="161236" y="14953"/>
                  </a:cubicBezTo>
                  <a:cubicBezTo>
                    <a:pt x="161098" y="14914"/>
                    <a:pt x="160985" y="14824"/>
                    <a:pt x="160840" y="14802"/>
                  </a:cubicBezTo>
                  <a:cubicBezTo>
                    <a:pt x="160656" y="14774"/>
                    <a:pt x="160559" y="14707"/>
                    <a:pt x="160414" y="14594"/>
                  </a:cubicBezTo>
                  <a:cubicBezTo>
                    <a:pt x="160157" y="14393"/>
                    <a:pt x="159865" y="14222"/>
                    <a:pt x="159585" y="14058"/>
                  </a:cubicBezTo>
                  <a:cubicBezTo>
                    <a:pt x="158962" y="13692"/>
                    <a:pt x="158324" y="13353"/>
                    <a:pt x="157673" y="13041"/>
                  </a:cubicBezTo>
                  <a:cubicBezTo>
                    <a:pt x="157520" y="12967"/>
                    <a:pt x="157371" y="12883"/>
                    <a:pt x="157212" y="12820"/>
                  </a:cubicBezTo>
                  <a:cubicBezTo>
                    <a:pt x="157065" y="12760"/>
                    <a:pt x="156912" y="12732"/>
                    <a:pt x="156758" y="12695"/>
                  </a:cubicBezTo>
                  <a:cubicBezTo>
                    <a:pt x="156605" y="12658"/>
                    <a:pt x="156501" y="12550"/>
                    <a:pt x="156365" y="12479"/>
                  </a:cubicBezTo>
                  <a:cubicBezTo>
                    <a:pt x="156211" y="12401"/>
                    <a:pt x="156045" y="12349"/>
                    <a:pt x="155891" y="12277"/>
                  </a:cubicBezTo>
                  <a:cubicBezTo>
                    <a:pt x="155577" y="12130"/>
                    <a:pt x="155279" y="11957"/>
                    <a:pt x="154958" y="11823"/>
                  </a:cubicBezTo>
                  <a:cubicBezTo>
                    <a:pt x="154636" y="11693"/>
                    <a:pt x="154318" y="11572"/>
                    <a:pt x="153990" y="11456"/>
                  </a:cubicBezTo>
                  <a:cubicBezTo>
                    <a:pt x="153836" y="11402"/>
                    <a:pt x="153693" y="11324"/>
                    <a:pt x="153544" y="11259"/>
                  </a:cubicBezTo>
                  <a:cubicBezTo>
                    <a:pt x="153384" y="11189"/>
                    <a:pt x="153219" y="11137"/>
                    <a:pt x="153059" y="11064"/>
                  </a:cubicBezTo>
                  <a:cubicBezTo>
                    <a:pt x="152737" y="10919"/>
                    <a:pt x="152397" y="10819"/>
                    <a:pt x="152069" y="10681"/>
                  </a:cubicBezTo>
                  <a:cubicBezTo>
                    <a:pt x="151748" y="10545"/>
                    <a:pt x="151439" y="10394"/>
                    <a:pt x="151102" y="10288"/>
                  </a:cubicBezTo>
                  <a:cubicBezTo>
                    <a:pt x="150786" y="10190"/>
                    <a:pt x="150472" y="10097"/>
                    <a:pt x="150172" y="9952"/>
                  </a:cubicBezTo>
                  <a:cubicBezTo>
                    <a:pt x="149877" y="9807"/>
                    <a:pt x="149622" y="9623"/>
                    <a:pt x="149386" y="9396"/>
                  </a:cubicBezTo>
                  <a:cubicBezTo>
                    <a:pt x="149282" y="9295"/>
                    <a:pt x="149192" y="9191"/>
                    <a:pt x="149099" y="9083"/>
                  </a:cubicBezTo>
                  <a:cubicBezTo>
                    <a:pt x="148997" y="8966"/>
                    <a:pt x="148867" y="8873"/>
                    <a:pt x="148748" y="8771"/>
                  </a:cubicBezTo>
                  <a:cubicBezTo>
                    <a:pt x="148632" y="8670"/>
                    <a:pt x="148528" y="8542"/>
                    <a:pt x="148404" y="8458"/>
                  </a:cubicBezTo>
                  <a:cubicBezTo>
                    <a:pt x="148275" y="8371"/>
                    <a:pt x="148138" y="8334"/>
                    <a:pt x="148019" y="8232"/>
                  </a:cubicBezTo>
                  <a:cubicBezTo>
                    <a:pt x="147742" y="7994"/>
                    <a:pt x="147455" y="7774"/>
                    <a:pt x="147197" y="7519"/>
                  </a:cubicBezTo>
                  <a:cubicBezTo>
                    <a:pt x="146955" y="7283"/>
                    <a:pt x="146685" y="7080"/>
                    <a:pt x="146522" y="6785"/>
                  </a:cubicBezTo>
                  <a:cubicBezTo>
                    <a:pt x="146380" y="6528"/>
                    <a:pt x="146142" y="6348"/>
                    <a:pt x="145902" y="6184"/>
                  </a:cubicBezTo>
                  <a:cubicBezTo>
                    <a:pt x="145789" y="6104"/>
                    <a:pt x="145666" y="6028"/>
                    <a:pt x="145534" y="5981"/>
                  </a:cubicBezTo>
                  <a:cubicBezTo>
                    <a:pt x="145395" y="5931"/>
                    <a:pt x="145246" y="5937"/>
                    <a:pt x="145101" y="5927"/>
                  </a:cubicBezTo>
                  <a:cubicBezTo>
                    <a:pt x="144777" y="5909"/>
                    <a:pt x="144413" y="5964"/>
                    <a:pt x="144113" y="6085"/>
                  </a:cubicBezTo>
                  <a:cubicBezTo>
                    <a:pt x="143955" y="6149"/>
                    <a:pt x="143803" y="6175"/>
                    <a:pt x="143641" y="6219"/>
                  </a:cubicBezTo>
                  <a:cubicBezTo>
                    <a:pt x="143466" y="6268"/>
                    <a:pt x="143302" y="6338"/>
                    <a:pt x="143126" y="6379"/>
                  </a:cubicBezTo>
                  <a:cubicBezTo>
                    <a:pt x="142811" y="6450"/>
                    <a:pt x="142497" y="6532"/>
                    <a:pt x="142183" y="6597"/>
                  </a:cubicBezTo>
                  <a:cubicBezTo>
                    <a:pt x="141865" y="6660"/>
                    <a:pt x="141580" y="6842"/>
                    <a:pt x="141305" y="7006"/>
                  </a:cubicBezTo>
                  <a:cubicBezTo>
                    <a:pt x="141022" y="7177"/>
                    <a:pt x="140779" y="7359"/>
                    <a:pt x="140548" y="7594"/>
                  </a:cubicBezTo>
                  <a:cubicBezTo>
                    <a:pt x="140498" y="7644"/>
                    <a:pt x="140461" y="7700"/>
                    <a:pt x="140414" y="7752"/>
                  </a:cubicBezTo>
                  <a:cubicBezTo>
                    <a:pt x="140360" y="7811"/>
                    <a:pt x="140303" y="7841"/>
                    <a:pt x="140236" y="7880"/>
                  </a:cubicBezTo>
                  <a:cubicBezTo>
                    <a:pt x="140079" y="7975"/>
                    <a:pt x="139938" y="8103"/>
                    <a:pt x="139797" y="8217"/>
                  </a:cubicBezTo>
                  <a:cubicBezTo>
                    <a:pt x="139520" y="8436"/>
                    <a:pt x="139252" y="8656"/>
                    <a:pt x="138947" y="8838"/>
                  </a:cubicBezTo>
                  <a:cubicBezTo>
                    <a:pt x="138666" y="9005"/>
                    <a:pt x="138454" y="9247"/>
                    <a:pt x="138186" y="9431"/>
                  </a:cubicBezTo>
                  <a:cubicBezTo>
                    <a:pt x="138054" y="9522"/>
                    <a:pt x="137909" y="9593"/>
                    <a:pt x="137779" y="9686"/>
                  </a:cubicBezTo>
                  <a:cubicBezTo>
                    <a:pt x="137630" y="9792"/>
                    <a:pt x="137502" y="9885"/>
                    <a:pt x="137327" y="9944"/>
                  </a:cubicBezTo>
                  <a:cubicBezTo>
                    <a:pt x="137182" y="9995"/>
                    <a:pt x="137089" y="10095"/>
                    <a:pt x="136953" y="10155"/>
                  </a:cubicBezTo>
                  <a:cubicBezTo>
                    <a:pt x="136799" y="10222"/>
                    <a:pt x="136643" y="10253"/>
                    <a:pt x="136481" y="10300"/>
                  </a:cubicBezTo>
                  <a:cubicBezTo>
                    <a:pt x="136170" y="10387"/>
                    <a:pt x="135921" y="10593"/>
                    <a:pt x="135597" y="10629"/>
                  </a:cubicBezTo>
                  <a:cubicBezTo>
                    <a:pt x="135248" y="10668"/>
                    <a:pt x="134909" y="10692"/>
                    <a:pt x="134563" y="10765"/>
                  </a:cubicBezTo>
                  <a:cubicBezTo>
                    <a:pt x="134221" y="10835"/>
                    <a:pt x="133885" y="10835"/>
                    <a:pt x="133535" y="10826"/>
                  </a:cubicBezTo>
                  <a:cubicBezTo>
                    <a:pt x="133168" y="10819"/>
                    <a:pt x="132789" y="10807"/>
                    <a:pt x="132425" y="10763"/>
                  </a:cubicBezTo>
                  <a:cubicBezTo>
                    <a:pt x="132088" y="10722"/>
                    <a:pt x="131757" y="10627"/>
                    <a:pt x="131415" y="10623"/>
                  </a:cubicBezTo>
                  <a:cubicBezTo>
                    <a:pt x="131039" y="10620"/>
                    <a:pt x="130669" y="10668"/>
                    <a:pt x="130290" y="10647"/>
                  </a:cubicBezTo>
                  <a:cubicBezTo>
                    <a:pt x="129931" y="10627"/>
                    <a:pt x="129577" y="10569"/>
                    <a:pt x="129222" y="10534"/>
                  </a:cubicBezTo>
                  <a:cubicBezTo>
                    <a:pt x="128911" y="10502"/>
                    <a:pt x="128601" y="10558"/>
                    <a:pt x="128341" y="10352"/>
                  </a:cubicBezTo>
                  <a:cubicBezTo>
                    <a:pt x="128324" y="10337"/>
                    <a:pt x="128305" y="10335"/>
                    <a:pt x="128290" y="10339"/>
                  </a:cubicBezTo>
                  <a:cubicBezTo>
                    <a:pt x="127974" y="10138"/>
                    <a:pt x="127656" y="9944"/>
                    <a:pt x="127297" y="9820"/>
                  </a:cubicBezTo>
                  <a:cubicBezTo>
                    <a:pt x="127067" y="9740"/>
                    <a:pt x="126834" y="9664"/>
                    <a:pt x="126594" y="9613"/>
                  </a:cubicBezTo>
                  <a:cubicBezTo>
                    <a:pt x="126371" y="9567"/>
                    <a:pt x="126142" y="9558"/>
                    <a:pt x="125914" y="9550"/>
                  </a:cubicBezTo>
                  <a:cubicBezTo>
                    <a:pt x="125679" y="9543"/>
                    <a:pt x="125497" y="9598"/>
                    <a:pt x="125300" y="9721"/>
                  </a:cubicBezTo>
                  <a:cubicBezTo>
                    <a:pt x="125088" y="9855"/>
                    <a:pt x="124863" y="9950"/>
                    <a:pt x="124627" y="10028"/>
                  </a:cubicBezTo>
                  <a:cubicBezTo>
                    <a:pt x="124463" y="10082"/>
                    <a:pt x="124199" y="10218"/>
                    <a:pt x="124028" y="10125"/>
                  </a:cubicBezTo>
                  <a:cubicBezTo>
                    <a:pt x="123888" y="10049"/>
                    <a:pt x="123810" y="9877"/>
                    <a:pt x="123725" y="9751"/>
                  </a:cubicBezTo>
                  <a:cubicBezTo>
                    <a:pt x="123661" y="9662"/>
                    <a:pt x="123591" y="9578"/>
                    <a:pt x="123527" y="9491"/>
                  </a:cubicBezTo>
                  <a:cubicBezTo>
                    <a:pt x="123457" y="9396"/>
                    <a:pt x="123408" y="9293"/>
                    <a:pt x="123349" y="9193"/>
                  </a:cubicBezTo>
                  <a:cubicBezTo>
                    <a:pt x="123224" y="8981"/>
                    <a:pt x="123115" y="8769"/>
                    <a:pt x="123012" y="8544"/>
                  </a:cubicBezTo>
                  <a:cubicBezTo>
                    <a:pt x="122821" y="8114"/>
                    <a:pt x="122590" y="7690"/>
                    <a:pt x="122261" y="7346"/>
                  </a:cubicBezTo>
                  <a:cubicBezTo>
                    <a:pt x="122108" y="7186"/>
                    <a:pt x="121954" y="7086"/>
                    <a:pt x="121761" y="6980"/>
                  </a:cubicBezTo>
                  <a:cubicBezTo>
                    <a:pt x="121670" y="6930"/>
                    <a:pt x="121588" y="6863"/>
                    <a:pt x="121497" y="6813"/>
                  </a:cubicBezTo>
                  <a:cubicBezTo>
                    <a:pt x="121398" y="6755"/>
                    <a:pt x="121288" y="6725"/>
                    <a:pt x="121175" y="6703"/>
                  </a:cubicBezTo>
                  <a:cubicBezTo>
                    <a:pt x="120948" y="6658"/>
                    <a:pt x="120723" y="6604"/>
                    <a:pt x="120496" y="6561"/>
                  </a:cubicBezTo>
                  <a:cubicBezTo>
                    <a:pt x="120254" y="6515"/>
                    <a:pt x="120024" y="6472"/>
                    <a:pt x="119791" y="6394"/>
                  </a:cubicBezTo>
                  <a:cubicBezTo>
                    <a:pt x="119689" y="6359"/>
                    <a:pt x="119585" y="6331"/>
                    <a:pt x="119496" y="6268"/>
                  </a:cubicBezTo>
                  <a:cubicBezTo>
                    <a:pt x="119412" y="6206"/>
                    <a:pt x="119336" y="6134"/>
                    <a:pt x="119256" y="6067"/>
                  </a:cubicBezTo>
                  <a:cubicBezTo>
                    <a:pt x="119077" y="5914"/>
                    <a:pt x="118936" y="5725"/>
                    <a:pt x="118765" y="5567"/>
                  </a:cubicBezTo>
                  <a:cubicBezTo>
                    <a:pt x="118588" y="5401"/>
                    <a:pt x="118432" y="5217"/>
                    <a:pt x="118253" y="5055"/>
                  </a:cubicBezTo>
                  <a:cubicBezTo>
                    <a:pt x="118086" y="4904"/>
                    <a:pt x="117894" y="4780"/>
                    <a:pt x="117697" y="4670"/>
                  </a:cubicBezTo>
                  <a:cubicBezTo>
                    <a:pt x="117506" y="4562"/>
                    <a:pt x="117301" y="4449"/>
                    <a:pt x="117093" y="4380"/>
                  </a:cubicBezTo>
                  <a:cubicBezTo>
                    <a:pt x="116896" y="4315"/>
                    <a:pt x="116685" y="4304"/>
                    <a:pt x="116479" y="4326"/>
                  </a:cubicBezTo>
                  <a:cubicBezTo>
                    <a:pt x="116271" y="4348"/>
                    <a:pt x="116066" y="4400"/>
                    <a:pt x="115865" y="4460"/>
                  </a:cubicBezTo>
                  <a:cubicBezTo>
                    <a:pt x="115646" y="4523"/>
                    <a:pt x="115447" y="4627"/>
                    <a:pt x="115233" y="4696"/>
                  </a:cubicBezTo>
                  <a:cubicBezTo>
                    <a:pt x="115123" y="4733"/>
                    <a:pt x="115013" y="4752"/>
                    <a:pt x="114906" y="4797"/>
                  </a:cubicBezTo>
                  <a:cubicBezTo>
                    <a:pt x="114792" y="4843"/>
                    <a:pt x="114684" y="4899"/>
                    <a:pt x="114565" y="4930"/>
                  </a:cubicBezTo>
                  <a:cubicBezTo>
                    <a:pt x="114351" y="4990"/>
                    <a:pt x="114126" y="5066"/>
                    <a:pt x="113905" y="5098"/>
                  </a:cubicBezTo>
                  <a:cubicBezTo>
                    <a:pt x="113669" y="5131"/>
                    <a:pt x="113440" y="5150"/>
                    <a:pt x="113224" y="5263"/>
                  </a:cubicBezTo>
                  <a:cubicBezTo>
                    <a:pt x="113050" y="5354"/>
                    <a:pt x="112893" y="5477"/>
                    <a:pt x="112771" y="5630"/>
                  </a:cubicBezTo>
                  <a:cubicBezTo>
                    <a:pt x="112488" y="5979"/>
                    <a:pt x="112488" y="6444"/>
                    <a:pt x="112393" y="6863"/>
                  </a:cubicBezTo>
                  <a:cubicBezTo>
                    <a:pt x="112341" y="7099"/>
                    <a:pt x="112257" y="7324"/>
                    <a:pt x="112196" y="7556"/>
                  </a:cubicBezTo>
                  <a:cubicBezTo>
                    <a:pt x="112177" y="7625"/>
                    <a:pt x="112162" y="7703"/>
                    <a:pt x="112122" y="7763"/>
                  </a:cubicBezTo>
                  <a:cubicBezTo>
                    <a:pt x="112099" y="7796"/>
                    <a:pt x="112101" y="7796"/>
                    <a:pt x="112071" y="7793"/>
                  </a:cubicBezTo>
                  <a:cubicBezTo>
                    <a:pt x="112038" y="7787"/>
                    <a:pt x="111984" y="7707"/>
                    <a:pt x="111954" y="7687"/>
                  </a:cubicBezTo>
                  <a:cubicBezTo>
                    <a:pt x="111880" y="7633"/>
                    <a:pt x="111794" y="7609"/>
                    <a:pt x="111712" y="7568"/>
                  </a:cubicBezTo>
                  <a:cubicBezTo>
                    <a:pt x="111616" y="7521"/>
                    <a:pt x="111532" y="7445"/>
                    <a:pt x="111461" y="7363"/>
                  </a:cubicBezTo>
                  <a:cubicBezTo>
                    <a:pt x="111314" y="7198"/>
                    <a:pt x="111177" y="7015"/>
                    <a:pt x="111065" y="6826"/>
                  </a:cubicBezTo>
                  <a:cubicBezTo>
                    <a:pt x="110866" y="6485"/>
                    <a:pt x="110483" y="6111"/>
                    <a:pt x="110039" y="6204"/>
                  </a:cubicBezTo>
                  <a:cubicBezTo>
                    <a:pt x="109841" y="6245"/>
                    <a:pt x="109747" y="6413"/>
                    <a:pt x="109598" y="6528"/>
                  </a:cubicBezTo>
                  <a:cubicBezTo>
                    <a:pt x="109421" y="6664"/>
                    <a:pt x="109213" y="6753"/>
                    <a:pt x="109034" y="6891"/>
                  </a:cubicBezTo>
                  <a:cubicBezTo>
                    <a:pt x="108670" y="7177"/>
                    <a:pt x="108361" y="7538"/>
                    <a:pt x="108095" y="7914"/>
                  </a:cubicBezTo>
                  <a:cubicBezTo>
                    <a:pt x="107989" y="8060"/>
                    <a:pt x="107892" y="8215"/>
                    <a:pt x="107798" y="8369"/>
                  </a:cubicBezTo>
                  <a:cubicBezTo>
                    <a:pt x="107719" y="8349"/>
                    <a:pt x="107641" y="8330"/>
                    <a:pt x="107561" y="8321"/>
                  </a:cubicBezTo>
                  <a:cubicBezTo>
                    <a:pt x="107441" y="8306"/>
                    <a:pt x="107312" y="8336"/>
                    <a:pt x="107193" y="8308"/>
                  </a:cubicBezTo>
                  <a:cubicBezTo>
                    <a:pt x="107083" y="8284"/>
                    <a:pt x="106985" y="8211"/>
                    <a:pt x="106890" y="8153"/>
                  </a:cubicBezTo>
                  <a:cubicBezTo>
                    <a:pt x="106780" y="8086"/>
                    <a:pt x="106665" y="8034"/>
                    <a:pt x="106548" y="7984"/>
                  </a:cubicBezTo>
                  <a:cubicBezTo>
                    <a:pt x="106310" y="7886"/>
                    <a:pt x="106077" y="7781"/>
                    <a:pt x="105837" y="7687"/>
                  </a:cubicBezTo>
                  <a:cubicBezTo>
                    <a:pt x="105592" y="7592"/>
                    <a:pt x="105361" y="7471"/>
                    <a:pt x="105114" y="7382"/>
                  </a:cubicBezTo>
                  <a:cubicBezTo>
                    <a:pt x="104883" y="7302"/>
                    <a:pt x="104643" y="7211"/>
                    <a:pt x="104450" y="7067"/>
                  </a:cubicBezTo>
                  <a:cubicBezTo>
                    <a:pt x="104355" y="6997"/>
                    <a:pt x="104247" y="6952"/>
                    <a:pt x="104143" y="6896"/>
                  </a:cubicBezTo>
                  <a:cubicBezTo>
                    <a:pt x="104032" y="6837"/>
                    <a:pt x="103922" y="6773"/>
                    <a:pt x="103807" y="6720"/>
                  </a:cubicBezTo>
                  <a:cubicBezTo>
                    <a:pt x="103598" y="6625"/>
                    <a:pt x="103410" y="6496"/>
                    <a:pt x="103211" y="6387"/>
                  </a:cubicBezTo>
                  <a:cubicBezTo>
                    <a:pt x="102994" y="6266"/>
                    <a:pt x="102745" y="6214"/>
                    <a:pt x="102525" y="6098"/>
                  </a:cubicBezTo>
                  <a:cubicBezTo>
                    <a:pt x="102326" y="5994"/>
                    <a:pt x="102153" y="5883"/>
                    <a:pt x="101993" y="5730"/>
                  </a:cubicBezTo>
                  <a:cubicBezTo>
                    <a:pt x="101930" y="5671"/>
                    <a:pt x="101852" y="5594"/>
                    <a:pt x="101766" y="5555"/>
                  </a:cubicBezTo>
                  <a:cubicBezTo>
                    <a:pt x="101763" y="5550"/>
                    <a:pt x="101759" y="5542"/>
                    <a:pt x="101755" y="5537"/>
                  </a:cubicBezTo>
                  <a:cubicBezTo>
                    <a:pt x="101632" y="5373"/>
                    <a:pt x="101478" y="5286"/>
                    <a:pt x="101270" y="5282"/>
                  </a:cubicBezTo>
                  <a:cubicBezTo>
                    <a:pt x="101022" y="5276"/>
                    <a:pt x="100784" y="5299"/>
                    <a:pt x="100535" y="5261"/>
                  </a:cubicBezTo>
                  <a:cubicBezTo>
                    <a:pt x="100295" y="5224"/>
                    <a:pt x="100061" y="5159"/>
                    <a:pt x="99817" y="5157"/>
                  </a:cubicBezTo>
                  <a:cubicBezTo>
                    <a:pt x="99709" y="5155"/>
                    <a:pt x="99618" y="5155"/>
                    <a:pt x="99516" y="5113"/>
                  </a:cubicBezTo>
                  <a:cubicBezTo>
                    <a:pt x="99410" y="5072"/>
                    <a:pt x="99311" y="5020"/>
                    <a:pt x="99205" y="4981"/>
                  </a:cubicBezTo>
                  <a:cubicBezTo>
                    <a:pt x="98980" y="4899"/>
                    <a:pt x="98787" y="4772"/>
                    <a:pt x="98603" y="4624"/>
                  </a:cubicBezTo>
                  <a:cubicBezTo>
                    <a:pt x="98424" y="4479"/>
                    <a:pt x="98210" y="4382"/>
                    <a:pt x="98011" y="4267"/>
                  </a:cubicBezTo>
                  <a:cubicBezTo>
                    <a:pt x="97811" y="4151"/>
                    <a:pt x="97586" y="4051"/>
                    <a:pt x="97353" y="4025"/>
                  </a:cubicBezTo>
                  <a:cubicBezTo>
                    <a:pt x="97139" y="3999"/>
                    <a:pt x="96929" y="4045"/>
                    <a:pt x="96715" y="4038"/>
                  </a:cubicBezTo>
                  <a:cubicBezTo>
                    <a:pt x="96611" y="4034"/>
                    <a:pt x="96503" y="4019"/>
                    <a:pt x="96407" y="3984"/>
                  </a:cubicBezTo>
                  <a:cubicBezTo>
                    <a:pt x="96308" y="3947"/>
                    <a:pt x="96243" y="3882"/>
                    <a:pt x="96155" y="3829"/>
                  </a:cubicBezTo>
                  <a:cubicBezTo>
                    <a:pt x="95960" y="3714"/>
                    <a:pt x="95704" y="3733"/>
                    <a:pt x="95486" y="3748"/>
                  </a:cubicBezTo>
                  <a:cubicBezTo>
                    <a:pt x="95240" y="3764"/>
                    <a:pt x="94997" y="3779"/>
                    <a:pt x="94757" y="3844"/>
                  </a:cubicBezTo>
                  <a:cubicBezTo>
                    <a:pt x="94530" y="3906"/>
                    <a:pt x="94316" y="4006"/>
                    <a:pt x="94089" y="4069"/>
                  </a:cubicBezTo>
                  <a:cubicBezTo>
                    <a:pt x="93836" y="4142"/>
                    <a:pt x="93604" y="4116"/>
                    <a:pt x="93349" y="4064"/>
                  </a:cubicBezTo>
                  <a:cubicBezTo>
                    <a:pt x="93105" y="4015"/>
                    <a:pt x="92877" y="3995"/>
                    <a:pt x="92629" y="3991"/>
                  </a:cubicBezTo>
                  <a:cubicBezTo>
                    <a:pt x="92389" y="3988"/>
                    <a:pt x="92164" y="3896"/>
                    <a:pt x="91923" y="3887"/>
                  </a:cubicBezTo>
                  <a:cubicBezTo>
                    <a:pt x="91690" y="3876"/>
                    <a:pt x="91426" y="3887"/>
                    <a:pt x="91195" y="3928"/>
                  </a:cubicBezTo>
                  <a:cubicBezTo>
                    <a:pt x="91082" y="3948"/>
                    <a:pt x="90974" y="3995"/>
                    <a:pt x="90861" y="4014"/>
                  </a:cubicBezTo>
                  <a:cubicBezTo>
                    <a:pt x="90745" y="4034"/>
                    <a:pt x="90634" y="4041"/>
                    <a:pt x="90524" y="4084"/>
                  </a:cubicBezTo>
                  <a:cubicBezTo>
                    <a:pt x="90342" y="4155"/>
                    <a:pt x="90199" y="4281"/>
                    <a:pt x="90065" y="4417"/>
                  </a:cubicBezTo>
                  <a:cubicBezTo>
                    <a:pt x="89903" y="4583"/>
                    <a:pt x="89708" y="4705"/>
                    <a:pt x="89533" y="4858"/>
                  </a:cubicBezTo>
                  <a:cubicBezTo>
                    <a:pt x="89447" y="4936"/>
                    <a:pt x="89364" y="4988"/>
                    <a:pt x="89261" y="5044"/>
                  </a:cubicBezTo>
                  <a:cubicBezTo>
                    <a:pt x="89161" y="5096"/>
                    <a:pt x="89085" y="5169"/>
                    <a:pt x="88995" y="5237"/>
                  </a:cubicBezTo>
                  <a:cubicBezTo>
                    <a:pt x="88906" y="5304"/>
                    <a:pt x="88800" y="5332"/>
                    <a:pt x="88705" y="5388"/>
                  </a:cubicBezTo>
                  <a:cubicBezTo>
                    <a:pt x="88609" y="5442"/>
                    <a:pt x="88527" y="5518"/>
                    <a:pt x="88439" y="5583"/>
                  </a:cubicBezTo>
                  <a:cubicBezTo>
                    <a:pt x="88246" y="5721"/>
                    <a:pt x="88036" y="5825"/>
                    <a:pt x="87848" y="5972"/>
                  </a:cubicBezTo>
                  <a:cubicBezTo>
                    <a:pt x="87658" y="6119"/>
                    <a:pt x="87474" y="6264"/>
                    <a:pt x="87262" y="6381"/>
                  </a:cubicBezTo>
                  <a:cubicBezTo>
                    <a:pt x="87046" y="6502"/>
                    <a:pt x="86819" y="6601"/>
                    <a:pt x="86606" y="6727"/>
                  </a:cubicBezTo>
                  <a:cubicBezTo>
                    <a:pt x="86407" y="6842"/>
                    <a:pt x="86245" y="7004"/>
                    <a:pt x="86057" y="7134"/>
                  </a:cubicBezTo>
                  <a:cubicBezTo>
                    <a:pt x="85865" y="7266"/>
                    <a:pt x="85670" y="7397"/>
                    <a:pt x="85473" y="7521"/>
                  </a:cubicBezTo>
                  <a:cubicBezTo>
                    <a:pt x="85071" y="7774"/>
                    <a:pt x="84606" y="7923"/>
                    <a:pt x="84188" y="8148"/>
                  </a:cubicBezTo>
                  <a:cubicBezTo>
                    <a:pt x="83980" y="8258"/>
                    <a:pt x="83781" y="8386"/>
                    <a:pt x="83602" y="8540"/>
                  </a:cubicBezTo>
                  <a:cubicBezTo>
                    <a:pt x="83416" y="8700"/>
                    <a:pt x="83249" y="8881"/>
                    <a:pt x="83059" y="9039"/>
                  </a:cubicBezTo>
                  <a:cubicBezTo>
                    <a:pt x="82672" y="9359"/>
                    <a:pt x="82231" y="9597"/>
                    <a:pt x="81824" y="9889"/>
                  </a:cubicBezTo>
                  <a:cubicBezTo>
                    <a:pt x="81612" y="10041"/>
                    <a:pt x="81406" y="10203"/>
                    <a:pt x="81203" y="10367"/>
                  </a:cubicBezTo>
                  <a:cubicBezTo>
                    <a:pt x="81041" y="10497"/>
                    <a:pt x="80885" y="10666"/>
                    <a:pt x="80667" y="10692"/>
                  </a:cubicBezTo>
                  <a:cubicBezTo>
                    <a:pt x="80431" y="10720"/>
                    <a:pt x="80191" y="10664"/>
                    <a:pt x="79962" y="10618"/>
                  </a:cubicBezTo>
                  <a:cubicBezTo>
                    <a:pt x="79710" y="10566"/>
                    <a:pt x="79455" y="10532"/>
                    <a:pt x="79198" y="10493"/>
                  </a:cubicBezTo>
                  <a:cubicBezTo>
                    <a:pt x="78943" y="10454"/>
                    <a:pt x="78713" y="10448"/>
                    <a:pt x="78454" y="10480"/>
                  </a:cubicBezTo>
                  <a:cubicBezTo>
                    <a:pt x="78203" y="10510"/>
                    <a:pt x="77950" y="10515"/>
                    <a:pt x="77701" y="10553"/>
                  </a:cubicBezTo>
                  <a:cubicBezTo>
                    <a:pt x="77457" y="10588"/>
                    <a:pt x="77221" y="10666"/>
                    <a:pt x="76991" y="10744"/>
                  </a:cubicBezTo>
                  <a:cubicBezTo>
                    <a:pt x="76892" y="10778"/>
                    <a:pt x="76801" y="10815"/>
                    <a:pt x="76725" y="10884"/>
                  </a:cubicBezTo>
                  <a:cubicBezTo>
                    <a:pt x="76654" y="10949"/>
                    <a:pt x="76539" y="10960"/>
                    <a:pt x="76449" y="10995"/>
                  </a:cubicBezTo>
                  <a:cubicBezTo>
                    <a:pt x="76265" y="11071"/>
                    <a:pt x="76059" y="11161"/>
                    <a:pt x="75856" y="11153"/>
                  </a:cubicBezTo>
                  <a:cubicBezTo>
                    <a:pt x="75856" y="11151"/>
                    <a:pt x="75856" y="11151"/>
                    <a:pt x="75856" y="11151"/>
                  </a:cubicBezTo>
                  <a:cubicBezTo>
                    <a:pt x="75834" y="11099"/>
                    <a:pt x="75750" y="11107"/>
                    <a:pt x="75741" y="11155"/>
                  </a:cubicBezTo>
                  <a:cubicBezTo>
                    <a:pt x="75700" y="11146"/>
                    <a:pt x="75659" y="11133"/>
                    <a:pt x="75618" y="11122"/>
                  </a:cubicBezTo>
                  <a:cubicBezTo>
                    <a:pt x="75490" y="11077"/>
                    <a:pt x="75365" y="11021"/>
                    <a:pt x="75242" y="10964"/>
                  </a:cubicBezTo>
                  <a:cubicBezTo>
                    <a:pt x="74982" y="10841"/>
                    <a:pt x="74722" y="10733"/>
                    <a:pt x="74446" y="10646"/>
                  </a:cubicBezTo>
                  <a:cubicBezTo>
                    <a:pt x="74307" y="10603"/>
                    <a:pt x="74164" y="10569"/>
                    <a:pt x="74028" y="10517"/>
                  </a:cubicBezTo>
                  <a:cubicBezTo>
                    <a:pt x="73909" y="10471"/>
                    <a:pt x="73799" y="10402"/>
                    <a:pt x="73680" y="10350"/>
                  </a:cubicBezTo>
                  <a:cubicBezTo>
                    <a:pt x="73569" y="10300"/>
                    <a:pt x="73446" y="10266"/>
                    <a:pt x="73342" y="10197"/>
                  </a:cubicBezTo>
                  <a:cubicBezTo>
                    <a:pt x="73228" y="10123"/>
                    <a:pt x="73122" y="10032"/>
                    <a:pt x="73014" y="9946"/>
                  </a:cubicBezTo>
                  <a:cubicBezTo>
                    <a:pt x="72903" y="9859"/>
                    <a:pt x="72789" y="9770"/>
                    <a:pt x="72670" y="9691"/>
                  </a:cubicBezTo>
                  <a:cubicBezTo>
                    <a:pt x="72557" y="9615"/>
                    <a:pt x="72455" y="9526"/>
                    <a:pt x="72341" y="9452"/>
                  </a:cubicBezTo>
                  <a:cubicBezTo>
                    <a:pt x="72226" y="9377"/>
                    <a:pt x="72135" y="9280"/>
                    <a:pt x="72032" y="9193"/>
                  </a:cubicBezTo>
                  <a:cubicBezTo>
                    <a:pt x="71923" y="9102"/>
                    <a:pt x="71800" y="9026"/>
                    <a:pt x="71679" y="8949"/>
                  </a:cubicBezTo>
                  <a:cubicBezTo>
                    <a:pt x="71432" y="8788"/>
                    <a:pt x="71179" y="8631"/>
                    <a:pt x="70918" y="8492"/>
                  </a:cubicBezTo>
                  <a:cubicBezTo>
                    <a:pt x="70660" y="8352"/>
                    <a:pt x="70401" y="8207"/>
                    <a:pt x="70137" y="8077"/>
                  </a:cubicBezTo>
                  <a:cubicBezTo>
                    <a:pt x="69884" y="7953"/>
                    <a:pt x="69615" y="7860"/>
                    <a:pt x="69351" y="7763"/>
                  </a:cubicBezTo>
                  <a:cubicBezTo>
                    <a:pt x="69113" y="7677"/>
                    <a:pt x="68873" y="7594"/>
                    <a:pt x="68668" y="7443"/>
                  </a:cubicBezTo>
                  <a:cubicBezTo>
                    <a:pt x="68560" y="7363"/>
                    <a:pt x="68456" y="7279"/>
                    <a:pt x="68345" y="7207"/>
                  </a:cubicBezTo>
                  <a:cubicBezTo>
                    <a:pt x="68235" y="7134"/>
                    <a:pt x="68118" y="7082"/>
                    <a:pt x="68000" y="7025"/>
                  </a:cubicBezTo>
                  <a:cubicBezTo>
                    <a:pt x="67762" y="6911"/>
                    <a:pt x="67545" y="6764"/>
                    <a:pt x="67316" y="6636"/>
                  </a:cubicBezTo>
                  <a:cubicBezTo>
                    <a:pt x="67201" y="6571"/>
                    <a:pt x="67082" y="6509"/>
                    <a:pt x="66959" y="6461"/>
                  </a:cubicBezTo>
                  <a:cubicBezTo>
                    <a:pt x="66833" y="6413"/>
                    <a:pt x="66714" y="6394"/>
                    <a:pt x="66580" y="6383"/>
                  </a:cubicBezTo>
                  <a:cubicBezTo>
                    <a:pt x="66446" y="6370"/>
                    <a:pt x="66319" y="6325"/>
                    <a:pt x="66185" y="6318"/>
                  </a:cubicBezTo>
                  <a:cubicBezTo>
                    <a:pt x="66059" y="6312"/>
                    <a:pt x="65929" y="6305"/>
                    <a:pt x="65800" y="6303"/>
                  </a:cubicBezTo>
                  <a:cubicBezTo>
                    <a:pt x="65653" y="6301"/>
                    <a:pt x="65520" y="6346"/>
                    <a:pt x="65378" y="6383"/>
                  </a:cubicBezTo>
                  <a:cubicBezTo>
                    <a:pt x="65233" y="6422"/>
                    <a:pt x="65088" y="6448"/>
                    <a:pt x="64941" y="6476"/>
                  </a:cubicBezTo>
                  <a:cubicBezTo>
                    <a:pt x="64809" y="6500"/>
                    <a:pt x="64677" y="6519"/>
                    <a:pt x="64543" y="6535"/>
                  </a:cubicBezTo>
                  <a:cubicBezTo>
                    <a:pt x="64454" y="6454"/>
                    <a:pt x="64365" y="6368"/>
                    <a:pt x="64273" y="6290"/>
                  </a:cubicBezTo>
                  <a:cubicBezTo>
                    <a:pt x="64141" y="6177"/>
                    <a:pt x="63987" y="6091"/>
                    <a:pt x="63846" y="5991"/>
                  </a:cubicBezTo>
                  <a:cubicBezTo>
                    <a:pt x="63704" y="5890"/>
                    <a:pt x="63595" y="5769"/>
                    <a:pt x="63487" y="5635"/>
                  </a:cubicBezTo>
                  <a:cubicBezTo>
                    <a:pt x="63256" y="5354"/>
                    <a:pt x="62996" y="5102"/>
                    <a:pt x="62756" y="4828"/>
                  </a:cubicBezTo>
                  <a:cubicBezTo>
                    <a:pt x="62652" y="4709"/>
                    <a:pt x="62542" y="4568"/>
                    <a:pt x="62386" y="4514"/>
                  </a:cubicBezTo>
                  <a:cubicBezTo>
                    <a:pt x="62319" y="4490"/>
                    <a:pt x="62256" y="4467"/>
                    <a:pt x="62194" y="4430"/>
                  </a:cubicBezTo>
                  <a:cubicBezTo>
                    <a:pt x="62127" y="4391"/>
                    <a:pt x="62059" y="4354"/>
                    <a:pt x="61979" y="4345"/>
                  </a:cubicBezTo>
                  <a:cubicBezTo>
                    <a:pt x="61893" y="4337"/>
                    <a:pt x="61820" y="4363"/>
                    <a:pt x="61744" y="4399"/>
                  </a:cubicBezTo>
                  <a:cubicBezTo>
                    <a:pt x="61662" y="4438"/>
                    <a:pt x="61579" y="4441"/>
                    <a:pt x="61488" y="4445"/>
                  </a:cubicBezTo>
                  <a:cubicBezTo>
                    <a:pt x="61303" y="4452"/>
                    <a:pt x="61145" y="4475"/>
                    <a:pt x="60984" y="4568"/>
                  </a:cubicBezTo>
                  <a:cubicBezTo>
                    <a:pt x="60844" y="4646"/>
                    <a:pt x="60725" y="4756"/>
                    <a:pt x="60589" y="4839"/>
                  </a:cubicBezTo>
                  <a:cubicBezTo>
                    <a:pt x="60441" y="4930"/>
                    <a:pt x="60281" y="5007"/>
                    <a:pt x="60132" y="5098"/>
                  </a:cubicBezTo>
                  <a:cubicBezTo>
                    <a:pt x="59977" y="5189"/>
                    <a:pt x="59831" y="5289"/>
                    <a:pt x="59697" y="5408"/>
                  </a:cubicBezTo>
                  <a:cubicBezTo>
                    <a:pt x="59572" y="5520"/>
                    <a:pt x="59457" y="5639"/>
                    <a:pt x="59310" y="5726"/>
                  </a:cubicBezTo>
                  <a:cubicBezTo>
                    <a:pt x="58994" y="5914"/>
                    <a:pt x="58735" y="6186"/>
                    <a:pt x="58503" y="6465"/>
                  </a:cubicBezTo>
                  <a:cubicBezTo>
                    <a:pt x="58384" y="6604"/>
                    <a:pt x="58274" y="6753"/>
                    <a:pt x="58166" y="6902"/>
                  </a:cubicBezTo>
                  <a:cubicBezTo>
                    <a:pt x="58071" y="7038"/>
                    <a:pt x="57984" y="7162"/>
                    <a:pt x="57848" y="7263"/>
                  </a:cubicBezTo>
                  <a:cubicBezTo>
                    <a:pt x="57785" y="7309"/>
                    <a:pt x="57718" y="7343"/>
                    <a:pt x="57651" y="7383"/>
                  </a:cubicBezTo>
                  <a:cubicBezTo>
                    <a:pt x="57573" y="7430"/>
                    <a:pt x="57508" y="7493"/>
                    <a:pt x="57439" y="7553"/>
                  </a:cubicBezTo>
                  <a:cubicBezTo>
                    <a:pt x="57303" y="7670"/>
                    <a:pt x="57147" y="7754"/>
                    <a:pt x="56989" y="7837"/>
                  </a:cubicBezTo>
                  <a:cubicBezTo>
                    <a:pt x="56924" y="7873"/>
                    <a:pt x="56860" y="7912"/>
                    <a:pt x="56786" y="7927"/>
                  </a:cubicBezTo>
                  <a:cubicBezTo>
                    <a:pt x="56693" y="7947"/>
                    <a:pt x="56609" y="7969"/>
                    <a:pt x="56522" y="8008"/>
                  </a:cubicBezTo>
                  <a:cubicBezTo>
                    <a:pt x="56355" y="8083"/>
                    <a:pt x="56195" y="8172"/>
                    <a:pt x="56033" y="8258"/>
                  </a:cubicBezTo>
                  <a:cubicBezTo>
                    <a:pt x="55875" y="8343"/>
                    <a:pt x="55706" y="8406"/>
                    <a:pt x="55547" y="8494"/>
                  </a:cubicBezTo>
                  <a:cubicBezTo>
                    <a:pt x="55388" y="8585"/>
                    <a:pt x="55259" y="8724"/>
                    <a:pt x="55118" y="8842"/>
                  </a:cubicBezTo>
                  <a:cubicBezTo>
                    <a:pt x="54986" y="8951"/>
                    <a:pt x="54850" y="9057"/>
                    <a:pt x="54701" y="9143"/>
                  </a:cubicBezTo>
                  <a:cubicBezTo>
                    <a:pt x="54545" y="9232"/>
                    <a:pt x="54419" y="9342"/>
                    <a:pt x="54290" y="9465"/>
                  </a:cubicBezTo>
                  <a:cubicBezTo>
                    <a:pt x="54162" y="9587"/>
                    <a:pt x="54039" y="9704"/>
                    <a:pt x="53879" y="9786"/>
                  </a:cubicBezTo>
                  <a:cubicBezTo>
                    <a:pt x="53712" y="9870"/>
                    <a:pt x="53546" y="9948"/>
                    <a:pt x="53385" y="10041"/>
                  </a:cubicBezTo>
                  <a:cubicBezTo>
                    <a:pt x="53228" y="10130"/>
                    <a:pt x="53074" y="10225"/>
                    <a:pt x="52907" y="10296"/>
                  </a:cubicBezTo>
                  <a:cubicBezTo>
                    <a:pt x="52732" y="10370"/>
                    <a:pt x="52546" y="10407"/>
                    <a:pt x="52358" y="10445"/>
                  </a:cubicBezTo>
                  <a:cubicBezTo>
                    <a:pt x="52168" y="10482"/>
                    <a:pt x="51977" y="10519"/>
                    <a:pt x="51791" y="10575"/>
                  </a:cubicBezTo>
                  <a:cubicBezTo>
                    <a:pt x="51707" y="10601"/>
                    <a:pt x="51627" y="10636"/>
                    <a:pt x="51545" y="10668"/>
                  </a:cubicBezTo>
                  <a:cubicBezTo>
                    <a:pt x="51456" y="10701"/>
                    <a:pt x="51365" y="10714"/>
                    <a:pt x="51274" y="10739"/>
                  </a:cubicBezTo>
                  <a:cubicBezTo>
                    <a:pt x="51106" y="10781"/>
                    <a:pt x="50961" y="10861"/>
                    <a:pt x="50786" y="10885"/>
                  </a:cubicBezTo>
                  <a:cubicBezTo>
                    <a:pt x="50697" y="10898"/>
                    <a:pt x="50608" y="10906"/>
                    <a:pt x="50519" y="10917"/>
                  </a:cubicBezTo>
                  <a:cubicBezTo>
                    <a:pt x="50422" y="10926"/>
                    <a:pt x="50344" y="10945"/>
                    <a:pt x="50249" y="10925"/>
                  </a:cubicBezTo>
                  <a:cubicBezTo>
                    <a:pt x="50137" y="10902"/>
                    <a:pt x="49998" y="10878"/>
                    <a:pt x="49888" y="10911"/>
                  </a:cubicBezTo>
                  <a:cubicBezTo>
                    <a:pt x="49879" y="10913"/>
                    <a:pt x="49873" y="10917"/>
                    <a:pt x="49868" y="10921"/>
                  </a:cubicBezTo>
                  <a:cubicBezTo>
                    <a:pt x="49821" y="10913"/>
                    <a:pt x="49777" y="10906"/>
                    <a:pt x="49730" y="10897"/>
                  </a:cubicBezTo>
                  <a:cubicBezTo>
                    <a:pt x="49421" y="10841"/>
                    <a:pt x="49120" y="10794"/>
                    <a:pt x="48826" y="10683"/>
                  </a:cubicBezTo>
                  <a:cubicBezTo>
                    <a:pt x="48553" y="10579"/>
                    <a:pt x="48287" y="10474"/>
                    <a:pt x="47997" y="10434"/>
                  </a:cubicBezTo>
                  <a:cubicBezTo>
                    <a:pt x="47684" y="10389"/>
                    <a:pt x="47394" y="10288"/>
                    <a:pt x="47089" y="10214"/>
                  </a:cubicBezTo>
                  <a:cubicBezTo>
                    <a:pt x="46801" y="10143"/>
                    <a:pt x="46539" y="10000"/>
                    <a:pt x="46251" y="9926"/>
                  </a:cubicBezTo>
                  <a:cubicBezTo>
                    <a:pt x="45955" y="9848"/>
                    <a:pt x="45667" y="9742"/>
                    <a:pt x="45388" y="9621"/>
                  </a:cubicBezTo>
                  <a:cubicBezTo>
                    <a:pt x="45101" y="9498"/>
                    <a:pt x="44824" y="9362"/>
                    <a:pt x="44530" y="9260"/>
                  </a:cubicBezTo>
                  <a:cubicBezTo>
                    <a:pt x="44235" y="9156"/>
                    <a:pt x="43917" y="9094"/>
                    <a:pt x="43628" y="8970"/>
                  </a:cubicBezTo>
                  <a:cubicBezTo>
                    <a:pt x="43519" y="8923"/>
                    <a:pt x="43424" y="8853"/>
                    <a:pt x="43320" y="8797"/>
                  </a:cubicBezTo>
                  <a:cubicBezTo>
                    <a:pt x="43197" y="8730"/>
                    <a:pt x="43061" y="8691"/>
                    <a:pt x="42935" y="8628"/>
                  </a:cubicBezTo>
                  <a:cubicBezTo>
                    <a:pt x="42680" y="8503"/>
                    <a:pt x="42449" y="8341"/>
                    <a:pt x="42185" y="8237"/>
                  </a:cubicBezTo>
                  <a:cubicBezTo>
                    <a:pt x="41914" y="8133"/>
                    <a:pt x="41655" y="7988"/>
                    <a:pt x="41356" y="7997"/>
                  </a:cubicBezTo>
                  <a:cubicBezTo>
                    <a:pt x="41052" y="8007"/>
                    <a:pt x="40746" y="8049"/>
                    <a:pt x="40444" y="8077"/>
                  </a:cubicBezTo>
                  <a:cubicBezTo>
                    <a:pt x="40147" y="8105"/>
                    <a:pt x="39931" y="8060"/>
                    <a:pt x="39676" y="7902"/>
                  </a:cubicBezTo>
                  <a:cubicBezTo>
                    <a:pt x="39572" y="7839"/>
                    <a:pt x="39468" y="7781"/>
                    <a:pt x="39343" y="7770"/>
                  </a:cubicBezTo>
                  <a:cubicBezTo>
                    <a:pt x="39208" y="7757"/>
                    <a:pt x="39072" y="7795"/>
                    <a:pt x="38938" y="7804"/>
                  </a:cubicBezTo>
                  <a:cubicBezTo>
                    <a:pt x="38795" y="7813"/>
                    <a:pt x="38653" y="7811"/>
                    <a:pt x="38514" y="7847"/>
                  </a:cubicBezTo>
                  <a:cubicBezTo>
                    <a:pt x="38373" y="7882"/>
                    <a:pt x="38237" y="7945"/>
                    <a:pt x="38103" y="8001"/>
                  </a:cubicBezTo>
                  <a:cubicBezTo>
                    <a:pt x="37984" y="8049"/>
                    <a:pt x="37874" y="8109"/>
                    <a:pt x="37787" y="8204"/>
                  </a:cubicBezTo>
                  <a:cubicBezTo>
                    <a:pt x="37681" y="8319"/>
                    <a:pt x="37610" y="8464"/>
                    <a:pt x="37508" y="8583"/>
                  </a:cubicBezTo>
                  <a:cubicBezTo>
                    <a:pt x="37426" y="8678"/>
                    <a:pt x="37320" y="8724"/>
                    <a:pt x="37221" y="8799"/>
                  </a:cubicBezTo>
                  <a:cubicBezTo>
                    <a:pt x="37169" y="8838"/>
                    <a:pt x="37128" y="8890"/>
                    <a:pt x="37073" y="8922"/>
                  </a:cubicBezTo>
                  <a:cubicBezTo>
                    <a:pt x="37004" y="8959"/>
                    <a:pt x="36929" y="8974"/>
                    <a:pt x="36866" y="9016"/>
                  </a:cubicBezTo>
                  <a:cubicBezTo>
                    <a:pt x="36751" y="9094"/>
                    <a:pt x="36654" y="9195"/>
                    <a:pt x="36541" y="9273"/>
                  </a:cubicBezTo>
                  <a:cubicBezTo>
                    <a:pt x="36424" y="9359"/>
                    <a:pt x="36282" y="9398"/>
                    <a:pt x="36163" y="9481"/>
                  </a:cubicBezTo>
                  <a:cubicBezTo>
                    <a:pt x="36046" y="9565"/>
                    <a:pt x="35946" y="9669"/>
                    <a:pt x="35827" y="9751"/>
                  </a:cubicBezTo>
                  <a:cubicBezTo>
                    <a:pt x="35711" y="9829"/>
                    <a:pt x="35594" y="9890"/>
                    <a:pt x="35490" y="9985"/>
                  </a:cubicBezTo>
                  <a:cubicBezTo>
                    <a:pt x="35404" y="10062"/>
                    <a:pt x="35291" y="10194"/>
                    <a:pt x="35166" y="10199"/>
                  </a:cubicBezTo>
                  <a:cubicBezTo>
                    <a:pt x="35105" y="10203"/>
                    <a:pt x="35034" y="10181"/>
                    <a:pt x="34975" y="10173"/>
                  </a:cubicBezTo>
                  <a:cubicBezTo>
                    <a:pt x="34880" y="10162"/>
                    <a:pt x="34787" y="10151"/>
                    <a:pt x="34694" y="10140"/>
                  </a:cubicBezTo>
                  <a:cubicBezTo>
                    <a:pt x="34538" y="10119"/>
                    <a:pt x="34380" y="10101"/>
                    <a:pt x="34225" y="10069"/>
                  </a:cubicBezTo>
                  <a:cubicBezTo>
                    <a:pt x="34078" y="10039"/>
                    <a:pt x="33956" y="9954"/>
                    <a:pt x="33816" y="9905"/>
                  </a:cubicBezTo>
                  <a:cubicBezTo>
                    <a:pt x="33684" y="9857"/>
                    <a:pt x="33572" y="9805"/>
                    <a:pt x="33455" y="9727"/>
                  </a:cubicBezTo>
                  <a:cubicBezTo>
                    <a:pt x="33340" y="9649"/>
                    <a:pt x="33223" y="9569"/>
                    <a:pt x="33096" y="9511"/>
                  </a:cubicBezTo>
                  <a:cubicBezTo>
                    <a:pt x="32983" y="9459"/>
                    <a:pt x="32860" y="9437"/>
                    <a:pt x="32745" y="9390"/>
                  </a:cubicBezTo>
                  <a:cubicBezTo>
                    <a:pt x="32615" y="9338"/>
                    <a:pt x="32501" y="9269"/>
                    <a:pt x="32365" y="9232"/>
                  </a:cubicBezTo>
                  <a:cubicBezTo>
                    <a:pt x="32107" y="9163"/>
                    <a:pt x="31845" y="9104"/>
                    <a:pt x="31581" y="9055"/>
                  </a:cubicBezTo>
                  <a:cubicBezTo>
                    <a:pt x="31287" y="9000"/>
                    <a:pt x="30995" y="9031"/>
                    <a:pt x="30710" y="8914"/>
                  </a:cubicBezTo>
                  <a:cubicBezTo>
                    <a:pt x="30441" y="8804"/>
                    <a:pt x="30193" y="8657"/>
                    <a:pt x="30030" y="8416"/>
                  </a:cubicBezTo>
                  <a:cubicBezTo>
                    <a:pt x="29955" y="8304"/>
                    <a:pt x="29866" y="8209"/>
                    <a:pt x="29779" y="8107"/>
                  </a:cubicBezTo>
                  <a:cubicBezTo>
                    <a:pt x="29682" y="7992"/>
                    <a:pt x="29604" y="7863"/>
                    <a:pt x="29507" y="7748"/>
                  </a:cubicBezTo>
                  <a:cubicBezTo>
                    <a:pt x="29360" y="7579"/>
                    <a:pt x="29236" y="7320"/>
                    <a:pt x="29022" y="7222"/>
                  </a:cubicBezTo>
                  <a:cubicBezTo>
                    <a:pt x="28845" y="7140"/>
                    <a:pt x="28678" y="7235"/>
                    <a:pt x="28553" y="7359"/>
                  </a:cubicBezTo>
                  <a:cubicBezTo>
                    <a:pt x="28436" y="7476"/>
                    <a:pt x="28347" y="7679"/>
                    <a:pt x="28149" y="7607"/>
                  </a:cubicBezTo>
                  <a:cubicBezTo>
                    <a:pt x="28049" y="7569"/>
                    <a:pt x="27965" y="7493"/>
                    <a:pt x="27876" y="7437"/>
                  </a:cubicBezTo>
                  <a:cubicBezTo>
                    <a:pt x="27751" y="7359"/>
                    <a:pt x="27631" y="7283"/>
                    <a:pt x="27512" y="7196"/>
                  </a:cubicBezTo>
                  <a:cubicBezTo>
                    <a:pt x="27290" y="7032"/>
                    <a:pt x="27063" y="6878"/>
                    <a:pt x="26838" y="6718"/>
                  </a:cubicBezTo>
                  <a:cubicBezTo>
                    <a:pt x="26632" y="6569"/>
                    <a:pt x="26507" y="6348"/>
                    <a:pt x="26293" y="6208"/>
                  </a:cubicBezTo>
                  <a:cubicBezTo>
                    <a:pt x="26193" y="6145"/>
                    <a:pt x="26087" y="6087"/>
                    <a:pt x="25992" y="6015"/>
                  </a:cubicBezTo>
                  <a:cubicBezTo>
                    <a:pt x="25884" y="5929"/>
                    <a:pt x="25823" y="5806"/>
                    <a:pt x="25730" y="5706"/>
                  </a:cubicBezTo>
                  <a:cubicBezTo>
                    <a:pt x="25652" y="5620"/>
                    <a:pt x="25572" y="5553"/>
                    <a:pt x="25516" y="5451"/>
                  </a:cubicBezTo>
                  <a:cubicBezTo>
                    <a:pt x="25445" y="5321"/>
                    <a:pt x="25365" y="5198"/>
                    <a:pt x="25291" y="5070"/>
                  </a:cubicBezTo>
                  <a:cubicBezTo>
                    <a:pt x="25226" y="4958"/>
                    <a:pt x="25172" y="4837"/>
                    <a:pt x="25094" y="4733"/>
                  </a:cubicBezTo>
                  <a:cubicBezTo>
                    <a:pt x="25016" y="4631"/>
                    <a:pt x="24915" y="4547"/>
                    <a:pt x="24811" y="4471"/>
                  </a:cubicBezTo>
                  <a:cubicBezTo>
                    <a:pt x="24616" y="4326"/>
                    <a:pt x="24428" y="4155"/>
                    <a:pt x="24186" y="4101"/>
                  </a:cubicBezTo>
                  <a:cubicBezTo>
                    <a:pt x="24078" y="4079"/>
                    <a:pt x="23971" y="4077"/>
                    <a:pt x="23863" y="4068"/>
                  </a:cubicBezTo>
                  <a:cubicBezTo>
                    <a:pt x="23705" y="4053"/>
                    <a:pt x="23550" y="4008"/>
                    <a:pt x="23392" y="3997"/>
                  </a:cubicBezTo>
                  <a:cubicBezTo>
                    <a:pt x="23258" y="3989"/>
                    <a:pt x="23126" y="4015"/>
                    <a:pt x="22992" y="4028"/>
                  </a:cubicBezTo>
                  <a:cubicBezTo>
                    <a:pt x="22825" y="4047"/>
                    <a:pt x="22659" y="4064"/>
                    <a:pt x="22492" y="4081"/>
                  </a:cubicBezTo>
                  <a:cubicBezTo>
                    <a:pt x="22178" y="4110"/>
                    <a:pt x="21893" y="4226"/>
                    <a:pt x="21584" y="4278"/>
                  </a:cubicBezTo>
                  <a:cubicBezTo>
                    <a:pt x="21278" y="4328"/>
                    <a:pt x="20967" y="4346"/>
                    <a:pt x="20660" y="4386"/>
                  </a:cubicBezTo>
                  <a:cubicBezTo>
                    <a:pt x="20647" y="4387"/>
                    <a:pt x="20634" y="4391"/>
                    <a:pt x="20627" y="4399"/>
                  </a:cubicBezTo>
                  <a:cubicBezTo>
                    <a:pt x="20523" y="4306"/>
                    <a:pt x="20422" y="4209"/>
                    <a:pt x="20318" y="4116"/>
                  </a:cubicBezTo>
                  <a:cubicBezTo>
                    <a:pt x="20173" y="3988"/>
                    <a:pt x="20017" y="3878"/>
                    <a:pt x="19842" y="3787"/>
                  </a:cubicBezTo>
                  <a:cubicBezTo>
                    <a:pt x="19663" y="3692"/>
                    <a:pt x="19483" y="3606"/>
                    <a:pt x="19321" y="3484"/>
                  </a:cubicBezTo>
                  <a:cubicBezTo>
                    <a:pt x="19156" y="3361"/>
                    <a:pt x="18971" y="3268"/>
                    <a:pt x="18804" y="3149"/>
                  </a:cubicBezTo>
                  <a:cubicBezTo>
                    <a:pt x="18650" y="3039"/>
                    <a:pt x="18521" y="2898"/>
                    <a:pt x="18356" y="2803"/>
                  </a:cubicBezTo>
                  <a:cubicBezTo>
                    <a:pt x="18209" y="2721"/>
                    <a:pt x="18056" y="2682"/>
                    <a:pt x="17930" y="2567"/>
                  </a:cubicBezTo>
                  <a:cubicBezTo>
                    <a:pt x="17791" y="2440"/>
                    <a:pt x="17699" y="2267"/>
                    <a:pt x="17569" y="2131"/>
                  </a:cubicBezTo>
                  <a:cubicBezTo>
                    <a:pt x="17433" y="1988"/>
                    <a:pt x="17262" y="1884"/>
                    <a:pt x="17121" y="1747"/>
                  </a:cubicBezTo>
                  <a:cubicBezTo>
                    <a:pt x="16982" y="1607"/>
                    <a:pt x="16857" y="1455"/>
                    <a:pt x="16742" y="1296"/>
                  </a:cubicBezTo>
                  <a:cubicBezTo>
                    <a:pt x="16623" y="1133"/>
                    <a:pt x="16504" y="984"/>
                    <a:pt x="16344" y="856"/>
                  </a:cubicBezTo>
                  <a:cubicBezTo>
                    <a:pt x="16195" y="735"/>
                    <a:pt x="16033" y="610"/>
                    <a:pt x="15855" y="536"/>
                  </a:cubicBezTo>
                  <a:cubicBezTo>
                    <a:pt x="15652" y="452"/>
                    <a:pt x="15458" y="473"/>
                    <a:pt x="15248" y="499"/>
                  </a:cubicBezTo>
                  <a:cubicBezTo>
                    <a:pt x="15044" y="523"/>
                    <a:pt x="14826" y="504"/>
                    <a:pt x="14633" y="580"/>
                  </a:cubicBezTo>
                  <a:cubicBezTo>
                    <a:pt x="14534" y="618"/>
                    <a:pt x="14445" y="677"/>
                    <a:pt x="14359" y="739"/>
                  </a:cubicBezTo>
                  <a:cubicBezTo>
                    <a:pt x="14272" y="800"/>
                    <a:pt x="14188" y="841"/>
                    <a:pt x="14093" y="889"/>
                  </a:cubicBezTo>
                  <a:cubicBezTo>
                    <a:pt x="14013" y="930"/>
                    <a:pt x="13932" y="973"/>
                    <a:pt x="13863" y="1029"/>
                  </a:cubicBezTo>
                  <a:cubicBezTo>
                    <a:pt x="13768" y="1105"/>
                    <a:pt x="13682" y="1185"/>
                    <a:pt x="13582" y="1256"/>
                  </a:cubicBezTo>
                  <a:cubicBezTo>
                    <a:pt x="13428" y="1365"/>
                    <a:pt x="13232" y="1427"/>
                    <a:pt x="13091" y="1555"/>
                  </a:cubicBezTo>
                  <a:cubicBezTo>
                    <a:pt x="13082" y="1562"/>
                    <a:pt x="13039" y="1605"/>
                    <a:pt x="13020" y="1639"/>
                  </a:cubicBezTo>
                  <a:cubicBezTo>
                    <a:pt x="12994" y="1641"/>
                    <a:pt x="12963" y="1657"/>
                    <a:pt x="12944" y="1667"/>
                  </a:cubicBezTo>
                  <a:cubicBezTo>
                    <a:pt x="12862" y="1713"/>
                    <a:pt x="12795" y="1800"/>
                    <a:pt x="12702" y="1821"/>
                  </a:cubicBezTo>
                  <a:cubicBezTo>
                    <a:pt x="12693" y="1819"/>
                    <a:pt x="12684" y="1817"/>
                    <a:pt x="12674" y="1813"/>
                  </a:cubicBezTo>
                  <a:cubicBezTo>
                    <a:pt x="12652" y="1791"/>
                    <a:pt x="12617" y="1784"/>
                    <a:pt x="12587" y="1793"/>
                  </a:cubicBezTo>
                  <a:cubicBezTo>
                    <a:pt x="12401" y="1750"/>
                    <a:pt x="12213" y="1719"/>
                    <a:pt x="12035" y="1655"/>
                  </a:cubicBezTo>
                  <a:cubicBezTo>
                    <a:pt x="11793" y="1570"/>
                    <a:pt x="11601" y="1430"/>
                    <a:pt x="11400" y="1276"/>
                  </a:cubicBezTo>
                  <a:cubicBezTo>
                    <a:pt x="11198" y="1120"/>
                    <a:pt x="10989" y="999"/>
                    <a:pt x="10749" y="904"/>
                  </a:cubicBezTo>
                  <a:cubicBezTo>
                    <a:pt x="10627" y="856"/>
                    <a:pt x="10502" y="800"/>
                    <a:pt x="10370" y="778"/>
                  </a:cubicBezTo>
                  <a:cubicBezTo>
                    <a:pt x="10238" y="753"/>
                    <a:pt x="10117" y="742"/>
                    <a:pt x="9994" y="688"/>
                  </a:cubicBezTo>
                  <a:cubicBezTo>
                    <a:pt x="9873" y="638"/>
                    <a:pt x="9753" y="588"/>
                    <a:pt x="9630" y="541"/>
                  </a:cubicBezTo>
                  <a:cubicBezTo>
                    <a:pt x="9498" y="491"/>
                    <a:pt x="9375" y="422"/>
                    <a:pt x="9236" y="389"/>
                  </a:cubicBezTo>
                  <a:cubicBezTo>
                    <a:pt x="8970" y="328"/>
                    <a:pt x="8726" y="188"/>
                    <a:pt x="8464" y="110"/>
                  </a:cubicBezTo>
                  <a:cubicBezTo>
                    <a:pt x="8358" y="76"/>
                    <a:pt x="8254" y="86"/>
                    <a:pt x="8146" y="69"/>
                  </a:cubicBezTo>
                  <a:cubicBezTo>
                    <a:pt x="8014" y="49"/>
                    <a:pt x="7887" y="0"/>
                    <a:pt x="7753" y="11"/>
                  </a:cubicBezTo>
                  <a:cubicBezTo>
                    <a:pt x="7651" y="21"/>
                    <a:pt x="7558" y="67"/>
                    <a:pt x="7458" y="78"/>
                  </a:cubicBezTo>
                  <a:cubicBezTo>
                    <a:pt x="7311" y="91"/>
                    <a:pt x="7195" y="123"/>
                    <a:pt x="7062" y="181"/>
                  </a:cubicBezTo>
                  <a:cubicBezTo>
                    <a:pt x="6941" y="233"/>
                    <a:pt x="6816" y="246"/>
                    <a:pt x="6690" y="275"/>
                  </a:cubicBezTo>
                  <a:cubicBezTo>
                    <a:pt x="6559" y="305"/>
                    <a:pt x="6429" y="328"/>
                    <a:pt x="6297" y="352"/>
                  </a:cubicBezTo>
                  <a:cubicBezTo>
                    <a:pt x="6029" y="402"/>
                    <a:pt x="5763" y="476"/>
                    <a:pt x="5496" y="532"/>
                  </a:cubicBezTo>
                  <a:cubicBezTo>
                    <a:pt x="5213" y="592"/>
                    <a:pt x="4928" y="657"/>
                    <a:pt x="4651" y="740"/>
                  </a:cubicBezTo>
                  <a:cubicBezTo>
                    <a:pt x="4385" y="818"/>
                    <a:pt x="4134" y="921"/>
                    <a:pt x="3878" y="1023"/>
                  </a:cubicBezTo>
                  <a:cubicBezTo>
                    <a:pt x="3627" y="1124"/>
                    <a:pt x="3366" y="1196"/>
                    <a:pt x="3121" y="1311"/>
                  </a:cubicBezTo>
                  <a:cubicBezTo>
                    <a:pt x="3007" y="1365"/>
                    <a:pt x="2899" y="1430"/>
                    <a:pt x="2784" y="1479"/>
                  </a:cubicBezTo>
                  <a:cubicBezTo>
                    <a:pt x="2663" y="1529"/>
                    <a:pt x="2533" y="1559"/>
                    <a:pt x="2416" y="1614"/>
                  </a:cubicBezTo>
                  <a:cubicBezTo>
                    <a:pt x="2314" y="1665"/>
                    <a:pt x="2208" y="1696"/>
                    <a:pt x="2107" y="1748"/>
                  </a:cubicBezTo>
                  <a:cubicBezTo>
                    <a:pt x="1992" y="1810"/>
                    <a:pt x="1886" y="1880"/>
                    <a:pt x="1778" y="1949"/>
                  </a:cubicBezTo>
                  <a:cubicBezTo>
                    <a:pt x="1644" y="2035"/>
                    <a:pt x="1506" y="2111"/>
                    <a:pt x="1358" y="2171"/>
                  </a:cubicBezTo>
                  <a:cubicBezTo>
                    <a:pt x="1222" y="2223"/>
                    <a:pt x="1084" y="2265"/>
                    <a:pt x="952" y="2327"/>
                  </a:cubicBezTo>
                  <a:cubicBezTo>
                    <a:pt x="686" y="2453"/>
                    <a:pt x="407" y="2567"/>
                    <a:pt x="160" y="2723"/>
                  </a:cubicBezTo>
                  <a:cubicBezTo>
                    <a:pt x="106" y="2756"/>
                    <a:pt x="54" y="2786"/>
                    <a:pt x="0" y="2814"/>
                  </a:cubicBezTo>
                  <a:lnTo>
                    <a:pt x="0" y="900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1125" y="4603996"/>
              <a:ext cx="9144171" cy="879576"/>
            </a:xfrm>
            <a:custGeom>
              <a:avLst/>
              <a:gdLst/>
              <a:ahLst/>
              <a:cxnLst/>
              <a:rect l="l" t="t" r="r" b="b"/>
              <a:pathLst>
                <a:path w="215728" h="88444" extrusionOk="0">
                  <a:moveTo>
                    <a:pt x="215725" y="1734"/>
                  </a:moveTo>
                  <a:lnTo>
                    <a:pt x="215725" y="83372"/>
                  </a:lnTo>
                  <a:lnTo>
                    <a:pt x="215489" y="83413"/>
                  </a:lnTo>
                  <a:cubicBezTo>
                    <a:pt x="212294" y="83956"/>
                    <a:pt x="209093" y="84393"/>
                    <a:pt x="205891" y="84884"/>
                  </a:cubicBezTo>
                  <a:cubicBezTo>
                    <a:pt x="202528" y="85400"/>
                    <a:pt x="199146" y="85744"/>
                    <a:pt x="195794" y="86322"/>
                  </a:cubicBezTo>
                  <a:cubicBezTo>
                    <a:pt x="192612" y="86869"/>
                    <a:pt x="189452" y="87544"/>
                    <a:pt x="186289" y="88185"/>
                  </a:cubicBezTo>
                  <a:cubicBezTo>
                    <a:pt x="185859" y="88273"/>
                    <a:pt x="185432" y="88358"/>
                    <a:pt x="185002" y="88444"/>
                  </a:cubicBezTo>
                  <a:lnTo>
                    <a:pt x="0" y="73134"/>
                  </a:lnTo>
                  <a:lnTo>
                    <a:pt x="0" y="11284"/>
                  </a:lnTo>
                  <a:cubicBezTo>
                    <a:pt x="134" y="11310"/>
                    <a:pt x="266" y="11341"/>
                    <a:pt x="398" y="11382"/>
                  </a:cubicBezTo>
                  <a:cubicBezTo>
                    <a:pt x="677" y="11468"/>
                    <a:pt x="960" y="11581"/>
                    <a:pt x="1200" y="11749"/>
                  </a:cubicBezTo>
                  <a:cubicBezTo>
                    <a:pt x="1304" y="11821"/>
                    <a:pt x="1402" y="11907"/>
                    <a:pt x="1477" y="12011"/>
                  </a:cubicBezTo>
                  <a:cubicBezTo>
                    <a:pt x="1503" y="12046"/>
                    <a:pt x="1529" y="12128"/>
                    <a:pt x="1562" y="12152"/>
                  </a:cubicBezTo>
                  <a:cubicBezTo>
                    <a:pt x="1631" y="12203"/>
                    <a:pt x="1722" y="12141"/>
                    <a:pt x="1798" y="12102"/>
                  </a:cubicBezTo>
                  <a:cubicBezTo>
                    <a:pt x="2120" y="11942"/>
                    <a:pt x="2431" y="11745"/>
                    <a:pt x="2771" y="11628"/>
                  </a:cubicBezTo>
                  <a:cubicBezTo>
                    <a:pt x="2924" y="11574"/>
                    <a:pt x="3076" y="11546"/>
                    <a:pt x="3238" y="11540"/>
                  </a:cubicBezTo>
                  <a:cubicBezTo>
                    <a:pt x="3405" y="11533"/>
                    <a:pt x="3595" y="11540"/>
                    <a:pt x="3751" y="11468"/>
                  </a:cubicBezTo>
                  <a:cubicBezTo>
                    <a:pt x="3891" y="11403"/>
                    <a:pt x="4008" y="11310"/>
                    <a:pt x="4157" y="11256"/>
                  </a:cubicBezTo>
                  <a:cubicBezTo>
                    <a:pt x="4309" y="11200"/>
                    <a:pt x="4469" y="11165"/>
                    <a:pt x="4625" y="11122"/>
                  </a:cubicBezTo>
                  <a:cubicBezTo>
                    <a:pt x="4768" y="11083"/>
                    <a:pt x="4900" y="11018"/>
                    <a:pt x="5042" y="10977"/>
                  </a:cubicBezTo>
                  <a:cubicBezTo>
                    <a:pt x="5187" y="10938"/>
                    <a:pt x="5347" y="10953"/>
                    <a:pt x="5496" y="10973"/>
                  </a:cubicBezTo>
                  <a:cubicBezTo>
                    <a:pt x="5825" y="11016"/>
                    <a:pt x="6156" y="11185"/>
                    <a:pt x="6442" y="11349"/>
                  </a:cubicBezTo>
                  <a:cubicBezTo>
                    <a:pt x="6578" y="11427"/>
                    <a:pt x="6738" y="11451"/>
                    <a:pt x="6877" y="11526"/>
                  </a:cubicBezTo>
                  <a:cubicBezTo>
                    <a:pt x="7049" y="11617"/>
                    <a:pt x="7212" y="11721"/>
                    <a:pt x="7372" y="11829"/>
                  </a:cubicBezTo>
                  <a:cubicBezTo>
                    <a:pt x="7699" y="12050"/>
                    <a:pt x="8081" y="12314"/>
                    <a:pt x="8497" y="12221"/>
                  </a:cubicBezTo>
                  <a:cubicBezTo>
                    <a:pt x="8819" y="12150"/>
                    <a:pt x="9081" y="11922"/>
                    <a:pt x="9427" y="11972"/>
                  </a:cubicBezTo>
                  <a:cubicBezTo>
                    <a:pt x="9790" y="12022"/>
                    <a:pt x="10119" y="12243"/>
                    <a:pt x="10430" y="12420"/>
                  </a:cubicBezTo>
                  <a:cubicBezTo>
                    <a:pt x="10742" y="12599"/>
                    <a:pt x="11075" y="12710"/>
                    <a:pt x="11376" y="12911"/>
                  </a:cubicBezTo>
                  <a:cubicBezTo>
                    <a:pt x="11529" y="13013"/>
                    <a:pt x="11692" y="13073"/>
                    <a:pt x="11852" y="13158"/>
                  </a:cubicBezTo>
                  <a:cubicBezTo>
                    <a:pt x="12029" y="13253"/>
                    <a:pt x="12194" y="13367"/>
                    <a:pt x="12373" y="13460"/>
                  </a:cubicBezTo>
                  <a:cubicBezTo>
                    <a:pt x="12671" y="13618"/>
                    <a:pt x="12884" y="13914"/>
                    <a:pt x="13199" y="14040"/>
                  </a:cubicBezTo>
                  <a:cubicBezTo>
                    <a:pt x="13537" y="14178"/>
                    <a:pt x="13863" y="14325"/>
                    <a:pt x="14194" y="14484"/>
                  </a:cubicBezTo>
                  <a:cubicBezTo>
                    <a:pt x="14523" y="14644"/>
                    <a:pt x="14848" y="14756"/>
                    <a:pt x="15217" y="14789"/>
                  </a:cubicBezTo>
                  <a:cubicBezTo>
                    <a:pt x="15590" y="14825"/>
                    <a:pt x="15927" y="14732"/>
                    <a:pt x="16293" y="14682"/>
                  </a:cubicBezTo>
                  <a:cubicBezTo>
                    <a:pt x="16637" y="14633"/>
                    <a:pt x="16905" y="14410"/>
                    <a:pt x="17199" y="14237"/>
                  </a:cubicBezTo>
                  <a:cubicBezTo>
                    <a:pt x="17515" y="14051"/>
                    <a:pt x="17872" y="13893"/>
                    <a:pt x="18211" y="13757"/>
                  </a:cubicBezTo>
                  <a:cubicBezTo>
                    <a:pt x="18529" y="13631"/>
                    <a:pt x="18772" y="13400"/>
                    <a:pt x="19096" y="13278"/>
                  </a:cubicBezTo>
                  <a:cubicBezTo>
                    <a:pt x="19410" y="13158"/>
                    <a:pt x="19723" y="13106"/>
                    <a:pt x="20059" y="13132"/>
                  </a:cubicBezTo>
                  <a:cubicBezTo>
                    <a:pt x="20255" y="13147"/>
                    <a:pt x="20459" y="13205"/>
                    <a:pt x="20653" y="13132"/>
                  </a:cubicBezTo>
                  <a:cubicBezTo>
                    <a:pt x="20826" y="13065"/>
                    <a:pt x="20995" y="12982"/>
                    <a:pt x="21170" y="12913"/>
                  </a:cubicBezTo>
                  <a:cubicBezTo>
                    <a:pt x="21519" y="12777"/>
                    <a:pt x="21869" y="12638"/>
                    <a:pt x="22233" y="12554"/>
                  </a:cubicBezTo>
                  <a:cubicBezTo>
                    <a:pt x="22628" y="12465"/>
                    <a:pt x="23003" y="12320"/>
                    <a:pt x="23394" y="12225"/>
                  </a:cubicBezTo>
                  <a:cubicBezTo>
                    <a:pt x="23552" y="12184"/>
                    <a:pt x="23714" y="12162"/>
                    <a:pt x="23872" y="12124"/>
                  </a:cubicBezTo>
                  <a:cubicBezTo>
                    <a:pt x="24056" y="12084"/>
                    <a:pt x="24227" y="12013"/>
                    <a:pt x="24406" y="11957"/>
                  </a:cubicBezTo>
                  <a:cubicBezTo>
                    <a:pt x="24592" y="11899"/>
                    <a:pt x="24776" y="11844"/>
                    <a:pt x="24960" y="11777"/>
                  </a:cubicBezTo>
                  <a:cubicBezTo>
                    <a:pt x="25146" y="11710"/>
                    <a:pt x="25300" y="11715"/>
                    <a:pt x="25492" y="11695"/>
                  </a:cubicBezTo>
                  <a:cubicBezTo>
                    <a:pt x="25518" y="11691"/>
                    <a:pt x="25546" y="11689"/>
                    <a:pt x="25572" y="11686"/>
                  </a:cubicBezTo>
                  <a:cubicBezTo>
                    <a:pt x="25577" y="11659"/>
                    <a:pt x="25598" y="11633"/>
                    <a:pt x="25635" y="11635"/>
                  </a:cubicBezTo>
                  <a:cubicBezTo>
                    <a:pt x="25804" y="11639"/>
                    <a:pt x="25973" y="11637"/>
                    <a:pt x="26141" y="11646"/>
                  </a:cubicBezTo>
                  <a:cubicBezTo>
                    <a:pt x="26288" y="11654"/>
                    <a:pt x="26414" y="11697"/>
                    <a:pt x="26554" y="11739"/>
                  </a:cubicBezTo>
                  <a:cubicBezTo>
                    <a:pt x="26699" y="11782"/>
                    <a:pt x="26859" y="11779"/>
                    <a:pt x="27009" y="11782"/>
                  </a:cubicBezTo>
                  <a:cubicBezTo>
                    <a:pt x="27175" y="11788"/>
                    <a:pt x="27340" y="11799"/>
                    <a:pt x="27506" y="11808"/>
                  </a:cubicBezTo>
                  <a:cubicBezTo>
                    <a:pt x="27582" y="11812"/>
                    <a:pt x="27655" y="11818"/>
                    <a:pt x="27727" y="11834"/>
                  </a:cubicBezTo>
                  <a:cubicBezTo>
                    <a:pt x="27803" y="11851"/>
                    <a:pt x="27869" y="11885"/>
                    <a:pt x="27939" y="11912"/>
                  </a:cubicBezTo>
                  <a:cubicBezTo>
                    <a:pt x="28081" y="11966"/>
                    <a:pt x="28228" y="11940"/>
                    <a:pt x="28374" y="11933"/>
                  </a:cubicBezTo>
                  <a:cubicBezTo>
                    <a:pt x="28527" y="11925"/>
                    <a:pt x="28678" y="11927"/>
                    <a:pt x="28828" y="11916"/>
                  </a:cubicBezTo>
                  <a:cubicBezTo>
                    <a:pt x="28994" y="11903"/>
                    <a:pt x="29139" y="11940"/>
                    <a:pt x="29284" y="12018"/>
                  </a:cubicBezTo>
                  <a:cubicBezTo>
                    <a:pt x="29418" y="12089"/>
                    <a:pt x="29559" y="12145"/>
                    <a:pt x="29699" y="12206"/>
                  </a:cubicBezTo>
                  <a:cubicBezTo>
                    <a:pt x="29838" y="12266"/>
                    <a:pt x="29968" y="12340"/>
                    <a:pt x="30111" y="12394"/>
                  </a:cubicBezTo>
                  <a:cubicBezTo>
                    <a:pt x="30255" y="12448"/>
                    <a:pt x="30387" y="12509"/>
                    <a:pt x="30513" y="12593"/>
                  </a:cubicBezTo>
                  <a:cubicBezTo>
                    <a:pt x="30565" y="12627"/>
                    <a:pt x="30615" y="12662"/>
                    <a:pt x="30673" y="12684"/>
                  </a:cubicBezTo>
                  <a:cubicBezTo>
                    <a:pt x="30742" y="12712"/>
                    <a:pt x="30816" y="12718"/>
                    <a:pt x="30891" y="12723"/>
                  </a:cubicBezTo>
                  <a:cubicBezTo>
                    <a:pt x="31047" y="12736"/>
                    <a:pt x="31203" y="12747"/>
                    <a:pt x="31358" y="12759"/>
                  </a:cubicBezTo>
                  <a:cubicBezTo>
                    <a:pt x="31506" y="12768"/>
                    <a:pt x="31644" y="12766"/>
                    <a:pt x="31782" y="12703"/>
                  </a:cubicBezTo>
                  <a:cubicBezTo>
                    <a:pt x="32042" y="12580"/>
                    <a:pt x="32328" y="12463"/>
                    <a:pt x="32620" y="12452"/>
                  </a:cubicBezTo>
                  <a:cubicBezTo>
                    <a:pt x="32762" y="12446"/>
                    <a:pt x="32899" y="12491"/>
                    <a:pt x="33035" y="12528"/>
                  </a:cubicBezTo>
                  <a:cubicBezTo>
                    <a:pt x="33182" y="12569"/>
                    <a:pt x="33314" y="12575"/>
                    <a:pt x="33457" y="12519"/>
                  </a:cubicBezTo>
                  <a:cubicBezTo>
                    <a:pt x="33708" y="12422"/>
                    <a:pt x="33913" y="12234"/>
                    <a:pt x="34171" y="12160"/>
                  </a:cubicBezTo>
                  <a:cubicBezTo>
                    <a:pt x="34236" y="12141"/>
                    <a:pt x="34302" y="12126"/>
                    <a:pt x="34361" y="12095"/>
                  </a:cubicBezTo>
                  <a:cubicBezTo>
                    <a:pt x="34409" y="12067"/>
                    <a:pt x="34452" y="12030"/>
                    <a:pt x="34497" y="11996"/>
                  </a:cubicBezTo>
                  <a:cubicBezTo>
                    <a:pt x="34597" y="11924"/>
                    <a:pt x="34713" y="11888"/>
                    <a:pt x="34833" y="11866"/>
                  </a:cubicBezTo>
                  <a:cubicBezTo>
                    <a:pt x="35131" y="11810"/>
                    <a:pt x="35393" y="11864"/>
                    <a:pt x="35657" y="12007"/>
                  </a:cubicBezTo>
                  <a:cubicBezTo>
                    <a:pt x="35923" y="12152"/>
                    <a:pt x="36146" y="12357"/>
                    <a:pt x="36392" y="12528"/>
                  </a:cubicBezTo>
                  <a:cubicBezTo>
                    <a:pt x="36503" y="12606"/>
                    <a:pt x="36613" y="12682"/>
                    <a:pt x="36706" y="12783"/>
                  </a:cubicBezTo>
                  <a:cubicBezTo>
                    <a:pt x="36795" y="12880"/>
                    <a:pt x="36874" y="12959"/>
                    <a:pt x="36991" y="13023"/>
                  </a:cubicBezTo>
                  <a:cubicBezTo>
                    <a:pt x="37126" y="13095"/>
                    <a:pt x="37259" y="13171"/>
                    <a:pt x="37392" y="13246"/>
                  </a:cubicBezTo>
                  <a:cubicBezTo>
                    <a:pt x="37528" y="13318"/>
                    <a:pt x="37673" y="13408"/>
                    <a:pt x="37824" y="13443"/>
                  </a:cubicBezTo>
                  <a:cubicBezTo>
                    <a:pt x="37973" y="13475"/>
                    <a:pt x="38127" y="13465"/>
                    <a:pt x="38276" y="13499"/>
                  </a:cubicBezTo>
                  <a:cubicBezTo>
                    <a:pt x="38415" y="13530"/>
                    <a:pt x="38545" y="13601"/>
                    <a:pt x="38665" y="13685"/>
                  </a:cubicBezTo>
                  <a:cubicBezTo>
                    <a:pt x="38886" y="13843"/>
                    <a:pt x="39066" y="14049"/>
                    <a:pt x="39291" y="14200"/>
                  </a:cubicBezTo>
                  <a:cubicBezTo>
                    <a:pt x="39544" y="14367"/>
                    <a:pt x="39821" y="14484"/>
                    <a:pt x="40059" y="14674"/>
                  </a:cubicBezTo>
                  <a:cubicBezTo>
                    <a:pt x="40284" y="14855"/>
                    <a:pt x="40482" y="15065"/>
                    <a:pt x="40708" y="15245"/>
                  </a:cubicBezTo>
                  <a:cubicBezTo>
                    <a:pt x="40813" y="15327"/>
                    <a:pt x="40922" y="15403"/>
                    <a:pt x="41041" y="15461"/>
                  </a:cubicBezTo>
                  <a:cubicBezTo>
                    <a:pt x="41177" y="15526"/>
                    <a:pt x="41326" y="15571"/>
                    <a:pt x="41467" y="15623"/>
                  </a:cubicBezTo>
                  <a:cubicBezTo>
                    <a:pt x="41605" y="15671"/>
                    <a:pt x="41726" y="15645"/>
                    <a:pt x="41867" y="15651"/>
                  </a:cubicBezTo>
                  <a:cubicBezTo>
                    <a:pt x="41904" y="15651"/>
                    <a:pt x="41925" y="15678"/>
                    <a:pt x="41928" y="15708"/>
                  </a:cubicBezTo>
                  <a:cubicBezTo>
                    <a:pt x="42023" y="15690"/>
                    <a:pt x="42120" y="15667"/>
                    <a:pt x="42215" y="15651"/>
                  </a:cubicBezTo>
                  <a:cubicBezTo>
                    <a:pt x="42391" y="15619"/>
                    <a:pt x="42563" y="15623"/>
                    <a:pt x="42741" y="15626"/>
                  </a:cubicBezTo>
                  <a:cubicBezTo>
                    <a:pt x="42916" y="15632"/>
                    <a:pt x="43091" y="15623"/>
                    <a:pt x="43264" y="15600"/>
                  </a:cubicBezTo>
                  <a:cubicBezTo>
                    <a:pt x="43429" y="15582"/>
                    <a:pt x="43595" y="15559"/>
                    <a:pt x="43762" y="15572"/>
                  </a:cubicBezTo>
                  <a:cubicBezTo>
                    <a:pt x="43835" y="15578"/>
                    <a:pt x="43909" y="15593"/>
                    <a:pt x="43983" y="15593"/>
                  </a:cubicBezTo>
                  <a:cubicBezTo>
                    <a:pt x="44067" y="15595"/>
                    <a:pt x="44153" y="15571"/>
                    <a:pt x="44236" y="15569"/>
                  </a:cubicBezTo>
                  <a:cubicBezTo>
                    <a:pt x="44322" y="15565"/>
                    <a:pt x="44406" y="15576"/>
                    <a:pt x="44489" y="15574"/>
                  </a:cubicBezTo>
                  <a:cubicBezTo>
                    <a:pt x="44579" y="15574"/>
                    <a:pt x="44670" y="15567"/>
                    <a:pt x="44759" y="15565"/>
                  </a:cubicBezTo>
                  <a:cubicBezTo>
                    <a:pt x="44938" y="15565"/>
                    <a:pt x="45112" y="15587"/>
                    <a:pt x="45291" y="15572"/>
                  </a:cubicBezTo>
                  <a:cubicBezTo>
                    <a:pt x="45466" y="15558"/>
                    <a:pt x="45631" y="15526"/>
                    <a:pt x="45808" y="15546"/>
                  </a:cubicBezTo>
                  <a:cubicBezTo>
                    <a:pt x="45890" y="15556"/>
                    <a:pt x="45972" y="15572"/>
                    <a:pt x="46055" y="15576"/>
                  </a:cubicBezTo>
                  <a:cubicBezTo>
                    <a:pt x="46133" y="15580"/>
                    <a:pt x="46184" y="15550"/>
                    <a:pt x="46251" y="15513"/>
                  </a:cubicBezTo>
                  <a:cubicBezTo>
                    <a:pt x="46317" y="15476"/>
                    <a:pt x="46388" y="15452"/>
                    <a:pt x="46459" y="15422"/>
                  </a:cubicBezTo>
                  <a:cubicBezTo>
                    <a:pt x="46541" y="15388"/>
                    <a:pt x="46617" y="15340"/>
                    <a:pt x="46697" y="15303"/>
                  </a:cubicBezTo>
                  <a:cubicBezTo>
                    <a:pt x="46857" y="15227"/>
                    <a:pt x="47013" y="15152"/>
                    <a:pt x="47164" y="15065"/>
                  </a:cubicBezTo>
                  <a:cubicBezTo>
                    <a:pt x="47318" y="14974"/>
                    <a:pt x="47476" y="14918"/>
                    <a:pt x="47645" y="14862"/>
                  </a:cubicBezTo>
                  <a:cubicBezTo>
                    <a:pt x="47978" y="14752"/>
                    <a:pt x="48315" y="14637"/>
                    <a:pt x="48655" y="14551"/>
                  </a:cubicBezTo>
                  <a:cubicBezTo>
                    <a:pt x="48815" y="14512"/>
                    <a:pt x="48968" y="14524"/>
                    <a:pt x="49131" y="14531"/>
                  </a:cubicBezTo>
                  <a:cubicBezTo>
                    <a:pt x="49301" y="14538"/>
                    <a:pt x="49460" y="14555"/>
                    <a:pt x="49620" y="14618"/>
                  </a:cubicBezTo>
                  <a:cubicBezTo>
                    <a:pt x="49767" y="14676"/>
                    <a:pt x="49916" y="14737"/>
                    <a:pt x="50067" y="14788"/>
                  </a:cubicBezTo>
                  <a:cubicBezTo>
                    <a:pt x="50225" y="14842"/>
                    <a:pt x="50400" y="14808"/>
                    <a:pt x="50560" y="14864"/>
                  </a:cubicBezTo>
                  <a:cubicBezTo>
                    <a:pt x="50599" y="14879"/>
                    <a:pt x="50636" y="14897"/>
                    <a:pt x="50679" y="14903"/>
                  </a:cubicBezTo>
                  <a:cubicBezTo>
                    <a:pt x="50718" y="14909"/>
                    <a:pt x="50757" y="14903"/>
                    <a:pt x="50798" y="14909"/>
                  </a:cubicBezTo>
                  <a:cubicBezTo>
                    <a:pt x="50876" y="14920"/>
                    <a:pt x="50943" y="14961"/>
                    <a:pt x="51004" y="15007"/>
                  </a:cubicBezTo>
                  <a:cubicBezTo>
                    <a:pt x="51142" y="15113"/>
                    <a:pt x="51298" y="15186"/>
                    <a:pt x="51445" y="15277"/>
                  </a:cubicBezTo>
                  <a:cubicBezTo>
                    <a:pt x="51594" y="15370"/>
                    <a:pt x="51744" y="15431"/>
                    <a:pt x="51904" y="15500"/>
                  </a:cubicBezTo>
                  <a:cubicBezTo>
                    <a:pt x="52049" y="15561"/>
                    <a:pt x="52183" y="15649"/>
                    <a:pt x="52345" y="15664"/>
                  </a:cubicBezTo>
                  <a:cubicBezTo>
                    <a:pt x="52503" y="15677"/>
                    <a:pt x="52665" y="15630"/>
                    <a:pt x="52819" y="15598"/>
                  </a:cubicBezTo>
                  <a:cubicBezTo>
                    <a:pt x="52979" y="15567"/>
                    <a:pt x="53122" y="15487"/>
                    <a:pt x="53284" y="15465"/>
                  </a:cubicBezTo>
                  <a:cubicBezTo>
                    <a:pt x="53366" y="15453"/>
                    <a:pt x="53429" y="15439"/>
                    <a:pt x="53505" y="15403"/>
                  </a:cubicBezTo>
                  <a:cubicBezTo>
                    <a:pt x="53565" y="15375"/>
                    <a:pt x="53628" y="15351"/>
                    <a:pt x="53693" y="15333"/>
                  </a:cubicBezTo>
                  <a:cubicBezTo>
                    <a:pt x="53859" y="15282"/>
                    <a:pt x="54028" y="15243"/>
                    <a:pt x="54194" y="15193"/>
                  </a:cubicBezTo>
                  <a:cubicBezTo>
                    <a:pt x="54526" y="15087"/>
                    <a:pt x="54867" y="14974"/>
                    <a:pt x="55168" y="14795"/>
                  </a:cubicBezTo>
                  <a:cubicBezTo>
                    <a:pt x="55317" y="14708"/>
                    <a:pt x="55419" y="14594"/>
                    <a:pt x="55527" y="14462"/>
                  </a:cubicBezTo>
                  <a:cubicBezTo>
                    <a:pt x="55618" y="14351"/>
                    <a:pt x="55720" y="14243"/>
                    <a:pt x="55858" y="14191"/>
                  </a:cubicBezTo>
                  <a:cubicBezTo>
                    <a:pt x="56126" y="14090"/>
                    <a:pt x="56407" y="14185"/>
                    <a:pt x="56673" y="14243"/>
                  </a:cubicBezTo>
                  <a:cubicBezTo>
                    <a:pt x="56833" y="14278"/>
                    <a:pt x="56987" y="14319"/>
                    <a:pt x="57138" y="14384"/>
                  </a:cubicBezTo>
                  <a:cubicBezTo>
                    <a:pt x="57294" y="14451"/>
                    <a:pt x="57444" y="14537"/>
                    <a:pt x="57603" y="14600"/>
                  </a:cubicBezTo>
                  <a:cubicBezTo>
                    <a:pt x="57682" y="14631"/>
                    <a:pt x="57768" y="14652"/>
                    <a:pt x="57844" y="14689"/>
                  </a:cubicBezTo>
                  <a:cubicBezTo>
                    <a:pt x="57915" y="14724"/>
                    <a:pt x="57969" y="14771"/>
                    <a:pt x="58025" y="14823"/>
                  </a:cubicBezTo>
                  <a:cubicBezTo>
                    <a:pt x="58160" y="14949"/>
                    <a:pt x="58309" y="15059"/>
                    <a:pt x="58449" y="15182"/>
                  </a:cubicBezTo>
                  <a:cubicBezTo>
                    <a:pt x="58562" y="15282"/>
                    <a:pt x="58651" y="15411"/>
                    <a:pt x="58770" y="15502"/>
                  </a:cubicBezTo>
                  <a:cubicBezTo>
                    <a:pt x="58906" y="15606"/>
                    <a:pt x="59079" y="15565"/>
                    <a:pt x="59232" y="15625"/>
                  </a:cubicBezTo>
                  <a:cubicBezTo>
                    <a:pt x="59276" y="15641"/>
                    <a:pt x="59315" y="15675"/>
                    <a:pt x="59364" y="15688"/>
                  </a:cubicBezTo>
                  <a:cubicBezTo>
                    <a:pt x="59444" y="15706"/>
                    <a:pt x="59529" y="15699"/>
                    <a:pt x="59609" y="15721"/>
                  </a:cubicBezTo>
                  <a:cubicBezTo>
                    <a:pt x="59672" y="15738"/>
                    <a:pt x="59730" y="15771"/>
                    <a:pt x="59795" y="15783"/>
                  </a:cubicBezTo>
                  <a:cubicBezTo>
                    <a:pt x="59879" y="15797"/>
                    <a:pt x="59951" y="15814"/>
                    <a:pt x="60030" y="15846"/>
                  </a:cubicBezTo>
                  <a:cubicBezTo>
                    <a:pt x="60176" y="15781"/>
                    <a:pt x="60325" y="15716"/>
                    <a:pt x="60474" y="15647"/>
                  </a:cubicBezTo>
                  <a:cubicBezTo>
                    <a:pt x="60764" y="15515"/>
                    <a:pt x="61052" y="15433"/>
                    <a:pt x="61357" y="15344"/>
                  </a:cubicBezTo>
                  <a:cubicBezTo>
                    <a:pt x="61484" y="15307"/>
                    <a:pt x="61588" y="15223"/>
                    <a:pt x="61722" y="15201"/>
                  </a:cubicBezTo>
                  <a:cubicBezTo>
                    <a:pt x="61891" y="15173"/>
                    <a:pt x="61979" y="15109"/>
                    <a:pt x="62111" y="15002"/>
                  </a:cubicBezTo>
                  <a:cubicBezTo>
                    <a:pt x="62345" y="14812"/>
                    <a:pt x="62613" y="14650"/>
                    <a:pt x="62871" y="14492"/>
                  </a:cubicBezTo>
                  <a:cubicBezTo>
                    <a:pt x="63440" y="14144"/>
                    <a:pt x="64024" y="13822"/>
                    <a:pt x="64619" y="13523"/>
                  </a:cubicBezTo>
                  <a:cubicBezTo>
                    <a:pt x="64761" y="13452"/>
                    <a:pt x="64898" y="13372"/>
                    <a:pt x="65043" y="13311"/>
                  </a:cubicBezTo>
                  <a:cubicBezTo>
                    <a:pt x="65179" y="13255"/>
                    <a:pt x="65317" y="13227"/>
                    <a:pt x="65460" y="13192"/>
                  </a:cubicBezTo>
                  <a:cubicBezTo>
                    <a:pt x="65601" y="13157"/>
                    <a:pt x="65694" y="13054"/>
                    <a:pt x="65821" y="12987"/>
                  </a:cubicBezTo>
                  <a:cubicBezTo>
                    <a:pt x="65960" y="12913"/>
                    <a:pt x="66113" y="12861"/>
                    <a:pt x="66254" y="12792"/>
                  </a:cubicBezTo>
                  <a:cubicBezTo>
                    <a:pt x="66542" y="12651"/>
                    <a:pt x="66814" y="12487"/>
                    <a:pt x="67110" y="12361"/>
                  </a:cubicBezTo>
                  <a:cubicBezTo>
                    <a:pt x="67405" y="12234"/>
                    <a:pt x="67695" y="12119"/>
                    <a:pt x="67997" y="12007"/>
                  </a:cubicBezTo>
                  <a:cubicBezTo>
                    <a:pt x="68138" y="11957"/>
                    <a:pt x="68268" y="11883"/>
                    <a:pt x="68406" y="11819"/>
                  </a:cubicBezTo>
                  <a:cubicBezTo>
                    <a:pt x="68551" y="11752"/>
                    <a:pt x="68703" y="11702"/>
                    <a:pt x="68850" y="11633"/>
                  </a:cubicBezTo>
                  <a:cubicBezTo>
                    <a:pt x="69146" y="11494"/>
                    <a:pt x="69459" y="11395"/>
                    <a:pt x="69758" y="11265"/>
                  </a:cubicBezTo>
                  <a:cubicBezTo>
                    <a:pt x="70054" y="11135"/>
                    <a:pt x="70334" y="10990"/>
                    <a:pt x="70643" y="10890"/>
                  </a:cubicBezTo>
                  <a:cubicBezTo>
                    <a:pt x="70935" y="10795"/>
                    <a:pt x="71223" y="10704"/>
                    <a:pt x="71497" y="10566"/>
                  </a:cubicBezTo>
                  <a:cubicBezTo>
                    <a:pt x="71768" y="10426"/>
                    <a:pt x="72001" y="10252"/>
                    <a:pt x="72217" y="10038"/>
                  </a:cubicBezTo>
                  <a:cubicBezTo>
                    <a:pt x="72311" y="9945"/>
                    <a:pt x="72391" y="9844"/>
                    <a:pt x="72477" y="9744"/>
                  </a:cubicBezTo>
                  <a:cubicBezTo>
                    <a:pt x="72572" y="9632"/>
                    <a:pt x="72689" y="9545"/>
                    <a:pt x="72799" y="9448"/>
                  </a:cubicBezTo>
                  <a:cubicBezTo>
                    <a:pt x="72903" y="9353"/>
                    <a:pt x="72996" y="9232"/>
                    <a:pt x="73113" y="9153"/>
                  </a:cubicBezTo>
                  <a:cubicBezTo>
                    <a:pt x="73228" y="9071"/>
                    <a:pt x="73355" y="9033"/>
                    <a:pt x="73464" y="8937"/>
                  </a:cubicBezTo>
                  <a:cubicBezTo>
                    <a:pt x="73717" y="8712"/>
                    <a:pt x="73978" y="8503"/>
                    <a:pt x="74216" y="8262"/>
                  </a:cubicBezTo>
                  <a:cubicBezTo>
                    <a:pt x="74435" y="8039"/>
                    <a:pt x="74681" y="7847"/>
                    <a:pt x="74830" y="7568"/>
                  </a:cubicBezTo>
                  <a:cubicBezTo>
                    <a:pt x="74958" y="7328"/>
                    <a:pt x="75174" y="7157"/>
                    <a:pt x="75393" y="7001"/>
                  </a:cubicBezTo>
                  <a:cubicBezTo>
                    <a:pt x="75497" y="6926"/>
                    <a:pt x="75609" y="6852"/>
                    <a:pt x="75730" y="6807"/>
                  </a:cubicBezTo>
                  <a:cubicBezTo>
                    <a:pt x="75858" y="6759"/>
                    <a:pt x="75996" y="6763"/>
                    <a:pt x="76129" y="6755"/>
                  </a:cubicBezTo>
                  <a:cubicBezTo>
                    <a:pt x="76425" y="6733"/>
                    <a:pt x="76762" y="6781"/>
                    <a:pt x="77039" y="6893"/>
                  </a:cubicBezTo>
                  <a:cubicBezTo>
                    <a:pt x="77186" y="6951"/>
                    <a:pt x="77325" y="6973"/>
                    <a:pt x="77476" y="7016"/>
                  </a:cubicBezTo>
                  <a:cubicBezTo>
                    <a:pt x="77636" y="7058"/>
                    <a:pt x="77788" y="7124"/>
                    <a:pt x="77952" y="7159"/>
                  </a:cubicBezTo>
                  <a:cubicBezTo>
                    <a:pt x="78240" y="7222"/>
                    <a:pt x="78530" y="7298"/>
                    <a:pt x="78821" y="7354"/>
                  </a:cubicBezTo>
                  <a:cubicBezTo>
                    <a:pt x="79114" y="7412"/>
                    <a:pt x="79379" y="7579"/>
                    <a:pt x="79633" y="7732"/>
                  </a:cubicBezTo>
                  <a:cubicBezTo>
                    <a:pt x="79896" y="7888"/>
                    <a:pt x="80121" y="8057"/>
                    <a:pt x="80336" y="8273"/>
                  </a:cubicBezTo>
                  <a:cubicBezTo>
                    <a:pt x="80381" y="8319"/>
                    <a:pt x="80416" y="8373"/>
                    <a:pt x="80459" y="8420"/>
                  </a:cubicBezTo>
                  <a:cubicBezTo>
                    <a:pt x="80509" y="8476"/>
                    <a:pt x="80563" y="8502"/>
                    <a:pt x="80626" y="8541"/>
                  </a:cubicBezTo>
                  <a:cubicBezTo>
                    <a:pt x="80770" y="8626"/>
                    <a:pt x="80902" y="8745"/>
                    <a:pt x="81034" y="8851"/>
                  </a:cubicBezTo>
                  <a:cubicBezTo>
                    <a:pt x="81290" y="9054"/>
                    <a:pt x="81538" y="9257"/>
                    <a:pt x="81820" y="9424"/>
                  </a:cubicBezTo>
                  <a:cubicBezTo>
                    <a:pt x="82081" y="9578"/>
                    <a:pt x="82278" y="9803"/>
                    <a:pt x="82527" y="9975"/>
                  </a:cubicBezTo>
                  <a:cubicBezTo>
                    <a:pt x="82648" y="10058"/>
                    <a:pt x="82784" y="10121"/>
                    <a:pt x="82903" y="10209"/>
                  </a:cubicBezTo>
                  <a:cubicBezTo>
                    <a:pt x="83040" y="10306"/>
                    <a:pt x="83159" y="10393"/>
                    <a:pt x="83321" y="10447"/>
                  </a:cubicBezTo>
                  <a:cubicBezTo>
                    <a:pt x="83453" y="10493"/>
                    <a:pt x="83543" y="10585"/>
                    <a:pt x="83665" y="10638"/>
                  </a:cubicBezTo>
                  <a:cubicBezTo>
                    <a:pt x="83810" y="10702"/>
                    <a:pt x="83954" y="10730"/>
                    <a:pt x="84102" y="10771"/>
                  </a:cubicBezTo>
                  <a:cubicBezTo>
                    <a:pt x="84391" y="10852"/>
                    <a:pt x="84621" y="11042"/>
                    <a:pt x="84921" y="11074"/>
                  </a:cubicBezTo>
                  <a:cubicBezTo>
                    <a:pt x="85242" y="11105"/>
                    <a:pt x="85553" y="11124"/>
                    <a:pt x="85871" y="11189"/>
                  </a:cubicBezTo>
                  <a:cubicBezTo>
                    <a:pt x="86187" y="11254"/>
                    <a:pt x="86498" y="11250"/>
                    <a:pt x="86819" y="11239"/>
                  </a:cubicBezTo>
                  <a:cubicBezTo>
                    <a:pt x="87156" y="11228"/>
                    <a:pt x="87506" y="11215"/>
                    <a:pt x="87840" y="11170"/>
                  </a:cubicBezTo>
                  <a:cubicBezTo>
                    <a:pt x="88151" y="11129"/>
                    <a:pt x="88454" y="11038"/>
                    <a:pt x="88768" y="11031"/>
                  </a:cubicBezTo>
                  <a:cubicBezTo>
                    <a:pt x="89114" y="11023"/>
                    <a:pt x="89457" y="11066"/>
                    <a:pt x="89804" y="11044"/>
                  </a:cubicBezTo>
                  <a:cubicBezTo>
                    <a:pt x="90135" y="11022"/>
                    <a:pt x="90459" y="10964"/>
                    <a:pt x="90786" y="10927"/>
                  </a:cubicBezTo>
                  <a:cubicBezTo>
                    <a:pt x="91073" y="10895"/>
                    <a:pt x="91359" y="10943"/>
                    <a:pt x="91597" y="10748"/>
                  </a:cubicBezTo>
                  <a:cubicBezTo>
                    <a:pt x="91612" y="10735"/>
                    <a:pt x="91629" y="10733"/>
                    <a:pt x="91642" y="10737"/>
                  </a:cubicBezTo>
                  <a:cubicBezTo>
                    <a:pt x="91932" y="10545"/>
                    <a:pt x="92222" y="10361"/>
                    <a:pt x="92553" y="10242"/>
                  </a:cubicBezTo>
                  <a:cubicBezTo>
                    <a:pt x="92763" y="10166"/>
                    <a:pt x="92977" y="10092"/>
                    <a:pt x="93197" y="10043"/>
                  </a:cubicBezTo>
                  <a:cubicBezTo>
                    <a:pt x="93401" y="9997"/>
                    <a:pt x="93613" y="9986"/>
                    <a:pt x="93821" y="9976"/>
                  </a:cubicBezTo>
                  <a:cubicBezTo>
                    <a:pt x="94039" y="9969"/>
                    <a:pt x="94206" y="10019"/>
                    <a:pt x="94389" y="10133"/>
                  </a:cubicBezTo>
                  <a:cubicBezTo>
                    <a:pt x="94584" y="10255"/>
                    <a:pt x="94792" y="10343"/>
                    <a:pt x="95012" y="10413"/>
                  </a:cubicBezTo>
                  <a:cubicBezTo>
                    <a:pt x="95164" y="10464"/>
                    <a:pt x="95408" y="10586"/>
                    <a:pt x="95562" y="10499"/>
                  </a:cubicBezTo>
                  <a:cubicBezTo>
                    <a:pt x="95692" y="10426"/>
                    <a:pt x="95761" y="10265"/>
                    <a:pt x="95839" y="10148"/>
                  </a:cubicBezTo>
                  <a:cubicBezTo>
                    <a:pt x="95897" y="10062"/>
                    <a:pt x="95960" y="9984"/>
                    <a:pt x="96018" y="9900"/>
                  </a:cubicBezTo>
                  <a:cubicBezTo>
                    <a:pt x="96081" y="9811"/>
                    <a:pt x="96128" y="9716"/>
                    <a:pt x="96180" y="9621"/>
                  </a:cubicBezTo>
                  <a:cubicBezTo>
                    <a:pt x="96293" y="9420"/>
                    <a:pt x="96392" y="9221"/>
                    <a:pt x="96483" y="9009"/>
                  </a:cubicBezTo>
                  <a:cubicBezTo>
                    <a:pt x="96658" y="8606"/>
                    <a:pt x="96864" y="8208"/>
                    <a:pt x="97165" y="7882"/>
                  </a:cubicBezTo>
                  <a:cubicBezTo>
                    <a:pt x="97305" y="7732"/>
                    <a:pt x="97446" y="7637"/>
                    <a:pt x="97621" y="7535"/>
                  </a:cubicBezTo>
                  <a:cubicBezTo>
                    <a:pt x="97705" y="7486"/>
                    <a:pt x="97779" y="7425"/>
                    <a:pt x="97863" y="7376"/>
                  </a:cubicBezTo>
                  <a:cubicBezTo>
                    <a:pt x="97954" y="7323"/>
                    <a:pt x="98056" y="7293"/>
                    <a:pt x="98158" y="7270"/>
                  </a:cubicBezTo>
                  <a:cubicBezTo>
                    <a:pt x="98367" y="7226"/>
                    <a:pt x="98575" y="7174"/>
                    <a:pt x="98783" y="7131"/>
                  </a:cubicBezTo>
                  <a:cubicBezTo>
                    <a:pt x="99005" y="7086"/>
                    <a:pt x="99217" y="7044"/>
                    <a:pt x="99429" y="6969"/>
                  </a:cubicBezTo>
                  <a:cubicBezTo>
                    <a:pt x="99523" y="6936"/>
                    <a:pt x="99620" y="6908"/>
                    <a:pt x="99700" y="6846"/>
                  </a:cubicBezTo>
                  <a:cubicBezTo>
                    <a:pt x="99778" y="6791"/>
                    <a:pt x="99847" y="6720"/>
                    <a:pt x="99920" y="6657"/>
                  </a:cubicBezTo>
                  <a:cubicBezTo>
                    <a:pt x="100083" y="6515"/>
                    <a:pt x="100210" y="6335"/>
                    <a:pt x="100368" y="6184"/>
                  </a:cubicBezTo>
                  <a:cubicBezTo>
                    <a:pt x="100528" y="6028"/>
                    <a:pt x="100671" y="5853"/>
                    <a:pt x="100835" y="5701"/>
                  </a:cubicBezTo>
                  <a:cubicBezTo>
                    <a:pt x="100987" y="5559"/>
                    <a:pt x="101162" y="5440"/>
                    <a:pt x="101342" y="5336"/>
                  </a:cubicBezTo>
                  <a:cubicBezTo>
                    <a:pt x="101517" y="5234"/>
                    <a:pt x="101705" y="5126"/>
                    <a:pt x="101897" y="5059"/>
                  </a:cubicBezTo>
                  <a:cubicBezTo>
                    <a:pt x="102077" y="4998"/>
                    <a:pt x="102270" y="4985"/>
                    <a:pt x="102460" y="5003"/>
                  </a:cubicBezTo>
                  <a:cubicBezTo>
                    <a:pt x="102652" y="5024"/>
                    <a:pt x="102841" y="5070"/>
                    <a:pt x="103025" y="5124"/>
                  </a:cubicBezTo>
                  <a:cubicBezTo>
                    <a:pt x="103228" y="5180"/>
                    <a:pt x="103412" y="5277"/>
                    <a:pt x="103611" y="5340"/>
                  </a:cubicBezTo>
                  <a:cubicBezTo>
                    <a:pt x="103712" y="5373"/>
                    <a:pt x="103814" y="5390"/>
                    <a:pt x="103913" y="5431"/>
                  </a:cubicBezTo>
                  <a:cubicBezTo>
                    <a:pt x="104017" y="5472"/>
                    <a:pt x="104117" y="5524"/>
                    <a:pt x="104227" y="5552"/>
                  </a:cubicBezTo>
                  <a:cubicBezTo>
                    <a:pt x="104424" y="5606"/>
                    <a:pt x="104632" y="5677"/>
                    <a:pt x="104835" y="5705"/>
                  </a:cubicBezTo>
                  <a:cubicBezTo>
                    <a:pt x="105054" y="5732"/>
                    <a:pt x="105265" y="5749"/>
                    <a:pt x="105465" y="5853"/>
                  </a:cubicBezTo>
                  <a:cubicBezTo>
                    <a:pt x="105625" y="5937"/>
                    <a:pt x="105770" y="6050"/>
                    <a:pt x="105886" y="6192"/>
                  </a:cubicBezTo>
                  <a:cubicBezTo>
                    <a:pt x="106148" y="6515"/>
                    <a:pt x="106152" y="6952"/>
                    <a:pt x="106243" y="7345"/>
                  </a:cubicBezTo>
                  <a:cubicBezTo>
                    <a:pt x="106295" y="7564"/>
                    <a:pt x="106373" y="7773"/>
                    <a:pt x="106433" y="7990"/>
                  </a:cubicBezTo>
                  <a:cubicBezTo>
                    <a:pt x="106449" y="8053"/>
                    <a:pt x="106462" y="8128"/>
                    <a:pt x="106501" y="8184"/>
                  </a:cubicBezTo>
                  <a:cubicBezTo>
                    <a:pt x="106524" y="8213"/>
                    <a:pt x="106522" y="8215"/>
                    <a:pt x="106548" y="8210"/>
                  </a:cubicBezTo>
                  <a:cubicBezTo>
                    <a:pt x="106578" y="8204"/>
                    <a:pt x="106628" y="8130"/>
                    <a:pt x="106654" y="8109"/>
                  </a:cubicBezTo>
                  <a:cubicBezTo>
                    <a:pt x="106723" y="8059"/>
                    <a:pt x="106803" y="8035"/>
                    <a:pt x="106875" y="7998"/>
                  </a:cubicBezTo>
                  <a:cubicBezTo>
                    <a:pt x="106964" y="7951"/>
                    <a:pt x="107041" y="7879"/>
                    <a:pt x="107106" y="7804"/>
                  </a:cubicBezTo>
                  <a:cubicBezTo>
                    <a:pt x="107238" y="7648"/>
                    <a:pt x="107364" y="7475"/>
                    <a:pt x="107465" y="7296"/>
                  </a:cubicBezTo>
                  <a:cubicBezTo>
                    <a:pt x="107645" y="6977"/>
                    <a:pt x="107995" y="6623"/>
                    <a:pt x="108404" y="6705"/>
                  </a:cubicBezTo>
                  <a:cubicBezTo>
                    <a:pt x="108586" y="6742"/>
                    <a:pt x="108674" y="6898"/>
                    <a:pt x="108813" y="7004"/>
                  </a:cubicBezTo>
                  <a:cubicBezTo>
                    <a:pt x="108977" y="7131"/>
                    <a:pt x="109170" y="7211"/>
                    <a:pt x="109336" y="7339"/>
                  </a:cubicBezTo>
                  <a:cubicBezTo>
                    <a:pt x="109674" y="7605"/>
                    <a:pt x="109960" y="7938"/>
                    <a:pt x="110210" y="8288"/>
                  </a:cubicBezTo>
                  <a:cubicBezTo>
                    <a:pt x="110308" y="8425"/>
                    <a:pt x="110398" y="8570"/>
                    <a:pt x="110487" y="8714"/>
                  </a:cubicBezTo>
                  <a:cubicBezTo>
                    <a:pt x="110557" y="8693"/>
                    <a:pt x="110630" y="8675"/>
                    <a:pt x="110703" y="8665"/>
                  </a:cubicBezTo>
                  <a:cubicBezTo>
                    <a:pt x="110814" y="8650"/>
                    <a:pt x="110933" y="8676"/>
                    <a:pt x="111043" y="8650"/>
                  </a:cubicBezTo>
                  <a:cubicBezTo>
                    <a:pt x="111143" y="8626"/>
                    <a:pt x="111233" y="8557"/>
                    <a:pt x="111320" y="8503"/>
                  </a:cubicBezTo>
                  <a:cubicBezTo>
                    <a:pt x="111420" y="8440"/>
                    <a:pt x="111526" y="8390"/>
                    <a:pt x="111634" y="8342"/>
                  </a:cubicBezTo>
                  <a:cubicBezTo>
                    <a:pt x="111852" y="8247"/>
                    <a:pt x="112066" y="8146"/>
                    <a:pt x="112285" y="8057"/>
                  </a:cubicBezTo>
                  <a:cubicBezTo>
                    <a:pt x="112510" y="7966"/>
                    <a:pt x="112722" y="7851"/>
                    <a:pt x="112949" y="7765"/>
                  </a:cubicBezTo>
                  <a:cubicBezTo>
                    <a:pt x="113159" y="7687"/>
                    <a:pt x="113379" y="7601"/>
                    <a:pt x="113557" y="7464"/>
                  </a:cubicBezTo>
                  <a:cubicBezTo>
                    <a:pt x="113643" y="7397"/>
                    <a:pt x="113741" y="7354"/>
                    <a:pt x="113836" y="7302"/>
                  </a:cubicBezTo>
                  <a:cubicBezTo>
                    <a:pt x="113940" y="7244"/>
                    <a:pt x="114041" y="7185"/>
                    <a:pt x="114147" y="7133"/>
                  </a:cubicBezTo>
                  <a:cubicBezTo>
                    <a:pt x="114337" y="7044"/>
                    <a:pt x="114508" y="6921"/>
                    <a:pt x="114692" y="6817"/>
                  </a:cubicBezTo>
                  <a:cubicBezTo>
                    <a:pt x="114891" y="6701"/>
                    <a:pt x="115118" y="6651"/>
                    <a:pt x="115320" y="6541"/>
                  </a:cubicBezTo>
                  <a:cubicBezTo>
                    <a:pt x="115503" y="6441"/>
                    <a:pt x="115661" y="6335"/>
                    <a:pt x="115806" y="6192"/>
                  </a:cubicBezTo>
                  <a:cubicBezTo>
                    <a:pt x="115863" y="6136"/>
                    <a:pt x="115934" y="6063"/>
                    <a:pt x="116014" y="6024"/>
                  </a:cubicBezTo>
                  <a:cubicBezTo>
                    <a:pt x="116018" y="6019"/>
                    <a:pt x="116020" y="6015"/>
                    <a:pt x="116025" y="6008"/>
                  </a:cubicBezTo>
                  <a:cubicBezTo>
                    <a:pt x="116135" y="5853"/>
                    <a:pt x="116276" y="5770"/>
                    <a:pt x="116468" y="5764"/>
                  </a:cubicBezTo>
                  <a:cubicBezTo>
                    <a:pt x="116697" y="5758"/>
                    <a:pt x="116914" y="5777"/>
                    <a:pt x="117143" y="5740"/>
                  </a:cubicBezTo>
                  <a:cubicBezTo>
                    <a:pt x="117364" y="5703"/>
                    <a:pt x="117580" y="5639"/>
                    <a:pt x="117805" y="5636"/>
                  </a:cubicBezTo>
                  <a:cubicBezTo>
                    <a:pt x="117904" y="5634"/>
                    <a:pt x="117987" y="5632"/>
                    <a:pt x="118082" y="5591"/>
                  </a:cubicBezTo>
                  <a:cubicBezTo>
                    <a:pt x="118177" y="5552"/>
                    <a:pt x="118268" y="5502"/>
                    <a:pt x="118367" y="5465"/>
                  </a:cubicBezTo>
                  <a:cubicBezTo>
                    <a:pt x="118571" y="5385"/>
                    <a:pt x="118748" y="5266"/>
                    <a:pt x="118917" y="5124"/>
                  </a:cubicBezTo>
                  <a:cubicBezTo>
                    <a:pt x="119081" y="4988"/>
                    <a:pt x="119276" y="4894"/>
                    <a:pt x="119458" y="4786"/>
                  </a:cubicBezTo>
                  <a:cubicBezTo>
                    <a:pt x="119642" y="4676"/>
                    <a:pt x="119849" y="4581"/>
                    <a:pt x="120063" y="4553"/>
                  </a:cubicBezTo>
                  <a:cubicBezTo>
                    <a:pt x="120260" y="4527"/>
                    <a:pt x="120451" y="4568"/>
                    <a:pt x="120649" y="4561"/>
                  </a:cubicBezTo>
                  <a:cubicBezTo>
                    <a:pt x="120745" y="4557"/>
                    <a:pt x="120844" y="4540"/>
                    <a:pt x="120933" y="4507"/>
                  </a:cubicBezTo>
                  <a:cubicBezTo>
                    <a:pt x="121024" y="4471"/>
                    <a:pt x="121084" y="4408"/>
                    <a:pt x="121164" y="4360"/>
                  </a:cubicBezTo>
                  <a:cubicBezTo>
                    <a:pt x="121342" y="4250"/>
                    <a:pt x="121578" y="4265"/>
                    <a:pt x="121779" y="4278"/>
                  </a:cubicBezTo>
                  <a:cubicBezTo>
                    <a:pt x="122006" y="4293"/>
                    <a:pt x="122229" y="4302"/>
                    <a:pt x="122451" y="4362"/>
                  </a:cubicBezTo>
                  <a:cubicBezTo>
                    <a:pt x="122659" y="4418"/>
                    <a:pt x="122858" y="4509"/>
                    <a:pt x="123066" y="4568"/>
                  </a:cubicBezTo>
                  <a:cubicBezTo>
                    <a:pt x="123301" y="4633"/>
                    <a:pt x="123514" y="4607"/>
                    <a:pt x="123749" y="4555"/>
                  </a:cubicBezTo>
                  <a:cubicBezTo>
                    <a:pt x="123972" y="4507"/>
                    <a:pt x="124182" y="4486"/>
                    <a:pt x="124411" y="4481"/>
                  </a:cubicBezTo>
                  <a:cubicBezTo>
                    <a:pt x="124632" y="4473"/>
                    <a:pt x="124837" y="4388"/>
                    <a:pt x="125060" y="4377"/>
                  </a:cubicBezTo>
                  <a:cubicBezTo>
                    <a:pt x="125274" y="4365"/>
                    <a:pt x="125516" y="4373"/>
                    <a:pt x="125729" y="4408"/>
                  </a:cubicBezTo>
                  <a:cubicBezTo>
                    <a:pt x="125834" y="4427"/>
                    <a:pt x="125932" y="4468"/>
                    <a:pt x="126038" y="4486"/>
                  </a:cubicBezTo>
                  <a:cubicBezTo>
                    <a:pt x="126142" y="4503"/>
                    <a:pt x="126246" y="4511"/>
                    <a:pt x="126349" y="4550"/>
                  </a:cubicBezTo>
                  <a:cubicBezTo>
                    <a:pt x="126516" y="4613"/>
                    <a:pt x="126650" y="4730"/>
                    <a:pt x="126775" y="4856"/>
                  </a:cubicBezTo>
                  <a:cubicBezTo>
                    <a:pt x="126925" y="5011"/>
                    <a:pt x="127108" y="5122"/>
                    <a:pt x="127267" y="5266"/>
                  </a:cubicBezTo>
                  <a:cubicBezTo>
                    <a:pt x="127347" y="5336"/>
                    <a:pt x="127424" y="5385"/>
                    <a:pt x="127520" y="5435"/>
                  </a:cubicBezTo>
                  <a:cubicBezTo>
                    <a:pt x="127612" y="5483"/>
                    <a:pt x="127684" y="5552"/>
                    <a:pt x="127766" y="5613"/>
                  </a:cubicBezTo>
                  <a:cubicBezTo>
                    <a:pt x="127848" y="5677"/>
                    <a:pt x="127946" y="5703"/>
                    <a:pt x="128036" y="5753"/>
                  </a:cubicBezTo>
                  <a:cubicBezTo>
                    <a:pt x="128125" y="5803"/>
                    <a:pt x="128199" y="5874"/>
                    <a:pt x="128281" y="5933"/>
                  </a:cubicBezTo>
                  <a:cubicBezTo>
                    <a:pt x="128460" y="6060"/>
                    <a:pt x="128655" y="6156"/>
                    <a:pt x="128828" y="6292"/>
                  </a:cubicBezTo>
                  <a:cubicBezTo>
                    <a:pt x="129004" y="6428"/>
                    <a:pt x="129176" y="6564"/>
                    <a:pt x="129371" y="6672"/>
                  </a:cubicBezTo>
                  <a:cubicBezTo>
                    <a:pt x="129572" y="6781"/>
                    <a:pt x="129782" y="6872"/>
                    <a:pt x="129979" y="6988"/>
                  </a:cubicBezTo>
                  <a:cubicBezTo>
                    <a:pt x="130163" y="7094"/>
                    <a:pt x="130314" y="7244"/>
                    <a:pt x="130489" y="7365"/>
                  </a:cubicBezTo>
                  <a:cubicBezTo>
                    <a:pt x="130665" y="7486"/>
                    <a:pt x="130848" y="7607"/>
                    <a:pt x="131028" y="7720"/>
                  </a:cubicBezTo>
                  <a:cubicBezTo>
                    <a:pt x="131402" y="7955"/>
                    <a:pt x="131829" y="8091"/>
                    <a:pt x="132216" y="8297"/>
                  </a:cubicBezTo>
                  <a:cubicBezTo>
                    <a:pt x="132410" y="8399"/>
                    <a:pt x="132594" y="8516"/>
                    <a:pt x="132759" y="8660"/>
                  </a:cubicBezTo>
                  <a:cubicBezTo>
                    <a:pt x="132932" y="8808"/>
                    <a:pt x="133089" y="8976"/>
                    <a:pt x="133265" y="9121"/>
                  </a:cubicBezTo>
                  <a:cubicBezTo>
                    <a:pt x="133622" y="9418"/>
                    <a:pt x="134031" y="9636"/>
                    <a:pt x="134407" y="9908"/>
                  </a:cubicBezTo>
                  <a:cubicBezTo>
                    <a:pt x="134604" y="10047"/>
                    <a:pt x="134796" y="10198"/>
                    <a:pt x="134985" y="10348"/>
                  </a:cubicBezTo>
                  <a:cubicBezTo>
                    <a:pt x="135136" y="10469"/>
                    <a:pt x="135281" y="10625"/>
                    <a:pt x="135480" y="10648"/>
                  </a:cubicBezTo>
                  <a:cubicBezTo>
                    <a:pt x="135698" y="10674"/>
                    <a:pt x="135917" y="10618"/>
                    <a:pt x="136129" y="10573"/>
                  </a:cubicBezTo>
                  <a:cubicBezTo>
                    <a:pt x="136362" y="10521"/>
                    <a:pt x="136596" y="10488"/>
                    <a:pt x="136830" y="10449"/>
                  </a:cubicBezTo>
                  <a:cubicBezTo>
                    <a:pt x="137067" y="10410"/>
                    <a:pt x="137279" y="10404"/>
                    <a:pt x="137515" y="10430"/>
                  </a:cubicBezTo>
                  <a:cubicBezTo>
                    <a:pt x="137745" y="10456"/>
                    <a:pt x="137980" y="10458"/>
                    <a:pt x="138210" y="10492"/>
                  </a:cubicBezTo>
                  <a:cubicBezTo>
                    <a:pt x="138433" y="10523"/>
                    <a:pt x="138653" y="10594"/>
                    <a:pt x="138865" y="10666"/>
                  </a:cubicBezTo>
                  <a:cubicBezTo>
                    <a:pt x="138956" y="10694"/>
                    <a:pt x="139040" y="10730"/>
                    <a:pt x="139110" y="10795"/>
                  </a:cubicBezTo>
                  <a:cubicBezTo>
                    <a:pt x="139177" y="10852"/>
                    <a:pt x="139283" y="10862"/>
                    <a:pt x="139367" y="10897"/>
                  </a:cubicBezTo>
                  <a:cubicBezTo>
                    <a:pt x="139536" y="10964"/>
                    <a:pt x="139726" y="11046"/>
                    <a:pt x="139912" y="11038"/>
                  </a:cubicBezTo>
                  <a:cubicBezTo>
                    <a:pt x="139912" y="11036"/>
                    <a:pt x="139914" y="11036"/>
                    <a:pt x="139914" y="11036"/>
                  </a:cubicBezTo>
                  <a:cubicBezTo>
                    <a:pt x="139932" y="10988"/>
                    <a:pt x="140011" y="10994"/>
                    <a:pt x="140020" y="11040"/>
                  </a:cubicBezTo>
                  <a:cubicBezTo>
                    <a:pt x="140057" y="11029"/>
                    <a:pt x="140094" y="11018"/>
                    <a:pt x="140131" y="11005"/>
                  </a:cubicBezTo>
                  <a:cubicBezTo>
                    <a:pt x="140250" y="10964"/>
                    <a:pt x="140364" y="10910"/>
                    <a:pt x="140476" y="10856"/>
                  </a:cubicBezTo>
                  <a:cubicBezTo>
                    <a:pt x="140715" y="10739"/>
                    <a:pt x="140953" y="10635"/>
                    <a:pt x="141206" y="10551"/>
                  </a:cubicBezTo>
                  <a:cubicBezTo>
                    <a:pt x="141333" y="10508"/>
                    <a:pt x="141467" y="10477"/>
                    <a:pt x="141590" y="10426"/>
                  </a:cubicBezTo>
                  <a:cubicBezTo>
                    <a:pt x="141699" y="10382"/>
                    <a:pt x="141800" y="10317"/>
                    <a:pt x="141908" y="10267"/>
                  </a:cubicBezTo>
                  <a:cubicBezTo>
                    <a:pt x="142012" y="10218"/>
                    <a:pt x="142123" y="10187"/>
                    <a:pt x="142218" y="10121"/>
                  </a:cubicBezTo>
                  <a:cubicBezTo>
                    <a:pt x="142324" y="10051"/>
                    <a:pt x="142419" y="9963"/>
                    <a:pt x="142518" y="9883"/>
                  </a:cubicBezTo>
                  <a:cubicBezTo>
                    <a:pt x="142620" y="9800"/>
                    <a:pt x="142724" y="9716"/>
                    <a:pt x="142834" y="9642"/>
                  </a:cubicBezTo>
                  <a:cubicBezTo>
                    <a:pt x="142936" y="9569"/>
                    <a:pt x="143029" y="9485"/>
                    <a:pt x="143133" y="9415"/>
                  </a:cubicBezTo>
                  <a:cubicBezTo>
                    <a:pt x="143237" y="9344"/>
                    <a:pt x="143321" y="9253"/>
                    <a:pt x="143416" y="9169"/>
                  </a:cubicBezTo>
                  <a:cubicBezTo>
                    <a:pt x="143514" y="9084"/>
                    <a:pt x="143628" y="9011"/>
                    <a:pt x="143738" y="8939"/>
                  </a:cubicBezTo>
                  <a:cubicBezTo>
                    <a:pt x="143964" y="8784"/>
                    <a:pt x="144195" y="8636"/>
                    <a:pt x="144435" y="8503"/>
                  </a:cubicBezTo>
                  <a:cubicBezTo>
                    <a:pt x="144671" y="8371"/>
                    <a:pt x="144909" y="8232"/>
                    <a:pt x="145149" y="8107"/>
                  </a:cubicBezTo>
                  <a:cubicBezTo>
                    <a:pt x="145380" y="7988"/>
                    <a:pt x="145629" y="7899"/>
                    <a:pt x="145871" y="7806"/>
                  </a:cubicBezTo>
                  <a:cubicBezTo>
                    <a:pt x="146088" y="7724"/>
                    <a:pt x="146310" y="7644"/>
                    <a:pt x="146496" y="7501"/>
                  </a:cubicBezTo>
                  <a:cubicBezTo>
                    <a:pt x="146594" y="7425"/>
                    <a:pt x="146689" y="7347"/>
                    <a:pt x="146791" y="7278"/>
                  </a:cubicBezTo>
                  <a:cubicBezTo>
                    <a:pt x="146894" y="7209"/>
                    <a:pt x="147000" y="7159"/>
                    <a:pt x="147107" y="7103"/>
                  </a:cubicBezTo>
                  <a:cubicBezTo>
                    <a:pt x="147325" y="6995"/>
                    <a:pt x="147524" y="6856"/>
                    <a:pt x="147732" y="6733"/>
                  </a:cubicBezTo>
                  <a:cubicBezTo>
                    <a:pt x="147838" y="6672"/>
                    <a:pt x="147946" y="6614"/>
                    <a:pt x="148060" y="6567"/>
                  </a:cubicBezTo>
                  <a:cubicBezTo>
                    <a:pt x="148177" y="6519"/>
                    <a:pt x="148285" y="6502"/>
                    <a:pt x="148409" y="6489"/>
                  </a:cubicBezTo>
                  <a:cubicBezTo>
                    <a:pt x="148532" y="6476"/>
                    <a:pt x="148647" y="6434"/>
                    <a:pt x="148770" y="6426"/>
                  </a:cubicBezTo>
                  <a:cubicBezTo>
                    <a:pt x="148887" y="6419"/>
                    <a:pt x="149006" y="6411"/>
                    <a:pt x="149125" y="6409"/>
                  </a:cubicBezTo>
                  <a:cubicBezTo>
                    <a:pt x="149261" y="6406"/>
                    <a:pt x="149384" y="6447"/>
                    <a:pt x="149514" y="6480"/>
                  </a:cubicBezTo>
                  <a:cubicBezTo>
                    <a:pt x="149648" y="6515"/>
                    <a:pt x="149782" y="6538"/>
                    <a:pt x="149918" y="6562"/>
                  </a:cubicBezTo>
                  <a:cubicBezTo>
                    <a:pt x="150040" y="6584"/>
                    <a:pt x="150161" y="6601"/>
                    <a:pt x="150284" y="6616"/>
                  </a:cubicBezTo>
                  <a:cubicBezTo>
                    <a:pt x="150366" y="6538"/>
                    <a:pt x="150448" y="6458"/>
                    <a:pt x="150531" y="6383"/>
                  </a:cubicBezTo>
                  <a:cubicBezTo>
                    <a:pt x="150652" y="6275"/>
                    <a:pt x="150792" y="6195"/>
                    <a:pt x="150922" y="6099"/>
                  </a:cubicBezTo>
                  <a:cubicBezTo>
                    <a:pt x="151050" y="6004"/>
                    <a:pt x="151151" y="5889"/>
                    <a:pt x="151249" y="5764"/>
                  </a:cubicBezTo>
                  <a:cubicBezTo>
                    <a:pt x="151457" y="5498"/>
                    <a:pt x="151697" y="5258"/>
                    <a:pt x="151915" y="5002"/>
                  </a:cubicBezTo>
                  <a:cubicBezTo>
                    <a:pt x="152008" y="4888"/>
                    <a:pt x="152110" y="4756"/>
                    <a:pt x="152252" y="4704"/>
                  </a:cubicBezTo>
                  <a:cubicBezTo>
                    <a:pt x="152315" y="4680"/>
                    <a:pt x="152371" y="4659"/>
                    <a:pt x="152428" y="4624"/>
                  </a:cubicBezTo>
                  <a:cubicBezTo>
                    <a:pt x="152490" y="4585"/>
                    <a:pt x="152553" y="4551"/>
                    <a:pt x="152625" y="4542"/>
                  </a:cubicBezTo>
                  <a:cubicBezTo>
                    <a:pt x="152705" y="4535"/>
                    <a:pt x="152772" y="4559"/>
                    <a:pt x="152841" y="4590"/>
                  </a:cubicBezTo>
                  <a:cubicBezTo>
                    <a:pt x="152917" y="4626"/>
                    <a:pt x="152994" y="4628"/>
                    <a:pt x="153077" y="4631"/>
                  </a:cubicBezTo>
                  <a:cubicBezTo>
                    <a:pt x="153248" y="4635"/>
                    <a:pt x="153393" y="4657"/>
                    <a:pt x="153542" y="4741"/>
                  </a:cubicBezTo>
                  <a:cubicBezTo>
                    <a:pt x="153672" y="4814"/>
                    <a:pt x="153784" y="4914"/>
                    <a:pt x="153910" y="4992"/>
                  </a:cubicBezTo>
                  <a:cubicBezTo>
                    <a:pt x="154046" y="5078"/>
                    <a:pt x="154193" y="5147"/>
                    <a:pt x="154333" y="5230"/>
                  </a:cubicBezTo>
                  <a:cubicBezTo>
                    <a:pt x="154476" y="5314"/>
                    <a:pt x="154612" y="5407"/>
                    <a:pt x="154734" y="5517"/>
                  </a:cubicBezTo>
                  <a:cubicBezTo>
                    <a:pt x="154852" y="5621"/>
                    <a:pt x="154959" y="5732"/>
                    <a:pt x="155093" y="5812"/>
                  </a:cubicBezTo>
                  <a:cubicBezTo>
                    <a:pt x="155385" y="5985"/>
                    <a:pt x="155627" y="6236"/>
                    <a:pt x="155845" y="6495"/>
                  </a:cubicBezTo>
                  <a:cubicBezTo>
                    <a:pt x="155954" y="6627"/>
                    <a:pt x="156058" y="6763"/>
                    <a:pt x="156157" y="6902"/>
                  </a:cubicBezTo>
                  <a:cubicBezTo>
                    <a:pt x="156246" y="7029"/>
                    <a:pt x="156328" y="7146"/>
                    <a:pt x="156455" y="7237"/>
                  </a:cubicBezTo>
                  <a:cubicBezTo>
                    <a:pt x="156512" y="7280"/>
                    <a:pt x="156574" y="7311"/>
                    <a:pt x="156635" y="7347"/>
                  </a:cubicBezTo>
                  <a:cubicBezTo>
                    <a:pt x="156708" y="7391"/>
                    <a:pt x="156769" y="7451"/>
                    <a:pt x="156832" y="7505"/>
                  </a:cubicBezTo>
                  <a:cubicBezTo>
                    <a:pt x="156959" y="7613"/>
                    <a:pt x="157104" y="7691"/>
                    <a:pt x="157249" y="7767"/>
                  </a:cubicBezTo>
                  <a:cubicBezTo>
                    <a:pt x="157310" y="7800"/>
                    <a:pt x="157368" y="7836"/>
                    <a:pt x="157437" y="7849"/>
                  </a:cubicBezTo>
                  <a:cubicBezTo>
                    <a:pt x="157522" y="7867"/>
                    <a:pt x="157598" y="7888"/>
                    <a:pt x="157680" y="7923"/>
                  </a:cubicBezTo>
                  <a:cubicBezTo>
                    <a:pt x="157835" y="7992"/>
                    <a:pt x="157983" y="8074"/>
                    <a:pt x="158132" y="8152"/>
                  </a:cubicBezTo>
                  <a:cubicBezTo>
                    <a:pt x="158279" y="8230"/>
                    <a:pt x="158435" y="8290"/>
                    <a:pt x="158580" y="8370"/>
                  </a:cubicBezTo>
                  <a:cubicBezTo>
                    <a:pt x="158731" y="8453"/>
                    <a:pt x="158850" y="8583"/>
                    <a:pt x="158980" y="8691"/>
                  </a:cubicBezTo>
                  <a:cubicBezTo>
                    <a:pt x="159103" y="8792"/>
                    <a:pt x="159228" y="8890"/>
                    <a:pt x="159365" y="8970"/>
                  </a:cubicBezTo>
                  <a:cubicBezTo>
                    <a:pt x="159510" y="9052"/>
                    <a:pt x="159629" y="9154"/>
                    <a:pt x="159748" y="9268"/>
                  </a:cubicBezTo>
                  <a:cubicBezTo>
                    <a:pt x="159867" y="9381"/>
                    <a:pt x="159983" y="9491"/>
                    <a:pt x="160130" y="9564"/>
                  </a:cubicBezTo>
                  <a:cubicBezTo>
                    <a:pt x="160282" y="9642"/>
                    <a:pt x="160436" y="9714"/>
                    <a:pt x="160585" y="9800"/>
                  </a:cubicBezTo>
                  <a:cubicBezTo>
                    <a:pt x="160730" y="9882"/>
                    <a:pt x="160873" y="9969"/>
                    <a:pt x="161028" y="10034"/>
                  </a:cubicBezTo>
                  <a:cubicBezTo>
                    <a:pt x="161191" y="10103"/>
                    <a:pt x="161363" y="10134"/>
                    <a:pt x="161535" y="10168"/>
                  </a:cubicBezTo>
                  <a:cubicBezTo>
                    <a:pt x="161710" y="10201"/>
                    <a:pt x="161887" y="10235"/>
                    <a:pt x="162058" y="10285"/>
                  </a:cubicBezTo>
                  <a:cubicBezTo>
                    <a:pt x="162136" y="10309"/>
                    <a:pt x="162211" y="10341"/>
                    <a:pt x="162285" y="10369"/>
                  </a:cubicBezTo>
                  <a:cubicBezTo>
                    <a:pt x="162367" y="10400"/>
                    <a:pt x="162451" y="10412"/>
                    <a:pt x="162534" y="10434"/>
                  </a:cubicBezTo>
                  <a:cubicBezTo>
                    <a:pt x="162690" y="10473"/>
                    <a:pt x="162824" y="10547"/>
                    <a:pt x="162984" y="10568"/>
                  </a:cubicBezTo>
                  <a:cubicBezTo>
                    <a:pt x="163068" y="10579"/>
                    <a:pt x="163150" y="10585"/>
                    <a:pt x="163233" y="10594"/>
                  </a:cubicBezTo>
                  <a:cubicBezTo>
                    <a:pt x="163321" y="10603"/>
                    <a:pt x="163393" y="10618"/>
                    <a:pt x="163481" y="10599"/>
                  </a:cubicBezTo>
                  <a:cubicBezTo>
                    <a:pt x="163583" y="10577"/>
                    <a:pt x="163711" y="10553"/>
                    <a:pt x="163812" y="10583"/>
                  </a:cubicBezTo>
                  <a:cubicBezTo>
                    <a:pt x="163821" y="10585"/>
                    <a:pt x="163827" y="10588"/>
                    <a:pt x="163832" y="10594"/>
                  </a:cubicBezTo>
                  <a:cubicBezTo>
                    <a:pt x="163873" y="10585"/>
                    <a:pt x="163916" y="10577"/>
                    <a:pt x="163959" y="10570"/>
                  </a:cubicBezTo>
                  <a:cubicBezTo>
                    <a:pt x="164241" y="10514"/>
                    <a:pt x="164519" y="10467"/>
                    <a:pt x="164788" y="10360"/>
                  </a:cubicBezTo>
                  <a:cubicBezTo>
                    <a:pt x="165039" y="10259"/>
                    <a:pt x="165281" y="10161"/>
                    <a:pt x="165549" y="10120"/>
                  </a:cubicBezTo>
                  <a:cubicBezTo>
                    <a:pt x="165837" y="10077"/>
                    <a:pt x="166103" y="9980"/>
                    <a:pt x="166382" y="9906"/>
                  </a:cubicBezTo>
                  <a:cubicBezTo>
                    <a:pt x="166646" y="9839"/>
                    <a:pt x="166888" y="9703"/>
                    <a:pt x="167152" y="9629"/>
                  </a:cubicBezTo>
                  <a:cubicBezTo>
                    <a:pt x="167424" y="9552"/>
                    <a:pt x="167688" y="9452"/>
                    <a:pt x="167944" y="9335"/>
                  </a:cubicBezTo>
                  <a:cubicBezTo>
                    <a:pt x="168205" y="9218"/>
                    <a:pt x="168459" y="9087"/>
                    <a:pt x="168729" y="8991"/>
                  </a:cubicBezTo>
                  <a:cubicBezTo>
                    <a:pt x="169001" y="8890"/>
                    <a:pt x="169294" y="8831"/>
                    <a:pt x="169557" y="8712"/>
                  </a:cubicBezTo>
                  <a:cubicBezTo>
                    <a:pt x="169657" y="8667"/>
                    <a:pt x="169745" y="8600"/>
                    <a:pt x="169839" y="8546"/>
                  </a:cubicBezTo>
                  <a:cubicBezTo>
                    <a:pt x="169953" y="8481"/>
                    <a:pt x="170077" y="8446"/>
                    <a:pt x="170193" y="8384"/>
                  </a:cubicBezTo>
                  <a:cubicBezTo>
                    <a:pt x="170425" y="8265"/>
                    <a:pt x="170635" y="8113"/>
                    <a:pt x="170879" y="8012"/>
                  </a:cubicBezTo>
                  <a:cubicBezTo>
                    <a:pt x="171128" y="7912"/>
                    <a:pt x="171364" y="7774"/>
                    <a:pt x="171641" y="7780"/>
                  </a:cubicBezTo>
                  <a:cubicBezTo>
                    <a:pt x="171920" y="7787"/>
                    <a:pt x="172203" y="7825"/>
                    <a:pt x="172480" y="7849"/>
                  </a:cubicBezTo>
                  <a:cubicBezTo>
                    <a:pt x="172754" y="7871"/>
                    <a:pt x="172953" y="7827"/>
                    <a:pt x="173185" y="7678"/>
                  </a:cubicBezTo>
                  <a:cubicBezTo>
                    <a:pt x="173280" y="7616"/>
                    <a:pt x="173377" y="7562"/>
                    <a:pt x="173490" y="7551"/>
                  </a:cubicBezTo>
                  <a:cubicBezTo>
                    <a:pt x="173617" y="7538"/>
                    <a:pt x="173739" y="7572"/>
                    <a:pt x="173864" y="7579"/>
                  </a:cubicBezTo>
                  <a:cubicBezTo>
                    <a:pt x="173996" y="7587"/>
                    <a:pt x="174126" y="7583"/>
                    <a:pt x="174254" y="7614"/>
                  </a:cubicBezTo>
                  <a:cubicBezTo>
                    <a:pt x="174385" y="7646"/>
                    <a:pt x="174511" y="7704"/>
                    <a:pt x="174636" y="7754"/>
                  </a:cubicBezTo>
                  <a:cubicBezTo>
                    <a:pt x="174744" y="7800"/>
                    <a:pt x="174846" y="7854"/>
                    <a:pt x="174928" y="7942"/>
                  </a:cubicBezTo>
                  <a:cubicBezTo>
                    <a:pt x="175026" y="8050"/>
                    <a:pt x="175093" y="8185"/>
                    <a:pt x="175188" y="8295"/>
                  </a:cubicBezTo>
                  <a:cubicBezTo>
                    <a:pt x="175264" y="8384"/>
                    <a:pt x="175363" y="8427"/>
                    <a:pt x="175454" y="8494"/>
                  </a:cubicBezTo>
                  <a:cubicBezTo>
                    <a:pt x="175502" y="8529"/>
                    <a:pt x="175540" y="8580"/>
                    <a:pt x="175592" y="8609"/>
                  </a:cubicBezTo>
                  <a:cubicBezTo>
                    <a:pt x="175655" y="8641"/>
                    <a:pt x="175724" y="8656"/>
                    <a:pt x="175783" y="8697"/>
                  </a:cubicBezTo>
                  <a:cubicBezTo>
                    <a:pt x="175889" y="8768"/>
                    <a:pt x="175980" y="8861"/>
                    <a:pt x="176083" y="8933"/>
                  </a:cubicBezTo>
                  <a:cubicBezTo>
                    <a:pt x="176192" y="9011"/>
                    <a:pt x="176324" y="9047"/>
                    <a:pt x="176432" y="9125"/>
                  </a:cubicBezTo>
                  <a:cubicBezTo>
                    <a:pt x="176542" y="9203"/>
                    <a:pt x="176635" y="9299"/>
                    <a:pt x="176747" y="9374"/>
                  </a:cubicBezTo>
                  <a:cubicBezTo>
                    <a:pt x="176853" y="9446"/>
                    <a:pt x="176962" y="9504"/>
                    <a:pt x="177057" y="9590"/>
                  </a:cubicBezTo>
                  <a:cubicBezTo>
                    <a:pt x="177137" y="9660"/>
                    <a:pt x="177243" y="9785"/>
                    <a:pt x="177358" y="9789"/>
                  </a:cubicBezTo>
                  <a:cubicBezTo>
                    <a:pt x="177414" y="9790"/>
                    <a:pt x="177479" y="9770"/>
                    <a:pt x="177533" y="9763"/>
                  </a:cubicBezTo>
                  <a:cubicBezTo>
                    <a:pt x="177619" y="9751"/>
                    <a:pt x="177706" y="9740"/>
                    <a:pt x="177790" y="9727"/>
                  </a:cubicBezTo>
                  <a:cubicBezTo>
                    <a:pt x="177935" y="9707"/>
                    <a:pt x="178082" y="9690"/>
                    <a:pt x="178223" y="9658"/>
                  </a:cubicBezTo>
                  <a:cubicBezTo>
                    <a:pt x="178357" y="9629"/>
                    <a:pt x="178469" y="9549"/>
                    <a:pt x="178597" y="9502"/>
                  </a:cubicBezTo>
                  <a:cubicBezTo>
                    <a:pt x="178720" y="9456"/>
                    <a:pt x="178820" y="9405"/>
                    <a:pt x="178928" y="9331"/>
                  </a:cubicBezTo>
                  <a:cubicBezTo>
                    <a:pt x="179034" y="9259"/>
                    <a:pt x="179140" y="9180"/>
                    <a:pt x="179257" y="9126"/>
                  </a:cubicBezTo>
                  <a:cubicBezTo>
                    <a:pt x="179361" y="9076"/>
                    <a:pt x="179473" y="9054"/>
                    <a:pt x="179579" y="9009"/>
                  </a:cubicBezTo>
                  <a:cubicBezTo>
                    <a:pt x="179698" y="8959"/>
                    <a:pt x="179802" y="8894"/>
                    <a:pt x="179927" y="8859"/>
                  </a:cubicBezTo>
                  <a:cubicBezTo>
                    <a:pt x="180163" y="8792"/>
                    <a:pt x="180407" y="8734"/>
                    <a:pt x="180646" y="8686"/>
                  </a:cubicBezTo>
                  <a:cubicBezTo>
                    <a:pt x="180918" y="8630"/>
                    <a:pt x="181188" y="8658"/>
                    <a:pt x="181446" y="8546"/>
                  </a:cubicBezTo>
                  <a:cubicBezTo>
                    <a:pt x="181695" y="8440"/>
                    <a:pt x="181922" y="8303"/>
                    <a:pt x="182069" y="8074"/>
                  </a:cubicBezTo>
                  <a:cubicBezTo>
                    <a:pt x="182138" y="7968"/>
                    <a:pt x="182220" y="7879"/>
                    <a:pt x="182298" y="7782"/>
                  </a:cubicBezTo>
                  <a:cubicBezTo>
                    <a:pt x="182387" y="7674"/>
                    <a:pt x="182456" y="7553"/>
                    <a:pt x="182545" y="7445"/>
                  </a:cubicBezTo>
                  <a:cubicBezTo>
                    <a:pt x="182679" y="7285"/>
                    <a:pt x="182791" y="7042"/>
                    <a:pt x="182986" y="6947"/>
                  </a:cubicBezTo>
                  <a:cubicBezTo>
                    <a:pt x="183150" y="6869"/>
                    <a:pt x="183304" y="6956"/>
                    <a:pt x="183419" y="7071"/>
                  </a:cubicBezTo>
                  <a:cubicBezTo>
                    <a:pt x="183527" y="7179"/>
                    <a:pt x="183613" y="7369"/>
                    <a:pt x="183793" y="7300"/>
                  </a:cubicBezTo>
                  <a:cubicBezTo>
                    <a:pt x="183884" y="7265"/>
                    <a:pt x="183962" y="7192"/>
                    <a:pt x="184042" y="7138"/>
                  </a:cubicBezTo>
                  <a:cubicBezTo>
                    <a:pt x="184156" y="7064"/>
                    <a:pt x="184267" y="6991"/>
                    <a:pt x="184375" y="6910"/>
                  </a:cubicBezTo>
                  <a:cubicBezTo>
                    <a:pt x="184578" y="6753"/>
                    <a:pt x="184786" y="6606"/>
                    <a:pt x="184991" y="6456"/>
                  </a:cubicBezTo>
                  <a:cubicBezTo>
                    <a:pt x="185181" y="6315"/>
                    <a:pt x="185294" y="6108"/>
                    <a:pt x="185489" y="5974"/>
                  </a:cubicBezTo>
                  <a:cubicBezTo>
                    <a:pt x="185580" y="5913"/>
                    <a:pt x="185677" y="5861"/>
                    <a:pt x="185765" y="5790"/>
                  </a:cubicBezTo>
                  <a:cubicBezTo>
                    <a:pt x="185863" y="5708"/>
                    <a:pt x="185919" y="5593"/>
                    <a:pt x="186003" y="5498"/>
                  </a:cubicBezTo>
                  <a:cubicBezTo>
                    <a:pt x="186073" y="5418"/>
                    <a:pt x="186146" y="5355"/>
                    <a:pt x="186198" y="5258"/>
                  </a:cubicBezTo>
                  <a:cubicBezTo>
                    <a:pt x="186261" y="5137"/>
                    <a:pt x="186334" y="5020"/>
                    <a:pt x="186401" y="4901"/>
                  </a:cubicBezTo>
                  <a:cubicBezTo>
                    <a:pt x="186460" y="4795"/>
                    <a:pt x="186508" y="4682"/>
                    <a:pt x="186579" y="4583"/>
                  </a:cubicBezTo>
                  <a:cubicBezTo>
                    <a:pt x="186650" y="4486"/>
                    <a:pt x="186743" y="4406"/>
                    <a:pt x="186838" y="4334"/>
                  </a:cubicBezTo>
                  <a:cubicBezTo>
                    <a:pt x="187014" y="4198"/>
                    <a:pt x="187185" y="4036"/>
                    <a:pt x="187410" y="3984"/>
                  </a:cubicBezTo>
                  <a:cubicBezTo>
                    <a:pt x="187507" y="3960"/>
                    <a:pt x="187608" y="3958"/>
                    <a:pt x="187706" y="3949"/>
                  </a:cubicBezTo>
                  <a:cubicBezTo>
                    <a:pt x="187851" y="3934"/>
                    <a:pt x="187993" y="3889"/>
                    <a:pt x="188139" y="3880"/>
                  </a:cubicBezTo>
                  <a:cubicBezTo>
                    <a:pt x="188262" y="3871"/>
                    <a:pt x="188385" y="3893"/>
                    <a:pt x="188508" y="3906"/>
                  </a:cubicBezTo>
                  <a:cubicBezTo>
                    <a:pt x="188662" y="3921"/>
                    <a:pt x="188815" y="3936"/>
                    <a:pt x="188967" y="3949"/>
                  </a:cubicBezTo>
                  <a:cubicBezTo>
                    <a:pt x="189259" y="3975"/>
                    <a:pt x="189519" y="4081"/>
                    <a:pt x="189806" y="4126"/>
                  </a:cubicBezTo>
                  <a:cubicBezTo>
                    <a:pt x="190087" y="4170"/>
                    <a:pt x="190373" y="4185"/>
                    <a:pt x="190658" y="4219"/>
                  </a:cubicBezTo>
                  <a:cubicBezTo>
                    <a:pt x="190669" y="4220"/>
                    <a:pt x="190680" y="4224"/>
                    <a:pt x="190689" y="4232"/>
                  </a:cubicBezTo>
                  <a:cubicBezTo>
                    <a:pt x="190782" y="4142"/>
                    <a:pt x="190875" y="4051"/>
                    <a:pt x="190970" y="3964"/>
                  </a:cubicBezTo>
                  <a:cubicBezTo>
                    <a:pt x="191102" y="3841"/>
                    <a:pt x="191245" y="3739"/>
                    <a:pt x="191405" y="3651"/>
                  </a:cubicBezTo>
                  <a:cubicBezTo>
                    <a:pt x="191569" y="3562"/>
                    <a:pt x="191734" y="3478"/>
                    <a:pt x="191881" y="3363"/>
                  </a:cubicBezTo>
                  <a:cubicBezTo>
                    <a:pt x="192032" y="3248"/>
                    <a:pt x="192201" y="3158"/>
                    <a:pt x="192354" y="3045"/>
                  </a:cubicBezTo>
                  <a:cubicBezTo>
                    <a:pt x="192495" y="2941"/>
                    <a:pt x="192612" y="2807"/>
                    <a:pt x="192765" y="2718"/>
                  </a:cubicBezTo>
                  <a:cubicBezTo>
                    <a:pt x="192899" y="2638"/>
                    <a:pt x="193038" y="2602"/>
                    <a:pt x="193153" y="2493"/>
                  </a:cubicBezTo>
                  <a:cubicBezTo>
                    <a:pt x="193282" y="2374"/>
                    <a:pt x="193364" y="2210"/>
                    <a:pt x="193483" y="2082"/>
                  </a:cubicBezTo>
                  <a:cubicBezTo>
                    <a:pt x="193607" y="1948"/>
                    <a:pt x="193763" y="1847"/>
                    <a:pt x="193892" y="1717"/>
                  </a:cubicBezTo>
                  <a:cubicBezTo>
                    <a:pt x="194018" y="1587"/>
                    <a:pt x="194132" y="1442"/>
                    <a:pt x="194238" y="1291"/>
                  </a:cubicBezTo>
                  <a:cubicBezTo>
                    <a:pt x="194345" y="1139"/>
                    <a:pt x="194453" y="997"/>
                    <a:pt x="194598" y="877"/>
                  </a:cubicBezTo>
                  <a:cubicBezTo>
                    <a:pt x="194736" y="763"/>
                    <a:pt x="194883" y="644"/>
                    <a:pt x="195047" y="572"/>
                  </a:cubicBezTo>
                  <a:cubicBezTo>
                    <a:pt x="195233" y="492"/>
                    <a:pt x="195409" y="510"/>
                    <a:pt x="195605" y="532"/>
                  </a:cubicBezTo>
                  <a:cubicBezTo>
                    <a:pt x="195792" y="553"/>
                    <a:pt x="195991" y="534"/>
                    <a:pt x="196172" y="603"/>
                  </a:cubicBezTo>
                  <a:cubicBezTo>
                    <a:pt x="196263" y="638"/>
                    <a:pt x="196347" y="694"/>
                    <a:pt x="196425" y="750"/>
                  </a:cubicBezTo>
                  <a:cubicBezTo>
                    <a:pt x="196505" y="806"/>
                    <a:pt x="196583" y="843"/>
                    <a:pt x="196670" y="888"/>
                  </a:cubicBezTo>
                  <a:cubicBezTo>
                    <a:pt x="196745" y="925"/>
                    <a:pt x="196819" y="966"/>
                    <a:pt x="196884" y="1018"/>
                  </a:cubicBezTo>
                  <a:cubicBezTo>
                    <a:pt x="196971" y="1087"/>
                    <a:pt x="197051" y="1161"/>
                    <a:pt x="197144" y="1226"/>
                  </a:cubicBezTo>
                  <a:cubicBezTo>
                    <a:pt x="197288" y="1328"/>
                    <a:pt x="197468" y="1384"/>
                    <a:pt x="197600" y="1503"/>
                  </a:cubicBezTo>
                  <a:cubicBezTo>
                    <a:pt x="197608" y="1511"/>
                    <a:pt x="197647" y="1550"/>
                    <a:pt x="197665" y="1580"/>
                  </a:cubicBezTo>
                  <a:cubicBezTo>
                    <a:pt x="197687" y="1583"/>
                    <a:pt x="197717" y="1596"/>
                    <a:pt x="197734" y="1606"/>
                  </a:cubicBezTo>
                  <a:cubicBezTo>
                    <a:pt x="197810" y="1648"/>
                    <a:pt x="197873" y="1728"/>
                    <a:pt x="197959" y="1749"/>
                  </a:cubicBezTo>
                  <a:cubicBezTo>
                    <a:pt x="197968" y="1747"/>
                    <a:pt x="197976" y="1743"/>
                    <a:pt x="197985" y="1741"/>
                  </a:cubicBezTo>
                  <a:cubicBezTo>
                    <a:pt x="198005" y="1719"/>
                    <a:pt x="198039" y="1713"/>
                    <a:pt x="198065" y="1721"/>
                  </a:cubicBezTo>
                  <a:cubicBezTo>
                    <a:pt x="198234" y="1680"/>
                    <a:pt x="198407" y="1648"/>
                    <a:pt x="198573" y="1587"/>
                  </a:cubicBezTo>
                  <a:cubicBezTo>
                    <a:pt x="198794" y="1505"/>
                    <a:pt x="198971" y="1373"/>
                    <a:pt x="199153" y="1226"/>
                  </a:cubicBezTo>
                  <a:cubicBezTo>
                    <a:pt x="199339" y="1079"/>
                    <a:pt x="199529" y="964"/>
                    <a:pt x="199748" y="873"/>
                  </a:cubicBezTo>
                  <a:cubicBezTo>
                    <a:pt x="199862" y="826"/>
                    <a:pt x="199975" y="774"/>
                    <a:pt x="200096" y="750"/>
                  </a:cubicBezTo>
                  <a:cubicBezTo>
                    <a:pt x="200219" y="728"/>
                    <a:pt x="200328" y="717"/>
                    <a:pt x="200442" y="665"/>
                  </a:cubicBezTo>
                  <a:cubicBezTo>
                    <a:pt x="200553" y="616"/>
                    <a:pt x="200661" y="568"/>
                    <a:pt x="200775" y="523"/>
                  </a:cubicBezTo>
                  <a:cubicBezTo>
                    <a:pt x="200897" y="475"/>
                    <a:pt x="201009" y="410"/>
                    <a:pt x="201137" y="378"/>
                  </a:cubicBezTo>
                  <a:cubicBezTo>
                    <a:pt x="201381" y="317"/>
                    <a:pt x="201604" y="185"/>
                    <a:pt x="201846" y="108"/>
                  </a:cubicBezTo>
                  <a:cubicBezTo>
                    <a:pt x="201943" y="77"/>
                    <a:pt x="202039" y="84"/>
                    <a:pt x="202138" y="69"/>
                  </a:cubicBezTo>
                  <a:cubicBezTo>
                    <a:pt x="202259" y="49"/>
                    <a:pt x="202374" y="1"/>
                    <a:pt x="202499" y="10"/>
                  </a:cubicBezTo>
                  <a:cubicBezTo>
                    <a:pt x="202592" y="17"/>
                    <a:pt x="202677" y="62"/>
                    <a:pt x="202772" y="69"/>
                  </a:cubicBezTo>
                  <a:cubicBezTo>
                    <a:pt x="202906" y="82"/>
                    <a:pt x="203014" y="110"/>
                    <a:pt x="203138" y="164"/>
                  </a:cubicBezTo>
                  <a:cubicBezTo>
                    <a:pt x="203248" y="211"/>
                    <a:pt x="203363" y="222"/>
                    <a:pt x="203479" y="248"/>
                  </a:cubicBezTo>
                  <a:cubicBezTo>
                    <a:pt x="203600" y="276"/>
                    <a:pt x="203721" y="294"/>
                    <a:pt x="203841" y="317"/>
                  </a:cubicBezTo>
                  <a:cubicBezTo>
                    <a:pt x="204091" y="360"/>
                    <a:pt x="204334" y="428"/>
                    <a:pt x="204582" y="479"/>
                  </a:cubicBezTo>
                  <a:cubicBezTo>
                    <a:pt x="204844" y="532"/>
                    <a:pt x="205104" y="590"/>
                    <a:pt x="205361" y="665"/>
                  </a:cubicBezTo>
                  <a:cubicBezTo>
                    <a:pt x="205604" y="737"/>
                    <a:pt x="205839" y="830"/>
                    <a:pt x="206077" y="925"/>
                  </a:cubicBezTo>
                  <a:cubicBezTo>
                    <a:pt x="206307" y="1014"/>
                    <a:pt x="206547" y="1081"/>
                    <a:pt x="206774" y="1187"/>
                  </a:cubicBezTo>
                  <a:cubicBezTo>
                    <a:pt x="206878" y="1237"/>
                    <a:pt x="206979" y="1295"/>
                    <a:pt x="207087" y="1341"/>
                  </a:cubicBezTo>
                  <a:cubicBezTo>
                    <a:pt x="207196" y="1388"/>
                    <a:pt x="207317" y="1414"/>
                    <a:pt x="207427" y="1466"/>
                  </a:cubicBezTo>
                  <a:cubicBezTo>
                    <a:pt x="207520" y="1511"/>
                    <a:pt x="207619" y="1540"/>
                    <a:pt x="207712" y="1587"/>
                  </a:cubicBezTo>
                  <a:cubicBezTo>
                    <a:pt x="207818" y="1643"/>
                    <a:pt x="207916" y="1708"/>
                    <a:pt x="208017" y="1773"/>
                  </a:cubicBezTo>
                  <a:cubicBezTo>
                    <a:pt x="208139" y="1853"/>
                    <a:pt x="208268" y="1922"/>
                    <a:pt x="208405" y="1976"/>
                  </a:cubicBezTo>
                  <a:cubicBezTo>
                    <a:pt x="208530" y="2024"/>
                    <a:pt x="208658" y="2061"/>
                    <a:pt x="208781" y="2119"/>
                  </a:cubicBezTo>
                  <a:cubicBezTo>
                    <a:pt x="209026" y="2234"/>
                    <a:pt x="209283" y="2338"/>
                    <a:pt x="209514" y="2482"/>
                  </a:cubicBezTo>
                  <a:cubicBezTo>
                    <a:pt x="209633" y="2558"/>
                    <a:pt x="209754" y="2615"/>
                    <a:pt x="209884" y="2671"/>
                  </a:cubicBezTo>
                  <a:cubicBezTo>
                    <a:pt x="210001" y="2721"/>
                    <a:pt x="210103" y="2792"/>
                    <a:pt x="210215" y="2852"/>
                  </a:cubicBezTo>
                  <a:cubicBezTo>
                    <a:pt x="210334" y="2913"/>
                    <a:pt x="210460" y="2956"/>
                    <a:pt x="210579" y="3019"/>
                  </a:cubicBezTo>
                  <a:cubicBezTo>
                    <a:pt x="210622" y="3041"/>
                    <a:pt x="210674" y="3075"/>
                    <a:pt x="210724" y="3080"/>
                  </a:cubicBezTo>
                  <a:cubicBezTo>
                    <a:pt x="210780" y="3088"/>
                    <a:pt x="210834" y="3062"/>
                    <a:pt x="210883" y="3041"/>
                  </a:cubicBezTo>
                  <a:cubicBezTo>
                    <a:pt x="210903" y="3034"/>
                    <a:pt x="210923" y="3038"/>
                    <a:pt x="210938" y="3049"/>
                  </a:cubicBezTo>
                  <a:cubicBezTo>
                    <a:pt x="211037" y="2980"/>
                    <a:pt x="211132" y="2898"/>
                    <a:pt x="211232" y="2839"/>
                  </a:cubicBezTo>
                  <a:cubicBezTo>
                    <a:pt x="211478" y="2695"/>
                    <a:pt x="211742" y="2588"/>
                    <a:pt x="211997" y="2461"/>
                  </a:cubicBezTo>
                  <a:cubicBezTo>
                    <a:pt x="212123" y="2398"/>
                    <a:pt x="212244" y="2322"/>
                    <a:pt x="212368" y="2253"/>
                  </a:cubicBezTo>
                  <a:cubicBezTo>
                    <a:pt x="212480" y="2190"/>
                    <a:pt x="212608" y="2162"/>
                    <a:pt x="212716" y="2097"/>
                  </a:cubicBezTo>
                  <a:cubicBezTo>
                    <a:pt x="212820" y="2035"/>
                    <a:pt x="212902" y="1940"/>
                    <a:pt x="213005" y="1875"/>
                  </a:cubicBezTo>
                  <a:cubicBezTo>
                    <a:pt x="213112" y="1808"/>
                    <a:pt x="213200" y="1752"/>
                    <a:pt x="213282" y="1654"/>
                  </a:cubicBezTo>
                  <a:cubicBezTo>
                    <a:pt x="213434" y="1470"/>
                    <a:pt x="213698" y="1301"/>
                    <a:pt x="213942" y="1288"/>
                  </a:cubicBezTo>
                  <a:cubicBezTo>
                    <a:pt x="214217" y="1275"/>
                    <a:pt x="214492" y="1340"/>
                    <a:pt x="214760" y="1405"/>
                  </a:cubicBezTo>
                  <a:cubicBezTo>
                    <a:pt x="214890" y="1436"/>
                    <a:pt x="215009" y="1501"/>
                    <a:pt x="215143" y="1513"/>
                  </a:cubicBezTo>
                  <a:cubicBezTo>
                    <a:pt x="215277" y="1526"/>
                    <a:pt x="215396" y="1544"/>
                    <a:pt x="215515" y="1607"/>
                  </a:cubicBezTo>
                  <a:cubicBezTo>
                    <a:pt x="215588" y="1646"/>
                    <a:pt x="215657" y="1691"/>
                    <a:pt x="215727" y="17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Agenda</a:t>
            </a:r>
            <a:endParaRPr b="0" dirty="0"/>
          </a:p>
        </p:txBody>
      </p:sp>
      <p:sp>
        <p:nvSpPr>
          <p:cNvPr id="729" name="Google Shape;729;p28"/>
          <p:cNvSpPr txBox="1">
            <a:spLocks noGrp="1"/>
          </p:cNvSpPr>
          <p:nvPr>
            <p:ph type="subTitle" idx="1"/>
          </p:nvPr>
        </p:nvSpPr>
        <p:spPr>
          <a:xfrm>
            <a:off x="720000" y="1576594"/>
            <a:ext cx="2197500" cy="10102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Construcción de árboles de análisis sintáctico con atributos sintetizados</a:t>
            </a:r>
            <a:endParaRPr dirty="0"/>
          </a:p>
        </p:txBody>
      </p:sp>
      <p:sp>
        <p:nvSpPr>
          <p:cNvPr id="730" name="Google Shape;730;p28"/>
          <p:cNvSpPr txBox="1">
            <a:spLocks noGrp="1"/>
          </p:cNvSpPr>
          <p:nvPr>
            <p:ph type="subTitle" idx="2"/>
          </p:nvPr>
        </p:nvSpPr>
        <p:spPr>
          <a:xfrm>
            <a:off x="3666900" y="1576594"/>
            <a:ext cx="2197500" cy="10102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Construcción de árboles de análisis sintáctico con atributos heredados</a:t>
            </a:r>
            <a:endParaRPr dirty="0"/>
          </a:p>
        </p:txBody>
      </p:sp>
      <p:sp>
        <p:nvSpPr>
          <p:cNvPr id="731" name="Google Shape;731;p28"/>
          <p:cNvSpPr txBox="1">
            <a:spLocks noGrp="1"/>
          </p:cNvSpPr>
          <p:nvPr>
            <p:ph type="subTitle" idx="3"/>
          </p:nvPr>
        </p:nvSpPr>
        <p:spPr>
          <a:xfrm>
            <a:off x="720000" y="3272896"/>
            <a:ext cx="2197500" cy="10102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Estructura de tipos</a:t>
            </a:r>
            <a:endParaRPr dirty="0"/>
          </a:p>
        </p:txBody>
      </p:sp>
      <p:sp>
        <p:nvSpPr>
          <p:cNvPr id="732" name="Google Shape;732;p28"/>
          <p:cNvSpPr txBox="1">
            <a:spLocks noGrp="1"/>
          </p:cNvSpPr>
          <p:nvPr>
            <p:ph type="subTitle" idx="4"/>
          </p:nvPr>
        </p:nvSpPr>
        <p:spPr>
          <a:xfrm>
            <a:off x="3666900" y="3272896"/>
            <a:ext cx="2816450" cy="10102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¿Es posible manejar definiciones dirigidas por la sintaxis con atributos heredados por la izquierda en gramáticas LR?</a:t>
            </a:r>
            <a:endParaRPr dirty="0"/>
          </a:p>
        </p:txBody>
      </p:sp>
      <p:sp>
        <p:nvSpPr>
          <p:cNvPr id="733" name="Google Shape;733;p28"/>
          <p:cNvSpPr txBox="1">
            <a:spLocks noGrp="1"/>
          </p:cNvSpPr>
          <p:nvPr>
            <p:ph type="title" idx="5"/>
          </p:nvPr>
        </p:nvSpPr>
        <p:spPr>
          <a:xfrm>
            <a:off x="720000" y="1045013"/>
            <a:ext cx="733500" cy="73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34" name="Google Shape;734;p28"/>
          <p:cNvSpPr txBox="1">
            <a:spLocks noGrp="1"/>
          </p:cNvSpPr>
          <p:nvPr>
            <p:ph type="title" idx="6"/>
          </p:nvPr>
        </p:nvSpPr>
        <p:spPr>
          <a:xfrm>
            <a:off x="720000" y="2743610"/>
            <a:ext cx="731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735" name="Google Shape;735;p28"/>
          <p:cNvSpPr txBox="1">
            <a:spLocks noGrp="1"/>
          </p:cNvSpPr>
          <p:nvPr>
            <p:ph type="title" idx="7"/>
          </p:nvPr>
        </p:nvSpPr>
        <p:spPr>
          <a:xfrm>
            <a:off x="3666900" y="1047113"/>
            <a:ext cx="731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36" name="Google Shape;736;p28"/>
          <p:cNvSpPr txBox="1">
            <a:spLocks noGrp="1"/>
          </p:cNvSpPr>
          <p:nvPr>
            <p:ph type="title" idx="8"/>
          </p:nvPr>
        </p:nvSpPr>
        <p:spPr>
          <a:xfrm>
            <a:off x="3666900" y="2743610"/>
            <a:ext cx="731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741" name="Google Shape;741;p28"/>
          <p:cNvSpPr/>
          <p:nvPr/>
        </p:nvSpPr>
        <p:spPr>
          <a:xfrm>
            <a:off x="7465588" y="864306"/>
            <a:ext cx="712288" cy="712288"/>
          </a:xfrm>
          <a:custGeom>
            <a:avLst/>
            <a:gdLst/>
            <a:ahLst/>
            <a:cxnLst/>
            <a:rect l="l" t="t" r="r" b="b"/>
            <a:pathLst>
              <a:path w="27576" h="27576" extrusionOk="0">
                <a:moveTo>
                  <a:pt x="13787" y="0"/>
                </a:moveTo>
                <a:cubicBezTo>
                  <a:pt x="10130" y="0"/>
                  <a:pt x="6623" y="1453"/>
                  <a:pt x="4038" y="4038"/>
                </a:cubicBezTo>
                <a:cubicBezTo>
                  <a:pt x="1453" y="6623"/>
                  <a:pt x="0" y="10131"/>
                  <a:pt x="0" y="13787"/>
                </a:cubicBezTo>
                <a:cubicBezTo>
                  <a:pt x="0" y="17445"/>
                  <a:pt x="1453" y="20951"/>
                  <a:pt x="4038" y="23538"/>
                </a:cubicBezTo>
                <a:cubicBezTo>
                  <a:pt x="6623" y="26123"/>
                  <a:pt x="10130" y="27575"/>
                  <a:pt x="13787" y="27575"/>
                </a:cubicBezTo>
                <a:cubicBezTo>
                  <a:pt x="17443" y="27575"/>
                  <a:pt x="20951" y="26123"/>
                  <a:pt x="23536" y="23538"/>
                </a:cubicBezTo>
                <a:cubicBezTo>
                  <a:pt x="26123" y="20951"/>
                  <a:pt x="27575" y="17445"/>
                  <a:pt x="27575" y="13787"/>
                </a:cubicBezTo>
                <a:cubicBezTo>
                  <a:pt x="27575" y="10131"/>
                  <a:pt x="26123" y="6623"/>
                  <a:pt x="23536" y="4038"/>
                </a:cubicBezTo>
                <a:cubicBezTo>
                  <a:pt x="20951" y="1453"/>
                  <a:pt x="17443" y="0"/>
                  <a:pt x="137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8"/>
          <p:cNvSpPr/>
          <p:nvPr/>
        </p:nvSpPr>
        <p:spPr>
          <a:xfrm>
            <a:off x="6483350" y="1127625"/>
            <a:ext cx="1629300" cy="1297575"/>
          </a:xfrm>
          <a:custGeom>
            <a:avLst/>
            <a:gdLst/>
            <a:ahLst/>
            <a:cxnLst/>
            <a:rect l="l" t="t" r="r" b="b"/>
            <a:pathLst>
              <a:path w="65172" h="51903" extrusionOk="0">
                <a:moveTo>
                  <a:pt x="31227" y="0"/>
                </a:moveTo>
                <a:cubicBezTo>
                  <a:pt x="30680" y="0"/>
                  <a:pt x="30133" y="51"/>
                  <a:pt x="29595" y="133"/>
                </a:cubicBezTo>
                <a:cubicBezTo>
                  <a:pt x="29109" y="209"/>
                  <a:pt x="28317" y="334"/>
                  <a:pt x="27920" y="650"/>
                </a:cubicBezTo>
                <a:cubicBezTo>
                  <a:pt x="27964" y="699"/>
                  <a:pt x="28026" y="715"/>
                  <a:pt x="28095" y="715"/>
                </a:cubicBezTo>
                <a:cubicBezTo>
                  <a:pt x="28219" y="715"/>
                  <a:pt x="28364" y="663"/>
                  <a:pt x="28461" y="644"/>
                </a:cubicBezTo>
                <a:cubicBezTo>
                  <a:pt x="28802" y="581"/>
                  <a:pt x="29153" y="574"/>
                  <a:pt x="29505" y="574"/>
                </a:cubicBezTo>
                <a:cubicBezTo>
                  <a:pt x="29613" y="574"/>
                  <a:pt x="29721" y="574"/>
                  <a:pt x="29829" y="574"/>
                </a:cubicBezTo>
                <a:cubicBezTo>
                  <a:pt x="30479" y="574"/>
                  <a:pt x="31087" y="669"/>
                  <a:pt x="31718" y="798"/>
                </a:cubicBezTo>
                <a:cubicBezTo>
                  <a:pt x="32164" y="889"/>
                  <a:pt x="32740" y="889"/>
                  <a:pt x="33131" y="1138"/>
                </a:cubicBezTo>
                <a:cubicBezTo>
                  <a:pt x="32899" y="1254"/>
                  <a:pt x="32616" y="1374"/>
                  <a:pt x="32421" y="1550"/>
                </a:cubicBezTo>
                <a:cubicBezTo>
                  <a:pt x="32377" y="1548"/>
                  <a:pt x="32331" y="1547"/>
                  <a:pt x="32286" y="1547"/>
                </a:cubicBezTo>
                <a:cubicBezTo>
                  <a:pt x="31566" y="1547"/>
                  <a:pt x="30782" y="1786"/>
                  <a:pt x="30086" y="1894"/>
                </a:cubicBezTo>
                <a:cubicBezTo>
                  <a:pt x="29590" y="1972"/>
                  <a:pt x="28953" y="2018"/>
                  <a:pt x="28524" y="2312"/>
                </a:cubicBezTo>
                <a:cubicBezTo>
                  <a:pt x="28576" y="2374"/>
                  <a:pt x="28674" y="2390"/>
                  <a:pt x="28778" y="2390"/>
                </a:cubicBezTo>
                <a:cubicBezTo>
                  <a:pt x="28885" y="2390"/>
                  <a:pt x="29000" y="2373"/>
                  <a:pt x="29079" y="2373"/>
                </a:cubicBezTo>
                <a:cubicBezTo>
                  <a:pt x="29385" y="2373"/>
                  <a:pt x="29687" y="2356"/>
                  <a:pt x="29989" y="2356"/>
                </a:cubicBezTo>
                <a:cubicBezTo>
                  <a:pt x="30140" y="2356"/>
                  <a:pt x="30291" y="2360"/>
                  <a:pt x="30443" y="2373"/>
                </a:cubicBezTo>
                <a:cubicBezTo>
                  <a:pt x="30561" y="2383"/>
                  <a:pt x="30688" y="2385"/>
                  <a:pt x="30819" y="2385"/>
                </a:cubicBezTo>
                <a:cubicBezTo>
                  <a:pt x="30903" y="2385"/>
                  <a:pt x="30988" y="2384"/>
                  <a:pt x="31074" y="2384"/>
                </a:cubicBezTo>
                <a:cubicBezTo>
                  <a:pt x="31334" y="2384"/>
                  <a:pt x="31596" y="2391"/>
                  <a:pt x="31816" y="2451"/>
                </a:cubicBezTo>
                <a:lnTo>
                  <a:pt x="31799" y="2512"/>
                </a:lnTo>
                <a:cubicBezTo>
                  <a:pt x="31313" y="2945"/>
                  <a:pt x="30775" y="3194"/>
                  <a:pt x="30137" y="3262"/>
                </a:cubicBezTo>
                <a:cubicBezTo>
                  <a:pt x="29595" y="3319"/>
                  <a:pt x="29037" y="3304"/>
                  <a:pt x="28501" y="3405"/>
                </a:cubicBezTo>
                <a:cubicBezTo>
                  <a:pt x="27996" y="3502"/>
                  <a:pt x="27574" y="3771"/>
                  <a:pt x="27106" y="3950"/>
                </a:cubicBezTo>
                <a:cubicBezTo>
                  <a:pt x="27136" y="4000"/>
                  <a:pt x="27179" y="4018"/>
                  <a:pt x="27227" y="4018"/>
                </a:cubicBezTo>
                <a:cubicBezTo>
                  <a:pt x="27315" y="4018"/>
                  <a:pt x="27421" y="3958"/>
                  <a:pt x="27500" y="3935"/>
                </a:cubicBezTo>
                <a:cubicBezTo>
                  <a:pt x="27727" y="3866"/>
                  <a:pt x="27990" y="3829"/>
                  <a:pt x="28235" y="3829"/>
                </a:cubicBezTo>
                <a:cubicBezTo>
                  <a:pt x="28276" y="3829"/>
                  <a:pt x="28316" y="3830"/>
                  <a:pt x="28355" y="3832"/>
                </a:cubicBezTo>
                <a:cubicBezTo>
                  <a:pt x="28629" y="3844"/>
                  <a:pt x="29013" y="3926"/>
                  <a:pt x="29322" y="3926"/>
                </a:cubicBezTo>
                <a:cubicBezTo>
                  <a:pt x="29391" y="3926"/>
                  <a:pt x="29457" y="3922"/>
                  <a:pt x="29516" y="3912"/>
                </a:cubicBezTo>
                <a:lnTo>
                  <a:pt x="29521" y="3923"/>
                </a:lnTo>
                <a:cubicBezTo>
                  <a:pt x="29396" y="4136"/>
                  <a:pt x="29010" y="4279"/>
                  <a:pt x="28803" y="4402"/>
                </a:cubicBezTo>
                <a:cubicBezTo>
                  <a:pt x="28429" y="4626"/>
                  <a:pt x="28015" y="4744"/>
                  <a:pt x="27614" y="4900"/>
                </a:cubicBezTo>
                <a:cubicBezTo>
                  <a:pt x="27125" y="5094"/>
                  <a:pt x="26628" y="5276"/>
                  <a:pt x="26134" y="5468"/>
                </a:cubicBezTo>
                <a:cubicBezTo>
                  <a:pt x="25877" y="5567"/>
                  <a:pt x="25395" y="5747"/>
                  <a:pt x="25262" y="6017"/>
                </a:cubicBezTo>
                <a:cubicBezTo>
                  <a:pt x="25293" y="6020"/>
                  <a:pt x="25324" y="6022"/>
                  <a:pt x="25356" y="6022"/>
                </a:cubicBezTo>
                <a:cubicBezTo>
                  <a:pt x="25612" y="6022"/>
                  <a:pt x="25890" y="5917"/>
                  <a:pt x="26137" y="5877"/>
                </a:cubicBezTo>
                <a:cubicBezTo>
                  <a:pt x="26466" y="5829"/>
                  <a:pt x="26888" y="5770"/>
                  <a:pt x="27175" y="5630"/>
                </a:cubicBezTo>
                <a:lnTo>
                  <a:pt x="27175" y="5630"/>
                </a:lnTo>
                <a:cubicBezTo>
                  <a:pt x="26954" y="5749"/>
                  <a:pt x="26715" y="6008"/>
                  <a:pt x="26510" y="6173"/>
                </a:cubicBezTo>
                <a:cubicBezTo>
                  <a:pt x="26172" y="6445"/>
                  <a:pt x="25845" y="6730"/>
                  <a:pt x="25524" y="7026"/>
                </a:cubicBezTo>
                <a:cubicBezTo>
                  <a:pt x="24790" y="7701"/>
                  <a:pt x="24076" y="8481"/>
                  <a:pt x="23485" y="9285"/>
                </a:cubicBezTo>
                <a:cubicBezTo>
                  <a:pt x="22881" y="10108"/>
                  <a:pt x="22301" y="10938"/>
                  <a:pt x="21718" y="11774"/>
                </a:cubicBezTo>
                <a:lnTo>
                  <a:pt x="21661" y="11734"/>
                </a:lnTo>
                <a:cubicBezTo>
                  <a:pt x="20206" y="12420"/>
                  <a:pt x="18695" y="12872"/>
                  <a:pt x="17158" y="13340"/>
                </a:cubicBezTo>
                <a:cubicBezTo>
                  <a:pt x="16241" y="13617"/>
                  <a:pt x="15256" y="13845"/>
                  <a:pt x="14286" y="13845"/>
                </a:cubicBezTo>
                <a:cubicBezTo>
                  <a:pt x="13574" y="13845"/>
                  <a:pt x="12870" y="13722"/>
                  <a:pt x="12207" y="13404"/>
                </a:cubicBezTo>
                <a:cubicBezTo>
                  <a:pt x="10769" y="12713"/>
                  <a:pt x="10685" y="11147"/>
                  <a:pt x="10558" y="9732"/>
                </a:cubicBezTo>
                <a:cubicBezTo>
                  <a:pt x="10508" y="9146"/>
                  <a:pt x="10505" y="8476"/>
                  <a:pt x="10641" y="7906"/>
                </a:cubicBezTo>
                <a:cubicBezTo>
                  <a:pt x="10740" y="7465"/>
                  <a:pt x="10972" y="7049"/>
                  <a:pt x="11040" y="6599"/>
                </a:cubicBezTo>
                <a:cubicBezTo>
                  <a:pt x="11125" y="6029"/>
                  <a:pt x="10890" y="5834"/>
                  <a:pt x="10529" y="5834"/>
                </a:cubicBezTo>
                <a:cubicBezTo>
                  <a:pt x="9915" y="5834"/>
                  <a:pt x="8935" y="6399"/>
                  <a:pt x="8536" y="6654"/>
                </a:cubicBezTo>
                <a:cubicBezTo>
                  <a:pt x="8568" y="6716"/>
                  <a:pt x="8625" y="6738"/>
                  <a:pt x="8694" y="6738"/>
                </a:cubicBezTo>
                <a:cubicBezTo>
                  <a:pt x="8852" y="6738"/>
                  <a:pt x="9072" y="6619"/>
                  <a:pt x="9192" y="6587"/>
                </a:cubicBezTo>
                <a:cubicBezTo>
                  <a:pt x="9442" y="6525"/>
                  <a:pt x="9720" y="6473"/>
                  <a:pt x="9984" y="6473"/>
                </a:cubicBezTo>
                <a:cubicBezTo>
                  <a:pt x="10035" y="6473"/>
                  <a:pt x="10085" y="6475"/>
                  <a:pt x="10134" y="6479"/>
                </a:cubicBezTo>
                <a:cubicBezTo>
                  <a:pt x="10136" y="7049"/>
                  <a:pt x="9615" y="7440"/>
                  <a:pt x="9169" y="7763"/>
                </a:cubicBezTo>
                <a:lnTo>
                  <a:pt x="9159" y="7748"/>
                </a:lnTo>
                <a:cubicBezTo>
                  <a:pt x="8147" y="8375"/>
                  <a:pt x="7242" y="9270"/>
                  <a:pt x="6323" y="10032"/>
                </a:cubicBezTo>
                <a:cubicBezTo>
                  <a:pt x="5559" y="10674"/>
                  <a:pt x="4831" y="11371"/>
                  <a:pt x="4119" y="12069"/>
                </a:cubicBezTo>
                <a:cubicBezTo>
                  <a:pt x="3638" y="12538"/>
                  <a:pt x="3114" y="13017"/>
                  <a:pt x="2825" y="13632"/>
                </a:cubicBezTo>
                <a:cubicBezTo>
                  <a:pt x="2131" y="15122"/>
                  <a:pt x="1767" y="16796"/>
                  <a:pt x="1366" y="18388"/>
                </a:cubicBezTo>
                <a:cubicBezTo>
                  <a:pt x="967" y="19976"/>
                  <a:pt x="532" y="21534"/>
                  <a:pt x="353" y="23162"/>
                </a:cubicBezTo>
                <a:cubicBezTo>
                  <a:pt x="273" y="23909"/>
                  <a:pt x="68" y="24622"/>
                  <a:pt x="32" y="25383"/>
                </a:cubicBezTo>
                <a:cubicBezTo>
                  <a:pt x="13" y="25820"/>
                  <a:pt x="2" y="26261"/>
                  <a:pt x="2" y="26700"/>
                </a:cubicBezTo>
                <a:lnTo>
                  <a:pt x="0" y="26700"/>
                </a:lnTo>
                <a:cubicBezTo>
                  <a:pt x="32" y="26951"/>
                  <a:pt x="114" y="27190"/>
                  <a:pt x="317" y="27310"/>
                </a:cubicBezTo>
                <a:cubicBezTo>
                  <a:pt x="336" y="27019"/>
                  <a:pt x="298" y="26723"/>
                  <a:pt x="344" y="26428"/>
                </a:cubicBezTo>
                <a:cubicBezTo>
                  <a:pt x="412" y="26018"/>
                  <a:pt x="682" y="25731"/>
                  <a:pt x="847" y="25378"/>
                </a:cubicBezTo>
                <a:lnTo>
                  <a:pt x="874" y="25364"/>
                </a:lnTo>
                <a:cubicBezTo>
                  <a:pt x="1067" y="25716"/>
                  <a:pt x="1246" y="26071"/>
                  <a:pt x="1341" y="26470"/>
                </a:cubicBezTo>
                <a:cubicBezTo>
                  <a:pt x="1425" y="26837"/>
                  <a:pt x="1430" y="27232"/>
                  <a:pt x="1552" y="27587"/>
                </a:cubicBezTo>
                <a:cubicBezTo>
                  <a:pt x="1735" y="28125"/>
                  <a:pt x="2078" y="28575"/>
                  <a:pt x="2666" y="28575"/>
                </a:cubicBezTo>
                <a:cubicBezTo>
                  <a:pt x="2723" y="28575"/>
                  <a:pt x="2784" y="28571"/>
                  <a:pt x="2846" y="28562"/>
                </a:cubicBezTo>
                <a:cubicBezTo>
                  <a:pt x="2810" y="28439"/>
                  <a:pt x="2654" y="28319"/>
                  <a:pt x="2582" y="28195"/>
                </a:cubicBezTo>
                <a:cubicBezTo>
                  <a:pt x="2515" y="28081"/>
                  <a:pt x="2466" y="27969"/>
                  <a:pt x="2435" y="27836"/>
                </a:cubicBezTo>
                <a:cubicBezTo>
                  <a:pt x="2373" y="27589"/>
                  <a:pt x="2346" y="27363"/>
                  <a:pt x="2435" y="27122"/>
                </a:cubicBezTo>
                <a:cubicBezTo>
                  <a:pt x="2561" y="26776"/>
                  <a:pt x="2853" y="26461"/>
                  <a:pt x="3051" y="26153"/>
                </a:cubicBezTo>
                <a:cubicBezTo>
                  <a:pt x="3211" y="25900"/>
                  <a:pt x="3366" y="25644"/>
                  <a:pt x="3528" y="25393"/>
                </a:cubicBezTo>
                <a:cubicBezTo>
                  <a:pt x="3739" y="25064"/>
                  <a:pt x="4005" y="24741"/>
                  <a:pt x="4297" y="24479"/>
                </a:cubicBezTo>
                <a:cubicBezTo>
                  <a:pt x="4484" y="24314"/>
                  <a:pt x="4712" y="24164"/>
                  <a:pt x="4949" y="24082"/>
                </a:cubicBezTo>
                <a:cubicBezTo>
                  <a:pt x="5050" y="24046"/>
                  <a:pt x="5173" y="24042"/>
                  <a:pt x="5282" y="24019"/>
                </a:cubicBezTo>
                <a:cubicBezTo>
                  <a:pt x="5349" y="24032"/>
                  <a:pt x="5419" y="24036"/>
                  <a:pt x="5490" y="24036"/>
                </a:cubicBezTo>
                <a:cubicBezTo>
                  <a:pt x="5685" y="24036"/>
                  <a:pt x="5896" y="24002"/>
                  <a:pt x="6096" y="24002"/>
                </a:cubicBezTo>
                <a:cubicBezTo>
                  <a:pt x="6187" y="24002"/>
                  <a:pt x="6275" y="24009"/>
                  <a:pt x="6359" y="24029"/>
                </a:cubicBezTo>
                <a:cubicBezTo>
                  <a:pt x="6636" y="24095"/>
                  <a:pt x="6923" y="24211"/>
                  <a:pt x="7174" y="24352"/>
                </a:cubicBezTo>
                <a:cubicBezTo>
                  <a:pt x="7510" y="24546"/>
                  <a:pt x="7744" y="24671"/>
                  <a:pt x="7949" y="25011"/>
                </a:cubicBezTo>
                <a:cubicBezTo>
                  <a:pt x="8304" y="25592"/>
                  <a:pt x="8223" y="26715"/>
                  <a:pt x="9087" y="26854"/>
                </a:cubicBezTo>
                <a:cubicBezTo>
                  <a:pt x="9009" y="26626"/>
                  <a:pt x="8836" y="26411"/>
                  <a:pt x="8791" y="26162"/>
                </a:cubicBezTo>
                <a:cubicBezTo>
                  <a:pt x="8719" y="25752"/>
                  <a:pt x="8918" y="25378"/>
                  <a:pt x="9030" y="24996"/>
                </a:cubicBezTo>
                <a:cubicBezTo>
                  <a:pt x="9131" y="24658"/>
                  <a:pt x="9182" y="24380"/>
                  <a:pt x="9399" y="24086"/>
                </a:cubicBezTo>
                <a:cubicBezTo>
                  <a:pt x="10277" y="22894"/>
                  <a:pt x="11747" y="22587"/>
                  <a:pt x="13193" y="22587"/>
                </a:cubicBezTo>
                <a:cubicBezTo>
                  <a:pt x="13816" y="22587"/>
                  <a:pt x="14435" y="22644"/>
                  <a:pt x="15000" y="22712"/>
                </a:cubicBezTo>
                <a:cubicBezTo>
                  <a:pt x="15777" y="22807"/>
                  <a:pt x="16432" y="23090"/>
                  <a:pt x="17147" y="23394"/>
                </a:cubicBezTo>
                <a:cubicBezTo>
                  <a:pt x="17373" y="23491"/>
                  <a:pt x="17681" y="23584"/>
                  <a:pt x="17920" y="23729"/>
                </a:cubicBezTo>
                <a:cubicBezTo>
                  <a:pt x="18296" y="24648"/>
                  <a:pt x="18528" y="25832"/>
                  <a:pt x="19030" y="26784"/>
                </a:cubicBezTo>
                <a:cubicBezTo>
                  <a:pt x="19296" y="27287"/>
                  <a:pt x="19558" y="27732"/>
                  <a:pt x="19966" y="28138"/>
                </a:cubicBezTo>
                <a:cubicBezTo>
                  <a:pt x="20065" y="28239"/>
                  <a:pt x="20515" y="28686"/>
                  <a:pt x="20686" y="28686"/>
                </a:cubicBezTo>
                <a:cubicBezTo>
                  <a:pt x="20697" y="28686"/>
                  <a:pt x="20707" y="28684"/>
                  <a:pt x="20715" y="28680"/>
                </a:cubicBezTo>
                <a:lnTo>
                  <a:pt x="20728" y="28708"/>
                </a:lnTo>
                <a:cubicBezTo>
                  <a:pt x="19911" y="29083"/>
                  <a:pt x="19170" y="29744"/>
                  <a:pt x="18874" y="30610"/>
                </a:cubicBezTo>
                <a:cubicBezTo>
                  <a:pt x="18669" y="31211"/>
                  <a:pt x="18454" y="32491"/>
                  <a:pt x="19161" y="32875"/>
                </a:cubicBezTo>
                <a:cubicBezTo>
                  <a:pt x="19184" y="32797"/>
                  <a:pt x="19252" y="32700"/>
                  <a:pt x="19282" y="32617"/>
                </a:cubicBezTo>
                <a:cubicBezTo>
                  <a:pt x="19322" y="32630"/>
                  <a:pt x="19364" y="32647"/>
                  <a:pt x="19402" y="32672"/>
                </a:cubicBezTo>
                <a:cubicBezTo>
                  <a:pt x="19434" y="32698"/>
                  <a:pt x="19463" y="32723"/>
                  <a:pt x="19484" y="32755"/>
                </a:cubicBezTo>
                <a:cubicBezTo>
                  <a:pt x="19486" y="32761"/>
                  <a:pt x="19491" y="32765"/>
                  <a:pt x="19493" y="32765"/>
                </a:cubicBezTo>
                <a:cubicBezTo>
                  <a:pt x="19746" y="33021"/>
                  <a:pt x="20031" y="33249"/>
                  <a:pt x="20301" y="33479"/>
                </a:cubicBezTo>
                <a:cubicBezTo>
                  <a:pt x="20476" y="33631"/>
                  <a:pt x="20821" y="33983"/>
                  <a:pt x="21036" y="34062"/>
                </a:cubicBezTo>
                <a:lnTo>
                  <a:pt x="21034" y="34062"/>
                </a:lnTo>
                <a:lnTo>
                  <a:pt x="21028" y="34085"/>
                </a:lnTo>
                <a:cubicBezTo>
                  <a:pt x="20955" y="34071"/>
                  <a:pt x="20875" y="34066"/>
                  <a:pt x="20793" y="34066"/>
                </a:cubicBezTo>
                <a:cubicBezTo>
                  <a:pt x="20703" y="34066"/>
                  <a:pt x="20611" y="34072"/>
                  <a:pt x="20525" y="34076"/>
                </a:cubicBezTo>
                <a:cubicBezTo>
                  <a:pt x="20698" y="34319"/>
                  <a:pt x="21093" y="34518"/>
                  <a:pt x="21340" y="34708"/>
                </a:cubicBezTo>
                <a:cubicBezTo>
                  <a:pt x="21657" y="34948"/>
                  <a:pt x="21944" y="35185"/>
                  <a:pt x="22149" y="35531"/>
                </a:cubicBezTo>
                <a:cubicBezTo>
                  <a:pt x="22569" y="36242"/>
                  <a:pt x="22708" y="37254"/>
                  <a:pt x="22740" y="38075"/>
                </a:cubicBezTo>
                <a:cubicBezTo>
                  <a:pt x="22463" y="38307"/>
                  <a:pt x="22233" y="38810"/>
                  <a:pt x="22043" y="39118"/>
                </a:cubicBezTo>
                <a:cubicBezTo>
                  <a:pt x="21895" y="39356"/>
                  <a:pt x="21699" y="39635"/>
                  <a:pt x="21646" y="39905"/>
                </a:cubicBezTo>
                <a:cubicBezTo>
                  <a:pt x="21572" y="40296"/>
                  <a:pt x="21589" y="40978"/>
                  <a:pt x="22030" y="41081"/>
                </a:cubicBezTo>
                <a:cubicBezTo>
                  <a:pt x="21986" y="40948"/>
                  <a:pt x="21874" y="40779"/>
                  <a:pt x="21893" y="40648"/>
                </a:cubicBezTo>
                <a:cubicBezTo>
                  <a:pt x="21904" y="40562"/>
                  <a:pt x="22016" y="40536"/>
                  <a:pt x="22043" y="40465"/>
                </a:cubicBezTo>
                <a:cubicBezTo>
                  <a:pt x="22073" y="40370"/>
                  <a:pt x="22066" y="40287"/>
                  <a:pt x="22073" y="40188"/>
                </a:cubicBezTo>
                <a:cubicBezTo>
                  <a:pt x="22104" y="39711"/>
                  <a:pt x="22328" y="39502"/>
                  <a:pt x="22678" y="39202"/>
                </a:cubicBezTo>
                <a:lnTo>
                  <a:pt x="22681" y="39202"/>
                </a:lnTo>
                <a:cubicBezTo>
                  <a:pt x="22558" y="39648"/>
                  <a:pt x="21859" y="40832"/>
                  <a:pt x="22611" y="41081"/>
                </a:cubicBezTo>
                <a:cubicBezTo>
                  <a:pt x="22695" y="40921"/>
                  <a:pt x="22545" y="40809"/>
                  <a:pt x="22562" y="40636"/>
                </a:cubicBezTo>
                <a:cubicBezTo>
                  <a:pt x="22940" y="40539"/>
                  <a:pt x="22681" y="39629"/>
                  <a:pt x="23105" y="39388"/>
                </a:cubicBezTo>
                <a:lnTo>
                  <a:pt x="23105" y="39388"/>
                </a:lnTo>
                <a:cubicBezTo>
                  <a:pt x="23090" y="39817"/>
                  <a:pt x="22843" y="40895"/>
                  <a:pt x="23434" y="40990"/>
                </a:cubicBezTo>
                <a:cubicBezTo>
                  <a:pt x="23438" y="40893"/>
                  <a:pt x="23386" y="40775"/>
                  <a:pt x="23407" y="40691"/>
                </a:cubicBezTo>
                <a:cubicBezTo>
                  <a:pt x="23428" y="40608"/>
                  <a:pt x="23536" y="40591"/>
                  <a:pt x="23559" y="40496"/>
                </a:cubicBezTo>
                <a:cubicBezTo>
                  <a:pt x="23622" y="40258"/>
                  <a:pt x="23460" y="40085"/>
                  <a:pt x="23468" y="39842"/>
                </a:cubicBezTo>
                <a:cubicBezTo>
                  <a:pt x="23491" y="39285"/>
                  <a:pt x="24057" y="38981"/>
                  <a:pt x="24184" y="38491"/>
                </a:cubicBezTo>
                <a:cubicBezTo>
                  <a:pt x="24219" y="38495"/>
                  <a:pt x="24253" y="38497"/>
                  <a:pt x="24288" y="38497"/>
                </a:cubicBezTo>
                <a:cubicBezTo>
                  <a:pt x="24439" y="38497"/>
                  <a:pt x="24583" y="38462"/>
                  <a:pt x="24741" y="38462"/>
                </a:cubicBezTo>
                <a:cubicBezTo>
                  <a:pt x="24774" y="38462"/>
                  <a:pt x="24808" y="38464"/>
                  <a:pt x="24842" y="38468"/>
                </a:cubicBezTo>
                <a:cubicBezTo>
                  <a:pt x="25153" y="38503"/>
                  <a:pt x="25024" y="38774"/>
                  <a:pt x="25286" y="38873"/>
                </a:cubicBezTo>
                <a:cubicBezTo>
                  <a:pt x="25294" y="39012"/>
                  <a:pt x="25288" y="39154"/>
                  <a:pt x="25298" y="39291"/>
                </a:cubicBezTo>
                <a:cubicBezTo>
                  <a:pt x="25721" y="39126"/>
                  <a:pt x="25465" y="38256"/>
                  <a:pt x="25220" y="37995"/>
                </a:cubicBezTo>
                <a:cubicBezTo>
                  <a:pt x="24994" y="37754"/>
                  <a:pt x="24319" y="37701"/>
                  <a:pt x="23951" y="37610"/>
                </a:cubicBezTo>
                <a:lnTo>
                  <a:pt x="23954" y="37596"/>
                </a:lnTo>
                <a:cubicBezTo>
                  <a:pt x="23962" y="37351"/>
                  <a:pt x="23932" y="37072"/>
                  <a:pt x="23871" y="36840"/>
                </a:cubicBezTo>
                <a:lnTo>
                  <a:pt x="23871" y="36840"/>
                </a:lnTo>
                <a:cubicBezTo>
                  <a:pt x="24074" y="36937"/>
                  <a:pt x="24243" y="37083"/>
                  <a:pt x="24431" y="37190"/>
                </a:cubicBezTo>
                <a:cubicBezTo>
                  <a:pt x="24266" y="36880"/>
                  <a:pt x="24101" y="36481"/>
                  <a:pt x="24021" y="36137"/>
                </a:cubicBezTo>
                <a:cubicBezTo>
                  <a:pt x="23981" y="35957"/>
                  <a:pt x="24004" y="35791"/>
                  <a:pt x="23985" y="35607"/>
                </a:cubicBezTo>
                <a:cubicBezTo>
                  <a:pt x="23970" y="35461"/>
                  <a:pt x="23897" y="35292"/>
                  <a:pt x="23871" y="35168"/>
                </a:cubicBezTo>
                <a:lnTo>
                  <a:pt x="23871" y="35168"/>
                </a:lnTo>
                <a:cubicBezTo>
                  <a:pt x="24059" y="35284"/>
                  <a:pt x="24245" y="35417"/>
                  <a:pt x="24435" y="35525"/>
                </a:cubicBezTo>
                <a:cubicBezTo>
                  <a:pt x="24319" y="35265"/>
                  <a:pt x="24192" y="35005"/>
                  <a:pt x="23989" y="34786"/>
                </a:cubicBezTo>
                <a:cubicBezTo>
                  <a:pt x="23774" y="34553"/>
                  <a:pt x="23145" y="34195"/>
                  <a:pt x="23166" y="33859"/>
                </a:cubicBezTo>
                <a:lnTo>
                  <a:pt x="23168" y="33842"/>
                </a:lnTo>
                <a:cubicBezTo>
                  <a:pt x="23308" y="33867"/>
                  <a:pt x="23443" y="33924"/>
                  <a:pt x="23580" y="33952"/>
                </a:cubicBezTo>
                <a:cubicBezTo>
                  <a:pt x="23166" y="33394"/>
                  <a:pt x="21999" y="32997"/>
                  <a:pt x="22073" y="32218"/>
                </a:cubicBezTo>
                <a:lnTo>
                  <a:pt x="22075" y="32210"/>
                </a:lnTo>
                <a:cubicBezTo>
                  <a:pt x="22454" y="32356"/>
                  <a:pt x="22848" y="32406"/>
                  <a:pt x="23247" y="32406"/>
                </a:cubicBezTo>
                <a:cubicBezTo>
                  <a:pt x="24023" y="32406"/>
                  <a:pt x="24820" y="32216"/>
                  <a:pt x="25573" y="32166"/>
                </a:cubicBezTo>
                <a:cubicBezTo>
                  <a:pt x="26020" y="32436"/>
                  <a:pt x="27258" y="32548"/>
                  <a:pt x="27682" y="32624"/>
                </a:cubicBezTo>
                <a:cubicBezTo>
                  <a:pt x="28501" y="32765"/>
                  <a:pt x="29160" y="33173"/>
                  <a:pt x="29951" y="33337"/>
                </a:cubicBezTo>
                <a:cubicBezTo>
                  <a:pt x="30901" y="33536"/>
                  <a:pt x="31811" y="33882"/>
                  <a:pt x="32759" y="34104"/>
                </a:cubicBezTo>
                <a:cubicBezTo>
                  <a:pt x="33743" y="34336"/>
                  <a:pt x="34657" y="34663"/>
                  <a:pt x="35620" y="34944"/>
                </a:cubicBezTo>
                <a:cubicBezTo>
                  <a:pt x="36542" y="35214"/>
                  <a:pt x="37440" y="35294"/>
                  <a:pt x="38331" y="35677"/>
                </a:cubicBezTo>
                <a:cubicBezTo>
                  <a:pt x="39350" y="36114"/>
                  <a:pt x="40435" y="36464"/>
                  <a:pt x="41495" y="36785"/>
                </a:cubicBezTo>
                <a:cubicBezTo>
                  <a:pt x="44603" y="37724"/>
                  <a:pt x="47753" y="38299"/>
                  <a:pt x="50411" y="40300"/>
                </a:cubicBezTo>
                <a:cubicBezTo>
                  <a:pt x="51724" y="41288"/>
                  <a:pt x="53166" y="42631"/>
                  <a:pt x="53708" y="44233"/>
                </a:cubicBezTo>
                <a:cubicBezTo>
                  <a:pt x="54399" y="46279"/>
                  <a:pt x="52085" y="48179"/>
                  <a:pt x="50998" y="49452"/>
                </a:cubicBezTo>
                <a:lnTo>
                  <a:pt x="51004" y="49458"/>
                </a:lnTo>
                <a:cubicBezTo>
                  <a:pt x="50096" y="50315"/>
                  <a:pt x="49154" y="51113"/>
                  <a:pt x="48173" y="51903"/>
                </a:cubicBezTo>
                <a:cubicBezTo>
                  <a:pt x="49140" y="51711"/>
                  <a:pt x="49786" y="51158"/>
                  <a:pt x="50660" y="50754"/>
                </a:cubicBezTo>
                <a:lnTo>
                  <a:pt x="50660" y="50754"/>
                </a:lnTo>
                <a:cubicBezTo>
                  <a:pt x="50584" y="51039"/>
                  <a:pt x="50554" y="51337"/>
                  <a:pt x="50487" y="51618"/>
                </a:cubicBezTo>
                <a:cubicBezTo>
                  <a:pt x="51133" y="51052"/>
                  <a:pt x="51810" y="50476"/>
                  <a:pt x="52195" y="49676"/>
                </a:cubicBezTo>
                <a:lnTo>
                  <a:pt x="52195" y="49676"/>
                </a:lnTo>
                <a:cubicBezTo>
                  <a:pt x="52186" y="49984"/>
                  <a:pt x="52159" y="50343"/>
                  <a:pt x="52237" y="50611"/>
                </a:cubicBezTo>
                <a:cubicBezTo>
                  <a:pt x="52982" y="49705"/>
                  <a:pt x="53383" y="48428"/>
                  <a:pt x="54225" y="47683"/>
                </a:cubicBezTo>
                <a:cubicBezTo>
                  <a:pt x="54367" y="48071"/>
                  <a:pt x="54291" y="48500"/>
                  <a:pt x="54320" y="48907"/>
                </a:cubicBezTo>
                <a:cubicBezTo>
                  <a:pt x="54738" y="48318"/>
                  <a:pt x="55102" y="47210"/>
                  <a:pt x="55011" y="46420"/>
                </a:cubicBezTo>
                <a:lnTo>
                  <a:pt x="55011" y="46418"/>
                </a:lnTo>
                <a:cubicBezTo>
                  <a:pt x="55159" y="46095"/>
                  <a:pt x="55427" y="45719"/>
                  <a:pt x="55518" y="45390"/>
                </a:cubicBezTo>
                <a:cubicBezTo>
                  <a:pt x="55731" y="44600"/>
                  <a:pt x="55788" y="43910"/>
                  <a:pt x="55699" y="43099"/>
                </a:cubicBezTo>
                <a:cubicBezTo>
                  <a:pt x="55511" y="41356"/>
                  <a:pt x="54947" y="39582"/>
                  <a:pt x="53683" y="38339"/>
                </a:cubicBezTo>
                <a:cubicBezTo>
                  <a:pt x="51821" y="36504"/>
                  <a:pt x="49760" y="35102"/>
                  <a:pt x="47444" y="33874"/>
                </a:cubicBezTo>
                <a:cubicBezTo>
                  <a:pt x="46106" y="33162"/>
                  <a:pt x="44662" y="32582"/>
                  <a:pt x="43252" y="32054"/>
                </a:cubicBezTo>
                <a:cubicBezTo>
                  <a:pt x="42046" y="31600"/>
                  <a:pt x="40777" y="31382"/>
                  <a:pt x="39542" y="31028"/>
                </a:cubicBezTo>
                <a:cubicBezTo>
                  <a:pt x="38692" y="30783"/>
                  <a:pt x="37959" y="30375"/>
                  <a:pt x="37163" y="30004"/>
                </a:cubicBezTo>
                <a:cubicBezTo>
                  <a:pt x="36496" y="29694"/>
                  <a:pt x="35761" y="29170"/>
                  <a:pt x="35031" y="29050"/>
                </a:cubicBezTo>
                <a:cubicBezTo>
                  <a:pt x="35261" y="28857"/>
                  <a:pt x="35434" y="28541"/>
                  <a:pt x="35495" y="28271"/>
                </a:cubicBezTo>
                <a:cubicBezTo>
                  <a:pt x="35679" y="27479"/>
                  <a:pt x="35626" y="26415"/>
                  <a:pt x="35525" y="25613"/>
                </a:cubicBezTo>
                <a:cubicBezTo>
                  <a:pt x="35447" y="24973"/>
                  <a:pt x="35423" y="24409"/>
                  <a:pt x="34978" y="23898"/>
                </a:cubicBezTo>
                <a:cubicBezTo>
                  <a:pt x="34579" y="23436"/>
                  <a:pt x="33853" y="23197"/>
                  <a:pt x="33247" y="23197"/>
                </a:cubicBezTo>
                <a:cubicBezTo>
                  <a:pt x="32611" y="23202"/>
                  <a:pt x="31727" y="23736"/>
                  <a:pt x="31533" y="24380"/>
                </a:cubicBezTo>
                <a:cubicBezTo>
                  <a:pt x="31389" y="24021"/>
                  <a:pt x="31324" y="23603"/>
                  <a:pt x="31516" y="23261"/>
                </a:cubicBezTo>
                <a:cubicBezTo>
                  <a:pt x="31759" y="22815"/>
                  <a:pt x="32470" y="22482"/>
                  <a:pt x="32930" y="22334"/>
                </a:cubicBezTo>
                <a:cubicBezTo>
                  <a:pt x="33616" y="22117"/>
                  <a:pt x="34324" y="22021"/>
                  <a:pt x="35034" y="22021"/>
                </a:cubicBezTo>
                <a:cubicBezTo>
                  <a:pt x="35947" y="22021"/>
                  <a:pt x="36864" y="22179"/>
                  <a:pt x="37742" y="22442"/>
                </a:cubicBezTo>
                <a:cubicBezTo>
                  <a:pt x="38354" y="22625"/>
                  <a:pt x="38922" y="22921"/>
                  <a:pt x="39487" y="23197"/>
                </a:cubicBezTo>
                <a:cubicBezTo>
                  <a:pt x="39859" y="23381"/>
                  <a:pt x="40243" y="23607"/>
                  <a:pt x="40467" y="23966"/>
                </a:cubicBezTo>
                <a:cubicBezTo>
                  <a:pt x="40756" y="24424"/>
                  <a:pt x="40678" y="24888"/>
                  <a:pt x="40689" y="25385"/>
                </a:cubicBezTo>
                <a:lnTo>
                  <a:pt x="40720" y="25393"/>
                </a:lnTo>
                <a:cubicBezTo>
                  <a:pt x="40587" y="25832"/>
                  <a:pt x="40418" y="26295"/>
                  <a:pt x="40188" y="26584"/>
                </a:cubicBezTo>
                <a:cubicBezTo>
                  <a:pt x="39813" y="27055"/>
                  <a:pt x="39333" y="26843"/>
                  <a:pt x="38898" y="27084"/>
                </a:cubicBezTo>
                <a:cubicBezTo>
                  <a:pt x="39001" y="27228"/>
                  <a:pt x="39274" y="27275"/>
                  <a:pt x="39557" y="27275"/>
                </a:cubicBezTo>
                <a:cubicBezTo>
                  <a:pt x="39831" y="27275"/>
                  <a:pt x="40116" y="27230"/>
                  <a:pt x="40262" y="27185"/>
                </a:cubicBezTo>
                <a:cubicBezTo>
                  <a:pt x="40801" y="27023"/>
                  <a:pt x="41223" y="26489"/>
                  <a:pt x="41719" y="26206"/>
                </a:cubicBezTo>
                <a:cubicBezTo>
                  <a:pt x="42578" y="25718"/>
                  <a:pt x="43587" y="25277"/>
                  <a:pt x="44565" y="25127"/>
                </a:cubicBezTo>
                <a:cubicBezTo>
                  <a:pt x="44975" y="25065"/>
                  <a:pt x="45389" y="25033"/>
                  <a:pt x="45801" y="25033"/>
                </a:cubicBezTo>
                <a:cubicBezTo>
                  <a:pt x="46674" y="25033"/>
                  <a:pt x="47540" y="25179"/>
                  <a:pt x="48354" y="25509"/>
                </a:cubicBezTo>
                <a:cubicBezTo>
                  <a:pt x="49076" y="25803"/>
                  <a:pt x="49714" y="26229"/>
                  <a:pt x="50345" y="26662"/>
                </a:cubicBezTo>
                <a:lnTo>
                  <a:pt x="50381" y="26626"/>
                </a:lnTo>
                <a:cubicBezTo>
                  <a:pt x="50981" y="27190"/>
                  <a:pt x="51489" y="27895"/>
                  <a:pt x="51407" y="28739"/>
                </a:cubicBezTo>
                <a:cubicBezTo>
                  <a:pt x="51380" y="29039"/>
                  <a:pt x="51371" y="29328"/>
                  <a:pt x="51249" y="29607"/>
                </a:cubicBezTo>
                <a:cubicBezTo>
                  <a:pt x="51162" y="29801"/>
                  <a:pt x="50854" y="30071"/>
                  <a:pt x="50928" y="30268"/>
                </a:cubicBezTo>
                <a:cubicBezTo>
                  <a:pt x="50948" y="30273"/>
                  <a:pt x="50964" y="30273"/>
                  <a:pt x="50983" y="30273"/>
                </a:cubicBezTo>
                <a:lnTo>
                  <a:pt x="50983" y="30273"/>
                </a:lnTo>
                <a:cubicBezTo>
                  <a:pt x="50992" y="30273"/>
                  <a:pt x="51002" y="30273"/>
                  <a:pt x="51012" y="30274"/>
                </a:cubicBezTo>
                <a:lnTo>
                  <a:pt x="51048" y="30297"/>
                </a:lnTo>
                <a:cubicBezTo>
                  <a:pt x="51160" y="30109"/>
                  <a:pt x="51648" y="29947"/>
                  <a:pt x="51834" y="29744"/>
                </a:cubicBezTo>
                <a:cubicBezTo>
                  <a:pt x="52024" y="29533"/>
                  <a:pt x="52059" y="29286"/>
                  <a:pt x="52142" y="29022"/>
                </a:cubicBezTo>
                <a:cubicBezTo>
                  <a:pt x="52233" y="28731"/>
                  <a:pt x="52330" y="28433"/>
                  <a:pt x="52484" y="28171"/>
                </a:cubicBezTo>
                <a:cubicBezTo>
                  <a:pt x="52921" y="27401"/>
                  <a:pt x="53438" y="26879"/>
                  <a:pt x="54080" y="26297"/>
                </a:cubicBezTo>
                <a:cubicBezTo>
                  <a:pt x="54718" y="25715"/>
                  <a:pt x="55411" y="25487"/>
                  <a:pt x="56155" y="25487"/>
                </a:cubicBezTo>
                <a:cubicBezTo>
                  <a:pt x="56566" y="25487"/>
                  <a:pt x="56993" y="25557"/>
                  <a:pt x="57434" y="25674"/>
                </a:cubicBezTo>
                <a:cubicBezTo>
                  <a:pt x="57842" y="25782"/>
                  <a:pt x="58228" y="25980"/>
                  <a:pt x="58604" y="26172"/>
                </a:cubicBezTo>
                <a:cubicBezTo>
                  <a:pt x="58838" y="26299"/>
                  <a:pt x="59098" y="26603"/>
                  <a:pt x="59332" y="26660"/>
                </a:cubicBezTo>
                <a:cubicBezTo>
                  <a:pt x="59415" y="26778"/>
                  <a:pt x="59520" y="26888"/>
                  <a:pt x="59584" y="27014"/>
                </a:cubicBezTo>
                <a:cubicBezTo>
                  <a:pt x="59632" y="27112"/>
                  <a:pt x="59668" y="27196"/>
                  <a:pt x="59698" y="27299"/>
                </a:cubicBezTo>
                <a:cubicBezTo>
                  <a:pt x="59759" y="27513"/>
                  <a:pt x="59782" y="27745"/>
                  <a:pt x="59759" y="27973"/>
                </a:cubicBezTo>
                <a:cubicBezTo>
                  <a:pt x="59710" y="28484"/>
                  <a:pt x="59231" y="28534"/>
                  <a:pt x="58995" y="28910"/>
                </a:cubicBezTo>
                <a:cubicBezTo>
                  <a:pt x="59082" y="28999"/>
                  <a:pt x="59213" y="29033"/>
                  <a:pt x="59353" y="29033"/>
                </a:cubicBezTo>
                <a:cubicBezTo>
                  <a:pt x="59548" y="29033"/>
                  <a:pt x="59759" y="28967"/>
                  <a:pt x="59894" y="28891"/>
                </a:cubicBezTo>
                <a:cubicBezTo>
                  <a:pt x="60515" y="28553"/>
                  <a:pt x="60700" y="27711"/>
                  <a:pt x="60924" y="27099"/>
                </a:cubicBezTo>
                <a:cubicBezTo>
                  <a:pt x="61268" y="26168"/>
                  <a:pt x="61490" y="25277"/>
                  <a:pt x="62275" y="24650"/>
                </a:cubicBezTo>
                <a:lnTo>
                  <a:pt x="62280" y="24656"/>
                </a:lnTo>
                <a:cubicBezTo>
                  <a:pt x="62559" y="24468"/>
                  <a:pt x="62838" y="24349"/>
                  <a:pt x="63084" y="24349"/>
                </a:cubicBezTo>
                <a:cubicBezTo>
                  <a:pt x="63388" y="24349"/>
                  <a:pt x="63641" y="24530"/>
                  <a:pt x="63785" y="24990"/>
                </a:cubicBezTo>
                <a:cubicBezTo>
                  <a:pt x="63949" y="25526"/>
                  <a:pt x="63367" y="26170"/>
                  <a:pt x="63103" y="26592"/>
                </a:cubicBezTo>
                <a:cubicBezTo>
                  <a:pt x="63179" y="26633"/>
                  <a:pt x="63257" y="26651"/>
                  <a:pt x="63334" y="26651"/>
                </a:cubicBezTo>
                <a:cubicBezTo>
                  <a:pt x="63959" y="26651"/>
                  <a:pt x="64583" y="25452"/>
                  <a:pt x="64617" y="24990"/>
                </a:cubicBezTo>
                <a:lnTo>
                  <a:pt x="64631" y="24994"/>
                </a:lnTo>
                <a:cubicBezTo>
                  <a:pt x="64669" y="24589"/>
                  <a:pt x="64785" y="24156"/>
                  <a:pt x="64819" y="23761"/>
                </a:cubicBezTo>
                <a:cubicBezTo>
                  <a:pt x="64874" y="23062"/>
                  <a:pt x="64777" y="22387"/>
                  <a:pt x="64904" y="21680"/>
                </a:cubicBezTo>
                <a:cubicBezTo>
                  <a:pt x="65155" y="20324"/>
                  <a:pt x="65172" y="18631"/>
                  <a:pt x="64792" y="17290"/>
                </a:cubicBezTo>
                <a:cubicBezTo>
                  <a:pt x="64619" y="16682"/>
                  <a:pt x="63990" y="16467"/>
                  <a:pt x="63472" y="16195"/>
                </a:cubicBezTo>
                <a:cubicBezTo>
                  <a:pt x="62391" y="15625"/>
                  <a:pt x="61239" y="15145"/>
                  <a:pt x="60124" y="14645"/>
                </a:cubicBezTo>
                <a:cubicBezTo>
                  <a:pt x="58731" y="14018"/>
                  <a:pt x="57221" y="13628"/>
                  <a:pt x="55775" y="13148"/>
                </a:cubicBezTo>
                <a:cubicBezTo>
                  <a:pt x="55106" y="12925"/>
                  <a:pt x="54424" y="12705"/>
                  <a:pt x="53742" y="12511"/>
                </a:cubicBezTo>
                <a:cubicBezTo>
                  <a:pt x="52898" y="12270"/>
                  <a:pt x="52019" y="12198"/>
                  <a:pt x="51183" y="11920"/>
                </a:cubicBezTo>
                <a:cubicBezTo>
                  <a:pt x="50643" y="11738"/>
                  <a:pt x="50111" y="11546"/>
                  <a:pt x="49560" y="11394"/>
                </a:cubicBezTo>
                <a:cubicBezTo>
                  <a:pt x="49294" y="11320"/>
                  <a:pt x="49000" y="11312"/>
                  <a:pt x="48734" y="11252"/>
                </a:cubicBezTo>
                <a:cubicBezTo>
                  <a:pt x="48770" y="11005"/>
                  <a:pt x="49081" y="10549"/>
                  <a:pt x="49205" y="10340"/>
                </a:cubicBezTo>
                <a:cubicBezTo>
                  <a:pt x="49363" y="10068"/>
                  <a:pt x="49458" y="9977"/>
                  <a:pt x="49769" y="9958"/>
                </a:cubicBezTo>
                <a:cubicBezTo>
                  <a:pt x="49914" y="9950"/>
                  <a:pt x="50066" y="9944"/>
                  <a:pt x="50219" y="9944"/>
                </a:cubicBezTo>
                <a:cubicBezTo>
                  <a:pt x="50437" y="9944"/>
                  <a:pt x="50657" y="9956"/>
                  <a:pt x="50860" y="9988"/>
                </a:cubicBezTo>
                <a:cubicBezTo>
                  <a:pt x="51030" y="10015"/>
                  <a:pt x="51198" y="10108"/>
                  <a:pt x="51369" y="10108"/>
                </a:cubicBezTo>
                <a:cubicBezTo>
                  <a:pt x="51381" y="10108"/>
                  <a:pt x="51393" y="10107"/>
                  <a:pt x="51405" y="10106"/>
                </a:cubicBezTo>
                <a:cubicBezTo>
                  <a:pt x="51409" y="9798"/>
                  <a:pt x="50816" y="9604"/>
                  <a:pt x="50577" y="9492"/>
                </a:cubicBezTo>
                <a:cubicBezTo>
                  <a:pt x="50037" y="9238"/>
                  <a:pt x="49484" y="8979"/>
                  <a:pt x="48882" y="8924"/>
                </a:cubicBezTo>
                <a:cubicBezTo>
                  <a:pt x="48839" y="8920"/>
                  <a:pt x="48798" y="8918"/>
                  <a:pt x="48760" y="8918"/>
                </a:cubicBezTo>
                <a:cubicBezTo>
                  <a:pt x="48323" y="8918"/>
                  <a:pt x="48162" y="9155"/>
                  <a:pt x="47871" y="9502"/>
                </a:cubicBezTo>
                <a:cubicBezTo>
                  <a:pt x="47461" y="9986"/>
                  <a:pt x="47064" y="10554"/>
                  <a:pt x="46836" y="11149"/>
                </a:cubicBezTo>
                <a:lnTo>
                  <a:pt x="46822" y="11143"/>
                </a:lnTo>
                <a:cubicBezTo>
                  <a:pt x="44639" y="12876"/>
                  <a:pt x="41789" y="13811"/>
                  <a:pt x="39063" y="14299"/>
                </a:cubicBezTo>
                <a:cubicBezTo>
                  <a:pt x="38063" y="14478"/>
                  <a:pt x="37091" y="14548"/>
                  <a:pt x="36111" y="14548"/>
                </a:cubicBezTo>
                <a:cubicBezTo>
                  <a:pt x="35470" y="14548"/>
                  <a:pt x="34826" y="14518"/>
                  <a:pt x="34167" y="14468"/>
                </a:cubicBezTo>
                <a:cubicBezTo>
                  <a:pt x="33401" y="14411"/>
                  <a:pt x="32633" y="14345"/>
                  <a:pt x="31881" y="14206"/>
                </a:cubicBezTo>
                <a:cubicBezTo>
                  <a:pt x="31364" y="14115"/>
                  <a:pt x="30844" y="14107"/>
                  <a:pt x="30363" y="13875"/>
                </a:cubicBezTo>
                <a:cubicBezTo>
                  <a:pt x="29987" y="13695"/>
                  <a:pt x="29668" y="13509"/>
                  <a:pt x="29411" y="13229"/>
                </a:cubicBezTo>
                <a:cubicBezTo>
                  <a:pt x="29462" y="12654"/>
                  <a:pt x="29725" y="12053"/>
                  <a:pt x="29901" y="11535"/>
                </a:cubicBezTo>
                <a:cubicBezTo>
                  <a:pt x="30177" y="10708"/>
                  <a:pt x="30526" y="9937"/>
                  <a:pt x="30887" y="9150"/>
                </a:cubicBezTo>
                <a:cubicBezTo>
                  <a:pt x="31104" y="8685"/>
                  <a:pt x="31324" y="8250"/>
                  <a:pt x="31649" y="7854"/>
                </a:cubicBezTo>
                <a:cubicBezTo>
                  <a:pt x="31769" y="7706"/>
                  <a:pt x="31904" y="7473"/>
                  <a:pt x="32077" y="7357"/>
                </a:cubicBezTo>
                <a:lnTo>
                  <a:pt x="32077" y="7357"/>
                </a:lnTo>
                <a:cubicBezTo>
                  <a:pt x="32073" y="7568"/>
                  <a:pt x="32027" y="7788"/>
                  <a:pt x="32025" y="8001"/>
                </a:cubicBezTo>
                <a:cubicBezTo>
                  <a:pt x="32025" y="8267"/>
                  <a:pt x="32046" y="8525"/>
                  <a:pt x="32115" y="8780"/>
                </a:cubicBezTo>
                <a:cubicBezTo>
                  <a:pt x="32157" y="8937"/>
                  <a:pt x="32347" y="9617"/>
                  <a:pt x="32603" y="9617"/>
                </a:cubicBezTo>
                <a:cubicBezTo>
                  <a:pt x="32630" y="9617"/>
                  <a:pt x="32657" y="9609"/>
                  <a:pt x="32685" y="9593"/>
                </a:cubicBezTo>
                <a:lnTo>
                  <a:pt x="32687" y="9593"/>
                </a:lnTo>
                <a:cubicBezTo>
                  <a:pt x="32470" y="9285"/>
                  <a:pt x="32582" y="8563"/>
                  <a:pt x="32605" y="8263"/>
                </a:cubicBezTo>
                <a:cubicBezTo>
                  <a:pt x="32645" y="7778"/>
                  <a:pt x="32687" y="7153"/>
                  <a:pt x="33027" y="6768"/>
                </a:cubicBezTo>
                <a:cubicBezTo>
                  <a:pt x="33143" y="6637"/>
                  <a:pt x="33282" y="6604"/>
                  <a:pt x="33432" y="6604"/>
                </a:cubicBezTo>
                <a:cubicBezTo>
                  <a:pt x="33558" y="6604"/>
                  <a:pt x="33693" y="6627"/>
                  <a:pt x="33830" y="6633"/>
                </a:cubicBezTo>
                <a:cubicBezTo>
                  <a:pt x="33951" y="6639"/>
                  <a:pt x="34077" y="6642"/>
                  <a:pt x="34204" y="6642"/>
                </a:cubicBezTo>
                <a:cubicBezTo>
                  <a:pt x="34569" y="6642"/>
                  <a:pt x="34947" y="6613"/>
                  <a:pt x="35282" y="6519"/>
                </a:cubicBezTo>
                <a:lnTo>
                  <a:pt x="35301" y="6530"/>
                </a:lnTo>
                <a:cubicBezTo>
                  <a:pt x="35189" y="6728"/>
                  <a:pt x="35084" y="6922"/>
                  <a:pt x="34938" y="7089"/>
                </a:cubicBezTo>
                <a:cubicBezTo>
                  <a:pt x="34769" y="7277"/>
                  <a:pt x="34511" y="7672"/>
                  <a:pt x="34245" y="7680"/>
                </a:cubicBezTo>
                <a:cubicBezTo>
                  <a:pt x="34320" y="7697"/>
                  <a:pt x="34398" y="7705"/>
                  <a:pt x="34479" y="7705"/>
                </a:cubicBezTo>
                <a:cubicBezTo>
                  <a:pt x="34733" y="7705"/>
                  <a:pt x="35007" y="7632"/>
                  <a:pt x="35225" y="7545"/>
                </a:cubicBezTo>
                <a:cubicBezTo>
                  <a:pt x="35928" y="7264"/>
                  <a:pt x="36572" y="6811"/>
                  <a:pt x="37256" y="6483"/>
                </a:cubicBezTo>
                <a:cubicBezTo>
                  <a:pt x="37779" y="6238"/>
                  <a:pt x="38337" y="6149"/>
                  <a:pt x="38902" y="6149"/>
                </a:cubicBezTo>
                <a:cubicBezTo>
                  <a:pt x="38999" y="6149"/>
                  <a:pt x="39097" y="6151"/>
                  <a:pt x="39194" y="6156"/>
                </a:cubicBezTo>
                <a:cubicBezTo>
                  <a:pt x="39474" y="6171"/>
                  <a:pt x="39790" y="6209"/>
                  <a:pt x="40098" y="6209"/>
                </a:cubicBezTo>
                <a:cubicBezTo>
                  <a:pt x="40374" y="6209"/>
                  <a:pt x="40644" y="6178"/>
                  <a:pt x="40877" y="6074"/>
                </a:cubicBezTo>
                <a:lnTo>
                  <a:pt x="40877" y="6074"/>
                </a:lnTo>
                <a:cubicBezTo>
                  <a:pt x="40750" y="6388"/>
                  <a:pt x="40437" y="6701"/>
                  <a:pt x="40138" y="6834"/>
                </a:cubicBezTo>
                <a:cubicBezTo>
                  <a:pt x="40257" y="6872"/>
                  <a:pt x="40386" y="6890"/>
                  <a:pt x="40519" y="6890"/>
                </a:cubicBezTo>
                <a:cubicBezTo>
                  <a:pt x="41220" y="6890"/>
                  <a:pt x="42053" y="6399"/>
                  <a:pt x="42352" y="5825"/>
                </a:cubicBezTo>
                <a:cubicBezTo>
                  <a:pt x="42414" y="5711"/>
                  <a:pt x="42445" y="5590"/>
                  <a:pt x="42517" y="5481"/>
                </a:cubicBezTo>
                <a:cubicBezTo>
                  <a:pt x="42570" y="5405"/>
                  <a:pt x="42726" y="5307"/>
                  <a:pt x="42745" y="5212"/>
                </a:cubicBezTo>
                <a:cubicBezTo>
                  <a:pt x="42785" y="5054"/>
                  <a:pt x="42677" y="5025"/>
                  <a:pt x="42557" y="4925"/>
                </a:cubicBezTo>
                <a:cubicBezTo>
                  <a:pt x="42593" y="4813"/>
                  <a:pt x="42614" y="4676"/>
                  <a:pt x="42635" y="4569"/>
                </a:cubicBezTo>
                <a:lnTo>
                  <a:pt x="42635" y="4569"/>
                </a:lnTo>
                <a:cubicBezTo>
                  <a:pt x="42481" y="4708"/>
                  <a:pt x="42253" y="4830"/>
                  <a:pt x="42069" y="4925"/>
                </a:cubicBezTo>
                <a:lnTo>
                  <a:pt x="42046" y="4925"/>
                </a:lnTo>
                <a:cubicBezTo>
                  <a:pt x="42084" y="4845"/>
                  <a:pt x="42135" y="4676"/>
                  <a:pt x="42173" y="4560"/>
                </a:cubicBezTo>
                <a:lnTo>
                  <a:pt x="42173" y="4560"/>
                </a:lnTo>
                <a:cubicBezTo>
                  <a:pt x="42093" y="4681"/>
                  <a:pt x="41756" y="4913"/>
                  <a:pt x="41614" y="4913"/>
                </a:cubicBezTo>
                <a:cubicBezTo>
                  <a:pt x="41610" y="4913"/>
                  <a:pt x="41606" y="4913"/>
                  <a:pt x="41603" y="4913"/>
                </a:cubicBezTo>
                <a:cubicBezTo>
                  <a:pt x="41470" y="4898"/>
                  <a:pt x="41392" y="4733"/>
                  <a:pt x="41358" y="4583"/>
                </a:cubicBezTo>
                <a:cubicBezTo>
                  <a:pt x="41271" y="4642"/>
                  <a:pt x="41198" y="4744"/>
                  <a:pt x="41088" y="4775"/>
                </a:cubicBezTo>
                <a:cubicBezTo>
                  <a:pt x="41073" y="4669"/>
                  <a:pt x="41027" y="4631"/>
                  <a:pt x="40966" y="4631"/>
                </a:cubicBezTo>
                <a:cubicBezTo>
                  <a:pt x="40832" y="4631"/>
                  <a:pt x="40628" y="4816"/>
                  <a:pt x="40541" y="4858"/>
                </a:cubicBezTo>
                <a:cubicBezTo>
                  <a:pt x="40511" y="4759"/>
                  <a:pt x="40511" y="4626"/>
                  <a:pt x="40478" y="4537"/>
                </a:cubicBezTo>
                <a:cubicBezTo>
                  <a:pt x="40391" y="4655"/>
                  <a:pt x="40209" y="4788"/>
                  <a:pt x="40068" y="4811"/>
                </a:cubicBezTo>
                <a:cubicBezTo>
                  <a:pt x="40002" y="4660"/>
                  <a:pt x="39949" y="4611"/>
                  <a:pt x="39894" y="4611"/>
                </a:cubicBezTo>
                <a:cubicBezTo>
                  <a:pt x="39795" y="4611"/>
                  <a:pt x="39690" y="4776"/>
                  <a:pt x="39498" y="4788"/>
                </a:cubicBezTo>
                <a:cubicBezTo>
                  <a:pt x="39498" y="4759"/>
                  <a:pt x="39492" y="4729"/>
                  <a:pt x="39492" y="4699"/>
                </a:cubicBezTo>
                <a:cubicBezTo>
                  <a:pt x="39319" y="4714"/>
                  <a:pt x="39167" y="4851"/>
                  <a:pt x="38998" y="4879"/>
                </a:cubicBezTo>
                <a:cubicBezTo>
                  <a:pt x="38989" y="4754"/>
                  <a:pt x="38983" y="4602"/>
                  <a:pt x="38922" y="4499"/>
                </a:cubicBezTo>
                <a:cubicBezTo>
                  <a:pt x="38810" y="4602"/>
                  <a:pt x="38645" y="4718"/>
                  <a:pt x="38497" y="4740"/>
                </a:cubicBezTo>
                <a:cubicBezTo>
                  <a:pt x="38496" y="4551"/>
                  <a:pt x="38451" y="4491"/>
                  <a:pt x="38381" y="4491"/>
                </a:cubicBezTo>
                <a:cubicBezTo>
                  <a:pt x="38285" y="4491"/>
                  <a:pt x="38143" y="4602"/>
                  <a:pt x="37999" y="4651"/>
                </a:cubicBezTo>
                <a:cubicBezTo>
                  <a:pt x="37970" y="4579"/>
                  <a:pt x="37951" y="4501"/>
                  <a:pt x="37942" y="4425"/>
                </a:cubicBezTo>
                <a:cubicBezTo>
                  <a:pt x="37793" y="4453"/>
                  <a:pt x="37732" y="4522"/>
                  <a:pt x="37683" y="4522"/>
                </a:cubicBezTo>
                <a:cubicBezTo>
                  <a:pt x="37644" y="4522"/>
                  <a:pt x="37614" y="4478"/>
                  <a:pt x="37554" y="4334"/>
                </a:cubicBezTo>
                <a:cubicBezTo>
                  <a:pt x="37471" y="4386"/>
                  <a:pt x="37396" y="4446"/>
                  <a:pt x="37295" y="4446"/>
                </a:cubicBezTo>
                <a:cubicBezTo>
                  <a:pt x="37293" y="4446"/>
                  <a:pt x="37292" y="4446"/>
                  <a:pt x="37290" y="4446"/>
                </a:cubicBezTo>
                <a:cubicBezTo>
                  <a:pt x="37269" y="4319"/>
                  <a:pt x="37273" y="4184"/>
                  <a:pt x="37224" y="4066"/>
                </a:cubicBezTo>
                <a:cubicBezTo>
                  <a:pt x="37248" y="4026"/>
                  <a:pt x="37275" y="3984"/>
                  <a:pt x="37296" y="3950"/>
                </a:cubicBezTo>
                <a:cubicBezTo>
                  <a:pt x="37402" y="4045"/>
                  <a:pt x="37524" y="4180"/>
                  <a:pt x="37655" y="4275"/>
                </a:cubicBezTo>
                <a:cubicBezTo>
                  <a:pt x="37678" y="4208"/>
                  <a:pt x="37775" y="4129"/>
                  <a:pt x="37799" y="4041"/>
                </a:cubicBezTo>
                <a:cubicBezTo>
                  <a:pt x="37909" y="4172"/>
                  <a:pt x="38036" y="4288"/>
                  <a:pt x="38162" y="4288"/>
                </a:cubicBezTo>
                <a:cubicBezTo>
                  <a:pt x="38252" y="4288"/>
                  <a:pt x="38341" y="4230"/>
                  <a:pt x="38423" y="4077"/>
                </a:cubicBezTo>
                <a:cubicBezTo>
                  <a:pt x="38578" y="4184"/>
                  <a:pt x="38691" y="4336"/>
                  <a:pt x="38826" y="4336"/>
                </a:cubicBezTo>
                <a:cubicBezTo>
                  <a:pt x="38890" y="4336"/>
                  <a:pt x="38959" y="4302"/>
                  <a:pt x="39040" y="4212"/>
                </a:cubicBezTo>
                <a:cubicBezTo>
                  <a:pt x="39097" y="4294"/>
                  <a:pt x="39133" y="4391"/>
                  <a:pt x="39171" y="4484"/>
                </a:cubicBezTo>
                <a:cubicBezTo>
                  <a:pt x="39243" y="4408"/>
                  <a:pt x="39291" y="4305"/>
                  <a:pt x="39378" y="4243"/>
                </a:cubicBezTo>
                <a:cubicBezTo>
                  <a:pt x="39422" y="4366"/>
                  <a:pt x="39460" y="4516"/>
                  <a:pt x="39542" y="4609"/>
                </a:cubicBezTo>
                <a:cubicBezTo>
                  <a:pt x="39654" y="4474"/>
                  <a:pt x="39768" y="4332"/>
                  <a:pt x="39882" y="4201"/>
                </a:cubicBezTo>
                <a:cubicBezTo>
                  <a:pt x="40024" y="4279"/>
                  <a:pt x="40066" y="4440"/>
                  <a:pt x="40060" y="4581"/>
                </a:cubicBezTo>
                <a:cubicBezTo>
                  <a:pt x="40239" y="4476"/>
                  <a:pt x="40406" y="4362"/>
                  <a:pt x="40615" y="4313"/>
                </a:cubicBezTo>
                <a:cubicBezTo>
                  <a:pt x="40623" y="4391"/>
                  <a:pt x="40704" y="4476"/>
                  <a:pt x="40710" y="4569"/>
                </a:cubicBezTo>
                <a:cubicBezTo>
                  <a:pt x="40959" y="4452"/>
                  <a:pt x="41208" y="4370"/>
                  <a:pt x="41432" y="4227"/>
                </a:cubicBezTo>
                <a:cubicBezTo>
                  <a:pt x="41483" y="4349"/>
                  <a:pt x="41567" y="4381"/>
                  <a:pt x="41578" y="4535"/>
                </a:cubicBezTo>
                <a:cubicBezTo>
                  <a:pt x="41839" y="4402"/>
                  <a:pt x="42126" y="4229"/>
                  <a:pt x="42382" y="4085"/>
                </a:cubicBezTo>
                <a:lnTo>
                  <a:pt x="42382" y="4085"/>
                </a:lnTo>
                <a:cubicBezTo>
                  <a:pt x="42373" y="4222"/>
                  <a:pt x="42409" y="4374"/>
                  <a:pt x="42397" y="4514"/>
                </a:cubicBezTo>
                <a:cubicBezTo>
                  <a:pt x="42576" y="4376"/>
                  <a:pt x="42772" y="4250"/>
                  <a:pt x="42895" y="4049"/>
                </a:cubicBezTo>
                <a:lnTo>
                  <a:pt x="42895" y="4049"/>
                </a:lnTo>
                <a:cubicBezTo>
                  <a:pt x="42889" y="4252"/>
                  <a:pt x="42891" y="4452"/>
                  <a:pt x="42889" y="4655"/>
                </a:cubicBezTo>
                <a:cubicBezTo>
                  <a:pt x="43102" y="4258"/>
                  <a:pt x="43442" y="3857"/>
                  <a:pt x="43480" y="3397"/>
                </a:cubicBezTo>
                <a:cubicBezTo>
                  <a:pt x="43347" y="3200"/>
                  <a:pt x="43209" y="3023"/>
                  <a:pt x="43024" y="2865"/>
                </a:cubicBezTo>
                <a:cubicBezTo>
                  <a:pt x="42935" y="2789"/>
                  <a:pt x="42734" y="2546"/>
                  <a:pt x="42627" y="2535"/>
                </a:cubicBezTo>
                <a:cubicBezTo>
                  <a:pt x="42620" y="2535"/>
                  <a:pt x="42613" y="2534"/>
                  <a:pt x="42606" y="2534"/>
                </a:cubicBezTo>
                <a:cubicBezTo>
                  <a:pt x="42493" y="2534"/>
                  <a:pt x="42432" y="2649"/>
                  <a:pt x="42312" y="2671"/>
                </a:cubicBezTo>
                <a:cubicBezTo>
                  <a:pt x="42284" y="2676"/>
                  <a:pt x="42254" y="2678"/>
                  <a:pt x="42223" y="2678"/>
                </a:cubicBezTo>
                <a:cubicBezTo>
                  <a:pt x="42066" y="2678"/>
                  <a:pt x="41883" y="2620"/>
                  <a:pt x="41742" y="2597"/>
                </a:cubicBezTo>
                <a:cubicBezTo>
                  <a:pt x="41166" y="2508"/>
                  <a:pt x="40619" y="2506"/>
                  <a:pt x="40057" y="2329"/>
                </a:cubicBezTo>
                <a:cubicBezTo>
                  <a:pt x="39492" y="2155"/>
                  <a:pt x="38930" y="1927"/>
                  <a:pt x="38461" y="1564"/>
                </a:cubicBezTo>
                <a:cubicBezTo>
                  <a:pt x="38238" y="1398"/>
                  <a:pt x="38001" y="1159"/>
                  <a:pt x="37754" y="1051"/>
                </a:cubicBezTo>
                <a:cubicBezTo>
                  <a:pt x="37347" y="872"/>
                  <a:pt x="36849" y="910"/>
                  <a:pt x="36403" y="830"/>
                </a:cubicBezTo>
                <a:lnTo>
                  <a:pt x="36399" y="847"/>
                </a:lnTo>
                <a:cubicBezTo>
                  <a:pt x="34967" y="654"/>
                  <a:pt x="33574" y="215"/>
                  <a:pt x="32134" y="51"/>
                </a:cubicBezTo>
                <a:cubicBezTo>
                  <a:pt x="31833" y="16"/>
                  <a:pt x="31530" y="0"/>
                  <a:pt x="312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" grpId="0" build="p"/>
      <p:bldP spid="730" grpId="0" build="p"/>
      <p:bldP spid="731" grpId="0" build="p"/>
      <p:bldP spid="732" grpId="0" build="p"/>
      <p:bldP spid="733" grpId="0"/>
      <p:bldP spid="734" grpId="0"/>
      <p:bldP spid="735" grpId="0"/>
      <p:bldP spid="7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>
          <a:extLst>
            <a:ext uri="{FF2B5EF4-FFF2-40B4-BE49-F238E27FC236}">
              <a16:creationId xmlns:a16="http://schemas.microsoft.com/office/drawing/2014/main" id="{D5AA3DEB-E51E-0A74-851F-06F791A4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" name="Google Shape;722;p28">
            <a:extLst>
              <a:ext uri="{FF2B5EF4-FFF2-40B4-BE49-F238E27FC236}">
                <a16:creationId xmlns:a16="http://schemas.microsoft.com/office/drawing/2014/main" id="{6C7401F9-43F3-78FD-3155-77BEEA4006D5}"/>
              </a:ext>
            </a:extLst>
          </p:cNvPr>
          <p:cNvGrpSpPr/>
          <p:nvPr/>
        </p:nvGrpSpPr>
        <p:grpSpPr>
          <a:xfrm>
            <a:off x="6114977" y="3046976"/>
            <a:ext cx="4716591" cy="2366810"/>
            <a:chOff x="6114977" y="3046976"/>
            <a:chExt cx="4716591" cy="2366810"/>
          </a:xfrm>
        </p:grpSpPr>
        <p:sp>
          <p:nvSpPr>
            <p:cNvPr id="723" name="Google Shape;723;p28">
              <a:extLst>
                <a:ext uri="{FF2B5EF4-FFF2-40B4-BE49-F238E27FC236}">
                  <a16:creationId xmlns:a16="http://schemas.microsoft.com/office/drawing/2014/main" id="{1E162B79-7A6C-4F07-EEBC-8EFD58FA231F}"/>
                </a:ext>
              </a:extLst>
            </p:cNvPr>
            <p:cNvSpPr/>
            <p:nvPr/>
          </p:nvSpPr>
          <p:spPr>
            <a:xfrm>
              <a:off x="6114977" y="3046976"/>
              <a:ext cx="4702153" cy="2366810"/>
            </a:xfrm>
            <a:custGeom>
              <a:avLst/>
              <a:gdLst/>
              <a:ahLst/>
              <a:cxnLst/>
              <a:rect l="l" t="t" r="r" b="b"/>
              <a:pathLst>
                <a:path w="152124" h="76571" extrusionOk="0">
                  <a:moveTo>
                    <a:pt x="152124" y="43707"/>
                  </a:moveTo>
                  <a:cubicBezTo>
                    <a:pt x="152124" y="43707"/>
                    <a:pt x="127052" y="36930"/>
                    <a:pt x="111806" y="25410"/>
                  </a:cubicBezTo>
                  <a:cubicBezTo>
                    <a:pt x="96560" y="13893"/>
                    <a:pt x="94187" y="3727"/>
                    <a:pt x="87581" y="1864"/>
                  </a:cubicBezTo>
                  <a:cubicBezTo>
                    <a:pt x="80975" y="0"/>
                    <a:pt x="79111" y="3896"/>
                    <a:pt x="76400" y="7793"/>
                  </a:cubicBezTo>
                  <a:cubicBezTo>
                    <a:pt x="73690" y="11691"/>
                    <a:pt x="56580" y="30493"/>
                    <a:pt x="43367" y="34051"/>
                  </a:cubicBezTo>
                  <a:cubicBezTo>
                    <a:pt x="30153" y="37608"/>
                    <a:pt x="15755" y="39980"/>
                    <a:pt x="10333" y="45570"/>
                  </a:cubicBezTo>
                  <a:cubicBezTo>
                    <a:pt x="4912" y="51161"/>
                    <a:pt x="1" y="64205"/>
                    <a:pt x="1" y="64205"/>
                  </a:cubicBezTo>
                  <a:cubicBezTo>
                    <a:pt x="1" y="64205"/>
                    <a:pt x="127052" y="76571"/>
                    <a:pt x="129931" y="75048"/>
                  </a:cubicBezTo>
                  <a:cubicBezTo>
                    <a:pt x="132812" y="73523"/>
                    <a:pt x="152124" y="43707"/>
                    <a:pt x="152124" y="437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8">
              <a:extLst>
                <a:ext uri="{FF2B5EF4-FFF2-40B4-BE49-F238E27FC236}">
                  <a16:creationId xmlns:a16="http://schemas.microsoft.com/office/drawing/2014/main" id="{AEC9A45D-5B4C-E08A-0DE2-79CB5123480A}"/>
                </a:ext>
              </a:extLst>
            </p:cNvPr>
            <p:cNvSpPr/>
            <p:nvPr/>
          </p:nvSpPr>
          <p:spPr>
            <a:xfrm>
              <a:off x="8098320" y="3095227"/>
              <a:ext cx="2733248" cy="2053950"/>
            </a:xfrm>
            <a:custGeom>
              <a:avLst/>
              <a:gdLst/>
              <a:ahLst/>
              <a:cxnLst/>
              <a:rect l="l" t="t" r="r" b="b"/>
              <a:pathLst>
                <a:path w="88426" h="74948" extrusionOk="0">
                  <a:moveTo>
                    <a:pt x="88425" y="42710"/>
                  </a:moveTo>
                  <a:cubicBezTo>
                    <a:pt x="74559" y="37879"/>
                    <a:pt x="56398" y="30791"/>
                    <a:pt x="47635" y="24170"/>
                  </a:cubicBezTo>
                  <a:cubicBezTo>
                    <a:pt x="32391" y="12653"/>
                    <a:pt x="30018" y="2487"/>
                    <a:pt x="23412" y="624"/>
                  </a:cubicBezTo>
                  <a:cubicBezTo>
                    <a:pt x="21202" y="1"/>
                    <a:pt x="19527" y="23"/>
                    <a:pt x="18169" y="471"/>
                  </a:cubicBezTo>
                  <a:cubicBezTo>
                    <a:pt x="18357" y="3696"/>
                    <a:pt x="18007" y="9056"/>
                    <a:pt x="14855" y="14938"/>
                  </a:cubicBezTo>
                  <a:cubicBezTo>
                    <a:pt x="14855" y="14938"/>
                    <a:pt x="14433" y="15701"/>
                    <a:pt x="14963" y="15890"/>
                  </a:cubicBezTo>
                  <a:cubicBezTo>
                    <a:pt x="15491" y="16082"/>
                    <a:pt x="20298" y="9835"/>
                    <a:pt x="20808" y="9623"/>
                  </a:cubicBezTo>
                  <a:cubicBezTo>
                    <a:pt x="21316" y="9411"/>
                    <a:pt x="19579" y="16060"/>
                    <a:pt x="17377" y="19703"/>
                  </a:cubicBezTo>
                  <a:cubicBezTo>
                    <a:pt x="15173" y="23344"/>
                    <a:pt x="13693" y="24912"/>
                    <a:pt x="13607" y="25675"/>
                  </a:cubicBezTo>
                  <a:cubicBezTo>
                    <a:pt x="13521" y="26437"/>
                    <a:pt x="18266" y="23599"/>
                    <a:pt x="20722" y="20592"/>
                  </a:cubicBezTo>
                  <a:cubicBezTo>
                    <a:pt x="20722" y="20592"/>
                    <a:pt x="21781" y="19915"/>
                    <a:pt x="21781" y="20973"/>
                  </a:cubicBezTo>
                  <a:cubicBezTo>
                    <a:pt x="21781" y="22031"/>
                    <a:pt x="20819" y="48066"/>
                    <a:pt x="1" y="68981"/>
                  </a:cubicBezTo>
                  <a:cubicBezTo>
                    <a:pt x="32032" y="71873"/>
                    <a:pt x="63605" y="74948"/>
                    <a:pt x="65762" y="73806"/>
                  </a:cubicBezTo>
                  <a:cubicBezTo>
                    <a:pt x="66893" y="73207"/>
                    <a:pt x="78057" y="66320"/>
                    <a:pt x="88425" y="59900"/>
                  </a:cubicBezTo>
                  <a:lnTo>
                    <a:pt x="88425" y="427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725;p28">
            <a:extLst>
              <a:ext uri="{FF2B5EF4-FFF2-40B4-BE49-F238E27FC236}">
                <a16:creationId xmlns:a16="http://schemas.microsoft.com/office/drawing/2014/main" id="{50BFFCBB-72A6-54B0-BFBC-08D329C39466}"/>
              </a:ext>
            </a:extLst>
          </p:cNvPr>
          <p:cNvGrpSpPr/>
          <p:nvPr/>
        </p:nvGrpSpPr>
        <p:grpSpPr>
          <a:xfrm>
            <a:off x="1075" y="4491256"/>
            <a:ext cx="9144221" cy="992316"/>
            <a:chOff x="1075" y="4491256"/>
            <a:chExt cx="9144221" cy="992316"/>
          </a:xfrm>
        </p:grpSpPr>
        <p:sp>
          <p:nvSpPr>
            <p:cNvPr id="726" name="Google Shape;726;p28">
              <a:extLst>
                <a:ext uri="{FF2B5EF4-FFF2-40B4-BE49-F238E27FC236}">
                  <a16:creationId xmlns:a16="http://schemas.microsoft.com/office/drawing/2014/main" id="{03CBEBC3-63D7-4074-2D54-E9E3ABDB9921}"/>
                </a:ext>
              </a:extLst>
            </p:cNvPr>
            <p:cNvSpPr/>
            <p:nvPr/>
          </p:nvSpPr>
          <p:spPr>
            <a:xfrm>
              <a:off x="1075" y="4491256"/>
              <a:ext cx="9144086" cy="990432"/>
            </a:xfrm>
            <a:custGeom>
              <a:avLst/>
              <a:gdLst/>
              <a:ahLst/>
              <a:cxnLst/>
              <a:rect l="l" t="t" r="r" b="b"/>
              <a:pathLst>
                <a:path w="215726" h="94282" extrusionOk="0">
                  <a:moveTo>
                    <a:pt x="0" y="90015"/>
                  </a:moveTo>
                  <a:cubicBezTo>
                    <a:pt x="1648" y="90240"/>
                    <a:pt x="3297" y="90460"/>
                    <a:pt x="4947" y="90692"/>
                  </a:cubicBezTo>
                  <a:cubicBezTo>
                    <a:pt x="8605" y="91207"/>
                    <a:pt x="12284" y="91542"/>
                    <a:pt x="15931" y="92124"/>
                  </a:cubicBezTo>
                  <a:cubicBezTo>
                    <a:pt x="19394" y="92676"/>
                    <a:pt x="22832" y="93366"/>
                    <a:pt x="26277" y="94019"/>
                  </a:cubicBezTo>
                  <a:cubicBezTo>
                    <a:pt x="26742" y="94107"/>
                    <a:pt x="27210" y="94196"/>
                    <a:pt x="27677" y="94281"/>
                  </a:cubicBezTo>
                  <a:lnTo>
                    <a:pt x="214948" y="77276"/>
                  </a:lnTo>
                  <a:lnTo>
                    <a:pt x="215725" y="50489"/>
                  </a:lnTo>
                  <a:lnTo>
                    <a:pt x="215725" y="11713"/>
                  </a:lnTo>
                  <a:cubicBezTo>
                    <a:pt x="215653" y="11752"/>
                    <a:pt x="215578" y="11797"/>
                    <a:pt x="215508" y="11845"/>
                  </a:cubicBezTo>
                  <a:cubicBezTo>
                    <a:pt x="215342" y="11955"/>
                    <a:pt x="215167" y="12020"/>
                    <a:pt x="214993" y="12113"/>
                  </a:cubicBezTo>
                  <a:cubicBezTo>
                    <a:pt x="214801" y="12215"/>
                    <a:pt x="214622" y="12338"/>
                    <a:pt x="214431" y="12440"/>
                  </a:cubicBezTo>
                  <a:cubicBezTo>
                    <a:pt x="214109" y="12613"/>
                    <a:pt x="213880" y="12929"/>
                    <a:pt x="213540" y="13069"/>
                  </a:cubicBezTo>
                  <a:cubicBezTo>
                    <a:pt x="213172" y="13218"/>
                    <a:pt x="212822" y="13379"/>
                    <a:pt x="212463" y="13552"/>
                  </a:cubicBezTo>
                  <a:cubicBezTo>
                    <a:pt x="212108" y="13727"/>
                    <a:pt x="211755" y="13850"/>
                    <a:pt x="211355" y="13889"/>
                  </a:cubicBezTo>
                  <a:cubicBezTo>
                    <a:pt x="210949" y="13930"/>
                    <a:pt x="210583" y="13835"/>
                    <a:pt x="210183" y="13785"/>
                  </a:cubicBezTo>
                  <a:cubicBezTo>
                    <a:pt x="209809" y="13736"/>
                    <a:pt x="209516" y="13500"/>
                    <a:pt x="209196" y="13320"/>
                  </a:cubicBezTo>
                  <a:cubicBezTo>
                    <a:pt x="208852" y="13125"/>
                    <a:pt x="208461" y="12959"/>
                    <a:pt x="208091" y="12818"/>
                  </a:cubicBezTo>
                  <a:cubicBezTo>
                    <a:pt x="207743" y="12686"/>
                    <a:pt x="207477" y="12442"/>
                    <a:pt x="207124" y="12314"/>
                  </a:cubicBezTo>
                  <a:cubicBezTo>
                    <a:pt x="206784" y="12191"/>
                    <a:pt x="206441" y="12139"/>
                    <a:pt x="206079" y="12169"/>
                  </a:cubicBezTo>
                  <a:cubicBezTo>
                    <a:pt x="205865" y="12187"/>
                    <a:pt x="205644" y="12251"/>
                    <a:pt x="205433" y="12174"/>
                  </a:cubicBezTo>
                  <a:cubicBezTo>
                    <a:pt x="205244" y="12105"/>
                    <a:pt x="205058" y="12018"/>
                    <a:pt x="204868" y="11947"/>
                  </a:cubicBezTo>
                  <a:cubicBezTo>
                    <a:pt x="204489" y="11804"/>
                    <a:pt x="204107" y="11659"/>
                    <a:pt x="203709" y="11574"/>
                  </a:cubicBezTo>
                  <a:cubicBezTo>
                    <a:pt x="203280" y="11481"/>
                    <a:pt x="202871" y="11332"/>
                    <a:pt x="202445" y="11233"/>
                  </a:cubicBezTo>
                  <a:cubicBezTo>
                    <a:pt x="202274" y="11192"/>
                    <a:pt x="202097" y="11168"/>
                    <a:pt x="201924" y="11133"/>
                  </a:cubicBezTo>
                  <a:cubicBezTo>
                    <a:pt x="201725" y="11090"/>
                    <a:pt x="201539" y="11017"/>
                    <a:pt x="201344" y="10958"/>
                  </a:cubicBezTo>
                  <a:cubicBezTo>
                    <a:pt x="201141" y="10898"/>
                    <a:pt x="200940" y="10839"/>
                    <a:pt x="200739" y="10770"/>
                  </a:cubicBezTo>
                  <a:cubicBezTo>
                    <a:pt x="200538" y="10701"/>
                    <a:pt x="200369" y="10711"/>
                    <a:pt x="200161" y="10690"/>
                  </a:cubicBezTo>
                  <a:cubicBezTo>
                    <a:pt x="200133" y="10686"/>
                    <a:pt x="200103" y="10683"/>
                    <a:pt x="200074" y="10681"/>
                  </a:cubicBezTo>
                  <a:cubicBezTo>
                    <a:pt x="200068" y="10651"/>
                    <a:pt x="200046" y="10625"/>
                    <a:pt x="200005" y="10627"/>
                  </a:cubicBezTo>
                  <a:cubicBezTo>
                    <a:pt x="199822" y="10633"/>
                    <a:pt x="199638" y="10633"/>
                    <a:pt x="199456" y="10644"/>
                  </a:cubicBezTo>
                  <a:cubicBezTo>
                    <a:pt x="199296" y="10655"/>
                    <a:pt x="199159" y="10699"/>
                    <a:pt x="199010" y="10748"/>
                  </a:cubicBezTo>
                  <a:cubicBezTo>
                    <a:pt x="198852" y="10796"/>
                    <a:pt x="198677" y="10792"/>
                    <a:pt x="198513" y="10798"/>
                  </a:cubicBezTo>
                  <a:cubicBezTo>
                    <a:pt x="198333" y="10805"/>
                    <a:pt x="198154" y="10819"/>
                    <a:pt x="197974" y="10830"/>
                  </a:cubicBezTo>
                  <a:cubicBezTo>
                    <a:pt x="197892" y="10837"/>
                    <a:pt x="197814" y="10843"/>
                    <a:pt x="197734" y="10861"/>
                  </a:cubicBezTo>
                  <a:cubicBezTo>
                    <a:pt x="197652" y="10880"/>
                    <a:pt x="197581" y="10915"/>
                    <a:pt x="197505" y="10945"/>
                  </a:cubicBezTo>
                  <a:cubicBezTo>
                    <a:pt x="197353" y="11006"/>
                    <a:pt x="197191" y="10978"/>
                    <a:pt x="197033" y="10973"/>
                  </a:cubicBezTo>
                  <a:cubicBezTo>
                    <a:pt x="196867" y="10965"/>
                    <a:pt x="196704" y="10971"/>
                    <a:pt x="196540" y="10960"/>
                  </a:cubicBezTo>
                  <a:cubicBezTo>
                    <a:pt x="196360" y="10947"/>
                    <a:pt x="196203" y="10990"/>
                    <a:pt x="196045" y="11073"/>
                  </a:cubicBezTo>
                  <a:cubicBezTo>
                    <a:pt x="195900" y="11151"/>
                    <a:pt x="195748" y="11211"/>
                    <a:pt x="195597" y="11278"/>
                  </a:cubicBezTo>
                  <a:cubicBezTo>
                    <a:pt x="195446" y="11343"/>
                    <a:pt x="195305" y="11423"/>
                    <a:pt x="195151" y="11482"/>
                  </a:cubicBezTo>
                  <a:cubicBezTo>
                    <a:pt x="194996" y="11542"/>
                    <a:pt x="194853" y="11609"/>
                    <a:pt x="194716" y="11700"/>
                  </a:cubicBezTo>
                  <a:cubicBezTo>
                    <a:pt x="194660" y="11735"/>
                    <a:pt x="194606" y="11774"/>
                    <a:pt x="194544" y="11799"/>
                  </a:cubicBezTo>
                  <a:cubicBezTo>
                    <a:pt x="194468" y="11830"/>
                    <a:pt x="194388" y="11834"/>
                    <a:pt x="194308" y="11841"/>
                  </a:cubicBezTo>
                  <a:cubicBezTo>
                    <a:pt x="194139" y="11858"/>
                    <a:pt x="193968" y="11873"/>
                    <a:pt x="193799" y="11884"/>
                  </a:cubicBezTo>
                  <a:cubicBezTo>
                    <a:pt x="193639" y="11895"/>
                    <a:pt x="193490" y="11895"/>
                    <a:pt x="193339" y="11828"/>
                  </a:cubicBezTo>
                  <a:cubicBezTo>
                    <a:pt x="193055" y="11702"/>
                    <a:pt x="192744" y="11579"/>
                    <a:pt x="192426" y="11570"/>
                  </a:cubicBezTo>
                  <a:cubicBezTo>
                    <a:pt x="192272" y="11566"/>
                    <a:pt x="192123" y="11614"/>
                    <a:pt x="191976" y="11655"/>
                  </a:cubicBezTo>
                  <a:cubicBezTo>
                    <a:pt x="191816" y="11700"/>
                    <a:pt x="191673" y="11707"/>
                    <a:pt x="191515" y="11650"/>
                  </a:cubicBezTo>
                  <a:cubicBezTo>
                    <a:pt x="191243" y="11549"/>
                    <a:pt x="191018" y="11350"/>
                    <a:pt x="190736" y="11274"/>
                  </a:cubicBezTo>
                  <a:cubicBezTo>
                    <a:pt x="190667" y="11256"/>
                    <a:pt x="190596" y="11239"/>
                    <a:pt x="190531" y="11205"/>
                  </a:cubicBezTo>
                  <a:cubicBezTo>
                    <a:pt x="190477" y="11177"/>
                    <a:pt x="190431" y="11138"/>
                    <a:pt x="190382" y="11103"/>
                  </a:cubicBezTo>
                  <a:cubicBezTo>
                    <a:pt x="190271" y="11027"/>
                    <a:pt x="190146" y="10990"/>
                    <a:pt x="190014" y="10967"/>
                  </a:cubicBezTo>
                  <a:cubicBezTo>
                    <a:pt x="189690" y="10911"/>
                    <a:pt x="189406" y="10971"/>
                    <a:pt x="189120" y="11127"/>
                  </a:cubicBezTo>
                  <a:cubicBezTo>
                    <a:pt x="188835" y="11283"/>
                    <a:pt x="188593" y="11505"/>
                    <a:pt x="188327" y="11691"/>
                  </a:cubicBezTo>
                  <a:cubicBezTo>
                    <a:pt x="188208" y="11774"/>
                    <a:pt x="188089" y="11858"/>
                    <a:pt x="187991" y="11966"/>
                  </a:cubicBezTo>
                  <a:cubicBezTo>
                    <a:pt x="187894" y="12070"/>
                    <a:pt x="187808" y="12156"/>
                    <a:pt x="187682" y="12224"/>
                  </a:cubicBezTo>
                  <a:cubicBezTo>
                    <a:pt x="187537" y="12303"/>
                    <a:pt x="187394" y="12386"/>
                    <a:pt x="187249" y="12466"/>
                  </a:cubicBezTo>
                  <a:cubicBezTo>
                    <a:pt x="187104" y="12546"/>
                    <a:pt x="186945" y="12643"/>
                    <a:pt x="186782" y="12682"/>
                  </a:cubicBezTo>
                  <a:cubicBezTo>
                    <a:pt x="186622" y="12717"/>
                    <a:pt x="186454" y="12710"/>
                    <a:pt x="186293" y="12747"/>
                  </a:cubicBezTo>
                  <a:cubicBezTo>
                    <a:pt x="186140" y="12782"/>
                    <a:pt x="185999" y="12859"/>
                    <a:pt x="185872" y="12948"/>
                  </a:cubicBezTo>
                  <a:cubicBezTo>
                    <a:pt x="185634" y="13119"/>
                    <a:pt x="185441" y="13342"/>
                    <a:pt x="185195" y="13506"/>
                  </a:cubicBezTo>
                  <a:cubicBezTo>
                    <a:pt x="184924" y="13688"/>
                    <a:pt x="184623" y="13815"/>
                    <a:pt x="184368" y="14021"/>
                  </a:cubicBezTo>
                  <a:cubicBezTo>
                    <a:pt x="184126" y="14214"/>
                    <a:pt x="183912" y="14441"/>
                    <a:pt x="183669" y="14635"/>
                  </a:cubicBezTo>
                  <a:cubicBezTo>
                    <a:pt x="183557" y="14724"/>
                    <a:pt x="183438" y="14808"/>
                    <a:pt x="183308" y="14871"/>
                  </a:cubicBezTo>
                  <a:cubicBezTo>
                    <a:pt x="183161" y="14942"/>
                    <a:pt x="182999" y="14990"/>
                    <a:pt x="182847" y="15046"/>
                  </a:cubicBezTo>
                  <a:cubicBezTo>
                    <a:pt x="182698" y="15100"/>
                    <a:pt x="182566" y="15076"/>
                    <a:pt x="182411" y="15081"/>
                  </a:cubicBezTo>
                  <a:cubicBezTo>
                    <a:pt x="182372" y="15083"/>
                    <a:pt x="182350" y="15113"/>
                    <a:pt x="182346" y="15144"/>
                  </a:cubicBezTo>
                  <a:cubicBezTo>
                    <a:pt x="182242" y="15124"/>
                    <a:pt x="182140" y="15103"/>
                    <a:pt x="182036" y="15085"/>
                  </a:cubicBezTo>
                  <a:cubicBezTo>
                    <a:pt x="181842" y="15053"/>
                    <a:pt x="181656" y="15057"/>
                    <a:pt x="181463" y="15064"/>
                  </a:cubicBezTo>
                  <a:cubicBezTo>
                    <a:pt x="181273" y="15072"/>
                    <a:pt x="181083" y="15063"/>
                    <a:pt x="180894" y="15042"/>
                  </a:cubicBezTo>
                  <a:cubicBezTo>
                    <a:pt x="180715" y="15022"/>
                    <a:pt x="180535" y="15001"/>
                    <a:pt x="180354" y="15016"/>
                  </a:cubicBezTo>
                  <a:cubicBezTo>
                    <a:pt x="180274" y="15023"/>
                    <a:pt x="180195" y="15040"/>
                    <a:pt x="180115" y="15042"/>
                  </a:cubicBezTo>
                  <a:cubicBezTo>
                    <a:pt x="180022" y="15044"/>
                    <a:pt x="179930" y="15020"/>
                    <a:pt x="179837" y="15018"/>
                  </a:cubicBezTo>
                  <a:cubicBezTo>
                    <a:pt x="179746" y="15014"/>
                    <a:pt x="179655" y="15027"/>
                    <a:pt x="179564" y="15027"/>
                  </a:cubicBezTo>
                  <a:cubicBezTo>
                    <a:pt x="179467" y="15027"/>
                    <a:pt x="179369" y="15020"/>
                    <a:pt x="179270" y="15020"/>
                  </a:cubicBezTo>
                  <a:cubicBezTo>
                    <a:pt x="179077" y="15022"/>
                    <a:pt x="178887" y="15046"/>
                    <a:pt x="178694" y="15033"/>
                  </a:cubicBezTo>
                  <a:cubicBezTo>
                    <a:pt x="178502" y="15018"/>
                    <a:pt x="178322" y="14986"/>
                    <a:pt x="178130" y="15010"/>
                  </a:cubicBezTo>
                  <a:cubicBezTo>
                    <a:pt x="178041" y="15022"/>
                    <a:pt x="177952" y="15038"/>
                    <a:pt x="177862" y="15044"/>
                  </a:cubicBezTo>
                  <a:cubicBezTo>
                    <a:pt x="177777" y="15049"/>
                    <a:pt x="177723" y="15018"/>
                    <a:pt x="177649" y="14979"/>
                  </a:cubicBezTo>
                  <a:cubicBezTo>
                    <a:pt x="177576" y="14940"/>
                    <a:pt x="177498" y="14916"/>
                    <a:pt x="177422" y="14884"/>
                  </a:cubicBezTo>
                  <a:cubicBezTo>
                    <a:pt x="177332" y="14849"/>
                    <a:pt x="177251" y="14798"/>
                    <a:pt x="177161" y="14759"/>
                  </a:cubicBezTo>
                  <a:cubicBezTo>
                    <a:pt x="176990" y="14679"/>
                    <a:pt x="176817" y="14603"/>
                    <a:pt x="176652" y="14508"/>
                  </a:cubicBezTo>
                  <a:cubicBezTo>
                    <a:pt x="176484" y="14413"/>
                    <a:pt x="176313" y="14356"/>
                    <a:pt x="176127" y="14298"/>
                  </a:cubicBezTo>
                  <a:cubicBezTo>
                    <a:pt x="175765" y="14183"/>
                    <a:pt x="175398" y="14064"/>
                    <a:pt x="175026" y="13976"/>
                  </a:cubicBezTo>
                  <a:cubicBezTo>
                    <a:pt x="174853" y="13937"/>
                    <a:pt x="174688" y="13949"/>
                    <a:pt x="174511" y="13960"/>
                  </a:cubicBezTo>
                  <a:cubicBezTo>
                    <a:pt x="174325" y="13971"/>
                    <a:pt x="174152" y="13989"/>
                    <a:pt x="173979" y="14056"/>
                  </a:cubicBezTo>
                  <a:cubicBezTo>
                    <a:pt x="173819" y="14120"/>
                    <a:pt x="173659" y="14188"/>
                    <a:pt x="173496" y="14244"/>
                  </a:cubicBezTo>
                  <a:cubicBezTo>
                    <a:pt x="173325" y="14302"/>
                    <a:pt x="173135" y="14268"/>
                    <a:pt x="172962" y="14330"/>
                  </a:cubicBezTo>
                  <a:cubicBezTo>
                    <a:pt x="172919" y="14345"/>
                    <a:pt x="172878" y="14367"/>
                    <a:pt x="172834" y="14373"/>
                  </a:cubicBezTo>
                  <a:cubicBezTo>
                    <a:pt x="172791" y="14378"/>
                    <a:pt x="172748" y="14373"/>
                    <a:pt x="172705" y="14380"/>
                  </a:cubicBezTo>
                  <a:cubicBezTo>
                    <a:pt x="172620" y="14391"/>
                    <a:pt x="172547" y="14436"/>
                    <a:pt x="172480" y="14488"/>
                  </a:cubicBezTo>
                  <a:cubicBezTo>
                    <a:pt x="172331" y="14601"/>
                    <a:pt x="172162" y="14681"/>
                    <a:pt x="172004" y="14780"/>
                  </a:cubicBezTo>
                  <a:cubicBezTo>
                    <a:pt x="171842" y="14880"/>
                    <a:pt x="171681" y="14947"/>
                    <a:pt x="171506" y="15022"/>
                  </a:cubicBezTo>
                  <a:cubicBezTo>
                    <a:pt x="171349" y="15090"/>
                    <a:pt x="171206" y="15185"/>
                    <a:pt x="171031" y="15202"/>
                  </a:cubicBezTo>
                  <a:cubicBezTo>
                    <a:pt x="170859" y="15217"/>
                    <a:pt x="170682" y="15169"/>
                    <a:pt x="170514" y="15137"/>
                  </a:cubicBezTo>
                  <a:cubicBezTo>
                    <a:pt x="170340" y="15105"/>
                    <a:pt x="170183" y="15022"/>
                    <a:pt x="170009" y="14999"/>
                  </a:cubicBezTo>
                  <a:cubicBezTo>
                    <a:pt x="169919" y="14986"/>
                    <a:pt x="169849" y="14971"/>
                    <a:pt x="169769" y="14936"/>
                  </a:cubicBezTo>
                  <a:cubicBezTo>
                    <a:pt x="169702" y="14906"/>
                    <a:pt x="169633" y="14882"/>
                    <a:pt x="169562" y="14862"/>
                  </a:cubicBezTo>
                  <a:cubicBezTo>
                    <a:pt x="169382" y="14811"/>
                    <a:pt x="169198" y="14771"/>
                    <a:pt x="169017" y="14717"/>
                  </a:cubicBezTo>
                  <a:cubicBezTo>
                    <a:pt x="168655" y="14609"/>
                    <a:pt x="168285" y="14492"/>
                    <a:pt x="167954" y="14304"/>
                  </a:cubicBezTo>
                  <a:cubicBezTo>
                    <a:pt x="167792" y="14211"/>
                    <a:pt x="167680" y="14092"/>
                    <a:pt x="167561" y="13950"/>
                  </a:cubicBezTo>
                  <a:cubicBezTo>
                    <a:pt x="167461" y="13831"/>
                    <a:pt x="167349" y="13718"/>
                    <a:pt x="167198" y="13664"/>
                  </a:cubicBezTo>
                  <a:cubicBezTo>
                    <a:pt x="166906" y="13558"/>
                    <a:pt x="166603" y="13662"/>
                    <a:pt x="166313" y="13727"/>
                  </a:cubicBezTo>
                  <a:cubicBezTo>
                    <a:pt x="166140" y="13768"/>
                    <a:pt x="165975" y="13813"/>
                    <a:pt x="165811" y="13883"/>
                  </a:cubicBezTo>
                  <a:cubicBezTo>
                    <a:pt x="165640" y="13956"/>
                    <a:pt x="165478" y="14049"/>
                    <a:pt x="165307" y="14118"/>
                  </a:cubicBezTo>
                  <a:cubicBezTo>
                    <a:pt x="165220" y="14153"/>
                    <a:pt x="165129" y="14175"/>
                    <a:pt x="165045" y="14216"/>
                  </a:cubicBezTo>
                  <a:cubicBezTo>
                    <a:pt x="164970" y="14254"/>
                    <a:pt x="164913" y="14306"/>
                    <a:pt x="164851" y="14361"/>
                  </a:cubicBezTo>
                  <a:cubicBezTo>
                    <a:pt x="164706" y="14497"/>
                    <a:pt x="164545" y="14618"/>
                    <a:pt x="164394" y="14750"/>
                  </a:cubicBezTo>
                  <a:cubicBezTo>
                    <a:pt x="164273" y="14856"/>
                    <a:pt x="164178" y="14996"/>
                    <a:pt x="164048" y="15094"/>
                  </a:cubicBezTo>
                  <a:cubicBezTo>
                    <a:pt x="163901" y="15206"/>
                    <a:pt x="163713" y="15165"/>
                    <a:pt x="163550" y="15228"/>
                  </a:cubicBezTo>
                  <a:cubicBezTo>
                    <a:pt x="163499" y="15248"/>
                    <a:pt x="163458" y="15284"/>
                    <a:pt x="163406" y="15297"/>
                  </a:cubicBezTo>
                  <a:cubicBezTo>
                    <a:pt x="163319" y="15321"/>
                    <a:pt x="163226" y="15312"/>
                    <a:pt x="163140" y="15336"/>
                  </a:cubicBezTo>
                  <a:cubicBezTo>
                    <a:pt x="163070" y="15354"/>
                    <a:pt x="163008" y="15392"/>
                    <a:pt x="162938" y="15403"/>
                  </a:cubicBezTo>
                  <a:cubicBezTo>
                    <a:pt x="162848" y="15420"/>
                    <a:pt x="162769" y="15438"/>
                    <a:pt x="162685" y="15475"/>
                  </a:cubicBezTo>
                  <a:cubicBezTo>
                    <a:pt x="162523" y="15407"/>
                    <a:pt x="162361" y="15338"/>
                    <a:pt x="162199" y="15267"/>
                  </a:cubicBezTo>
                  <a:cubicBezTo>
                    <a:pt x="161883" y="15128"/>
                    <a:pt x="161569" y="15044"/>
                    <a:pt x="161236" y="14953"/>
                  </a:cubicBezTo>
                  <a:cubicBezTo>
                    <a:pt x="161098" y="14914"/>
                    <a:pt x="160985" y="14824"/>
                    <a:pt x="160840" y="14802"/>
                  </a:cubicBezTo>
                  <a:cubicBezTo>
                    <a:pt x="160656" y="14774"/>
                    <a:pt x="160559" y="14707"/>
                    <a:pt x="160414" y="14594"/>
                  </a:cubicBezTo>
                  <a:cubicBezTo>
                    <a:pt x="160157" y="14393"/>
                    <a:pt x="159865" y="14222"/>
                    <a:pt x="159585" y="14058"/>
                  </a:cubicBezTo>
                  <a:cubicBezTo>
                    <a:pt x="158962" y="13692"/>
                    <a:pt x="158324" y="13353"/>
                    <a:pt x="157673" y="13041"/>
                  </a:cubicBezTo>
                  <a:cubicBezTo>
                    <a:pt x="157520" y="12967"/>
                    <a:pt x="157371" y="12883"/>
                    <a:pt x="157212" y="12820"/>
                  </a:cubicBezTo>
                  <a:cubicBezTo>
                    <a:pt x="157065" y="12760"/>
                    <a:pt x="156912" y="12732"/>
                    <a:pt x="156758" y="12695"/>
                  </a:cubicBezTo>
                  <a:cubicBezTo>
                    <a:pt x="156605" y="12658"/>
                    <a:pt x="156501" y="12550"/>
                    <a:pt x="156365" y="12479"/>
                  </a:cubicBezTo>
                  <a:cubicBezTo>
                    <a:pt x="156211" y="12401"/>
                    <a:pt x="156045" y="12349"/>
                    <a:pt x="155891" y="12277"/>
                  </a:cubicBezTo>
                  <a:cubicBezTo>
                    <a:pt x="155577" y="12130"/>
                    <a:pt x="155279" y="11957"/>
                    <a:pt x="154958" y="11823"/>
                  </a:cubicBezTo>
                  <a:cubicBezTo>
                    <a:pt x="154636" y="11693"/>
                    <a:pt x="154318" y="11572"/>
                    <a:pt x="153990" y="11456"/>
                  </a:cubicBezTo>
                  <a:cubicBezTo>
                    <a:pt x="153836" y="11402"/>
                    <a:pt x="153693" y="11324"/>
                    <a:pt x="153544" y="11259"/>
                  </a:cubicBezTo>
                  <a:cubicBezTo>
                    <a:pt x="153384" y="11189"/>
                    <a:pt x="153219" y="11137"/>
                    <a:pt x="153059" y="11064"/>
                  </a:cubicBezTo>
                  <a:cubicBezTo>
                    <a:pt x="152737" y="10919"/>
                    <a:pt x="152397" y="10819"/>
                    <a:pt x="152069" y="10681"/>
                  </a:cubicBezTo>
                  <a:cubicBezTo>
                    <a:pt x="151748" y="10545"/>
                    <a:pt x="151439" y="10394"/>
                    <a:pt x="151102" y="10288"/>
                  </a:cubicBezTo>
                  <a:cubicBezTo>
                    <a:pt x="150786" y="10190"/>
                    <a:pt x="150472" y="10097"/>
                    <a:pt x="150172" y="9952"/>
                  </a:cubicBezTo>
                  <a:cubicBezTo>
                    <a:pt x="149877" y="9807"/>
                    <a:pt x="149622" y="9623"/>
                    <a:pt x="149386" y="9396"/>
                  </a:cubicBezTo>
                  <a:cubicBezTo>
                    <a:pt x="149282" y="9295"/>
                    <a:pt x="149192" y="9191"/>
                    <a:pt x="149099" y="9083"/>
                  </a:cubicBezTo>
                  <a:cubicBezTo>
                    <a:pt x="148997" y="8966"/>
                    <a:pt x="148867" y="8873"/>
                    <a:pt x="148748" y="8771"/>
                  </a:cubicBezTo>
                  <a:cubicBezTo>
                    <a:pt x="148632" y="8670"/>
                    <a:pt x="148528" y="8542"/>
                    <a:pt x="148404" y="8458"/>
                  </a:cubicBezTo>
                  <a:cubicBezTo>
                    <a:pt x="148275" y="8371"/>
                    <a:pt x="148138" y="8334"/>
                    <a:pt x="148019" y="8232"/>
                  </a:cubicBezTo>
                  <a:cubicBezTo>
                    <a:pt x="147742" y="7994"/>
                    <a:pt x="147455" y="7774"/>
                    <a:pt x="147197" y="7519"/>
                  </a:cubicBezTo>
                  <a:cubicBezTo>
                    <a:pt x="146955" y="7283"/>
                    <a:pt x="146685" y="7080"/>
                    <a:pt x="146522" y="6785"/>
                  </a:cubicBezTo>
                  <a:cubicBezTo>
                    <a:pt x="146380" y="6528"/>
                    <a:pt x="146142" y="6348"/>
                    <a:pt x="145902" y="6184"/>
                  </a:cubicBezTo>
                  <a:cubicBezTo>
                    <a:pt x="145789" y="6104"/>
                    <a:pt x="145666" y="6028"/>
                    <a:pt x="145534" y="5981"/>
                  </a:cubicBezTo>
                  <a:cubicBezTo>
                    <a:pt x="145395" y="5931"/>
                    <a:pt x="145246" y="5937"/>
                    <a:pt x="145101" y="5927"/>
                  </a:cubicBezTo>
                  <a:cubicBezTo>
                    <a:pt x="144777" y="5909"/>
                    <a:pt x="144413" y="5964"/>
                    <a:pt x="144113" y="6085"/>
                  </a:cubicBezTo>
                  <a:cubicBezTo>
                    <a:pt x="143955" y="6149"/>
                    <a:pt x="143803" y="6175"/>
                    <a:pt x="143641" y="6219"/>
                  </a:cubicBezTo>
                  <a:cubicBezTo>
                    <a:pt x="143466" y="6268"/>
                    <a:pt x="143302" y="6338"/>
                    <a:pt x="143126" y="6379"/>
                  </a:cubicBezTo>
                  <a:cubicBezTo>
                    <a:pt x="142811" y="6450"/>
                    <a:pt x="142497" y="6532"/>
                    <a:pt x="142183" y="6597"/>
                  </a:cubicBezTo>
                  <a:cubicBezTo>
                    <a:pt x="141865" y="6660"/>
                    <a:pt x="141580" y="6842"/>
                    <a:pt x="141305" y="7006"/>
                  </a:cubicBezTo>
                  <a:cubicBezTo>
                    <a:pt x="141022" y="7177"/>
                    <a:pt x="140779" y="7359"/>
                    <a:pt x="140548" y="7594"/>
                  </a:cubicBezTo>
                  <a:cubicBezTo>
                    <a:pt x="140498" y="7644"/>
                    <a:pt x="140461" y="7700"/>
                    <a:pt x="140414" y="7752"/>
                  </a:cubicBezTo>
                  <a:cubicBezTo>
                    <a:pt x="140360" y="7811"/>
                    <a:pt x="140303" y="7841"/>
                    <a:pt x="140236" y="7880"/>
                  </a:cubicBezTo>
                  <a:cubicBezTo>
                    <a:pt x="140079" y="7975"/>
                    <a:pt x="139938" y="8103"/>
                    <a:pt x="139797" y="8217"/>
                  </a:cubicBezTo>
                  <a:cubicBezTo>
                    <a:pt x="139520" y="8436"/>
                    <a:pt x="139252" y="8656"/>
                    <a:pt x="138947" y="8838"/>
                  </a:cubicBezTo>
                  <a:cubicBezTo>
                    <a:pt x="138666" y="9005"/>
                    <a:pt x="138454" y="9247"/>
                    <a:pt x="138186" y="9431"/>
                  </a:cubicBezTo>
                  <a:cubicBezTo>
                    <a:pt x="138054" y="9522"/>
                    <a:pt x="137909" y="9593"/>
                    <a:pt x="137779" y="9686"/>
                  </a:cubicBezTo>
                  <a:cubicBezTo>
                    <a:pt x="137630" y="9792"/>
                    <a:pt x="137502" y="9885"/>
                    <a:pt x="137327" y="9944"/>
                  </a:cubicBezTo>
                  <a:cubicBezTo>
                    <a:pt x="137182" y="9995"/>
                    <a:pt x="137089" y="10095"/>
                    <a:pt x="136953" y="10155"/>
                  </a:cubicBezTo>
                  <a:cubicBezTo>
                    <a:pt x="136799" y="10222"/>
                    <a:pt x="136643" y="10253"/>
                    <a:pt x="136481" y="10300"/>
                  </a:cubicBezTo>
                  <a:cubicBezTo>
                    <a:pt x="136170" y="10387"/>
                    <a:pt x="135921" y="10593"/>
                    <a:pt x="135597" y="10629"/>
                  </a:cubicBezTo>
                  <a:cubicBezTo>
                    <a:pt x="135248" y="10668"/>
                    <a:pt x="134909" y="10692"/>
                    <a:pt x="134563" y="10765"/>
                  </a:cubicBezTo>
                  <a:cubicBezTo>
                    <a:pt x="134221" y="10835"/>
                    <a:pt x="133885" y="10835"/>
                    <a:pt x="133535" y="10826"/>
                  </a:cubicBezTo>
                  <a:cubicBezTo>
                    <a:pt x="133168" y="10819"/>
                    <a:pt x="132789" y="10807"/>
                    <a:pt x="132425" y="10763"/>
                  </a:cubicBezTo>
                  <a:cubicBezTo>
                    <a:pt x="132088" y="10722"/>
                    <a:pt x="131757" y="10627"/>
                    <a:pt x="131415" y="10623"/>
                  </a:cubicBezTo>
                  <a:cubicBezTo>
                    <a:pt x="131039" y="10620"/>
                    <a:pt x="130669" y="10668"/>
                    <a:pt x="130290" y="10647"/>
                  </a:cubicBezTo>
                  <a:cubicBezTo>
                    <a:pt x="129931" y="10627"/>
                    <a:pt x="129577" y="10569"/>
                    <a:pt x="129222" y="10534"/>
                  </a:cubicBezTo>
                  <a:cubicBezTo>
                    <a:pt x="128911" y="10502"/>
                    <a:pt x="128601" y="10558"/>
                    <a:pt x="128341" y="10352"/>
                  </a:cubicBezTo>
                  <a:cubicBezTo>
                    <a:pt x="128324" y="10337"/>
                    <a:pt x="128305" y="10335"/>
                    <a:pt x="128290" y="10339"/>
                  </a:cubicBezTo>
                  <a:cubicBezTo>
                    <a:pt x="127974" y="10138"/>
                    <a:pt x="127656" y="9944"/>
                    <a:pt x="127297" y="9820"/>
                  </a:cubicBezTo>
                  <a:cubicBezTo>
                    <a:pt x="127067" y="9740"/>
                    <a:pt x="126834" y="9664"/>
                    <a:pt x="126594" y="9613"/>
                  </a:cubicBezTo>
                  <a:cubicBezTo>
                    <a:pt x="126371" y="9567"/>
                    <a:pt x="126142" y="9558"/>
                    <a:pt x="125914" y="9550"/>
                  </a:cubicBezTo>
                  <a:cubicBezTo>
                    <a:pt x="125679" y="9543"/>
                    <a:pt x="125497" y="9598"/>
                    <a:pt x="125300" y="9721"/>
                  </a:cubicBezTo>
                  <a:cubicBezTo>
                    <a:pt x="125088" y="9855"/>
                    <a:pt x="124863" y="9950"/>
                    <a:pt x="124627" y="10028"/>
                  </a:cubicBezTo>
                  <a:cubicBezTo>
                    <a:pt x="124463" y="10082"/>
                    <a:pt x="124199" y="10218"/>
                    <a:pt x="124028" y="10125"/>
                  </a:cubicBezTo>
                  <a:cubicBezTo>
                    <a:pt x="123888" y="10049"/>
                    <a:pt x="123810" y="9877"/>
                    <a:pt x="123725" y="9751"/>
                  </a:cubicBezTo>
                  <a:cubicBezTo>
                    <a:pt x="123661" y="9662"/>
                    <a:pt x="123591" y="9578"/>
                    <a:pt x="123527" y="9491"/>
                  </a:cubicBezTo>
                  <a:cubicBezTo>
                    <a:pt x="123457" y="9396"/>
                    <a:pt x="123408" y="9293"/>
                    <a:pt x="123349" y="9193"/>
                  </a:cubicBezTo>
                  <a:cubicBezTo>
                    <a:pt x="123224" y="8981"/>
                    <a:pt x="123115" y="8769"/>
                    <a:pt x="123012" y="8544"/>
                  </a:cubicBezTo>
                  <a:cubicBezTo>
                    <a:pt x="122821" y="8114"/>
                    <a:pt x="122590" y="7690"/>
                    <a:pt x="122261" y="7346"/>
                  </a:cubicBezTo>
                  <a:cubicBezTo>
                    <a:pt x="122108" y="7186"/>
                    <a:pt x="121954" y="7086"/>
                    <a:pt x="121761" y="6980"/>
                  </a:cubicBezTo>
                  <a:cubicBezTo>
                    <a:pt x="121670" y="6930"/>
                    <a:pt x="121588" y="6863"/>
                    <a:pt x="121497" y="6813"/>
                  </a:cubicBezTo>
                  <a:cubicBezTo>
                    <a:pt x="121398" y="6755"/>
                    <a:pt x="121288" y="6725"/>
                    <a:pt x="121175" y="6703"/>
                  </a:cubicBezTo>
                  <a:cubicBezTo>
                    <a:pt x="120948" y="6658"/>
                    <a:pt x="120723" y="6604"/>
                    <a:pt x="120496" y="6561"/>
                  </a:cubicBezTo>
                  <a:cubicBezTo>
                    <a:pt x="120254" y="6515"/>
                    <a:pt x="120024" y="6472"/>
                    <a:pt x="119791" y="6394"/>
                  </a:cubicBezTo>
                  <a:cubicBezTo>
                    <a:pt x="119689" y="6359"/>
                    <a:pt x="119585" y="6331"/>
                    <a:pt x="119496" y="6268"/>
                  </a:cubicBezTo>
                  <a:cubicBezTo>
                    <a:pt x="119412" y="6206"/>
                    <a:pt x="119336" y="6134"/>
                    <a:pt x="119256" y="6067"/>
                  </a:cubicBezTo>
                  <a:cubicBezTo>
                    <a:pt x="119077" y="5914"/>
                    <a:pt x="118936" y="5725"/>
                    <a:pt x="118765" y="5567"/>
                  </a:cubicBezTo>
                  <a:cubicBezTo>
                    <a:pt x="118588" y="5401"/>
                    <a:pt x="118432" y="5217"/>
                    <a:pt x="118253" y="5055"/>
                  </a:cubicBezTo>
                  <a:cubicBezTo>
                    <a:pt x="118086" y="4904"/>
                    <a:pt x="117894" y="4780"/>
                    <a:pt x="117697" y="4670"/>
                  </a:cubicBezTo>
                  <a:cubicBezTo>
                    <a:pt x="117506" y="4562"/>
                    <a:pt x="117301" y="4449"/>
                    <a:pt x="117093" y="4380"/>
                  </a:cubicBezTo>
                  <a:cubicBezTo>
                    <a:pt x="116896" y="4315"/>
                    <a:pt x="116685" y="4304"/>
                    <a:pt x="116479" y="4326"/>
                  </a:cubicBezTo>
                  <a:cubicBezTo>
                    <a:pt x="116271" y="4348"/>
                    <a:pt x="116066" y="4400"/>
                    <a:pt x="115865" y="4460"/>
                  </a:cubicBezTo>
                  <a:cubicBezTo>
                    <a:pt x="115646" y="4523"/>
                    <a:pt x="115447" y="4627"/>
                    <a:pt x="115233" y="4696"/>
                  </a:cubicBezTo>
                  <a:cubicBezTo>
                    <a:pt x="115123" y="4733"/>
                    <a:pt x="115013" y="4752"/>
                    <a:pt x="114906" y="4797"/>
                  </a:cubicBezTo>
                  <a:cubicBezTo>
                    <a:pt x="114792" y="4843"/>
                    <a:pt x="114684" y="4899"/>
                    <a:pt x="114565" y="4930"/>
                  </a:cubicBezTo>
                  <a:cubicBezTo>
                    <a:pt x="114351" y="4990"/>
                    <a:pt x="114126" y="5066"/>
                    <a:pt x="113905" y="5098"/>
                  </a:cubicBezTo>
                  <a:cubicBezTo>
                    <a:pt x="113669" y="5131"/>
                    <a:pt x="113440" y="5150"/>
                    <a:pt x="113224" y="5263"/>
                  </a:cubicBezTo>
                  <a:cubicBezTo>
                    <a:pt x="113050" y="5354"/>
                    <a:pt x="112893" y="5477"/>
                    <a:pt x="112771" y="5630"/>
                  </a:cubicBezTo>
                  <a:cubicBezTo>
                    <a:pt x="112488" y="5979"/>
                    <a:pt x="112488" y="6444"/>
                    <a:pt x="112393" y="6863"/>
                  </a:cubicBezTo>
                  <a:cubicBezTo>
                    <a:pt x="112341" y="7099"/>
                    <a:pt x="112257" y="7324"/>
                    <a:pt x="112196" y="7556"/>
                  </a:cubicBezTo>
                  <a:cubicBezTo>
                    <a:pt x="112177" y="7625"/>
                    <a:pt x="112162" y="7703"/>
                    <a:pt x="112122" y="7763"/>
                  </a:cubicBezTo>
                  <a:cubicBezTo>
                    <a:pt x="112099" y="7796"/>
                    <a:pt x="112101" y="7796"/>
                    <a:pt x="112071" y="7793"/>
                  </a:cubicBezTo>
                  <a:cubicBezTo>
                    <a:pt x="112038" y="7787"/>
                    <a:pt x="111984" y="7707"/>
                    <a:pt x="111954" y="7687"/>
                  </a:cubicBezTo>
                  <a:cubicBezTo>
                    <a:pt x="111880" y="7633"/>
                    <a:pt x="111794" y="7609"/>
                    <a:pt x="111712" y="7568"/>
                  </a:cubicBezTo>
                  <a:cubicBezTo>
                    <a:pt x="111616" y="7521"/>
                    <a:pt x="111532" y="7445"/>
                    <a:pt x="111461" y="7363"/>
                  </a:cubicBezTo>
                  <a:cubicBezTo>
                    <a:pt x="111314" y="7198"/>
                    <a:pt x="111177" y="7015"/>
                    <a:pt x="111065" y="6826"/>
                  </a:cubicBezTo>
                  <a:cubicBezTo>
                    <a:pt x="110866" y="6485"/>
                    <a:pt x="110483" y="6111"/>
                    <a:pt x="110039" y="6204"/>
                  </a:cubicBezTo>
                  <a:cubicBezTo>
                    <a:pt x="109841" y="6245"/>
                    <a:pt x="109747" y="6413"/>
                    <a:pt x="109598" y="6528"/>
                  </a:cubicBezTo>
                  <a:cubicBezTo>
                    <a:pt x="109421" y="6664"/>
                    <a:pt x="109213" y="6753"/>
                    <a:pt x="109034" y="6891"/>
                  </a:cubicBezTo>
                  <a:cubicBezTo>
                    <a:pt x="108670" y="7177"/>
                    <a:pt x="108361" y="7538"/>
                    <a:pt x="108095" y="7914"/>
                  </a:cubicBezTo>
                  <a:cubicBezTo>
                    <a:pt x="107989" y="8060"/>
                    <a:pt x="107892" y="8215"/>
                    <a:pt x="107798" y="8369"/>
                  </a:cubicBezTo>
                  <a:cubicBezTo>
                    <a:pt x="107719" y="8349"/>
                    <a:pt x="107641" y="8330"/>
                    <a:pt x="107561" y="8321"/>
                  </a:cubicBezTo>
                  <a:cubicBezTo>
                    <a:pt x="107441" y="8306"/>
                    <a:pt x="107312" y="8336"/>
                    <a:pt x="107193" y="8308"/>
                  </a:cubicBezTo>
                  <a:cubicBezTo>
                    <a:pt x="107083" y="8284"/>
                    <a:pt x="106985" y="8211"/>
                    <a:pt x="106890" y="8153"/>
                  </a:cubicBezTo>
                  <a:cubicBezTo>
                    <a:pt x="106780" y="8086"/>
                    <a:pt x="106665" y="8034"/>
                    <a:pt x="106548" y="7984"/>
                  </a:cubicBezTo>
                  <a:cubicBezTo>
                    <a:pt x="106310" y="7886"/>
                    <a:pt x="106077" y="7781"/>
                    <a:pt x="105837" y="7687"/>
                  </a:cubicBezTo>
                  <a:cubicBezTo>
                    <a:pt x="105592" y="7592"/>
                    <a:pt x="105361" y="7471"/>
                    <a:pt x="105114" y="7382"/>
                  </a:cubicBezTo>
                  <a:cubicBezTo>
                    <a:pt x="104883" y="7302"/>
                    <a:pt x="104643" y="7211"/>
                    <a:pt x="104450" y="7067"/>
                  </a:cubicBezTo>
                  <a:cubicBezTo>
                    <a:pt x="104355" y="6997"/>
                    <a:pt x="104247" y="6952"/>
                    <a:pt x="104143" y="6896"/>
                  </a:cubicBezTo>
                  <a:cubicBezTo>
                    <a:pt x="104032" y="6837"/>
                    <a:pt x="103922" y="6773"/>
                    <a:pt x="103807" y="6720"/>
                  </a:cubicBezTo>
                  <a:cubicBezTo>
                    <a:pt x="103598" y="6625"/>
                    <a:pt x="103410" y="6496"/>
                    <a:pt x="103211" y="6387"/>
                  </a:cubicBezTo>
                  <a:cubicBezTo>
                    <a:pt x="102994" y="6266"/>
                    <a:pt x="102745" y="6214"/>
                    <a:pt x="102525" y="6098"/>
                  </a:cubicBezTo>
                  <a:cubicBezTo>
                    <a:pt x="102326" y="5994"/>
                    <a:pt x="102153" y="5883"/>
                    <a:pt x="101993" y="5730"/>
                  </a:cubicBezTo>
                  <a:cubicBezTo>
                    <a:pt x="101930" y="5671"/>
                    <a:pt x="101852" y="5594"/>
                    <a:pt x="101766" y="5555"/>
                  </a:cubicBezTo>
                  <a:cubicBezTo>
                    <a:pt x="101763" y="5550"/>
                    <a:pt x="101759" y="5542"/>
                    <a:pt x="101755" y="5537"/>
                  </a:cubicBezTo>
                  <a:cubicBezTo>
                    <a:pt x="101632" y="5373"/>
                    <a:pt x="101478" y="5286"/>
                    <a:pt x="101270" y="5282"/>
                  </a:cubicBezTo>
                  <a:cubicBezTo>
                    <a:pt x="101022" y="5276"/>
                    <a:pt x="100784" y="5299"/>
                    <a:pt x="100535" y="5261"/>
                  </a:cubicBezTo>
                  <a:cubicBezTo>
                    <a:pt x="100295" y="5224"/>
                    <a:pt x="100061" y="5159"/>
                    <a:pt x="99817" y="5157"/>
                  </a:cubicBezTo>
                  <a:cubicBezTo>
                    <a:pt x="99709" y="5155"/>
                    <a:pt x="99618" y="5155"/>
                    <a:pt x="99516" y="5113"/>
                  </a:cubicBezTo>
                  <a:cubicBezTo>
                    <a:pt x="99410" y="5072"/>
                    <a:pt x="99311" y="5020"/>
                    <a:pt x="99205" y="4981"/>
                  </a:cubicBezTo>
                  <a:cubicBezTo>
                    <a:pt x="98980" y="4899"/>
                    <a:pt x="98787" y="4772"/>
                    <a:pt x="98603" y="4624"/>
                  </a:cubicBezTo>
                  <a:cubicBezTo>
                    <a:pt x="98424" y="4479"/>
                    <a:pt x="98210" y="4382"/>
                    <a:pt x="98011" y="4267"/>
                  </a:cubicBezTo>
                  <a:cubicBezTo>
                    <a:pt x="97811" y="4151"/>
                    <a:pt x="97586" y="4051"/>
                    <a:pt x="97353" y="4025"/>
                  </a:cubicBezTo>
                  <a:cubicBezTo>
                    <a:pt x="97139" y="3999"/>
                    <a:pt x="96929" y="4045"/>
                    <a:pt x="96715" y="4038"/>
                  </a:cubicBezTo>
                  <a:cubicBezTo>
                    <a:pt x="96611" y="4034"/>
                    <a:pt x="96503" y="4019"/>
                    <a:pt x="96407" y="3984"/>
                  </a:cubicBezTo>
                  <a:cubicBezTo>
                    <a:pt x="96308" y="3947"/>
                    <a:pt x="96243" y="3882"/>
                    <a:pt x="96155" y="3829"/>
                  </a:cubicBezTo>
                  <a:cubicBezTo>
                    <a:pt x="95960" y="3714"/>
                    <a:pt x="95704" y="3733"/>
                    <a:pt x="95486" y="3748"/>
                  </a:cubicBezTo>
                  <a:cubicBezTo>
                    <a:pt x="95240" y="3764"/>
                    <a:pt x="94997" y="3779"/>
                    <a:pt x="94757" y="3844"/>
                  </a:cubicBezTo>
                  <a:cubicBezTo>
                    <a:pt x="94530" y="3906"/>
                    <a:pt x="94316" y="4006"/>
                    <a:pt x="94089" y="4069"/>
                  </a:cubicBezTo>
                  <a:cubicBezTo>
                    <a:pt x="93836" y="4142"/>
                    <a:pt x="93604" y="4116"/>
                    <a:pt x="93349" y="4064"/>
                  </a:cubicBezTo>
                  <a:cubicBezTo>
                    <a:pt x="93105" y="4015"/>
                    <a:pt x="92877" y="3995"/>
                    <a:pt x="92629" y="3991"/>
                  </a:cubicBezTo>
                  <a:cubicBezTo>
                    <a:pt x="92389" y="3988"/>
                    <a:pt x="92164" y="3896"/>
                    <a:pt x="91923" y="3887"/>
                  </a:cubicBezTo>
                  <a:cubicBezTo>
                    <a:pt x="91690" y="3876"/>
                    <a:pt x="91426" y="3887"/>
                    <a:pt x="91195" y="3928"/>
                  </a:cubicBezTo>
                  <a:cubicBezTo>
                    <a:pt x="91082" y="3948"/>
                    <a:pt x="90974" y="3995"/>
                    <a:pt x="90861" y="4014"/>
                  </a:cubicBezTo>
                  <a:cubicBezTo>
                    <a:pt x="90745" y="4034"/>
                    <a:pt x="90634" y="4041"/>
                    <a:pt x="90524" y="4084"/>
                  </a:cubicBezTo>
                  <a:cubicBezTo>
                    <a:pt x="90342" y="4155"/>
                    <a:pt x="90199" y="4281"/>
                    <a:pt x="90065" y="4417"/>
                  </a:cubicBezTo>
                  <a:cubicBezTo>
                    <a:pt x="89903" y="4583"/>
                    <a:pt x="89708" y="4705"/>
                    <a:pt x="89533" y="4858"/>
                  </a:cubicBezTo>
                  <a:cubicBezTo>
                    <a:pt x="89447" y="4936"/>
                    <a:pt x="89364" y="4988"/>
                    <a:pt x="89261" y="5044"/>
                  </a:cubicBezTo>
                  <a:cubicBezTo>
                    <a:pt x="89161" y="5096"/>
                    <a:pt x="89085" y="5169"/>
                    <a:pt x="88995" y="5237"/>
                  </a:cubicBezTo>
                  <a:cubicBezTo>
                    <a:pt x="88906" y="5304"/>
                    <a:pt x="88800" y="5332"/>
                    <a:pt x="88705" y="5388"/>
                  </a:cubicBezTo>
                  <a:cubicBezTo>
                    <a:pt x="88609" y="5442"/>
                    <a:pt x="88527" y="5518"/>
                    <a:pt x="88439" y="5583"/>
                  </a:cubicBezTo>
                  <a:cubicBezTo>
                    <a:pt x="88246" y="5721"/>
                    <a:pt x="88036" y="5825"/>
                    <a:pt x="87848" y="5972"/>
                  </a:cubicBezTo>
                  <a:cubicBezTo>
                    <a:pt x="87658" y="6119"/>
                    <a:pt x="87474" y="6264"/>
                    <a:pt x="87262" y="6381"/>
                  </a:cubicBezTo>
                  <a:cubicBezTo>
                    <a:pt x="87046" y="6502"/>
                    <a:pt x="86819" y="6601"/>
                    <a:pt x="86606" y="6727"/>
                  </a:cubicBezTo>
                  <a:cubicBezTo>
                    <a:pt x="86407" y="6842"/>
                    <a:pt x="86245" y="7004"/>
                    <a:pt x="86057" y="7134"/>
                  </a:cubicBezTo>
                  <a:cubicBezTo>
                    <a:pt x="85865" y="7266"/>
                    <a:pt x="85670" y="7397"/>
                    <a:pt x="85473" y="7521"/>
                  </a:cubicBezTo>
                  <a:cubicBezTo>
                    <a:pt x="85071" y="7774"/>
                    <a:pt x="84606" y="7923"/>
                    <a:pt x="84188" y="8148"/>
                  </a:cubicBezTo>
                  <a:cubicBezTo>
                    <a:pt x="83980" y="8258"/>
                    <a:pt x="83781" y="8386"/>
                    <a:pt x="83602" y="8540"/>
                  </a:cubicBezTo>
                  <a:cubicBezTo>
                    <a:pt x="83416" y="8700"/>
                    <a:pt x="83249" y="8881"/>
                    <a:pt x="83059" y="9039"/>
                  </a:cubicBezTo>
                  <a:cubicBezTo>
                    <a:pt x="82672" y="9359"/>
                    <a:pt x="82231" y="9597"/>
                    <a:pt x="81824" y="9889"/>
                  </a:cubicBezTo>
                  <a:cubicBezTo>
                    <a:pt x="81612" y="10041"/>
                    <a:pt x="81406" y="10203"/>
                    <a:pt x="81203" y="10367"/>
                  </a:cubicBezTo>
                  <a:cubicBezTo>
                    <a:pt x="81041" y="10497"/>
                    <a:pt x="80885" y="10666"/>
                    <a:pt x="80667" y="10692"/>
                  </a:cubicBezTo>
                  <a:cubicBezTo>
                    <a:pt x="80431" y="10720"/>
                    <a:pt x="80191" y="10664"/>
                    <a:pt x="79962" y="10618"/>
                  </a:cubicBezTo>
                  <a:cubicBezTo>
                    <a:pt x="79710" y="10566"/>
                    <a:pt x="79455" y="10532"/>
                    <a:pt x="79198" y="10493"/>
                  </a:cubicBezTo>
                  <a:cubicBezTo>
                    <a:pt x="78943" y="10454"/>
                    <a:pt x="78713" y="10448"/>
                    <a:pt x="78454" y="10480"/>
                  </a:cubicBezTo>
                  <a:cubicBezTo>
                    <a:pt x="78203" y="10510"/>
                    <a:pt x="77950" y="10515"/>
                    <a:pt x="77701" y="10553"/>
                  </a:cubicBezTo>
                  <a:cubicBezTo>
                    <a:pt x="77457" y="10588"/>
                    <a:pt x="77221" y="10666"/>
                    <a:pt x="76991" y="10744"/>
                  </a:cubicBezTo>
                  <a:cubicBezTo>
                    <a:pt x="76892" y="10778"/>
                    <a:pt x="76801" y="10815"/>
                    <a:pt x="76725" y="10884"/>
                  </a:cubicBezTo>
                  <a:cubicBezTo>
                    <a:pt x="76654" y="10949"/>
                    <a:pt x="76539" y="10960"/>
                    <a:pt x="76449" y="10995"/>
                  </a:cubicBezTo>
                  <a:cubicBezTo>
                    <a:pt x="76265" y="11071"/>
                    <a:pt x="76059" y="11161"/>
                    <a:pt x="75856" y="11153"/>
                  </a:cubicBezTo>
                  <a:cubicBezTo>
                    <a:pt x="75856" y="11151"/>
                    <a:pt x="75856" y="11151"/>
                    <a:pt x="75856" y="11151"/>
                  </a:cubicBezTo>
                  <a:cubicBezTo>
                    <a:pt x="75834" y="11099"/>
                    <a:pt x="75750" y="11107"/>
                    <a:pt x="75741" y="11155"/>
                  </a:cubicBezTo>
                  <a:cubicBezTo>
                    <a:pt x="75700" y="11146"/>
                    <a:pt x="75659" y="11133"/>
                    <a:pt x="75618" y="11122"/>
                  </a:cubicBezTo>
                  <a:cubicBezTo>
                    <a:pt x="75490" y="11077"/>
                    <a:pt x="75365" y="11021"/>
                    <a:pt x="75242" y="10964"/>
                  </a:cubicBezTo>
                  <a:cubicBezTo>
                    <a:pt x="74982" y="10841"/>
                    <a:pt x="74722" y="10733"/>
                    <a:pt x="74446" y="10646"/>
                  </a:cubicBezTo>
                  <a:cubicBezTo>
                    <a:pt x="74307" y="10603"/>
                    <a:pt x="74164" y="10569"/>
                    <a:pt x="74028" y="10517"/>
                  </a:cubicBezTo>
                  <a:cubicBezTo>
                    <a:pt x="73909" y="10471"/>
                    <a:pt x="73799" y="10402"/>
                    <a:pt x="73680" y="10350"/>
                  </a:cubicBezTo>
                  <a:cubicBezTo>
                    <a:pt x="73569" y="10300"/>
                    <a:pt x="73446" y="10266"/>
                    <a:pt x="73342" y="10197"/>
                  </a:cubicBezTo>
                  <a:cubicBezTo>
                    <a:pt x="73228" y="10123"/>
                    <a:pt x="73122" y="10032"/>
                    <a:pt x="73014" y="9946"/>
                  </a:cubicBezTo>
                  <a:cubicBezTo>
                    <a:pt x="72903" y="9859"/>
                    <a:pt x="72789" y="9770"/>
                    <a:pt x="72670" y="9691"/>
                  </a:cubicBezTo>
                  <a:cubicBezTo>
                    <a:pt x="72557" y="9615"/>
                    <a:pt x="72455" y="9526"/>
                    <a:pt x="72341" y="9452"/>
                  </a:cubicBezTo>
                  <a:cubicBezTo>
                    <a:pt x="72226" y="9377"/>
                    <a:pt x="72135" y="9280"/>
                    <a:pt x="72032" y="9193"/>
                  </a:cubicBezTo>
                  <a:cubicBezTo>
                    <a:pt x="71923" y="9102"/>
                    <a:pt x="71800" y="9026"/>
                    <a:pt x="71679" y="8949"/>
                  </a:cubicBezTo>
                  <a:cubicBezTo>
                    <a:pt x="71432" y="8788"/>
                    <a:pt x="71179" y="8631"/>
                    <a:pt x="70918" y="8492"/>
                  </a:cubicBezTo>
                  <a:cubicBezTo>
                    <a:pt x="70660" y="8352"/>
                    <a:pt x="70401" y="8207"/>
                    <a:pt x="70137" y="8077"/>
                  </a:cubicBezTo>
                  <a:cubicBezTo>
                    <a:pt x="69884" y="7953"/>
                    <a:pt x="69615" y="7860"/>
                    <a:pt x="69351" y="7763"/>
                  </a:cubicBezTo>
                  <a:cubicBezTo>
                    <a:pt x="69113" y="7677"/>
                    <a:pt x="68873" y="7594"/>
                    <a:pt x="68668" y="7443"/>
                  </a:cubicBezTo>
                  <a:cubicBezTo>
                    <a:pt x="68560" y="7363"/>
                    <a:pt x="68456" y="7279"/>
                    <a:pt x="68345" y="7207"/>
                  </a:cubicBezTo>
                  <a:cubicBezTo>
                    <a:pt x="68235" y="7134"/>
                    <a:pt x="68118" y="7082"/>
                    <a:pt x="68000" y="7025"/>
                  </a:cubicBezTo>
                  <a:cubicBezTo>
                    <a:pt x="67762" y="6911"/>
                    <a:pt x="67545" y="6764"/>
                    <a:pt x="67316" y="6636"/>
                  </a:cubicBezTo>
                  <a:cubicBezTo>
                    <a:pt x="67201" y="6571"/>
                    <a:pt x="67082" y="6509"/>
                    <a:pt x="66959" y="6461"/>
                  </a:cubicBezTo>
                  <a:cubicBezTo>
                    <a:pt x="66833" y="6413"/>
                    <a:pt x="66714" y="6394"/>
                    <a:pt x="66580" y="6383"/>
                  </a:cubicBezTo>
                  <a:cubicBezTo>
                    <a:pt x="66446" y="6370"/>
                    <a:pt x="66319" y="6325"/>
                    <a:pt x="66185" y="6318"/>
                  </a:cubicBezTo>
                  <a:cubicBezTo>
                    <a:pt x="66059" y="6312"/>
                    <a:pt x="65929" y="6305"/>
                    <a:pt x="65800" y="6303"/>
                  </a:cubicBezTo>
                  <a:cubicBezTo>
                    <a:pt x="65653" y="6301"/>
                    <a:pt x="65520" y="6346"/>
                    <a:pt x="65378" y="6383"/>
                  </a:cubicBezTo>
                  <a:cubicBezTo>
                    <a:pt x="65233" y="6422"/>
                    <a:pt x="65088" y="6448"/>
                    <a:pt x="64941" y="6476"/>
                  </a:cubicBezTo>
                  <a:cubicBezTo>
                    <a:pt x="64809" y="6500"/>
                    <a:pt x="64677" y="6519"/>
                    <a:pt x="64543" y="6535"/>
                  </a:cubicBezTo>
                  <a:cubicBezTo>
                    <a:pt x="64454" y="6454"/>
                    <a:pt x="64365" y="6368"/>
                    <a:pt x="64273" y="6290"/>
                  </a:cubicBezTo>
                  <a:cubicBezTo>
                    <a:pt x="64141" y="6177"/>
                    <a:pt x="63987" y="6091"/>
                    <a:pt x="63846" y="5991"/>
                  </a:cubicBezTo>
                  <a:cubicBezTo>
                    <a:pt x="63704" y="5890"/>
                    <a:pt x="63595" y="5769"/>
                    <a:pt x="63487" y="5635"/>
                  </a:cubicBezTo>
                  <a:cubicBezTo>
                    <a:pt x="63256" y="5354"/>
                    <a:pt x="62996" y="5102"/>
                    <a:pt x="62756" y="4828"/>
                  </a:cubicBezTo>
                  <a:cubicBezTo>
                    <a:pt x="62652" y="4709"/>
                    <a:pt x="62542" y="4568"/>
                    <a:pt x="62386" y="4514"/>
                  </a:cubicBezTo>
                  <a:cubicBezTo>
                    <a:pt x="62319" y="4490"/>
                    <a:pt x="62256" y="4467"/>
                    <a:pt x="62194" y="4430"/>
                  </a:cubicBezTo>
                  <a:cubicBezTo>
                    <a:pt x="62127" y="4391"/>
                    <a:pt x="62059" y="4354"/>
                    <a:pt x="61979" y="4345"/>
                  </a:cubicBezTo>
                  <a:cubicBezTo>
                    <a:pt x="61893" y="4337"/>
                    <a:pt x="61820" y="4363"/>
                    <a:pt x="61744" y="4399"/>
                  </a:cubicBezTo>
                  <a:cubicBezTo>
                    <a:pt x="61662" y="4438"/>
                    <a:pt x="61579" y="4441"/>
                    <a:pt x="61488" y="4445"/>
                  </a:cubicBezTo>
                  <a:cubicBezTo>
                    <a:pt x="61303" y="4452"/>
                    <a:pt x="61145" y="4475"/>
                    <a:pt x="60984" y="4568"/>
                  </a:cubicBezTo>
                  <a:cubicBezTo>
                    <a:pt x="60844" y="4646"/>
                    <a:pt x="60725" y="4756"/>
                    <a:pt x="60589" y="4839"/>
                  </a:cubicBezTo>
                  <a:cubicBezTo>
                    <a:pt x="60441" y="4930"/>
                    <a:pt x="60281" y="5007"/>
                    <a:pt x="60132" y="5098"/>
                  </a:cubicBezTo>
                  <a:cubicBezTo>
                    <a:pt x="59977" y="5189"/>
                    <a:pt x="59831" y="5289"/>
                    <a:pt x="59697" y="5408"/>
                  </a:cubicBezTo>
                  <a:cubicBezTo>
                    <a:pt x="59572" y="5520"/>
                    <a:pt x="59457" y="5639"/>
                    <a:pt x="59310" y="5726"/>
                  </a:cubicBezTo>
                  <a:cubicBezTo>
                    <a:pt x="58994" y="5914"/>
                    <a:pt x="58735" y="6186"/>
                    <a:pt x="58503" y="6465"/>
                  </a:cubicBezTo>
                  <a:cubicBezTo>
                    <a:pt x="58384" y="6604"/>
                    <a:pt x="58274" y="6753"/>
                    <a:pt x="58166" y="6902"/>
                  </a:cubicBezTo>
                  <a:cubicBezTo>
                    <a:pt x="58071" y="7038"/>
                    <a:pt x="57984" y="7162"/>
                    <a:pt x="57848" y="7263"/>
                  </a:cubicBezTo>
                  <a:cubicBezTo>
                    <a:pt x="57785" y="7309"/>
                    <a:pt x="57718" y="7343"/>
                    <a:pt x="57651" y="7383"/>
                  </a:cubicBezTo>
                  <a:cubicBezTo>
                    <a:pt x="57573" y="7430"/>
                    <a:pt x="57508" y="7493"/>
                    <a:pt x="57439" y="7553"/>
                  </a:cubicBezTo>
                  <a:cubicBezTo>
                    <a:pt x="57303" y="7670"/>
                    <a:pt x="57147" y="7754"/>
                    <a:pt x="56989" y="7837"/>
                  </a:cubicBezTo>
                  <a:cubicBezTo>
                    <a:pt x="56924" y="7873"/>
                    <a:pt x="56860" y="7912"/>
                    <a:pt x="56786" y="7927"/>
                  </a:cubicBezTo>
                  <a:cubicBezTo>
                    <a:pt x="56693" y="7947"/>
                    <a:pt x="56609" y="7969"/>
                    <a:pt x="56522" y="8008"/>
                  </a:cubicBezTo>
                  <a:cubicBezTo>
                    <a:pt x="56355" y="8083"/>
                    <a:pt x="56195" y="8172"/>
                    <a:pt x="56033" y="8258"/>
                  </a:cubicBezTo>
                  <a:cubicBezTo>
                    <a:pt x="55875" y="8343"/>
                    <a:pt x="55706" y="8406"/>
                    <a:pt x="55547" y="8494"/>
                  </a:cubicBezTo>
                  <a:cubicBezTo>
                    <a:pt x="55388" y="8585"/>
                    <a:pt x="55259" y="8724"/>
                    <a:pt x="55118" y="8842"/>
                  </a:cubicBezTo>
                  <a:cubicBezTo>
                    <a:pt x="54986" y="8951"/>
                    <a:pt x="54850" y="9057"/>
                    <a:pt x="54701" y="9143"/>
                  </a:cubicBezTo>
                  <a:cubicBezTo>
                    <a:pt x="54545" y="9232"/>
                    <a:pt x="54419" y="9342"/>
                    <a:pt x="54290" y="9465"/>
                  </a:cubicBezTo>
                  <a:cubicBezTo>
                    <a:pt x="54162" y="9587"/>
                    <a:pt x="54039" y="9704"/>
                    <a:pt x="53879" y="9786"/>
                  </a:cubicBezTo>
                  <a:cubicBezTo>
                    <a:pt x="53712" y="9870"/>
                    <a:pt x="53546" y="9948"/>
                    <a:pt x="53385" y="10041"/>
                  </a:cubicBezTo>
                  <a:cubicBezTo>
                    <a:pt x="53228" y="10130"/>
                    <a:pt x="53074" y="10225"/>
                    <a:pt x="52907" y="10296"/>
                  </a:cubicBezTo>
                  <a:cubicBezTo>
                    <a:pt x="52732" y="10370"/>
                    <a:pt x="52546" y="10407"/>
                    <a:pt x="52358" y="10445"/>
                  </a:cubicBezTo>
                  <a:cubicBezTo>
                    <a:pt x="52168" y="10482"/>
                    <a:pt x="51977" y="10519"/>
                    <a:pt x="51791" y="10575"/>
                  </a:cubicBezTo>
                  <a:cubicBezTo>
                    <a:pt x="51707" y="10601"/>
                    <a:pt x="51627" y="10636"/>
                    <a:pt x="51545" y="10668"/>
                  </a:cubicBezTo>
                  <a:cubicBezTo>
                    <a:pt x="51456" y="10701"/>
                    <a:pt x="51365" y="10714"/>
                    <a:pt x="51274" y="10739"/>
                  </a:cubicBezTo>
                  <a:cubicBezTo>
                    <a:pt x="51106" y="10781"/>
                    <a:pt x="50961" y="10861"/>
                    <a:pt x="50786" y="10885"/>
                  </a:cubicBezTo>
                  <a:cubicBezTo>
                    <a:pt x="50697" y="10898"/>
                    <a:pt x="50608" y="10906"/>
                    <a:pt x="50519" y="10917"/>
                  </a:cubicBezTo>
                  <a:cubicBezTo>
                    <a:pt x="50422" y="10926"/>
                    <a:pt x="50344" y="10945"/>
                    <a:pt x="50249" y="10925"/>
                  </a:cubicBezTo>
                  <a:cubicBezTo>
                    <a:pt x="50137" y="10902"/>
                    <a:pt x="49998" y="10878"/>
                    <a:pt x="49888" y="10911"/>
                  </a:cubicBezTo>
                  <a:cubicBezTo>
                    <a:pt x="49879" y="10913"/>
                    <a:pt x="49873" y="10917"/>
                    <a:pt x="49868" y="10921"/>
                  </a:cubicBezTo>
                  <a:cubicBezTo>
                    <a:pt x="49821" y="10913"/>
                    <a:pt x="49777" y="10906"/>
                    <a:pt x="49730" y="10897"/>
                  </a:cubicBezTo>
                  <a:cubicBezTo>
                    <a:pt x="49421" y="10841"/>
                    <a:pt x="49120" y="10794"/>
                    <a:pt x="48826" y="10683"/>
                  </a:cubicBezTo>
                  <a:cubicBezTo>
                    <a:pt x="48553" y="10579"/>
                    <a:pt x="48287" y="10474"/>
                    <a:pt x="47997" y="10434"/>
                  </a:cubicBezTo>
                  <a:cubicBezTo>
                    <a:pt x="47684" y="10389"/>
                    <a:pt x="47394" y="10288"/>
                    <a:pt x="47089" y="10214"/>
                  </a:cubicBezTo>
                  <a:cubicBezTo>
                    <a:pt x="46801" y="10143"/>
                    <a:pt x="46539" y="10000"/>
                    <a:pt x="46251" y="9926"/>
                  </a:cubicBezTo>
                  <a:cubicBezTo>
                    <a:pt x="45955" y="9848"/>
                    <a:pt x="45667" y="9742"/>
                    <a:pt x="45388" y="9621"/>
                  </a:cubicBezTo>
                  <a:cubicBezTo>
                    <a:pt x="45101" y="9498"/>
                    <a:pt x="44824" y="9362"/>
                    <a:pt x="44530" y="9260"/>
                  </a:cubicBezTo>
                  <a:cubicBezTo>
                    <a:pt x="44235" y="9156"/>
                    <a:pt x="43917" y="9094"/>
                    <a:pt x="43628" y="8970"/>
                  </a:cubicBezTo>
                  <a:cubicBezTo>
                    <a:pt x="43519" y="8923"/>
                    <a:pt x="43424" y="8853"/>
                    <a:pt x="43320" y="8797"/>
                  </a:cubicBezTo>
                  <a:cubicBezTo>
                    <a:pt x="43197" y="8730"/>
                    <a:pt x="43061" y="8691"/>
                    <a:pt x="42935" y="8628"/>
                  </a:cubicBezTo>
                  <a:cubicBezTo>
                    <a:pt x="42680" y="8503"/>
                    <a:pt x="42449" y="8341"/>
                    <a:pt x="42185" y="8237"/>
                  </a:cubicBezTo>
                  <a:cubicBezTo>
                    <a:pt x="41914" y="8133"/>
                    <a:pt x="41655" y="7988"/>
                    <a:pt x="41356" y="7997"/>
                  </a:cubicBezTo>
                  <a:cubicBezTo>
                    <a:pt x="41052" y="8007"/>
                    <a:pt x="40746" y="8049"/>
                    <a:pt x="40444" y="8077"/>
                  </a:cubicBezTo>
                  <a:cubicBezTo>
                    <a:pt x="40147" y="8105"/>
                    <a:pt x="39931" y="8060"/>
                    <a:pt x="39676" y="7902"/>
                  </a:cubicBezTo>
                  <a:cubicBezTo>
                    <a:pt x="39572" y="7839"/>
                    <a:pt x="39468" y="7781"/>
                    <a:pt x="39343" y="7770"/>
                  </a:cubicBezTo>
                  <a:cubicBezTo>
                    <a:pt x="39208" y="7757"/>
                    <a:pt x="39072" y="7795"/>
                    <a:pt x="38938" y="7804"/>
                  </a:cubicBezTo>
                  <a:cubicBezTo>
                    <a:pt x="38795" y="7813"/>
                    <a:pt x="38653" y="7811"/>
                    <a:pt x="38514" y="7847"/>
                  </a:cubicBezTo>
                  <a:cubicBezTo>
                    <a:pt x="38373" y="7882"/>
                    <a:pt x="38237" y="7945"/>
                    <a:pt x="38103" y="8001"/>
                  </a:cubicBezTo>
                  <a:cubicBezTo>
                    <a:pt x="37984" y="8049"/>
                    <a:pt x="37874" y="8109"/>
                    <a:pt x="37787" y="8204"/>
                  </a:cubicBezTo>
                  <a:cubicBezTo>
                    <a:pt x="37681" y="8319"/>
                    <a:pt x="37610" y="8464"/>
                    <a:pt x="37508" y="8583"/>
                  </a:cubicBezTo>
                  <a:cubicBezTo>
                    <a:pt x="37426" y="8678"/>
                    <a:pt x="37320" y="8724"/>
                    <a:pt x="37221" y="8799"/>
                  </a:cubicBezTo>
                  <a:cubicBezTo>
                    <a:pt x="37169" y="8838"/>
                    <a:pt x="37128" y="8890"/>
                    <a:pt x="37073" y="8922"/>
                  </a:cubicBezTo>
                  <a:cubicBezTo>
                    <a:pt x="37004" y="8959"/>
                    <a:pt x="36929" y="8974"/>
                    <a:pt x="36866" y="9016"/>
                  </a:cubicBezTo>
                  <a:cubicBezTo>
                    <a:pt x="36751" y="9094"/>
                    <a:pt x="36654" y="9195"/>
                    <a:pt x="36541" y="9273"/>
                  </a:cubicBezTo>
                  <a:cubicBezTo>
                    <a:pt x="36424" y="9359"/>
                    <a:pt x="36282" y="9398"/>
                    <a:pt x="36163" y="9481"/>
                  </a:cubicBezTo>
                  <a:cubicBezTo>
                    <a:pt x="36046" y="9565"/>
                    <a:pt x="35946" y="9669"/>
                    <a:pt x="35827" y="9751"/>
                  </a:cubicBezTo>
                  <a:cubicBezTo>
                    <a:pt x="35711" y="9829"/>
                    <a:pt x="35594" y="9890"/>
                    <a:pt x="35490" y="9985"/>
                  </a:cubicBezTo>
                  <a:cubicBezTo>
                    <a:pt x="35404" y="10062"/>
                    <a:pt x="35291" y="10194"/>
                    <a:pt x="35166" y="10199"/>
                  </a:cubicBezTo>
                  <a:cubicBezTo>
                    <a:pt x="35105" y="10203"/>
                    <a:pt x="35034" y="10181"/>
                    <a:pt x="34975" y="10173"/>
                  </a:cubicBezTo>
                  <a:cubicBezTo>
                    <a:pt x="34880" y="10162"/>
                    <a:pt x="34787" y="10151"/>
                    <a:pt x="34694" y="10140"/>
                  </a:cubicBezTo>
                  <a:cubicBezTo>
                    <a:pt x="34538" y="10119"/>
                    <a:pt x="34380" y="10101"/>
                    <a:pt x="34225" y="10069"/>
                  </a:cubicBezTo>
                  <a:cubicBezTo>
                    <a:pt x="34078" y="10039"/>
                    <a:pt x="33956" y="9954"/>
                    <a:pt x="33816" y="9905"/>
                  </a:cubicBezTo>
                  <a:cubicBezTo>
                    <a:pt x="33684" y="9857"/>
                    <a:pt x="33572" y="9805"/>
                    <a:pt x="33455" y="9727"/>
                  </a:cubicBezTo>
                  <a:cubicBezTo>
                    <a:pt x="33340" y="9649"/>
                    <a:pt x="33223" y="9569"/>
                    <a:pt x="33096" y="9511"/>
                  </a:cubicBezTo>
                  <a:cubicBezTo>
                    <a:pt x="32983" y="9459"/>
                    <a:pt x="32860" y="9437"/>
                    <a:pt x="32745" y="9390"/>
                  </a:cubicBezTo>
                  <a:cubicBezTo>
                    <a:pt x="32615" y="9338"/>
                    <a:pt x="32501" y="9269"/>
                    <a:pt x="32365" y="9232"/>
                  </a:cubicBezTo>
                  <a:cubicBezTo>
                    <a:pt x="32107" y="9163"/>
                    <a:pt x="31845" y="9104"/>
                    <a:pt x="31581" y="9055"/>
                  </a:cubicBezTo>
                  <a:cubicBezTo>
                    <a:pt x="31287" y="9000"/>
                    <a:pt x="30995" y="9031"/>
                    <a:pt x="30710" y="8914"/>
                  </a:cubicBezTo>
                  <a:cubicBezTo>
                    <a:pt x="30441" y="8804"/>
                    <a:pt x="30193" y="8657"/>
                    <a:pt x="30030" y="8416"/>
                  </a:cubicBezTo>
                  <a:cubicBezTo>
                    <a:pt x="29955" y="8304"/>
                    <a:pt x="29866" y="8209"/>
                    <a:pt x="29779" y="8107"/>
                  </a:cubicBezTo>
                  <a:cubicBezTo>
                    <a:pt x="29682" y="7992"/>
                    <a:pt x="29604" y="7863"/>
                    <a:pt x="29507" y="7748"/>
                  </a:cubicBezTo>
                  <a:cubicBezTo>
                    <a:pt x="29360" y="7579"/>
                    <a:pt x="29236" y="7320"/>
                    <a:pt x="29022" y="7222"/>
                  </a:cubicBezTo>
                  <a:cubicBezTo>
                    <a:pt x="28845" y="7140"/>
                    <a:pt x="28678" y="7235"/>
                    <a:pt x="28553" y="7359"/>
                  </a:cubicBezTo>
                  <a:cubicBezTo>
                    <a:pt x="28436" y="7476"/>
                    <a:pt x="28347" y="7679"/>
                    <a:pt x="28149" y="7607"/>
                  </a:cubicBezTo>
                  <a:cubicBezTo>
                    <a:pt x="28049" y="7569"/>
                    <a:pt x="27965" y="7493"/>
                    <a:pt x="27876" y="7437"/>
                  </a:cubicBezTo>
                  <a:cubicBezTo>
                    <a:pt x="27751" y="7359"/>
                    <a:pt x="27631" y="7283"/>
                    <a:pt x="27512" y="7196"/>
                  </a:cubicBezTo>
                  <a:cubicBezTo>
                    <a:pt x="27290" y="7032"/>
                    <a:pt x="27063" y="6878"/>
                    <a:pt x="26838" y="6718"/>
                  </a:cubicBezTo>
                  <a:cubicBezTo>
                    <a:pt x="26632" y="6569"/>
                    <a:pt x="26507" y="6348"/>
                    <a:pt x="26293" y="6208"/>
                  </a:cubicBezTo>
                  <a:cubicBezTo>
                    <a:pt x="26193" y="6145"/>
                    <a:pt x="26087" y="6087"/>
                    <a:pt x="25992" y="6015"/>
                  </a:cubicBezTo>
                  <a:cubicBezTo>
                    <a:pt x="25884" y="5929"/>
                    <a:pt x="25823" y="5806"/>
                    <a:pt x="25730" y="5706"/>
                  </a:cubicBezTo>
                  <a:cubicBezTo>
                    <a:pt x="25652" y="5620"/>
                    <a:pt x="25572" y="5553"/>
                    <a:pt x="25516" y="5451"/>
                  </a:cubicBezTo>
                  <a:cubicBezTo>
                    <a:pt x="25445" y="5321"/>
                    <a:pt x="25365" y="5198"/>
                    <a:pt x="25291" y="5070"/>
                  </a:cubicBezTo>
                  <a:cubicBezTo>
                    <a:pt x="25226" y="4958"/>
                    <a:pt x="25172" y="4837"/>
                    <a:pt x="25094" y="4733"/>
                  </a:cubicBezTo>
                  <a:cubicBezTo>
                    <a:pt x="25016" y="4631"/>
                    <a:pt x="24915" y="4547"/>
                    <a:pt x="24811" y="4471"/>
                  </a:cubicBezTo>
                  <a:cubicBezTo>
                    <a:pt x="24616" y="4326"/>
                    <a:pt x="24428" y="4155"/>
                    <a:pt x="24186" y="4101"/>
                  </a:cubicBezTo>
                  <a:cubicBezTo>
                    <a:pt x="24078" y="4079"/>
                    <a:pt x="23971" y="4077"/>
                    <a:pt x="23863" y="4068"/>
                  </a:cubicBezTo>
                  <a:cubicBezTo>
                    <a:pt x="23705" y="4053"/>
                    <a:pt x="23550" y="4008"/>
                    <a:pt x="23392" y="3997"/>
                  </a:cubicBezTo>
                  <a:cubicBezTo>
                    <a:pt x="23258" y="3989"/>
                    <a:pt x="23126" y="4015"/>
                    <a:pt x="22992" y="4028"/>
                  </a:cubicBezTo>
                  <a:cubicBezTo>
                    <a:pt x="22825" y="4047"/>
                    <a:pt x="22659" y="4064"/>
                    <a:pt x="22492" y="4081"/>
                  </a:cubicBezTo>
                  <a:cubicBezTo>
                    <a:pt x="22178" y="4110"/>
                    <a:pt x="21893" y="4226"/>
                    <a:pt x="21584" y="4278"/>
                  </a:cubicBezTo>
                  <a:cubicBezTo>
                    <a:pt x="21278" y="4328"/>
                    <a:pt x="20967" y="4346"/>
                    <a:pt x="20660" y="4386"/>
                  </a:cubicBezTo>
                  <a:cubicBezTo>
                    <a:pt x="20647" y="4387"/>
                    <a:pt x="20634" y="4391"/>
                    <a:pt x="20627" y="4399"/>
                  </a:cubicBezTo>
                  <a:cubicBezTo>
                    <a:pt x="20523" y="4306"/>
                    <a:pt x="20422" y="4209"/>
                    <a:pt x="20318" y="4116"/>
                  </a:cubicBezTo>
                  <a:cubicBezTo>
                    <a:pt x="20173" y="3988"/>
                    <a:pt x="20017" y="3878"/>
                    <a:pt x="19842" y="3787"/>
                  </a:cubicBezTo>
                  <a:cubicBezTo>
                    <a:pt x="19663" y="3692"/>
                    <a:pt x="19483" y="3606"/>
                    <a:pt x="19321" y="3484"/>
                  </a:cubicBezTo>
                  <a:cubicBezTo>
                    <a:pt x="19156" y="3361"/>
                    <a:pt x="18971" y="3268"/>
                    <a:pt x="18804" y="3149"/>
                  </a:cubicBezTo>
                  <a:cubicBezTo>
                    <a:pt x="18650" y="3039"/>
                    <a:pt x="18521" y="2898"/>
                    <a:pt x="18356" y="2803"/>
                  </a:cubicBezTo>
                  <a:cubicBezTo>
                    <a:pt x="18209" y="2721"/>
                    <a:pt x="18056" y="2682"/>
                    <a:pt x="17930" y="2567"/>
                  </a:cubicBezTo>
                  <a:cubicBezTo>
                    <a:pt x="17791" y="2440"/>
                    <a:pt x="17699" y="2267"/>
                    <a:pt x="17569" y="2131"/>
                  </a:cubicBezTo>
                  <a:cubicBezTo>
                    <a:pt x="17433" y="1988"/>
                    <a:pt x="17262" y="1884"/>
                    <a:pt x="17121" y="1747"/>
                  </a:cubicBezTo>
                  <a:cubicBezTo>
                    <a:pt x="16982" y="1607"/>
                    <a:pt x="16857" y="1455"/>
                    <a:pt x="16742" y="1296"/>
                  </a:cubicBezTo>
                  <a:cubicBezTo>
                    <a:pt x="16623" y="1133"/>
                    <a:pt x="16504" y="984"/>
                    <a:pt x="16344" y="856"/>
                  </a:cubicBezTo>
                  <a:cubicBezTo>
                    <a:pt x="16195" y="735"/>
                    <a:pt x="16033" y="610"/>
                    <a:pt x="15855" y="536"/>
                  </a:cubicBezTo>
                  <a:cubicBezTo>
                    <a:pt x="15652" y="452"/>
                    <a:pt x="15458" y="473"/>
                    <a:pt x="15248" y="499"/>
                  </a:cubicBezTo>
                  <a:cubicBezTo>
                    <a:pt x="15044" y="523"/>
                    <a:pt x="14826" y="504"/>
                    <a:pt x="14633" y="580"/>
                  </a:cubicBezTo>
                  <a:cubicBezTo>
                    <a:pt x="14534" y="618"/>
                    <a:pt x="14445" y="677"/>
                    <a:pt x="14359" y="739"/>
                  </a:cubicBezTo>
                  <a:cubicBezTo>
                    <a:pt x="14272" y="800"/>
                    <a:pt x="14188" y="841"/>
                    <a:pt x="14093" y="889"/>
                  </a:cubicBezTo>
                  <a:cubicBezTo>
                    <a:pt x="14013" y="930"/>
                    <a:pt x="13932" y="973"/>
                    <a:pt x="13863" y="1029"/>
                  </a:cubicBezTo>
                  <a:cubicBezTo>
                    <a:pt x="13768" y="1105"/>
                    <a:pt x="13682" y="1185"/>
                    <a:pt x="13582" y="1256"/>
                  </a:cubicBezTo>
                  <a:cubicBezTo>
                    <a:pt x="13428" y="1365"/>
                    <a:pt x="13232" y="1427"/>
                    <a:pt x="13091" y="1555"/>
                  </a:cubicBezTo>
                  <a:cubicBezTo>
                    <a:pt x="13082" y="1562"/>
                    <a:pt x="13039" y="1605"/>
                    <a:pt x="13020" y="1639"/>
                  </a:cubicBezTo>
                  <a:cubicBezTo>
                    <a:pt x="12994" y="1641"/>
                    <a:pt x="12963" y="1657"/>
                    <a:pt x="12944" y="1667"/>
                  </a:cubicBezTo>
                  <a:cubicBezTo>
                    <a:pt x="12862" y="1713"/>
                    <a:pt x="12795" y="1800"/>
                    <a:pt x="12702" y="1821"/>
                  </a:cubicBezTo>
                  <a:cubicBezTo>
                    <a:pt x="12693" y="1819"/>
                    <a:pt x="12684" y="1817"/>
                    <a:pt x="12674" y="1813"/>
                  </a:cubicBezTo>
                  <a:cubicBezTo>
                    <a:pt x="12652" y="1791"/>
                    <a:pt x="12617" y="1784"/>
                    <a:pt x="12587" y="1793"/>
                  </a:cubicBezTo>
                  <a:cubicBezTo>
                    <a:pt x="12401" y="1750"/>
                    <a:pt x="12213" y="1719"/>
                    <a:pt x="12035" y="1655"/>
                  </a:cubicBezTo>
                  <a:cubicBezTo>
                    <a:pt x="11793" y="1570"/>
                    <a:pt x="11601" y="1430"/>
                    <a:pt x="11400" y="1276"/>
                  </a:cubicBezTo>
                  <a:cubicBezTo>
                    <a:pt x="11198" y="1120"/>
                    <a:pt x="10989" y="999"/>
                    <a:pt x="10749" y="904"/>
                  </a:cubicBezTo>
                  <a:cubicBezTo>
                    <a:pt x="10627" y="856"/>
                    <a:pt x="10502" y="800"/>
                    <a:pt x="10370" y="778"/>
                  </a:cubicBezTo>
                  <a:cubicBezTo>
                    <a:pt x="10238" y="753"/>
                    <a:pt x="10117" y="742"/>
                    <a:pt x="9994" y="688"/>
                  </a:cubicBezTo>
                  <a:cubicBezTo>
                    <a:pt x="9873" y="638"/>
                    <a:pt x="9753" y="588"/>
                    <a:pt x="9630" y="541"/>
                  </a:cubicBezTo>
                  <a:cubicBezTo>
                    <a:pt x="9498" y="491"/>
                    <a:pt x="9375" y="422"/>
                    <a:pt x="9236" y="389"/>
                  </a:cubicBezTo>
                  <a:cubicBezTo>
                    <a:pt x="8970" y="328"/>
                    <a:pt x="8726" y="188"/>
                    <a:pt x="8464" y="110"/>
                  </a:cubicBezTo>
                  <a:cubicBezTo>
                    <a:pt x="8358" y="76"/>
                    <a:pt x="8254" y="86"/>
                    <a:pt x="8146" y="69"/>
                  </a:cubicBezTo>
                  <a:cubicBezTo>
                    <a:pt x="8014" y="49"/>
                    <a:pt x="7887" y="0"/>
                    <a:pt x="7753" y="11"/>
                  </a:cubicBezTo>
                  <a:cubicBezTo>
                    <a:pt x="7651" y="21"/>
                    <a:pt x="7558" y="67"/>
                    <a:pt x="7458" y="78"/>
                  </a:cubicBezTo>
                  <a:cubicBezTo>
                    <a:pt x="7311" y="91"/>
                    <a:pt x="7195" y="123"/>
                    <a:pt x="7062" y="181"/>
                  </a:cubicBezTo>
                  <a:cubicBezTo>
                    <a:pt x="6941" y="233"/>
                    <a:pt x="6816" y="246"/>
                    <a:pt x="6690" y="275"/>
                  </a:cubicBezTo>
                  <a:cubicBezTo>
                    <a:pt x="6559" y="305"/>
                    <a:pt x="6429" y="328"/>
                    <a:pt x="6297" y="352"/>
                  </a:cubicBezTo>
                  <a:cubicBezTo>
                    <a:pt x="6029" y="402"/>
                    <a:pt x="5763" y="476"/>
                    <a:pt x="5496" y="532"/>
                  </a:cubicBezTo>
                  <a:cubicBezTo>
                    <a:pt x="5213" y="592"/>
                    <a:pt x="4928" y="657"/>
                    <a:pt x="4651" y="740"/>
                  </a:cubicBezTo>
                  <a:cubicBezTo>
                    <a:pt x="4385" y="818"/>
                    <a:pt x="4134" y="921"/>
                    <a:pt x="3878" y="1023"/>
                  </a:cubicBezTo>
                  <a:cubicBezTo>
                    <a:pt x="3627" y="1124"/>
                    <a:pt x="3366" y="1196"/>
                    <a:pt x="3121" y="1311"/>
                  </a:cubicBezTo>
                  <a:cubicBezTo>
                    <a:pt x="3007" y="1365"/>
                    <a:pt x="2899" y="1430"/>
                    <a:pt x="2784" y="1479"/>
                  </a:cubicBezTo>
                  <a:cubicBezTo>
                    <a:pt x="2663" y="1529"/>
                    <a:pt x="2533" y="1559"/>
                    <a:pt x="2416" y="1614"/>
                  </a:cubicBezTo>
                  <a:cubicBezTo>
                    <a:pt x="2314" y="1665"/>
                    <a:pt x="2208" y="1696"/>
                    <a:pt x="2107" y="1748"/>
                  </a:cubicBezTo>
                  <a:cubicBezTo>
                    <a:pt x="1992" y="1810"/>
                    <a:pt x="1886" y="1880"/>
                    <a:pt x="1778" y="1949"/>
                  </a:cubicBezTo>
                  <a:cubicBezTo>
                    <a:pt x="1644" y="2035"/>
                    <a:pt x="1506" y="2111"/>
                    <a:pt x="1358" y="2171"/>
                  </a:cubicBezTo>
                  <a:cubicBezTo>
                    <a:pt x="1222" y="2223"/>
                    <a:pt x="1084" y="2265"/>
                    <a:pt x="952" y="2327"/>
                  </a:cubicBezTo>
                  <a:cubicBezTo>
                    <a:pt x="686" y="2453"/>
                    <a:pt x="407" y="2567"/>
                    <a:pt x="160" y="2723"/>
                  </a:cubicBezTo>
                  <a:cubicBezTo>
                    <a:pt x="106" y="2756"/>
                    <a:pt x="54" y="2786"/>
                    <a:pt x="0" y="2814"/>
                  </a:cubicBezTo>
                  <a:lnTo>
                    <a:pt x="0" y="900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8">
              <a:extLst>
                <a:ext uri="{FF2B5EF4-FFF2-40B4-BE49-F238E27FC236}">
                  <a16:creationId xmlns:a16="http://schemas.microsoft.com/office/drawing/2014/main" id="{73928389-0E1D-71B4-F9C7-0A0D8CF525AB}"/>
                </a:ext>
              </a:extLst>
            </p:cNvPr>
            <p:cNvSpPr/>
            <p:nvPr/>
          </p:nvSpPr>
          <p:spPr>
            <a:xfrm>
              <a:off x="1125" y="4603996"/>
              <a:ext cx="9144171" cy="879576"/>
            </a:xfrm>
            <a:custGeom>
              <a:avLst/>
              <a:gdLst/>
              <a:ahLst/>
              <a:cxnLst/>
              <a:rect l="l" t="t" r="r" b="b"/>
              <a:pathLst>
                <a:path w="215728" h="88444" extrusionOk="0">
                  <a:moveTo>
                    <a:pt x="215725" y="1734"/>
                  </a:moveTo>
                  <a:lnTo>
                    <a:pt x="215725" y="83372"/>
                  </a:lnTo>
                  <a:lnTo>
                    <a:pt x="215489" y="83413"/>
                  </a:lnTo>
                  <a:cubicBezTo>
                    <a:pt x="212294" y="83956"/>
                    <a:pt x="209093" y="84393"/>
                    <a:pt x="205891" y="84884"/>
                  </a:cubicBezTo>
                  <a:cubicBezTo>
                    <a:pt x="202528" y="85400"/>
                    <a:pt x="199146" y="85744"/>
                    <a:pt x="195794" y="86322"/>
                  </a:cubicBezTo>
                  <a:cubicBezTo>
                    <a:pt x="192612" y="86869"/>
                    <a:pt x="189452" y="87544"/>
                    <a:pt x="186289" y="88185"/>
                  </a:cubicBezTo>
                  <a:cubicBezTo>
                    <a:pt x="185859" y="88273"/>
                    <a:pt x="185432" y="88358"/>
                    <a:pt x="185002" y="88444"/>
                  </a:cubicBezTo>
                  <a:lnTo>
                    <a:pt x="0" y="73134"/>
                  </a:lnTo>
                  <a:lnTo>
                    <a:pt x="0" y="11284"/>
                  </a:lnTo>
                  <a:cubicBezTo>
                    <a:pt x="134" y="11310"/>
                    <a:pt x="266" y="11341"/>
                    <a:pt x="398" y="11382"/>
                  </a:cubicBezTo>
                  <a:cubicBezTo>
                    <a:pt x="677" y="11468"/>
                    <a:pt x="960" y="11581"/>
                    <a:pt x="1200" y="11749"/>
                  </a:cubicBezTo>
                  <a:cubicBezTo>
                    <a:pt x="1304" y="11821"/>
                    <a:pt x="1402" y="11907"/>
                    <a:pt x="1477" y="12011"/>
                  </a:cubicBezTo>
                  <a:cubicBezTo>
                    <a:pt x="1503" y="12046"/>
                    <a:pt x="1529" y="12128"/>
                    <a:pt x="1562" y="12152"/>
                  </a:cubicBezTo>
                  <a:cubicBezTo>
                    <a:pt x="1631" y="12203"/>
                    <a:pt x="1722" y="12141"/>
                    <a:pt x="1798" y="12102"/>
                  </a:cubicBezTo>
                  <a:cubicBezTo>
                    <a:pt x="2120" y="11942"/>
                    <a:pt x="2431" y="11745"/>
                    <a:pt x="2771" y="11628"/>
                  </a:cubicBezTo>
                  <a:cubicBezTo>
                    <a:pt x="2924" y="11574"/>
                    <a:pt x="3076" y="11546"/>
                    <a:pt x="3238" y="11540"/>
                  </a:cubicBezTo>
                  <a:cubicBezTo>
                    <a:pt x="3405" y="11533"/>
                    <a:pt x="3595" y="11540"/>
                    <a:pt x="3751" y="11468"/>
                  </a:cubicBezTo>
                  <a:cubicBezTo>
                    <a:pt x="3891" y="11403"/>
                    <a:pt x="4008" y="11310"/>
                    <a:pt x="4157" y="11256"/>
                  </a:cubicBezTo>
                  <a:cubicBezTo>
                    <a:pt x="4309" y="11200"/>
                    <a:pt x="4469" y="11165"/>
                    <a:pt x="4625" y="11122"/>
                  </a:cubicBezTo>
                  <a:cubicBezTo>
                    <a:pt x="4768" y="11083"/>
                    <a:pt x="4900" y="11018"/>
                    <a:pt x="5042" y="10977"/>
                  </a:cubicBezTo>
                  <a:cubicBezTo>
                    <a:pt x="5187" y="10938"/>
                    <a:pt x="5347" y="10953"/>
                    <a:pt x="5496" y="10973"/>
                  </a:cubicBezTo>
                  <a:cubicBezTo>
                    <a:pt x="5825" y="11016"/>
                    <a:pt x="6156" y="11185"/>
                    <a:pt x="6442" y="11349"/>
                  </a:cubicBezTo>
                  <a:cubicBezTo>
                    <a:pt x="6578" y="11427"/>
                    <a:pt x="6738" y="11451"/>
                    <a:pt x="6877" y="11526"/>
                  </a:cubicBezTo>
                  <a:cubicBezTo>
                    <a:pt x="7049" y="11617"/>
                    <a:pt x="7212" y="11721"/>
                    <a:pt x="7372" y="11829"/>
                  </a:cubicBezTo>
                  <a:cubicBezTo>
                    <a:pt x="7699" y="12050"/>
                    <a:pt x="8081" y="12314"/>
                    <a:pt x="8497" y="12221"/>
                  </a:cubicBezTo>
                  <a:cubicBezTo>
                    <a:pt x="8819" y="12150"/>
                    <a:pt x="9081" y="11922"/>
                    <a:pt x="9427" y="11972"/>
                  </a:cubicBezTo>
                  <a:cubicBezTo>
                    <a:pt x="9790" y="12022"/>
                    <a:pt x="10119" y="12243"/>
                    <a:pt x="10430" y="12420"/>
                  </a:cubicBezTo>
                  <a:cubicBezTo>
                    <a:pt x="10742" y="12599"/>
                    <a:pt x="11075" y="12710"/>
                    <a:pt x="11376" y="12911"/>
                  </a:cubicBezTo>
                  <a:cubicBezTo>
                    <a:pt x="11529" y="13013"/>
                    <a:pt x="11692" y="13073"/>
                    <a:pt x="11852" y="13158"/>
                  </a:cubicBezTo>
                  <a:cubicBezTo>
                    <a:pt x="12029" y="13253"/>
                    <a:pt x="12194" y="13367"/>
                    <a:pt x="12373" y="13460"/>
                  </a:cubicBezTo>
                  <a:cubicBezTo>
                    <a:pt x="12671" y="13618"/>
                    <a:pt x="12884" y="13914"/>
                    <a:pt x="13199" y="14040"/>
                  </a:cubicBezTo>
                  <a:cubicBezTo>
                    <a:pt x="13537" y="14178"/>
                    <a:pt x="13863" y="14325"/>
                    <a:pt x="14194" y="14484"/>
                  </a:cubicBezTo>
                  <a:cubicBezTo>
                    <a:pt x="14523" y="14644"/>
                    <a:pt x="14848" y="14756"/>
                    <a:pt x="15217" y="14789"/>
                  </a:cubicBezTo>
                  <a:cubicBezTo>
                    <a:pt x="15590" y="14825"/>
                    <a:pt x="15927" y="14732"/>
                    <a:pt x="16293" y="14682"/>
                  </a:cubicBezTo>
                  <a:cubicBezTo>
                    <a:pt x="16637" y="14633"/>
                    <a:pt x="16905" y="14410"/>
                    <a:pt x="17199" y="14237"/>
                  </a:cubicBezTo>
                  <a:cubicBezTo>
                    <a:pt x="17515" y="14051"/>
                    <a:pt x="17872" y="13893"/>
                    <a:pt x="18211" y="13757"/>
                  </a:cubicBezTo>
                  <a:cubicBezTo>
                    <a:pt x="18529" y="13631"/>
                    <a:pt x="18772" y="13400"/>
                    <a:pt x="19096" y="13278"/>
                  </a:cubicBezTo>
                  <a:cubicBezTo>
                    <a:pt x="19410" y="13158"/>
                    <a:pt x="19723" y="13106"/>
                    <a:pt x="20059" y="13132"/>
                  </a:cubicBezTo>
                  <a:cubicBezTo>
                    <a:pt x="20255" y="13147"/>
                    <a:pt x="20459" y="13205"/>
                    <a:pt x="20653" y="13132"/>
                  </a:cubicBezTo>
                  <a:cubicBezTo>
                    <a:pt x="20826" y="13065"/>
                    <a:pt x="20995" y="12982"/>
                    <a:pt x="21170" y="12913"/>
                  </a:cubicBezTo>
                  <a:cubicBezTo>
                    <a:pt x="21519" y="12777"/>
                    <a:pt x="21869" y="12638"/>
                    <a:pt x="22233" y="12554"/>
                  </a:cubicBezTo>
                  <a:cubicBezTo>
                    <a:pt x="22628" y="12465"/>
                    <a:pt x="23003" y="12320"/>
                    <a:pt x="23394" y="12225"/>
                  </a:cubicBezTo>
                  <a:cubicBezTo>
                    <a:pt x="23552" y="12184"/>
                    <a:pt x="23714" y="12162"/>
                    <a:pt x="23872" y="12124"/>
                  </a:cubicBezTo>
                  <a:cubicBezTo>
                    <a:pt x="24056" y="12084"/>
                    <a:pt x="24227" y="12013"/>
                    <a:pt x="24406" y="11957"/>
                  </a:cubicBezTo>
                  <a:cubicBezTo>
                    <a:pt x="24592" y="11899"/>
                    <a:pt x="24776" y="11844"/>
                    <a:pt x="24960" y="11777"/>
                  </a:cubicBezTo>
                  <a:cubicBezTo>
                    <a:pt x="25146" y="11710"/>
                    <a:pt x="25300" y="11715"/>
                    <a:pt x="25492" y="11695"/>
                  </a:cubicBezTo>
                  <a:cubicBezTo>
                    <a:pt x="25518" y="11691"/>
                    <a:pt x="25546" y="11689"/>
                    <a:pt x="25572" y="11686"/>
                  </a:cubicBezTo>
                  <a:cubicBezTo>
                    <a:pt x="25577" y="11659"/>
                    <a:pt x="25598" y="11633"/>
                    <a:pt x="25635" y="11635"/>
                  </a:cubicBezTo>
                  <a:cubicBezTo>
                    <a:pt x="25804" y="11639"/>
                    <a:pt x="25973" y="11637"/>
                    <a:pt x="26141" y="11646"/>
                  </a:cubicBezTo>
                  <a:cubicBezTo>
                    <a:pt x="26288" y="11654"/>
                    <a:pt x="26414" y="11697"/>
                    <a:pt x="26554" y="11739"/>
                  </a:cubicBezTo>
                  <a:cubicBezTo>
                    <a:pt x="26699" y="11782"/>
                    <a:pt x="26859" y="11779"/>
                    <a:pt x="27009" y="11782"/>
                  </a:cubicBezTo>
                  <a:cubicBezTo>
                    <a:pt x="27175" y="11788"/>
                    <a:pt x="27340" y="11799"/>
                    <a:pt x="27506" y="11808"/>
                  </a:cubicBezTo>
                  <a:cubicBezTo>
                    <a:pt x="27582" y="11812"/>
                    <a:pt x="27655" y="11818"/>
                    <a:pt x="27727" y="11834"/>
                  </a:cubicBezTo>
                  <a:cubicBezTo>
                    <a:pt x="27803" y="11851"/>
                    <a:pt x="27869" y="11885"/>
                    <a:pt x="27939" y="11912"/>
                  </a:cubicBezTo>
                  <a:cubicBezTo>
                    <a:pt x="28081" y="11966"/>
                    <a:pt x="28228" y="11940"/>
                    <a:pt x="28374" y="11933"/>
                  </a:cubicBezTo>
                  <a:cubicBezTo>
                    <a:pt x="28527" y="11925"/>
                    <a:pt x="28678" y="11927"/>
                    <a:pt x="28828" y="11916"/>
                  </a:cubicBezTo>
                  <a:cubicBezTo>
                    <a:pt x="28994" y="11903"/>
                    <a:pt x="29139" y="11940"/>
                    <a:pt x="29284" y="12018"/>
                  </a:cubicBezTo>
                  <a:cubicBezTo>
                    <a:pt x="29418" y="12089"/>
                    <a:pt x="29559" y="12145"/>
                    <a:pt x="29699" y="12206"/>
                  </a:cubicBezTo>
                  <a:cubicBezTo>
                    <a:pt x="29838" y="12266"/>
                    <a:pt x="29968" y="12340"/>
                    <a:pt x="30111" y="12394"/>
                  </a:cubicBezTo>
                  <a:cubicBezTo>
                    <a:pt x="30255" y="12448"/>
                    <a:pt x="30387" y="12509"/>
                    <a:pt x="30513" y="12593"/>
                  </a:cubicBezTo>
                  <a:cubicBezTo>
                    <a:pt x="30565" y="12627"/>
                    <a:pt x="30615" y="12662"/>
                    <a:pt x="30673" y="12684"/>
                  </a:cubicBezTo>
                  <a:cubicBezTo>
                    <a:pt x="30742" y="12712"/>
                    <a:pt x="30816" y="12718"/>
                    <a:pt x="30891" y="12723"/>
                  </a:cubicBezTo>
                  <a:cubicBezTo>
                    <a:pt x="31047" y="12736"/>
                    <a:pt x="31203" y="12747"/>
                    <a:pt x="31358" y="12759"/>
                  </a:cubicBezTo>
                  <a:cubicBezTo>
                    <a:pt x="31506" y="12768"/>
                    <a:pt x="31644" y="12766"/>
                    <a:pt x="31782" y="12703"/>
                  </a:cubicBezTo>
                  <a:cubicBezTo>
                    <a:pt x="32042" y="12580"/>
                    <a:pt x="32328" y="12463"/>
                    <a:pt x="32620" y="12452"/>
                  </a:cubicBezTo>
                  <a:cubicBezTo>
                    <a:pt x="32762" y="12446"/>
                    <a:pt x="32899" y="12491"/>
                    <a:pt x="33035" y="12528"/>
                  </a:cubicBezTo>
                  <a:cubicBezTo>
                    <a:pt x="33182" y="12569"/>
                    <a:pt x="33314" y="12575"/>
                    <a:pt x="33457" y="12519"/>
                  </a:cubicBezTo>
                  <a:cubicBezTo>
                    <a:pt x="33708" y="12422"/>
                    <a:pt x="33913" y="12234"/>
                    <a:pt x="34171" y="12160"/>
                  </a:cubicBezTo>
                  <a:cubicBezTo>
                    <a:pt x="34236" y="12141"/>
                    <a:pt x="34302" y="12126"/>
                    <a:pt x="34361" y="12095"/>
                  </a:cubicBezTo>
                  <a:cubicBezTo>
                    <a:pt x="34409" y="12067"/>
                    <a:pt x="34452" y="12030"/>
                    <a:pt x="34497" y="11996"/>
                  </a:cubicBezTo>
                  <a:cubicBezTo>
                    <a:pt x="34597" y="11924"/>
                    <a:pt x="34713" y="11888"/>
                    <a:pt x="34833" y="11866"/>
                  </a:cubicBezTo>
                  <a:cubicBezTo>
                    <a:pt x="35131" y="11810"/>
                    <a:pt x="35393" y="11864"/>
                    <a:pt x="35657" y="12007"/>
                  </a:cubicBezTo>
                  <a:cubicBezTo>
                    <a:pt x="35923" y="12152"/>
                    <a:pt x="36146" y="12357"/>
                    <a:pt x="36392" y="12528"/>
                  </a:cubicBezTo>
                  <a:cubicBezTo>
                    <a:pt x="36503" y="12606"/>
                    <a:pt x="36613" y="12682"/>
                    <a:pt x="36706" y="12783"/>
                  </a:cubicBezTo>
                  <a:cubicBezTo>
                    <a:pt x="36795" y="12880"/>
                    <a:pt x="36874" y="12959"/>
                    <a:pt x="36991" y="13023"/>
                  </a:cubicBezTo>
                  <a:cubicBezTo>
                    <a:pt x="37126" y="13095"/>
                    <a:pt x="37259" y="13171"/>
                    <a:pt x="37392" y="13246"/>
                  </a:cubicBezTo>
                  <a:cubicBezTo>
                    <a:pt x="37528" y="13318"/>
                    <a:pt x="37673" y="13408"/>
                    <a:pt x="37824" y="13443"/>
                  </a:cubicBezTo>
                  <a:cubicBezTo>
                    <a:pt x="37973" y="13475"/>
                    <a:pt x="38127" y="13465"/>
                    <a:pt x="38276" y="13499"/>
                  </a:cubicBezTo>
                  <a:cubicBezTo>
                    <a:pt x="38415" y="13530"/>
                    <a:pt x="38545" y="13601"/>
                    <a:pt x="38665" y="13685"/>
                  </a:cubicBezTo>
                  <a:cubicBezTo>
                    <a:pt x="38886" y="13843"/>
                    <a:pt x="39066" y="14049"/>
                    <a:pt x="39291" y="14200"/>
                  </a:cubicBezTo>
                  <a:cubicBezTo>
                    <a:pt x="39544" y="14367"/>
                    <a:pt x="39821" y="14484"/>
                    <a:pt x="40059" y="14674"/>
                  </a:cubicBezTo>
                  <a:cubicBezTo>
                    <a:pt x="40284" y="14855"/>
                    <a:pt x="40482" y="15065"/>
                    <a:pt x="40708" y="15245"/>
                  </a:cubicBezTo>
                  <a:cubicBezTo>
                    <a:pt x="40813" y="15327"/>
                    <a:pt x="40922" y="15403"/>
                    <a:pt x="41041" y="15461"/>
                  </a:cubicBezTo>
                  <a:cubicBezTo>
                    <a:pt x="41177" y="15526"/>
                    <a:pt x="41326" y="15571"/>
                    <a:pt x="41467" y="15623"/>
                  </a:cubicBezTo>
                  <a:cubicBezTo>
                    <a:pt x="41605" y="15671"/>
                    <a:pt x="41726" y="15645"/>
                    <a:pt x="41867" y="15651"/>
                  </a:cubicBezTo>
                  <a:cubicBezTo>
                    <a:pt x="41904" y="15651"/>
                    <a:pt x="41925" y="15678"/>
                    <a:pt x="41928" y="15708"/>
                  </a:cubicBezTo>
                  <a:cubicBezTo>
                    <a:pt x="42023" y="15690"/>
                    <a:pt x="42120" y="15667"/>
                    <a:pt x="42215" y="15651"/>
                  </a:cubicBezTo>
                  <a:cubicBezTo>
                    <a:pt x="42391" y="15619"/>
                    <a:pt x="42563" y="15623"/>
                    <a:pt x="42741" y="15626"/>
                  </a:cubicBezTo>
                  <a:cubicBezTo>
                    <a:pt x="42916" y="15632"/>
                    <a:pt x="43091" y="15623"/>
                    <a:pt x="43264" y="15600"/>
                  </a:cubicBezTo>
                  <a:cubicBezTo>
                    <a:pt x="43429" y="15582"/>
                    <a:pt x="43595" y="15559"/>
                    <a:pt x="43762" y="15572"/>
                  </a:cubicBezTo>
                  <a:cubicBezTo>
                    <a:pt x="43835" y="15578"/>
                    <a:pt x="43909" y="15593"/>
                    <a:pt x="43983" y="15593"/>
                  </a:cubicBezTo>
                  <a:cubicBezTo>
                    <a:pt x="44067" y="15595"/>
                    <a:pt x="44153" y="15571"/>
                    <a:pt x="44236" y="15569"/>
                  </a:cubicBezTo>
                  <a:cubicBezTo>
                    <a:pt x="44322" y="15565"/>
                    <a:pt x="44406" y="15576"/>
                    <a:pt x="44489" y="15574"/>
                  </a:cubicBezTo>
                  <a:cubicBezTo>
                    <a:pt x="44579" y="15574"/>
                    <a:pt x="44670" y="15567"/>
                    <a:pt x="44759" y="15565"/>
                  </a:cubicBezTo>
                  <a:cubicBezTo>
                    <a:pt x="44938" y="15565"/>
                    <a:pt x="45112" y="15587"/>
                    <a:pt x="45291" y="15572"/>
                  </a:cubicBezTo>
                  <a:cubicBezTo>
                    <a:pt x="45466" y="15558"/>
                    <a:pt x="45631" y="15526"/>
                    <a:pt x="45808" y="15546"/>
                  </a:cubicBezTo>
                  <a:cubicBezTo>
                    <a:pt x="45890" y="15556"/>
                    <a:pt x="45972" y="15572"/>
                    <a:pt x="46055" y="15576"/>
                  </a:cubicBezTo>
                  <a:cubicBezTo>
                    <a:pt x="46133" y="15580"/>
                    <a:pt x="46184" y="15550"/>
                    <a:pt x="46251" y="15513"/>
                  </a:cubicBezTo>
                  <a:cubicBezTo>
                    <a:pt x="46317" y="15476"/>
                    <a:pt x="46388" y="15452"/>
                    <a:pt x="46459" y="15422"/>
                  </a:cubicBezTo>
                  <a:cubicBezTo>
                    <a:pt x="46541" y="15388"/>
                    <a:pt x="46617" y="15340"/>
                    <a:pt x="46697" y="15303"/>
                  </a:cubicBezTo>
                  <a:cubicBezTo>
                    <a:pt x="46857" y="15227"/>
                    <a:pt x="47013" y="15152"/>
                    <a:pt x="47164" y="15065"/>
                  </a:cubicBezTo>
                  <a:cubicBezTo>
                    <a:pt x="47318" y="14974"/>
                    <a:pt x="47476" y="14918"/>
                    <a:pt x="47645" y="14862"/>
                  </a:cubicBezTo>
                  <a:cubicBezTo>
                    <a:pt x="47978" y="14752"/>
                    <a:pt x="48315" y="14637"/>
                    <a:pt x="48655" y="14551"/>
                  </a:cubicBezTo>
                  <a:cubicBezTo>
                    <a:pt x="48815" y="14512"/>
                    <a:pt x="48968" y="14524"/>
                    <a:pt x="49131" y="14531"/>
                  </a:cubicBezTo>
                  <a:cubicBezTo>
                    <a:pt x="49301" y="14538"/>
                    <a:pt x="49460" y="14555"/>
                    <a:pt x="49620" y="14618"/>
                  </a:cubicBezTo>
                  <a:cubicBezTo>
                    <a:pt x="49767" y="14676"/>
                    <a:pt x="49916" y="14737"/>
                    <a:pt x="50067" y="14788"/>
                  </a:cubicBezTo>
                  <a:cubicBezTo>
                    <a:pt x="50225" y="14842"/>
                    <a:pt x="50400" y="14808"/>
                    <a:pt x="50560" y="14864"/>
                  </a:cubicBezTo>
                  <a:cubicBezTo>
                    <a:pt x="50599" y="14879"/>
                    <a:pt x="50636" y="14897"/>
                    <a:pt x="50679" y="14903"/>
                  </a:cubicBezTo>
                  <a:cubicBezTo>
                    <a:pt x="50718" y="14909"/>
                    <a:pt x="50757" y="14903"/>
                    <a:pt x="50798" y="14909"/>
                  </a:cubicBezTo>
                  <a:cubicBezTo>
                    <a:pt x="50876" y="14920"/>
                    <a:pt x="50943" y="14961"/>
                    <a:pt x="51004" y="15007"/>
                  </a:cubicBezTo>
                  <a:cubicBezTo>
                    <a:pt x="51142" y="15113"/>
                    <a:pt x="51298" y="15186"/>
                    <a:pt x="51445" y="15277"/>
                  </a:cubicBezTo>
                  <a:cubicBezTo>
                    <a:pt x="51594" y="15370"/>
                    <a:pt x="51744" y="15431"/>
                    <a:pt x="51904" y="15500"/>
                  </a:cubicBezTo>
                  <a:cubicBezTo>
                    <a:pt x="52049" y="15561"/>
                    <a:pt x="52183" y="15649"/>
                    <a:pt x="52345" y="15664"/>
                  </a:cubicBezTo>
                  <a:cubicBezTo>
                    <a:pt x="52503" y="15677"/>
                    <a:pt x="52665" y="15630"/>
                    <a:pt x="52819" y="15598"/>
                  </a:cubicBezTo>
                  <a:cubicBezTo>
                    <a:pt x="52979" y="15567"/>
                    <a:pt x="53122" y="15487"/>
                    <a:pt x="53284" y="15465"/>
                  </a:cubicBezTo>
                  <a:cubicBezTo>
                    <a:pt x="53366" y="15453"/>
                    <a:pt x="53429" y="15439"/>
                    <a:pt x="53505" y="15403"/>
                  </a:cubicBezTo>
                  <a:cubicBezTo>
                    <a:pt x="53565" y="15375"/>
                    <a:pt x="53628" y="15351"/>
                    <a:pt x="53693" y="15333"/>
                  </a:cubicBezTo>
                  <a:cubicBezTo>
                    <a:pt x="53859" y="15282"/>
                    <a:pt x="54028" y="15243"/>
                    <a:pt x="54194" y="15193"/>
                  </a:cubicBezTo>
                  <a:cubicBezTo>
                    <a:pt x="54526" y="15087"/>
                    <a:pt x="54867" y="14974"/>
                    <a:pt x="55168" y="14795"/>
                  </a:cubicBezTo>
                  <a:cubicBezTo>
                    <a:pt x="55317" y="14708"/>
                    <a:pt x="55419" y="14594"/>
                    <a:pt x="55527" y="14462"/>
                  </a:cubicBezTo>
                  <a:cubicBezTo>
                    <a:pt x="55618" y="14351"/>
                    <a:pt x="55720" y="14243"/>
                    <a:pt x="55858" y="14191"/>
                  </a:cubicBezTo>
                  <a:cubicBezTo>
                    <a:pt x="56126" y="14090"/>
                    <a:pt x="56407" y="14185"/>
                    <a:pt x="56673" y="14243"/>
                  </a:cubicBezTo>
                  <a:cubicBezTo>
                    <a:pt x="56833" y="14278"/>
                    <a:pt x="56987" y="14319"/>
                    <a:pt x="57138" y="14384"/>
                  </a:cubicBezTo>
                  <a:cubicBezTo>
                    <a:pt x="57294" y="14451"/>
                    <a:pt x="57444" y="14537"/>
                    <a:pt x="57603" y="14600"/>
                  </a:cubicBezTo>
                  <a:cubicBezTo>
                    <a:pt x="57682" y="14631"/>
                    <a:pt x="57768" y="14652"/>
                    <a:pt x="57844" y="14689"/>
                  </a:cubicBezTo>
                  <a:cubicBezTo>
                    <a:pt x="57915" y="14724"/>
                    <a:pt x="57969" y="14771"/>
                    <a:pt x="58025" y="14823"/>
                  </a:cubicBezTo>
                  <a:cubicBezTo>
                    <a:pt x="58160" y="14949"/>
                    <a:pt x="58309" y="15059"/>
                    <a:pt x="58449" y="15182"/>
                  </a:cubicBezTo>
                  <a:cubicBezTo>
                    <a:pt x="58562" y="15282"/>
                    <a:pt x="58651" y="15411"/>
                    <a:pt x="58770" y="15502"/>
                  </a:cubicBezTo>
                  <a:cubicBezTo>
                    <a:pt x="58906" y="15606"/>
                    <a:pt x="59079" y="15565"/>
                    <a:pt x="59232" y="15625"/>
                  </a:cubicBezTo>
                  <a:cubicBezTo>
                    <a:pt x="59276" y="15641"/>
                    <a:pt x="59315" y="15675"/>
                    <a:pt x="59364" y="15688"/>
                  </a:cubicBezTo>
                  <a:cubicBezTo>
                    <a:pt x="59444" y="15706"/>
                    <a:pt x="59529" y="15699"/>
                    <a:pt x="59609" y="15721"/>
                  </a:cubicBezTo>
                  <a:cubicBezTo>
                    <a:pt x="59672" y="15738"/>
                    <a:pt x="59730" y="15771"/>
                    <a:pt x="59795" y="15783"/>
                  </a:cubicBezTo>
                  <a:cubicBezTo>
                    <a:pt x="59879" y="15797"/>
                    <a:pt x="59951" y="15814"/>
                    <a:pt x="60030" y="15846"/>
                  </a:cubicBezTo>
                  <a:cubicBezTo>
                    <a:pt x="60176" y="15781"/>
                    <a:pt x="60325" y="15716"/>
                    <a:pt x="60474" y="15647"/>
                  </a:cubicBezTo>
                  <a:cubicBezTo>
                    <a:pt x="60764" y="15515"/>
                    <a:pt x="61052" y="15433"/>
                    <a:pt x="61357" y="15344"/>
                  </a:cubicBezTo>
                  <a:cubicBezTo>
                    <a:pt x="61484" y="15307"/>
                    <a:pt x="61588" y="15223"/>
                    <a:pt x="61722" y="15201"/>
                  </a:cubicBezTo>
                  <a:cubicBezTo>
                    <a:pt x="61891" y="15173"/>
                    <a:pt x="61979" y="15109"/>
                    <a:pt x="62111" y="15002"/>
                  </a:cubicBezTo>
                  <a:cubicBezTo>
                    <a:pt x="62345" y="14812"/>
                    <a:pt x="62613" y="14650"/>
                    <a:pt x="62871" y="14492"/>
                  </a:cubicBezTo>
                  <a:cubicBezTo>
                    <a:pt x="63440" y="14144"/>
                    <a:pt x="64024" y="13822"/>
                    <a:pt x="64619" y="13523"/>
                  </a:cubicBezTo>
                  <a:cubicBezTo>
                    <a:pt x="64761" y="13452"/>
                    <a:pt x="64898" y="13372"/>
                    <a:pt x="65043" y="13311"/>
                  </a:cubicBezTo>
                  <a:cubicBezTo>
                    <a:pt x="65179" y="13255"/>
                    <a:pt x="65317" y="13227"/>
                    <a:pt x="65460" y="13192"/>
                  </a:cubicBezTo>
                  <a:cubicBezTo>
                    <a:pt x="65601" y="13157"/>
                    <a:pt x="65694" y="13054"/>
                    <a:pt x="65821" y="12987"/>
                  </a:cubicBezTo>
                  <a:cubicBezTo>
                    <a:pt x="65960" y="12913"/>
                    <a:pt x="66113" y="12861"/>
                    <a:pt x="66254" y="12792"/>
                  </a:cubicBezTo>
                  <a:cubicBezTo>
                    <a:pt x="66542" y="12651"/>
                    <a:pt x="66814" y="12487"/>
                    <a:pt x="67110" y="12361"/>
                  </a:cubicBezTo>
                  <a:cubicBezTo>
                    <a:pt x="67405" y="12234"/>
                    <a:pt x="67695" y="12119"/>
                    <a:pt x="67997" y="12007"/>
                  </a:cubicBezTo>
                  <a:cubicBezTo>
                    <a:pt x="68138" y="11957"/>
                    <a:pt x="68268" y="11883"/>
                    <a:pt x="68406" y="11819"/>
                  </a:cubicBezTo>
                  <a:cubicBezTo>
                    <a:pt x="68551" y="11752"/>
                    <a:pt x="68703" y="11702"/>
                    <a:pt x="68850" y="11633"/>
                  </a:cubicBezTo>
                  <a:cubicBezTo>
                    <a:pt x="69146" y="11494"/>
                    <a:pt x="69459" y="11395"/>
                    <a:pt x="69758" y="11265"/>
                  </a:cubicBezTo>
                  <a:cubicBezTo>
                    <a:pt x="70054" y="11135"/>
                    <a:pt x="70334" y="10990"/>
                    <a:pt x="70643" y="10890"/>
                  </a:cubicBezTo>
                  <a:cubicBezTo>
                    <a:pt x="70935" y="10795"/>
                    <a:pt x="71223" y="10704"/>
                    <a:pt x="71497" y="10566"/>
                  </a:cubicBezTo>
                  <a:cubicBezTo>
                    <a:pt x="71768" y="10426"/>
                    <a:pt x="72001" y="10252"/>
                    <a:pt x="72217" y="10038"/>
                  </a:cubicBezTo>
                  <a:cubicBezTo>
                    <a:pt x="72311" y="9945"/>
                    <a:pt x="72391" y="9844"/>
                    <a:pt x="72477" y="9744"/>
                  </a:cubicBezTo>
                  <a:cubicBezTo>
                    <a:pt x="72572" y="9632"/>
                    <a:pt x="72689" y="9545"/>
                    <a:pt x="72799" y="9448"/>
                  </a:cubicBezTo>
                  <a:cubicBezTo>
                    <a:pt x="72903" y="9353"/>
                    <a:pt x="72996" y="9232"/>
                    <a:pt x="73113" y="9153"/>
                  </a:cubicBezTo>
                  <a:cubicBezTo>
                    <a:pt x="73228" y="9071"/>
                    <a:pt x="73355" y="9033"/>
                    <a:pt x="73464" y="8937"/>
                  </a:cubicBezTo>
                  <a:cubicBezTo>
                    <a:pt x="73717" y="8712"/>
                    <a:pt x="73978" y="8503"/>
                    <a:pt x="74216" y="8262"/>
                  </a:cubicBezTo>
                  <a:cubicBezTo>
                    <a:pt x="74435" y="8039"/>
                    <a:pt x="74681" y="7847"/>
                    <a:pt x="74830" y="7568"/>
                  </a:cubicBezTo>
                  <a:cubicBezTo>
                    <a:pt x="74958" y="7328"/>
                    <a:pt x="75174" y="7157"/>
                    <a:pt x="75393" y="7001"/>
                  </a:cubicBezTo>
                  <a:cubicBezTo>
                    <a:pt x="75497" y="6926"/>
                    <a:pt x="75609" y="6852"/>
                    <a:pt x="75730" y="6807"/>
                  </a:cubicBezTo>
                  <a:cubicBezTo>
                    <a:pt x="75858" y="6759"/>
                    <a:pt x="75996" y="6763"/>
                    <a:pt x="76129" y="6755"/>
                  </a:cubicBezTo>
                  <a:cubicBezTo>
                    <a:pt x="76425" y="6733"/>
                    <a:pt x="76762" y="6781"/>
                    <a:pt x="77039" y="6893"/>
                  </a:cubicBezTo>
                  <a:cubicBezTo>
                    <a:pt x="77186" y="6951"/>
                    <a:pt x="77325" y="6973"/>
                    <a:pt x="77476" y="7016"/>
                  </a:cubicBezTo>
                  <a:cubicBezTo>
                    <a:pt x="77636" y="7058"/>
                    <a:pt x="77788" y="7124"/>
                    <a:pt x="77952" y="7159"/>
                  </a:cubicBezTo>
                  <a:cubicBezTo>
                    <a:pt x="78240" y="7222"/>
                    <a:pt x="78530" y="7298"/>
                    <a:pt x="78821" y="7354"/>
                  </a:cubicBezTo>
                  <a:cubicBezTo>
                    <a:pt x="79114" y="7412"/>
                    <a:pt x="79379" y="7579"/>
                    <a:pt x="79633" y="7732"/>
                  </a:cubicBezTo>
                  <a:cubicBezTo>
                    <a:pt x="79896" y="7888"/>
                    <a:pt x="80121" y="8057"/>
                    <a:pt x="80336" y="8273"/>
                  </a:cubicBezTo>
                  <a:cubicBezTo>
                    <a:pt x="80381" y="8319"/>
                    <a:pt x="80416" y="8373"/>
                    <a:pt x="80459" y="8420"/>
                  </a:cubicBezTo>
                  <a:cubicBezTo>
                    <a:pt x="80509" y="8476"/>
                    <a:pt x="80563" y="8502"/>
                    <a:pt x="80626" y="8541"/>
                  </a:cubicBezTo>
                  <a:cubicBezTo>
                    <a:pt x="80770" y="8626"/>
                    <a:pt x="80902" y="8745"/>
                    <a:pt x="81034" y="8851"/>
                  </a:cubicBezTo>
                  <a:cubicBezTo>
                    <a:pt x="81290" y="9054"/>
                    <a:pt x="81538" y="9257"/>
                    <a:pt x="81820" y="9424"/>
                  </a:cubicBezTo>
                  <a:cubicBezTo>
                    <a:pt x="82081" y="9578"/>
                    <a:pt x="82278" y="9803"/>
                    <a:pt x="82527" y="9975"/>
                  </a:cubicBezTo>
                  <a:cubicBezTo>
                    <a:pt x="82648" y="10058"/>
                    <a:pt x="82784" y="10121"/>
                    <a:pt x="82903" y="10209"/>
                  </a:cubicBezTo>
                  <a:cubicBezTo>
                    <a:pt x="83040" y="10306"/>
                    <a:pt x="83159" y="10393"/>
                    <a:pt x="83321" y="10447"/>
                  </a:cubicBezTo>
                  <a:cubicBezTo>
                    <a:pt x="83453" y="10493"/>
                    <a:pt x="83543" y="10585"/>
                    <a:pt x="83665" y="10638"/>
                  </a:cubicBezTo>
                  <a:cubicBezTo>
                    <a:pt x="83810" y="10702"/>
                    <a:pt x="83954" y="10730"/>
                    <a:pt x="84102" y="10771"/>
                  </a:cubicBezTo>
                  <a:cubicBezTo>
                    <a:pt x="84391" y="10852"/>
                    <a:pt x="84621" y="11042"/>
                    <a:pt x="84921" y="11074"/>
                  </a:cubicBezTo>
                  <a:cubicBezTo>
                    <a:pt x="85242" y="11105"/>
                    <a:pt x="85553" y="11124"/>
                    <a:pt x="85871" y="11189"/>
                  </a:cubicBezTo>
                  <a:cubicBezTo>
                    <a:pt x="86187" y="11254"/>
                    <a:pt x="86498" y="11250"/>
                    <a:pt x="86819" y="11239"/>
                  </a:cubicBezTo>
                  <a:cubicBezTo>
                    <a:pt x="87156" y="11228"/>
                    <a:pt x="87506" y="11215"/>
                    <a:pt x="87840" y="11170"/>
                  </a:cubicBezTo>
                  <a:cubicBezTo>
                    <a:pt x="88151" y="11129"/>
                    <a:pt x="88454" y="11038"/>
                    <a:pt x="88768" y="11031"/>
                  </a:cubicBezTo>
                  <a:cubicBezTo>
                    <a:pt x="89114" y="11023"/>
                    <a:pt x="89457" y="11066"/>
                    <a:pt x="89804" y="11044"/>
                  </a:cubicBezTo>
                  <a:cubicBezTo>
                    <a:pt x="90135" y="11022"/>
                    <a:pt x="90459" y="10964"/>
                    <a:pt x="90786" y="10927"/>
                  </a:cubicBezTo>
                  <a:cubicBezTo>
                    <a:pt x="91073" y="10895"/>
                    <a:pt x="91359" y="10943"/>
                    <a:pt x="91597" y="10748"/>
                  </a:cubicBezTo>
                  <a:cubicBezTo>
                    <a:pt x="91612" y="10735"/>
                    <a:pt x="91629" y="10733"/>
                    <a:pt x="91642" y="10737"/>
                  </a:cubicBezTo>
                  <a:cubicBezTo>
                    <a:pt x="91932" y="10545"/>
                    <a:pt x="92222" y="10361"/>
                    <a:pt x="92553" y="10242"/>
                  </a:cubicBezTo>
                  <a:cubicBezTo>
                    <a:pt x="92763" y="10166"/>
                    <a:pt x="92977" y="10092"/>
                    <a:pt x="93197" y="10043"/>
                  </a:cubicBezTo>
                  <a:cubicBezTo>
                    <a:pt x="93401" y="9997"/>
                    <a:pt x="93613" y="9986"/>
                    <a:pt x="93821" y="9976"/>
                  </a:cubicBezTo>
                  <a:cubicBezTo>
                    <a:pt x="94039" y="9969"/>
                    <a:pt x="94206" y="10019"/>
                    <a:pt x="94389" y="10133"/>
                  </a:cubicBezTo>
                  <a:cubicBezTo>
                    <a:pt x="94584" y="10255"/>
                    <a:pt x="94792" y="10343"/>
                    <a:pt x="95012" y="10413"/>
                  </a:cubicBezTo>
                  <a:cubicBezTo>
                    <a:pt x="95164" y="10464"/>
                    <a:pt x="95408" y="10586"/>
                    <a:pt x="95562" y="10499"/>
                  </a:cubicBezTo>
                  <a:cubicBezTo>
                    <a:pt x="95692" y="10426"/>
                    <a:pt x="95761" y="10265"/>
                    <a:pt x="95839" y="10148"/>
                  </a:cubicBezTo>
                  <a:cubicBezTo>
                    <a:pt x="95897" y="10062"/>
                    <a:pt x="95960" y="9984"/>
                    <a:pt x="96018" y="9900"/>
                  </a:cubicBezTo>
                  <a:cubicBezTo>
                    <a:pt x="96081" y="9811"/>
                    <a:pt x="96128" y="9716"/>
                    <a:pt x="96180" y="9621"/>
                  </a:cubicBezTo>
                  <a:cubicBezTo>
                    <a:pt x="96293" y="9420"/>
                    <a:pt x="96392" y="9221"/>
                    <a:pt x="96483" y="9009"/>
                  </a:cubicBezTo>
                  <a:cubicBezTo>
                    <a:pt x="96658" y="8606"/>
                    <a:pt x="96864" y="8208"/>
                    <a:pt x="97165" y="7882"/>
                  </a:cubicBezTo>
                  <a:cubicBezTo>
                    <a:pt x="97305" y="7732"/>
                    <a:pt x="97446" y="7637"/>
                    <a:pt x="97621" y="7535"/>
                  </a:cubicBezTo>
                  <a:cubicBezTo>
                    <a:pt x="97705" y="7486"/>
                    <a:pt x="97779" y="7425"/>
                    <a:pt x="97863" y="7376"/>
                  </a:cubicBezTo>
                  <a:cubicBezTo>
                    <a:pt x="97954" y="7323"/>
                    <a:pt x="98056" y="7293"/>
                    <a:pt x="98158" y="7270"/>
                  </a:cubicBezTo>
                  <a:cubicBezTo>
                    <a:pt x="98367" y="7226"/>
                    <a:pt x="98575" y="7174"/>
                    <a:pt x="98783" y="7131"/>
                  </a:cubicBezTo>
                  <a:cubicBezTo>
                    <a:pt x="99005" y="7086"/>
                    <a:pt x="99217" y="7044"/>
                    <a:pt x="99429" y="6969"/>
                  </a:cubicBezTo>
                  <a:cubicBezTo>
                    <a:pt x="99523" y="6936"/>
                    <a:pt x="99620" y="6908"/>
                    <a:pt x="99700" y="6846"/>
                  </a:cubicBezTo>
                  <a:cubicBezTo>
                    <a:pt x="99778" y="6791"/>
                    <a:pt x="99847" y="6720"/>
                    <a:pt x="99920" y="6657"/>
                  </a:cubicBezTo>
                  <a:cubicBezTo>
                    <a:pt x="100083" y="6515"/>
                    <a:pt x="100210" y="6335"/>
                    <a:pt x="100368" y="6184"/>
                  </a:cubicBezTo>
                  <a:cubicBezTo>
                    <a:pt x="100528" y="6028"/>
                    <a:pt x="100671" y="5853"/>
                    <a:pt x="100835" y="5701"/>
                  </a:cubicBezTo>
                  <a:cubicBezTo>
                    <a:pt x="100987" y="5559"/>
                    <a:pt x="101162" y="5440"/>
                    <a:pt x="101342" y="5336"/>
                  </a:cubicBezTo>
                  <a:cubicBezTo>
                    <a:pt x="101517" y="5234"/>
                    <a:pt x="101705" y="5126"/>
                    <a:pt x="101897" y="5059"/>
                  </a:cubicBezTo>
                  <a:cubicBezTo>
                    <a:pt x="102077" y="4998"/>
                    <a:pt x="102270" y="4985"/>
                    <a:pt x="102460" y="5003"/>
                  </a:cubicBezTo>
                  <a:cubicBezTo>
                    <a:pt x="102652" y="5024"/>
                    <a:pt x="102841" y="5070"/>
                    <a:pt x="103025" y="5124"/>
                  </a:cubicBezTo>
                  <a:cubicBezTo>
                    <a:pt x="103228" y="5180"/>
                    <a:pt x="103412" y="5277"/>
                    <a:pt x="103611" y="5340"/>
                  </a:cubicBezTo>
                  <a:cubicBezTo>
                    <a:pt x="103712" y="5373"/>
                    <a:pt x="103814" y="5390"/>
                    <a:pt x="103913" y="5431"/>
                  </a:cubicBezTo>
                  <a:cubicBezTo>
                    <a:pt x="104017" y="5472"/>
                    <a:pt x="104117" y="5524"/>
                    <a:pt x="104227" y="5552"/>
                  </a:cubicBezTo>
                  <a:cubicBezTo>
                    <a:pt x="104424" y="5606"/>
                    <a:pt x="104632" y="5677"/>
                    <a:pt x="104835" y="5705"/>
                  </a:cubicBezTo>
                  <a:cubicBezTo>
                    <a:pt x="105054" y="5732"/>
                    <a:pt x="105265" y="5749"/>
                    <a:pt x="105465" y="5853"/>
                  </a:cubicBezTo>
                  <a:cubicBezTo>
                    <a:pt x="105625" y="5937"/>
                    <a:pt x="105770" y="6050"/>
                    <a:pt x="105886" y="6192"/>
                  </a:cubicBezTo>
                  <a:cubicBezTo>
                    <a:pt x="106148" y="6515"/>
                    <a:pt x="106152" y="6952"/>
                    <a:pt x="106243" y="7345"/>
                  </a:cubicBezTo>
                  <a:cubicBezTo>
                    <a:pt x="106295" y="7564"/>
                    <a:pt x="106373" y="7773"/>
                    <a:pt x="106433" y="7990"/>
                  </a:cubicBezTo>
                  <a:cubicBezTo>
                    <a:pt x="106449" y="8053"/>
                    <a:pt x="106462" y="8128"/>
                    <a:pt x="106501" y="8184"/>
                  </a:cubicBezTo>
                  <a:cubicBezTo>
                    <a:pt x="106524" y="8213"/>
                    <a:pt x="106522" y="8215"/>
                    <a:pt x="106548" y="8210"/>
                  </a:cubicBezTo>
                  <a:cubicBezTo>
                    <a:pt x="106578" y="8204"/>
                    <a:pt x="106628" y="8130"/>
                    <a:pt x="106654" y="8109"/>
                  </a:cubicBezTo>
                  <a:cubicBezTo>
                    <a:pt x="106723" y="8059"/>
                    <a:pt x="106803" y="8035"/>
                    <a:pt x="106875" y="7998"/>
                  </a:cubicBezTo>
                  <a:cubicBezTo>
                    <a:pt x="106964" y="7951"/>
                    <a:pt x="107041" y="7879"/>
                    <a:pt x="107106" y="7804"/>
                  </a:cubicBezTo>
                  <a:cubicBezTo>
                    <a:pt x="107238" y="7648"/>
                    <a:pt x="107364" y="7475"/>
                    <a:pt x="107465" y="7296"/>
                  </a:cubicBezTo>
                  <a:cubicBezTo>
                    <a:pt x="107645" y="6977"/>
                    <a:pt x="107995" y="6623"/>
                    <a:pt x="108404" y="6705"/>
                  </a:cubicBezTo>
                  <a:cubicBezTo>
                    <a:pt x="108586" y="6742"/>
                    <a:pt x="108674" y="6898"/>
                    <a:pt x="108813" y="7004"/>
                  </a:cubicBezTo>
                  <a:cubicBezTo>
                    <a:pt x="108977" y="7131"/>
                    <a:pt x="109170" y="7211"/>
                    <a:pt x="109336" y="7339"/>
                  </a:cubicBezTo>
                  <a:cubicBezTo>
                    <a:pt x="109674" y="7605"/>
                    <a:pt x="109960" y="7938"/>
                    <a:pt x="110210" y="8288"/>
                  </a:cubicBezTo>
                  <a:cubicBezTo>
                    <a:pt x="110308" y="8425"/>
                    <a:pt x="110398" y="8570"/>
                    <a:pt x="110487" y="8714"/>
                  </a:cubicBezTo>
                  <a:cubicBezTo>
                    <a:pt x="110557" y="8693"/>
                    <a:pt x="110630" y="8675"/>
                    <a:pt x="110703" y="8665"/>
                  </a:cubicBezTo>
                  <a:cubicBezTo>
                    <a:pt x="110814" y="8650"/>
                    <a:pt x="110933" y="8676"/>
                    <a:pt x="111043" y="8650"/>
                  </a:cubicBezTo>
                  <a:cubicBezTo>
                    <a:pt x="111143" y="8626"/>
                    <a:pt x="111233" y="8557"/>
                    <a:pt x="111320" y="8503"/>
                  </a:cubicBezTo>
                  <a:cubicBezTo>
                    <a:pt x="111420" y="8440"/>
                    <a:pt x="111526" y="8390"/>
                    <a:pt x="111634" y="8342"/>
                  </a:cubicBezTo>
                  <a:cubicBezTo>
                    <a:pt x="111852" y="8247"/>
                    <a:pt x="112066" y="8146"/>
                    <a:pt x="112285" y="8057"/>
                  </a:cubicBezTo>
                  <a:cubicBezTo>
                    <a:pt x="112510" y="7966"/>
                    <a:pt x="112722" y="7851"/>
                    <a:pt x="112949" y="7765"/>
                  </a:cubicBezTo>
                  <a:cubicBezTo>
                    <a:pt x="113159" y="7687"/>
                    <a:pt x="113379" y="7601"/>
                    <a:pt x="113557" y="7464"/>
                  </a:cubicBezTo>
                  <a:cubicBezTo>
                    <a:pt x="113643" y="7397"/>
                    <a:pt x="113741" y="7354"/>
                    <a:pt x="113836" y="7302"/>
                  </a:cubicBezTo>
                  <a:cubicBezTo>
                    <a:pt x="113940" y="7244"/>
                    <a:pt x="114041" y="7185"/>
                    <a:pt x="114147" y="7133"/>
                  </a:cubicBezTo>
                  <a:cubicBezTo>
                    <a:pt x="114337" y="7044"/>
                    <a:pt x="114508" y="6921"/>
                    <a:pt x="114692" y="6817"/>
                  </a:cubicBezTo>
                  <a:cubicBezTo>
                    <a:pt x="114891" y="6701"/>
                    <a:pt x="115118" y="6651"/>
                    <a:pt x="115320" y="6541"/>
                  </a:cubicBezTo>
                  <a:cubicBezTo>
                    <a:pt x="115503" y="6441"/>
                    <a:pt x="115661" y="6335"/>
                    <a:pt x="115806" y="6192"/>
                  </a:cubicBezTo>
                  <a:cubicBezTo>
                    <a:pt x="115863" y="6136"/>
                    <a:pt x="115934" y="6063"/>
                    <a:pt x="116014" y="6024"/>
                  </a:cubicBezTo>
                  <a:cubicBezTo>
                    <a:pt x="116018" y="6019"/>
                    <a:pt x="116020" y="6015"/>
                    <a:pt x="116025" y="6008"/>
                  </a:cubicBezTo>
                  <a:cubicBezTo>
                    <a:pt x="116135" y="5853"/>
                    <a:pt x="116276" y="5770"/>
                    <a:pt x="116468" y="5764"/>
                  </a:cubicBezTo>
                  <a:cubicBezTo>
                    <a:pt x="116697" y="5758"/>
                    <a:pt x="116914" y="5777"/>
                    <a:pt x="117143" y="5740"/>
                  </a:cubicBezTo>
                  <a:cubicBezTo>
                    <a:pt x="117364" y="5703"/>
                    <a:pt x="117580" y="5639"/>
                    <a:pt x="117805" y="5636"/>
                  </a:cubicBezTo>
                  <a:cubicBezTo>
                    <a:pt x="117904" y="5634"/>
                    <a:pt x="117987" y="5632"/>
                    <a:pt x="118082" y="5591"/>
                  </a:cubicBezTo>
                  <a:cubicBezTo>
                    <a:pt x="118177" y="5552"/>
                    <a:pt x="118268" y="5502"/>
                    <a:pt x="118367" y="5465"/>
                  </a:cubicBezTo>
                  <a:cubicBezTo>
                    <a:pt x="118571" y="5385"/>
                    <a:pt x="118748" y="5266"/>
                    <a:pt x="118917" y="5124"/>
                  </a:cubicBezTo>
                  <a:cubicBezTo>
                    <a:pt x="119081" y="4988"/>
                    <a:pt x="119276" y="4894"/>
                    <a:pt x="119458" y="4786"/>
                  </a:cubicBezTo>
                  <a:cubicBezTo>
                    <a:pt x="119642" y="4676"/>
                    <a:pt x="119849" y="4581"/>
                    <a:pt x="120063" y="4553"/>
                  </a:cubicBezTo>
                  <a:cubicBezTo>
                    <a:pt x="120260" y="4527"/>
                    <a:pt x="120451" y="4568"/>
                    <a:pt x="120649" y="4561"/>
                  </a:cubicBezTo>
                  <a:cubicBezTo>
                    <a:pt x="120745" y="4557"/>
                    <a:pt x="120844" y="4540"/>
                    <a:pt x="120933" y="4507"/>
                  </a:cubicBezTo>
                  <a:cubicBezTo>
                    <a:pt x="121024" y="4471"/>
                    <a:pt x="121084" y="4408"/>
                    <a:pt x="121164" y="4360"/>
                  </a:cubicBezTo>
                  <a:cubicBezTo>
                    <a:pt x="121342" y="4250"/>
                    <a:pt x="121578" y="4265"/>
                    <a:pt x="121779" y="4278"/>
                  </a:cubicBezTo>
                  <a:cubicBezTo>
                    <a:pt x="122006" y="4293"/>
                    <a:pt x="122229" y="4302"/>
                    <a:pt x="122451" y="4362"/>
                  </a:cubicBezTo>
                  <a:cubicBezTo>
                    <a:pt x="122659" y="4418"/>
                    <a:pt x="122858" y="4509"/>
                    <a:pt x="123066" y="4568"/>
                  </a:cubicBezTo>
                  <a:cubicBezTo>
                    <a:pt x="123301" y="4633"/>
                    <a:pt x="123514" y="4607"/>
                    <a:pt x="123749" y="4555"/>
                  </a:cubicBezTo>
                  <a:cubicBezTo>
                    <a:pt x="123972" y="4507"/>
                    <a:pt x="124182" y="4486"/>
                    <a:pt x="124411" y="4481"/>
                  </a:cubicBezTo>
                  <a:cubicBezTo>
                    <a:pt x="124632" y="4473"/>
                    <a:pt x="124837" y="4388"/>
                    <a:pt x="125060" y="4377"/>
                  </a:cubicBezTo>
                  <a:cubicBezTo>
                    <a:pt x="125274" y="4365"/>
                    <a:pt x="125516" y="4373"/>
                    <a:pt x="125729" y="4408"/>
                  </a:cubicBezTo>
                  <a:cubicBezTo>
                    <a:pt x="125834" y="4427"/>
                    <a:pt x="125932" y="4468"/>
                    <a:pt x="126038" y="4486"/>
                  </a:cubicBezTo>
                  <a:cubicBezTo>
                    <a:pt x="126142" y="4503"/>
                    <a:pt x="126246" y="4511"/>
                    <a:pt x="126349" y="4550"/>
                  </a:cubicBezTo>
                  <a:cubicBezTo>
                    <a:pt x="126516" y="4613"/>
                    <a:pt x="126650" y="4730"/>
                    <a:pt x="126775" y="4856"/>
                  </a:cubicBezTo>
                  <a:cubicBezTo>
                    <a:pt x="126925" y="5011"/>
                    <a:pt x="127108" y="5122"/>
                    <a:pt x="127267" y="5266"/>
                  </a:cubicBezTo>
                  <a:cubicBezTo>
                    <a:pt x="127347" y="5336"/>
                    <a:pt x="127424" y="5385"/>
                    <a:pt x="127520" y="5435"/>
                  </a:cubicBezTo>
                  <a:cubicBezTo>
                    <a:pt x="127612" y="5483"/>
                    <a:pt x="127684" y="5552"/>
                    <a:pt x="127766" y="5613"/>
                  </a:cubicBezTo>
                  <a:cubicBezTo>
                    <a:pt x="127848" y="5677"/>
                    <a:pt x="127946" y="5703"/>
                    <a:pt x="128036" y="5753"/>
                  </a:cubicBezTo>
                  <a:cubicBezTo>
                    <a:pt x="128125" y="5803"/>
                    <a:pt x="128199" y="5874"/>
                    <a:pt x="128281" y="5933"/>
                  </a:cubicBezTo>
                  <a:cubicBezTo>
                    <a:pt x="128460" y="6060"/>
                    <a:pt x="128655" y="6156"/>
                    <a:pt x="128828" y="6292"/>
                  </a:cubicBezTo>
                  <a:cubicBezTo>
                    <a:pt x="129004" y="6428"/>
                    <a:pt x="129176" y="6564"/>
                    <a:pt x="129371" y="6672"/>
                  </a:cubicBezTo>
                  <a:cubicBezTo>
                    <a:pt x="129572" y="6781"/>
                    <a:pt x="129782" y="6872"/>
                    <a:pt x="129979" y="6988"/>
                  </a:cubicBezTo>
                  <a:cubicBezTo>
                    <a:pt x="130163" y="7094"/>
                    <a:pt x="130314" y="7244"/>
                    <a:pt x="130489" y="7365"/>
                  </a:cubicBezTo>
                  <a:cubicBezTo>
                    <a:pt x="130665" y="7486"/>
                    <a:pt x="130848" y="7607"/>
                    <a:pt x="131028" y="7720"/>
                  </a:cubicBezTo>
                  <a:cubicBezTo>
                    <a:pt x="131402" y="7955"/>
                    <a:pt x="131829" y="8091"/>
                    <a:pt x="132216" y="8297"/>
                  </a:cubicBezTo>
                  <a:cubicBezTo>
                    <a:pt x="132410" y="8399"/>
                    <a:pt x="132594" y="8516"/>
                    <a:pt x="132759" y="8660"/>
                  </a:cubicBezTo>
                  <a:cubicBezTo>
                    <a:pt x="132932" y="8808"/>
                    <a:pt x="133089" y="8976"/>
                    <a:pt x="133265" y="9121"/>
                  </a:cubicBezTo>
                  <a:cubicBezTo>
                    <a:pt x="133622" y="9418"/>
                    <a:pt x="134031" y="9636"/>
                    <a:pt x="134407" y="9908"/>
                  </a:cubicBezTo>
                  <a:cubicBezTo>
                    <a:pt x="134604" y="10047"/>
                    <a:pt x="134796" y="10198"/>
                    <a:pt x="134985" y="10348"/>
                  </a:cubicBezTo>
                  <a:cubicBezTo>
                    <a:pt x="135136" y="10469"/>
                    <a:pt x="135281" y="10625"/>
                    <a:pt x="135480" y="10648"/>
                  </a:cubicBezTo>
                  <a:cubicBezTo>
                    <a:pt x="135698" y="10674"/>
                    <a:pt x="135917" y="10618"/>
                    <a:pt x="136129" y="10573"/>
                  </a:cubicBezTo>
                  <a:cubicBezTo>
                    <a:pt x="136362" y="10521"/>
                    <a:pt x="136596" y="10488"/>
                    <a:pt x="136830" y="10449"/>
                  </a:cubicBezTo>
                  <a:cubicBezTo>
                    <a:pt x="137067" y="10410"/>
                    <a:pt x="137279" y="10404"/>
                    <a:pt x="137515" y="10430"/>
                  </a:cubicBezTo>
                  <a:cubicBezTo>
                    <a:pt x="137745" y="10456"/>
                    <a:pt x="137980" y="10458"/>
                    <a:pt x="138210" y="10492"/>
                  </a:cubicBezTo>
                  <a:cubicBezTo>
                    <a:pt x="138433" y="10523"/>
                    <a:pt x="138653" y="10594"/>
                    <a:pt x="138865" y="10666"/>
                  </a:cubicBezTo>
                  <a:cubicBezTo>
                    <a:pt x="138956" y="10694"/>
                    <a:pt x="139040" y="10730"/>
                    <a:pt x="139110" y="10795"/>
                  </a:cubicBezTo>
                  <a:cubicBezTo>
                    <a:pt x="139177" y="10852"/>
                    <a:pt x="139283" y="10862"/>
                    <a:pt x="139367" y="10897"/>
                  </a:cubicBezTo>
                  <a:cubicBezTo>
                    <a:pt x="139536" y="10964"/>
                    <a:pt x="139726" y="11046"/>
                    <a:pt x="139912" y="11038"/>
                  </a:cubicBezTo>
                  <a:cubicBezTo>
                    <a:pt x="139912" y="11036"/>
                    <a:pt x="139914" y="11036"/>
                    <a:pt x="139914" y="11036"/>
                  </a:cubicBezTo>
                  <a:cubicBezTo>
                    <a:pt x="139932" y="10988"/>
                    <a:pt x="140011" y="10994"/>
                    <a:pt x="140020" y="11040"/>
                  </a:cubicBezTo>
                  <a:cubicBezTo>
                    <a:pt x="140057" y="11029"/>
                    <a:pt x="140094" y="11018"/>
                    <a:pt x="140131" y="11005"/>
                  </a:cubicBezTo>
                  <a:cubicBezTo>
                    <a:pt x="140250" y="10964"/>
                    <a:pt x="140364" y="10910"/>
                    <a:pt x="140476" y="10856"/>
                  </a:cubicBezTo>
                  <a:cubicBezTo>
                    <a:pt x="140715" y="10739"/>
                    <a:pt x="140953" y="10635"/>
                    <a:pt x="141206" y="10551"/>
                  </a:cubicBezTo>
                  <a:cubicBezTo>
                    <a:pt x="141333" y="10508"/>
                    <a:pt x="141467" y="10477"/>
                    <a:pt x="141590" y="10426"/>
                  </a:cubicBezTo>
                  <a:cubicBezTo>
                    <a:pt x="141699" y="10382"/>
                    <a:pt x="141800" y="10317"/>
                    <a:pt x="141908" y="10267"/>
                  </a:cubicBezTo>
                  <a:cubicBezTo>
                    <a:pt x="142012" y="10218"/>
                    <a:pt x="142123" y="10187"/>
                    <a:pt x="142218" y="10121"/>
                  </a:cubicBezTo>
                  <a:cubicBezTo>
                    <a:pt x="142324" y="10051"/>
                    <a:pt x="142419" y="9963"/>
                    <a:pt x="142518" y="9883"/>
                  </a:cubicBezTo>
                  <a:cubicBezTo>
                    <a:pt x="142620" y="9800"/>
                    <a:pt x="142724" y="9716"/>
                    <a:pt x="142834" y="9642"/>
                  </a:cubicBezTo>
                  <a:cubicBezTo>
                    <a:pt x="142936" y="9569"/>
                    <a:pt x="143029" y="9485"/>
                    <a:pt x="143133" y="9415"/>
                  </a:cubicBezTo>
                  <a:cubicBezTo>
                    <a:pt x="143237" y="9344"/>
                    <a:pt x="143321" y="9253"/>
                    <a:pt x="143416" y="9169"/>
                  </a:cubicBezTo>
                  <a:cubicBezTo>
                    <a:pt x="143514" y="9084"/>
                    <a:pt x="143628" y="9011"/>
                    <a:pt x="143738" y="8939"/>
                  </a:cubicBezTo>
                  <a:cubicBezTo>
                    <a:pt x="143964" y="8784"/>
                    <a:pt x="144195" y="8636"/>
                    <a:pt x="144435" y="8503"/>
                  </a:cubicBezTo>
                  <a:cubicBezTo>
                    <a:pt x="144671" y="8371"/>
                    <a:pt x="144909" y="8232"/>
                    <a:pt x="145149" y="8107"/>
                  </a:cubicBezTo>
                  <a:cubicBezTo>
                    <a:pt x="145380" y="7988"/>
                    <a:pt x="145629" y="7899"/>
                    <a:pt x="145871" y="7806"/>
                  </a:cubicBezTo>
                  <a:cubicBezTo>
                    <a:pt x="146088" y="7724"/>
                    <a:pt x="146310" y="7644"/>
                    <a:pt x="146496" y="7501"/>
                  </a:cubicBezTo>
                  <a:cubicBezTo>
                    <a:pt x="146594" y="7425"/>
                    <a:pt x="146689" y="7347"/>
                    <a:pt x="146791" y="7278"/>
                  </a:cubicBezTo>
                  <a:cubicBezTo>
                    <a:pt x="146894" y="7209"/>
                    <a:pt x="147000" y="7159"/>
                    <a:pt x="147107" y="7103"/>
                  </a:cubicBezTo>
                  <a:cubicBezTo>
                    <a:pt x="147325" y="6995"/>
                    <a:pt x="147524" y="6856"/>
                    <a:pt x="147732" y="6733"/>
                  </a:cubicBezTo>
                  <a:cubicBezTo>
                    <a:pt x="147838" y="6672"/>
                    <a:pt x="147946" y="6614"/>
                    <a:pt x="148060" y="6567"/>
                  </a:cubicBezTo>
                  <a:cubicBezTo>
                    <a:pt x="148177" y="6519"/>
                    <a:pt x="148285" y="6502"/>
                    <a:pt x="148409" y="6489"/>
                  </a:cubicBezTo>
                  <a:cubicBezTo>
                    <a:pt x="148532" y="6476"/>
                    <a:pt x="148647" y="6434"/>
                    <a:pt x="148770" y="6426"/>
                  </a:cubicBezTo>
                  <a:cubicBezTo>
                    <a:pt x="148887" y="6419"/>
                    <a:pt x="149006" y="6411"/>
                    <a:pt x="149125" y="6409"/>
                  </a:cubicBezTo>
                  <a:cubicBezTo>
                    <a:pt x="149261" y="6406"/>
                    <a:pt x="149384" y="6447"/>
                    <a:pt x="149514" y="6480"/>
                  </a:cubicBezTo>
                  <a:cubicBezTo>
                    <a:pt x="149648" y="6515"/>
                    <a:pt x="149782" y="6538"/>
                    <a:pt x="149918" y="6562"/>
                  </a:cubicBezTo>
                  <a:cubicBezTo>
                    <a:pt x="150040" y="6584"/>
                    <a:pt x="150161" y="6601"/>
                    <a:pt x="150284" y="6616"/>
                  </a:cubicBezTo>
                  <a:cubicBezTo>
                    <a:pt x="150366" y="6538"/>
                    <a:pt x="150448" y="6458"/>
                    <a:pt x="150531" y="6383"/>
                  </a:cubicBezTo>
                  <a:cubicBezTo>
                    <a:pt x="150652" y="6275"/>
                    <a:pt x="150792" y="6195"/>
                    <a:pt x="150922" y="6099"/>
                  </a:cubicBezTo>
                  <a:cubicBezTo>
                    <a:pt x="151050" y="6004"/>
                    <a:pt x="151151" y="5889"/>
                    <a:pt x="151249" y="5764"/>
                  </a:cubicBezTo>
                  <a:cubicBezTo>
                    <a:pt x="151457" y="5498"/>
                    <a:pt x="151697" y="5258"/>
                    <a:pt x="151915" y="5002"/>
                  </a:cubicBezTo>
                  <a:cubicBezTo>
                    <a:pt x="152008" y="4888"/>
                    <a:pt x="152110" y="4756"/>
                    <a:pt x="152252" y="4704"/>
                  </a:cubicBezTo>
                  <a:cubicBezTo>
                    <a:pt x="152315" y="4680"/>
                    <a:pt x="152371" y="4659"/>
                    <a:pt x="152428" y="4624"/>
                  </a:cubicBezTo>
                  <a:cubicBezTo>
                    <a:pt x="152490" y="4585"/>
                    <a:pt x="152553" y="4551"/>
                    <a:pt x="152625" y="4542"/>
                  </a:cubicBezTo>
                  <a:cubicBezTo>
                    <a:pt x="152705" y="4535"/>
                    <a:pt x="152772" y="4559"/>
                    <a:pt x="152841" y="4590"/>
                  </a:cubicBezTo>
                  <a:cubicBezTo>
                    <a:pt x="152917" y="4626"/>
                    <a:pt x="152994" y="4628"/>
                    <a:pt x="153077" y="4631"/>
                  </a:cubicBezTo>
                  <a:cubicBezTo>
                    <a:pt x="153248" y="4635"/>
                    <a:pt x="153393" y="4657"/>
                    <a:pt x="153542" y="4741"/>
                  </a:cubicBezTo>
                  <a:cubicBezTo>
                    <a:pt x="153672" y="4814"/>
                    <a:pt x="153784" y="4914"/>
                    <a:pt x="153910" y="4992"/>
                  </a:cubicBezTo>
                  <a:cubicBezTo>
                    <a:pt x="154046" y="5078"/>
                    <a:pt x="154193" y="5147"/>
                    <a:pt x="154333" y="5230"/>
                  </a:cubicBezTo>
                  <a:cubicBezTo>
                    <a:pt x="154476" y="5314"/>
                    <a:pt x="154612" y="5407"/>
                    <a:pt x="154734" y="5517"/>
                  </a:cubicBezTo>
                  <a:cubicBezTo>
                    <a:pt x="154852" y="5621"/>
                    <a:pt x="154959" y="5732"/>
                    <a:pt x="155093" y="5812"/>
                  </a:cubicBezTo>
                  <a:cubicBezTo>
                    <a:pt x="155385" y="5985"/>
                    <a:pt x="155627" y="6236"/>
                    <a:pt x="155845" y="6495"/>
                  </a:cubicBezTo>
                  <a:cubicBezTo>
                    <a:pt x="155954" y="6627"/>
                    <a:pt x="156058" y="6763"/>
                    <a:pt x="156157" y="6902"/>
                  </a:cubicBezTo>
                  <a:cubicBezTo>
                    <a:pt x="156246" y="7029"/>
                    <a:pt x="156328" y="7146"/>
                    <a:pt x="156455" y="7237"/>
                  </a:cubicBezTo>
                  <a:cubicBezTo>
                    <a:pt x="156512" y="7280"/>
                    <a:pt x="156574" y="7311"/>
                    <a:pt x="156635" y="7347"/>
                  </a:cubicBezTo>
                  <a:cubicBezTo>
                    <a:pt x="156708" y="7391"/>
                    <a:pt x="156769" y="7451"/>
                    <a:pt x="156832" y="7505"/>
                  </a:cubicBezTo>
                  <a:cubicBezTo>
                    <a:pt x="156959" y="7613"/>
                    <a:pt x="157104" y="7691"/>
                    <a:pt x="157249" y="7767"/>
                  </a:cubicBezTo>
                  <a:cubicBezTo>
                    <a:pt x="157310" y="7800"/>
                    <a:pt x="157368" y="7836"/>
                    <a:pt x="157437" y="7849"/>
                  </a:cubicBezTo>
                  <a:cubicBezTo>
                    <a:pt x="157522" y="7867"/>
                    <a:pt x="157598" y="7888"/>
                    <a:pt x="157680" y="7923"/>
                  </a:cubicBezTo>
                  <a:cubicBezTo>
                    <a:pt x="157835" y="7992"/>
                    <a:pt x="157983" y="8074"/>
                    <a:pt x="158132" y="8152"/>
                  </a:cubicBezTo>
                  <a:cubicBezTo>
                    <a:pt x="158279" y="8230"/>
                    <a:pt x="158435" y="8290"/>
                    <a:pt x="158580" y="8370"/>
                  </a:cubicBezTo>
                  <a:cubicBezTo>
                    <a:pt x="158731" y="8453"/>
                    <a:pt x="158850" y="8583"/>
                    <a:pt x="158980" y="8691"/>
                  </a:cubicBezTo>
                  <a:cubicBezTo>
                    <a:pt x="159103" y="8792"/>
                    <a:pt x="159228" y="8890"/>
                    <a:pt x="159365" y="8970"/>
                  </a:cubicBezTo>
                  <a:cubicBezTo>
                    <a:pt x="159510" y="9052"/>
                    <a:pt x="159629" y="9154"/>
                    <a:pt x="159748" y="9268"/>
                  </a:cubicBezTo>
                  <a:cubicBezTo>
                    <a:pt x="159867" y="9381"/>
                    <a:pt x="159983" y="9491"/>
                    <a:pt x="160130" y="9564"/>
                  </a:cubicBezTo>
                  <a:cubicBezTo>
                    <a:pt x="160282" y="9642"/>
                    <a:pt x="160436" y="9714"/>
                    <a:pt x="160585" y="9800"/>
                  </a:cubicBezTo>
                  <a:cubicBezTo>
                    <a:pt x="160730" y="9882"/>
                    <a:pt x="160873" y="9969"/>
                    <a:pt x="161028" y="10034"/>
                  </a:cubicBezTo>
                  <a:cubicBezTo>
                    <a:pt x="161191" y="10103"/>
                    <a:pt x="161363" y="10134"/>
                    <a:pt x="161535" y="10168"/>
                  </a:cubicBezTo>
                  <a:cubicBezTo>
                    <a:pt x="161710" y="10201"/>
                    <a:pt x="161887" y="10235"/>
                    <a:pt x="162058" y="10285"/>
                  </a:cubicBezTo>
                  <a:cubicBezTo>
                    <a:pt x="162136" y="10309"/>
                    <a:pt x="162211" y="10341"/>
                    <a:pt x="162285" y="10369"/>
                  </a:cubicBezTo>
                  <a:cubicBezTo>
                    <a:pt x="162367" y="10400"/>
                    <a:pt x="162451" y="10412"/>
                    <a:pt x="162534" y="10434"/>
                  </a:cubicBezTo>
                  <a:cubicBezTo>
                    <a:pt x="162690" y="10473"/>
                    <a:pt x="162824" y="10547"/>
                    <a:pt x="162984" y="10568"/>
                  </a:cubicBezTo>
                  <a:cubicBezTo>
                    <a:pt x="163068" y="10579"/>
                    <a:pt x="163150" y="10585"/>
                    <a:pt x="163233" y="10594"/>
                  </a:cubicBezTo>
                  <a:cubicBezTo>
                    <a:pt x="163321" y="10603"/>
                    <a:pt x="163393" y="10618"/>
                    <a:pt x="163481" y="10599"/>
                  </a:cubicBezTo>
                  <a:cubicBezTo>
                    <a:pt x="163583" y="10577"/>
                    <a:pt x="163711" y="10553"/>
                    <a:pt x="163812" y="10583"/>
                  </a:cubicBezTo>
                  <a:cubicBezTo>
                    <a:pt x="163821" y="10585"/>
                    <a:pt x="163827" y="10588"/>
                    <a:pt x="163832" y="10594"/>
                  </a:cubicBezTo>
                  <a:cubicBezTo>
                    <a:pt x="163873" y="10585"/>
                    <a:pt x="163916" y="10577"/>
                    <a:pt x="163959" y="10570"/>
                  </a:cubicBezTo>
                  <a:cubicBezTo>
                    <a:pt x="164241" y="10514"/>
                    <a:pt x="164519" y="10467"/>
                    <a:pt x="164788" y="10360"/>
                  </a:cubicBezTo>
                  <a:cubicBezTo>
                    <a:pt x="165039" y="10259"/>
                    <a:pt x="165281" y="10161"/>
                    <a:pt x="165549" y="10120"/>
                  </a:cubicBezTo>
                  <a:cubicBezTo>
                    <a:pt x="165837" y="10077"/>
                    <a:pt x="166103" y="9980"/>
                    <a:pt x="166382" y="9906"/>
                  </a:cubicBezTo>
                  <a:cubicBezTo>
                    <a:pt x="166646" y="9839"/>
                    <a:pt x="166888" y="9703"/>
                    <a:pt x="167152" y="9629"/>
                  </a:cubicBezTo>
                  <a:cubicBezTo>
                    <a:pt x="167424" y="9552"/>
                    <a:pt x="167688" y="9452"/>
                    <a:pt x="167944" y="9335"/>
                  </a:cubicBezTo>
                  <a:cubicBezTo>
                    <a:pt x="168205" y="9218"/>
                    <a:pt x="168459" y="9087"/>
                    <a:pt x="168729" y="8991"/>
                  </a:cubicBezTo>
                  <a:cubicBezTo>
                    <a:pt x="169001" y="8890"/>
                    <a:pt x="169294" y="8831"/>
                    <a:pt x="169557" y="8712"/>
                  </a:cubicBezTo>
                  <a:cubicBezTo>
                    <a:pt x="169657" y="8667"/>
                    <a:pt x="169745" y="8600"/>
                    <a:pt x="169839" y="8546"/>
                  </a:cubicBezTo>
                  <a:cubicBezTo>
                    <a:pt x="169953" y="8481"/>
                    <a:pt x="170077" y="8446"/>
                    <a:pt x="170193" y="8384"/>
                  </a:cubicBezTo>
                  <a:cubicBezTo>
                    <a:pt x="170425" y="8265"/>
                    <a:pt x="170635" y="8113"/>
                    <a:pt x="170879" y="8012"/>
                  </a:cubicBezTo>
                  <a:cubicBezTo>
                    <a:pt x="171128" y="7912"/>
                    <a:pt x="171364" y="7774"/>
                    <a:pt x="171641" y="7780"/>
                  </a:cubicBezTo>
                  <a:cubicBezTo>
                    <a:pt x="171920" y="7787"/>
                    <a:pt x="172203" y="7825"/>
                    <a:pt x="172480" y="7849"/>
                  </a:cubicBezTo>
                  <a:cubicBezTo>
                    <a:pt x="172754" y="7871"/>
                    <a:pt x="172953" y="7827"/>
                    <a:pt x="173185" y="7678"/>
                  </a:cubicBezTo>
                  <a:cubicBezTo>
                    <a:pt x="173280" y="7616"/>
                    <a:pt x="173377" y="7562"/>
                    <a:pt x="173490" y="7551"/>
                  </a:cubicBezTo>
                  <a:cubicBezTo>
                    <a:pt x="173617" y="7538"/>
                    <a:pt x="173739" y="7572"/>
                    <a:pt x="173864" y="7579"/>
                  </a:cubicBezTo>
                  <a:cubicBezTo>
                    <a:pt x="173996" y="7587"/>
                    <a:pt x="174126" y="7583"/>
                    <a:pt x="174254" y="7614"/>
                  </a:cubicBezTo>
                  <a:cubicBezTo>
                    <a:pt x="174385" y="7646"/>
                    <a:pt x="174511" y="7704"/>
                    <a:pt x="174636" y="7754"/>
                  </a:cubicBezTo>
                  <a:cubicBezTo>
                    <a:pt x="174744" y="7800"/>
                    <a:pt x="174846" y="7854"/>
                    <a:pt x="174928" y="7942"/>
                  </a:cubicBezTo>
                  <a:cubicBezTo>
                    <a:pt x="175026" y="8050"/>
                    <a:pt x="175093" y="8185"/>
                    <a:pt x="175188" y="8295"/>
                  </a:cubicBezTo>
                  <a:cubicBezTo>
                    <a:pt x="175264" y="8384"/>
                    <a:pt x="175363" y="8427"/>
                    <a:pt x="175454" y="8494"/>
                  </a:cubicBezTo>
                  <a:cubicBezTo>
                    <a:pt x="175502" y="8529"/>
                    <a:pt x="175540" y="8580"/>
                    <a:pt x="175592" y="8609"/>
                  </a:cubicBezTo>
                  <a:cubicBezTo>
                    <a:pt x="175655" y="8641"/>
                    <a:pt x="175724" y="8656"/>
                    <a:pt x="175783" y="8697"/>
                  </a:cubicBezTo>
                  <a:cubicBezTo>
                    <a:pt x="175889" y="8768"/>
                    <a:pt x="175980" y="8861"/>
                    <a:pt x="176083" y="8933"/>
                  </a:cubicBezTo>
                  <a:cubicBezTo>
                    <a:pt x="176192" y="9011"/>
                    <a:pt x="176324" y="9047"/>
                    <a:pt x="176432" y="9125"/>
                  </a:cubicBezTo>
                  <a:cubicBezTo>
                    <a:pt x="176542" y="9203"/>
                    <a:pt x="176635" y="9299"/>
                    <a:pt x="176747" y="9374"/>
                  </a:cubicBezTo>
                  <a:cubicBezTo>
                    <a:pt x="176853" y="9446"/>
                    <a:pt x="176962" y="9504"/>
                    <a:pt x="177057" y="9590"/>
                  </a:cubicBezTo>
                  <a:cubicBezTo>
                    <a:pt x="177137" y="9660"/>
                    <a:pt x="177243" y="9785"/>
                    <a:pt x="177358" y="9789"/>
                  </a:cubicBezTo>
                  <a:cubicBezTo>
                    <a:pt x="177414" y="9790"/>
                    <a:pt x="177479" y="9770"/>
                    <a:pt x="177533" y="9763"/>
                  </a:cubicBezTo>
                  <a:cubicBezTo>
                    <a:pt x="177619" y="9751"/>
                    <a:pt x="177706" y="9740"/>
                    <a:pt x="177790" y="9727"/>
                  </a:cubicBezTo>
                  <a:cubicBezTo>
                    <a:pt x="177935" y="9707"/>
                    <a:pt x="178082" y="9690"/>
                    <a:pt x="178223" y="9658"/>
                  </a:cubicBezTo>
                  <a:cubicBezTo>
                    <a:pt x="178357" y="9629"/>
                    <a:pt x="178469" y="9549"/>
                    <a:pt x="178597" y="9502"/>
                  </a:cubicBezTo>
                  <a:cubicBezTo>
                    <a:pt x="178720" y="9456"/>
                    <a:pt x="178820" y="9405"/>
                    <a:pt x="178928" y="9331"/>
                  </a:cubicBezTo>
                  <a:cubicBezTo>
                    <a:pt x="179034" y="9259"/>
                    <a:pt x="179140" y="9180"/>
                    <a:pt x="179257" y="9126"/>
                  </a:cubicBezTo>
                  <a:cubicBezTo>
                    <a:pt x="179361" y="9076"/>
                    <a:pt x="179473" y="9054"/>
                    <a:pt x="179579" y="9009"/>
                  </a:cubicBezTo>
                  <a:cubicBezTo>
                    <a:pt x="179698" y="8959"/>
                    <a:pt x="179802" y="8894"/>
                    <a:pt x="179927" y="8859"/>
                  </a:cubicBezTo>
                  <a:cubicBezTo>
                    <a:pt x="180163" y="8792"/>
                    <a:pt x="180407" y="8734"/>
                    <a:pt x="180646" y="8686"/>
                  </a:cubicBezTo>
                  <a:cubicBezTo>
                    <a:pt x="180918" y="8630"/>
                    <a:pt x="181188" y="8658"/>
                    <a:pt x="181446" y="8546"/>
                  </a:cubicBezTo>
                  <a:cubicBezTo>
                    <a:pt x="181695" y="8440"/>
                    <a:pt x="181922" y="8303"/>
                    <a:pt x="182069" y="8074"/>
                  </a:cubicBezTo>
                  <a:cubicBezTo>
                    <a:pt x="182138" y="7968"/>
                    <a:pt x="182220" y="7879"/>
                    <a:pt x="182298" y="7782"/>
                  </a:cubicBezTo>
                  <a:cubicBezTo>
                    <a:pt x="182387" y="7674"/>
                    <a:pt x="182456" y="7553"/>
                    <a:pt x="182545" y="7445"/>
                  </a:cubicBezTo>
                  <a:cubicBezTo>
                    <a:pt x="182679" y="7285"/>
                    <a:pt x="182791" y="7042"/>
                    <a:pt x="182986" y="6947"/>
                  </a:cubicBezTo>
                  <a:cubicBezTo>
                    <a:pt x="183150" y="6869"/>
                    <a:pt x="183304" y="6956"/>
                    <a:pt x="183419" y="7071"/>
                  </a:cubicBezTo>
                  <a:cubicBezTo>
                    <a:pt x="183527" y="7179"/>
                    <a:pt x="183613" y="7369"/>
                    <a:pt x="183793" y="7300"/>
                  </a:cubicBezTo>
                  <a:cubicBezTo>
                    <a:pt x="183884" y="7265"/>
                    <a:pt x="183962" y="7192"/>
                    <a:pt x="184042" y="7138"/>
                  </a:cubicBezTo>
                  <a:cubicBezTo>
                    <a:pt x="184156" y="7064"/>
                    <a:pt x="184267" y="6991"/>
                    <a:pt x="184375" y="6910"/>
                  </a:cubicBezTo>
                  <a:cubicBezTo>
                    <a:pt x="184578" y="6753"/>
                    <a:pt x="184786" y="6606"/>
                    <a:pt x="184991" y="6456"/>
                  </a:cubicBezTo>
                  <a:cubicBezTo>
                    <a:pt x="185181" y="6315"/>
                    <a:pt x="185294" y="6108"/>
                    <a:pt x="185489" y="5974"/>
                  </a:cubicBezTo>
                  <a:cubicBezTo>
                    <a:pt x="185580" y="5913"/>
                    <a:pt x="185677" y="5861"/>
                    <a:pt x="185765" y="5790"/>
                  </a:cubicBezTo>
                  <a:cubicBezTo>
                    <a:pt x="185863" y="5708"/>
                    <a:pt x="185919" y="5593"/>
                    <a:pt x="186003" y="5498"/>
                  </a:cubicBezTo>
                  <a:cubicBezTo>
                    <a:pt x="186073" y="5418"/>
                    <a:pt x="186146" y="5355"/>
                    <a:pt x="186198" y="5258"/>
                  </a:cubicBezTo>
                  <a:cubicBezTo>
                    <a:pt x="186261" y="5137"/>
                    <a:pt x="186334" y="5020"/>
                    <a:pt x="186401" y="4901"/>
                  </a:cubicBezTo>
                  <a:cubicBezTo>
                    <a:pt x="186460" y="4795"/>
                    <a:pt x="186508" y="4682"/>
                    <a:pt x="186579" y="4583"/>
                  </a:cubicBezTo>
                  <a:cubicBezTo>
                    <a:pt x="186650" y="4486"/>
                    <a:pt x="186743" y="4406"/>
                    <a:pt x="186838" y="4334"/>
                  </a:cubicBezTo>
                  <a:cubicBezTo>
                    <a:pt x="187014" y="4198"/>
                    <a:pt x="187185" y="4036"/>
                    <a:pt x="187410" y="3984"/>
                  </a:cubicBezTo>
                  <a:cubicBezTo>
                    <a:pt x="187507" y="3960"/>
                    <a:pt x="187608" y="3958"/>
                    <a:pt x="187706" y="3949"/>
                  </a:cubicBezTo>
                  <a:cubicBezTo>
                    <a:pt x="187851" y="3934"/>
                    <a:pt x="187993" y="3889"/>
                    <a:pt x="188139" y="3880"/>
                  </a:cubicBezTo>
                  <a:cubicBezTo>
                    <a:pt x="188262" y="3871"/>
                    <a:pt x="188385" y="3893"/>
                    <a:pt x="188508" y="3906"/>
                  </a:cubicBezTo>
                  <a:cubicBezTo>
                    <a:pt x="188662" y="3921"/>
                    <a:pt x="188815" y="3936"/>
                    <a:pt x="188967" y="3949"/>
                  </a:cubicBezTo>
                  <a:cubicBezTo>
                    <a:pt x="189259" y="3975"/>
                    <a:pt x="189519" y="4081"/>
                    <a:pt x="189806" y="4126"/>
                  </a:cubicBezTo>
                  <a:cubicBezTo>
                    <a:pt x="190087" y="4170"/>
                    <a:pt x="190373" y="4185"/>
                    <a:pt x="190658" y="4219"/>
                  </a:cubicBezTo>
                  <a:cubicBezTo>
                    <a:pt x="190669" y="4220"/>
                    <a:pt x="190680" y="4224"/>
                    <a:pt x="190689" y="4232"/>
                  </a:cubicBezTo>
                  <a:cubicBezTo>
                    <a:pt x="190782" y="4142"/>
                    <a:pt x="190875" y="4051"/>
                    <a:pt x="190970" y="3964"/>
                  </a:cubicBezTo>
                  <a:cubicBezTo>
                    <a:pt x="191102" y="3841"/>
                    <a:pt x="191245" y="3739"/>
                    <a:pt x="191405" y="3651"/>
                  </a:cubicBezTo>
                  <a:cubicBezTo>
                    <a:pt x="191569" y="3562"/>
                    <a:pt x="191734" y="3478"/>
                    <a:pt x="191881" y="3363"/>
                  </a:cubicBezTo>
                  <a:cubicBezTo>
                    <a:pt x="192032" y="3248"/>
                    <a:pt x="192201" y="3158"/>
                    <a:pt x="192354" y="3045"/>
                  </a:cubicBezTo>
                  <a:cubicBezTo>
                    <a:pt x="192495" y="2941"/>
                    <a:pt x="192612" y="2807"/>
                    <a:pt x="192765" y="2718"/>
                  </a:cubicBezTo>
                  <a:cubicBezTo>
                    <a:pt x="192899" y="2638"/>
                    <a:pt x="193038" y="2602"/>
                    <a:pt x="193153" y="2493"/>
                  </a:cubicBezTo>
                  <a:cubicBezTo>
                    <a:pt x="193282" y="2374"/>
                    <a:pt x="193364" y="2210"/>
                    <a:pt x="193483" y="2082"/>
                  </a:cubicBezTo>
                  <a:cubicBezTo>
                    <a:pt x="193607" y="1948"/>
                    <a:pt x="193763" y="1847"/>
                    <a:pt x="193892" y="1717"/>
                  </a:cubicBezTo>
                  <a:cubicBezTo>
                    <a:pt x="194018" y="1587"/>
                    <a:pt x="194132" y="1442"/>
                    <a:pt x="194238" y="1291"/>
                  </a:cubicBezTo>
                  <a:cubicBezTo>
                    <a:pt x="194345" y="1139"/>
                    <a:pt x="194453" y="997"/>
                    <a:pt x="194598" y="877"/>
                  </a:cubicBezTo>
                  <a:cubicBezTo>
                    <a:pt x="194736" y="763"/>
                    <a:pt x="194883" y="644"/>
                    <a:pt x="195047" y="572"/>
                  </a:cubicBezTo>
                  <a:cubicBezTo>
                    <a:pt x="195233" y="492"/>
                    <a:pt x="195409" y="510"/>
                    <a:pt x="195605" y="532"/>
                  </a:cubicBezTo>
                  <a:cubicBezTo>
                    <a:pt x="195792" y="553"/>
                    <a:pt x="195991" y="534"/>
                    <a:pt x="196172" y="603"/>
                  </a:cubicBezTo>
                  <a:cubicBezTo>
                    <a:pt x="196263" y="638"/>
                    <a:pt x="196347" y="694"/>
                    <a:pt x="196425" y="750"/>
                  </a:cubicBezTo>
                  <a:cubicBezTo>
                    <a:pt x="196505" y="806"/>
                    <a:pt x="196583" y="843"/>
                    <a:pt x="196670" y="888"/>
                  </a:cubicBezTo>
                  <a:cubicBezTo>
                    <a:pt x="196745" y="925"/>
                    <a:pt x="196819" y="966"/>
                    <a:pt x="196884" y="1018"/>
                  </a:cubicBezTo>
                  <a:cubicBezTo>
                    <a:pt x="196971" y="1087"/>
                    <a:pt x="197051" y="1161"/>
                    <a:pt x="197144" y="1226"/>
                  </a:cubicBezTo>
                  <a:cubicBezTo>
                    <a:pt x="197288" y="1328"/>
                    <a:pt x="197468" y="1384"/>
                    <a:pt x="197600" y="1503"/>
                  </a:cubicBezTo>
                  <a:cubicBezTo>
                    <a:pt x="197608" y="1511"/>
                    <a:pt x="197647" y="1550"/>
                    <a:pt x="197665" y="1580"/>
                  </a:cubicBezTo>
                  <a:cubicBezTo>
                    <a:pt x="197687" y="1583"/>
                    <a:pt x="197717" y="1596"/>
                    <a:pt x="197734" y="1606"/>
                  </a:cubicBezTo>
                  <a:cubicBezTo>
                    <a:pt x="197810" y="1648"/>
                    <a:pt x="197873" y="1728"/>
                    <a:pt x="197959" y="1749"/>
                  </a:cubicBezTo>
                  <a:cubicBezTo>
                    <a:pt x="197968" y="1747"/>
                    <a:pt x="197976" y="1743"/>
                    <a:pt x="197985" y="1741"/>
                  </a:cubicBezTo>
                  <a:cubicBezTo>
                    <a:pt x="198005" y="1719"/>
                    <a:pt x="198039" y="1713"/>
                    <a:pt x="198065" y="1721"/>
                  </a:cubicBezTo>
                  <a:cubicBezTo>
                    <a:pt x="198234" y="1680"/>
                    <a:pt x="198407" y="1648"/>
                    <a:pt x="198573" y="1587"/>
                  </a:cubicBezTo>
                  <a:cubicBezTo>
                    <a:pt x="198794" y="1505"/>
                    <a:pt x="198971" y="1373"/>
                    <a:pt x="199153" y="1226"/>
                  </a:cubicBezTo>
                  <a:cubicBezTo>
                    <a:pt x="199339" y="1079"/>
                    <a:pt x="199529" y="964"/>
                    <a:pt x="199748" y="873"/>
                  </a:cubicBezTo>
                  <a:cubicBezTo>
                    <a:pt x="199862" y="826"/>
                    <a:pt x="199975" y="774"/>
                    <a:pt x="200096" y="750"/>
                  </a:cubicBezTo>
                  <a:cubicBezTo>
                    <a:pt x="200219" y="728"/>
                    <a:pt x="200328" y="717"/>
                    <a:pt x="200442" y="665"/>
                  </a:cubicBezTo>
                  <a:cubicBezTo>
                    <a:pt x="200553" y="616"/>
                    <a:pt x="200661" y="568"/>
                    <a:pt x="200775" y="523"/>
                  </a:cubicBezTo>
                  <a:cubicBezTo>
                    <a:pt x="200897" y="475"/>
                    <a:pt x="201009" y="410"/>
                    <a:pt x="201137" y="378"/>
                  </a:cubicBezTo>
                  <a:cubicBezTo>
                    <a:pt x="201381" y="317"/>
                    <a:pt x="201604" y="185"/>
                    <a:pt x="201846" y="108"/>
                  </a:cubicBezTo>
                  <a:cubicBezTo>
                    <a:pt x="201943" y="77"/>
                    <a:pt x="202039" y="84"/>
                    <a:pt x="202138" y="69"/>
                  </a:cubicBezTo>
                  <a:cubicBezTo>
                    <a:pt x="202259" y="49"/>
                    <a:pt x="202374" y="1"/>
                    <a:pt x="202499" y="10"/>
                  </a:cubicBezTo>
                  <a:cubicBezTo>
                    <a:pt x="202592" y="17"/>
                    <a:pt x="202677" y="62"/>
                    <a:pt x="202772" y="69"/>
                  </a:cubicBezTo>
                  <a:cubicBezTo>
                    <a:pt x="202906" y="82"/>
                    <a:pt x="203014" y="110"/>
                    <a:pt x="203138" y="164"/>
                  </a:cubicBezTo>
                  <a:cubicBezTo>
                    <a:pt x="203248" y="211"/>
                    <a:pt x="203363" y="222"/>
                    <a:pt x="203479" y="248"/>
                  </a:cubicBezTo>
                  <a:cubicBezTo>
                    <a:pt x="203600" y="276"/>
                    <a:pt x="203721" y="294"/>
                    <a:pt x="203841" y="317"/>
                  </a:cubicBezTo>
                  <a:cubicBezTo>
                    <a:pt x="204091" y="360"/>
                    <a:pt x="204334" y="428"/>
                    <a:pt x="204582" y="479"/>
                  </a:cubicBezTo>
                  <a:cubicBezTo>
                    <a:pt x="204844" y="532"/>
                    <a:pt x="205104" y="590"/>
                    <a:pt x="205361" y="665"/>
                  </a:cubicBezTo>
                  <a:cubicBezTo>
                    <a:pt x="205604" y="737"/>
                    <a:pt x="205839" y="830"/>
                    <a:pt x="206077" y="925"/>
                  </a:cubicBezTo>
                  <a:cubicBezTo>
                    <a:pt x="206307" y="1014"/>
                    <a:pt x="206547" y="1081"/>
                    <a:pt x="206774" y="1187"/>
                  </a:cubicBezTo>
                  <a:cubicBezTo>
                    <a:pt x="206878" y="1237"/>
                    <a:pt x="206979" y="1295"/>
                    <a:pt x="207087" y="1341"/>
                  </a:cubicBezTo>
                  <a:cubicBezTo>
                    <a:pt x="207196" y="1388"/>
                    <a:pt x="207317" y="1414"/>
                    <a:pt x="207427" y="1466"/>
                  </a:cubicBezTo>
                  <a:cubicBezTo>
                    <a:pt x="207520" y="1511"/>
                    <a:pt x="207619" y="1540"/>
                    <a:pt x="207712" y="1587"/>
                  </a:cubicBezTo>
                  <a:cubicBezTo>
                    <a:pt x="207818" y="1643"/>
                    <a:pt x="207916" y="1708"/>
                    <a:pt x="208017" y="1773"/>
                  </a:cubicBezTo>
                  <a:cubicBezTo>
                    <a:pt x="208139" y="1853"/>
                    <a:pt x="208268" y="1922"/>
                    <a:pt x="208405" y="1976"/>
                  </a:cubicBezTo>
                  <a:cubicBezTo>
                    <a:pt x="208530" y="2024"/>
                    <a:pt x="208658" y="2061"/>
                    <a:pt x="208781" y="2119"/>
                  </a:cubicBezTo>
                  <a:cubicBezTo>
                    <a:pt x="209026" y="2234"/>
                    <a:pt x="209283" y="2338"/>
                    <a:pt x="209514" y="2482"/>
                  </a:cubicBezTo>
                  <a:cubicBezTo>
                    <a:pt x="209633" y="2558"/>
                    <a:pt x="209754" y="2615"/>
                    <a:pt x="209884" y="2671"/>
                  </a:cubicBezTo>
                  <a:cubicBezTo>
                    <a:pt x="210001" y="2721"/>
                    <a:pt x="210103" y="2792"/>
                    <a:pt x="210215" y="2852"/>
                  </a:cubicBezTo>
                  <a:cubicBezTo>
                    <a:pt x="210334" y="2913"/>
                    <a:pt x="210460" y="2956"/>
                    <a:pt x="210579" y="3019"/>
                  </a:cubicBezTo>
                  <a:cubicBezTo>
                    <a:pt x="210622" y="3041"/>
                    <a:pt x="210674" y="3075"/>
                    <a:pt x="210724" y="3080"/>
                  </a:cubicBezTo>
                  <a:cubicBezTo>
                    <a:pt x="210780" y="3088"/>
                    <a:pt x="210834" y="3062"/>
                    <a:pt x="210883" y="3041"/>
                  </a:cubicBezTo>
                  <a:cubicBezTo>
                    <a:pt x="210903" y="3034"/>
                    <a:pt x="210923" y="3038"/>
                    <a:pt x="210938" y="3049"/>
                  </a:cubicBezTo>
                  <a:cubicBezTo>
                    <a:pt x="211037" y="2980"/>
                    <a:pt x="211132" y="2898"/>
                    <a:pt x="211232" y="2839"/>
                  </a:cubicBezTo>
                  <a:cubicBezTo>
                    <a:pt x="211478" y="2695"/>
                    <a:pt x="211742" y="2588"/>
                    <a:pt x="211997" y="2461"/>
                  </a:cubicBezTo>
                  <a:cubicBezTo>
                    <a:pt x="212123" y="2398"/>
                    <a:pt x="212244" y="2322"/>
                    <a:pt x="212368" y="2253"/>
                  </a:cubicBezTo>
                  <a:cubicBezTo>
                    <a:pt x="212480" y="2190"/>
                    <a:pt x="212608" y="2162"/>
                    <a:pt x="212716" y="2097"/>
                  </a:cubicBezTo>
                  <a:cubicBezTo>
                    <a:pt x="212820" y="2035"/>
                    <a:pt x="212902" y="1940"/>
                    <a:pt x="213005" y="1875"/>
                  </a:cubicBezTo>
                  <a:cubicBezTo>
                    <a:pt x="213112" y="1808"/>
                    <a:pt x="213200" y="1752"/>
                    <a:pt x="213282" y="1654"/>
                  </a:cubicBezTo>
                  <a:cubicBezTo>
                    <a:pt x="213434" y="1470"/>
                    <a:pt x="213698" y="1301"/>
                    <a:pt x="213942" y="1288"/>
                  </a:cubicBezTo>
                  <a:cubicBezTo>
                    <a:pt x="214217" y="1275"/>
                    <a:pt x="214492" y="1340"/>
                    <a:pt x="214760" y="1405"/>
                  </a:cubicBezTo>
                  <a:cubicBezTo>
                    <a:pt x="214890" y="1436"/>
                    <a:pt x="215009" y="1501"/>
                    <a:pt x="215143" y="1513"/>
                  </a:cubicBezTo>
                  <a:cubicBezTo>
                    <a:pt x="215277" y="1526"/>
                    <a:pt x="215396" y="1544"/>
                    <a:pt x="215515" y="1607"/>
                  </a:cubicBezTo>
                  <a:cubicBezTo>
                    <a:pt x="215588" y="1646"/>
                    <a:pt x="215657" y="1691"/>
                    <a:pt x="215727" y="17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28">
            <a:extLst>
              <a:ext uri="{FF2B5EF4-FFF2-40B4-BE49-F238E27FC236}">
                <a16:creationId xmlns:a16="http://schemas.microsoft.com/office/drawing/2014/main" id="{82E76A30-5AA7-5B32-FD5F-6E93F09DB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Agenda</a:t>
            </a:r>
            <a:endParaRPr b="0" dirty="0"/>
          </a:p>
        </p:txBody>
      </p:sp>
      <p:sp>
        <p:nvSpPr>
          <p:cNvPr id="729" name="Google Shape;729;p28">
            <a:extLst>
              <a:ext uri="{FF2B5EF4-FFF2-40B4-BE49-F238E27FC236}">
                <a16:creationId xmlns:a16="http://schemas.microsoft.com/office/drawing/2014/main" id="{B44EC7FA-D8D4-CF37-85FB-1B7F0DD296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76594"/>
            <a:ext cx="2197500" cy="10102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¿Preguntas?</a:t>
            </a:r>
            <a:endParaRPr dirty="0"/>
          </a:p>
        </p:txBody>
      </p:sp>
      <p:sp>
        <p:nvSpPr>
          <p:cNvPr id="733" name="Google Shape;733;p28">
            <a:extLst>
              <a:ext uri="{FF2B5EF4-FFF2-40B4-BE49-F238E27FC236}">
                <a16:creationId xmlns:a16="http://schemas.microsoft.com/office/drawing/2014/main" id="{F41BDE1D-BDB8-A630-4638-E4EA6AE700CF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720000" y="1045013"/>
            <a:ext cx="733500" cy="73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741" name="Google Shape;741;p28">
            <a:extLst>
              <a:ext uri="{FF2B5EF4-FFF2-40B4-BE49-F238E27FC236}">
                <a16:creationId xmlns:a16="http://schemas.microsoft.com/office/drawing/2014/main" id="{D0B0307B-2764-5C8A-9E63-282EBC0D01E0}"/>
              </a:ext>
            </a:extLst>
          </p:cNvPr>
          <p:cNvSpPr/>
          <p:nvPr/>
        </p:nvSpPr>
        <p:spPr>
          <a:xfrm>
            <a:off x="7465588" y="864306"/>
            <a:ext cx="712288" cy="712288"/>
          </a:xfrm>
          <a:custGeom>
            <a:avLst/>
            <a:gdLst/>
            <a:ahLst/>
            <a:cxnLst/>
            <a:rect l="l" t="t" r="r" b="b"/>
            <a:pathLst>
              <a:path w="27576" h="27576" extrusionOk="0">
                <a:moveTo>
                  <a:pt x="13787" y="0"/>
                </a:moveTo>
                <a:cubicBezTo>
                  <a:pt x="10130" y="0"/>
                  <a:pt x="6623" y="1453"/>
                  <a:pt x="4038" y="4038"/>
                </a:cubicBezTo>
                <a:cubicBezTo>
                  <a:pt x="1453" y="6623"/>
                  <a:pt x="0" y="10131"/>
                  <a:pt x="0" y="13787"/>
                </a:cubicBezTo>
                <a:cubicBezTo>
                  <a:pt x="0" y="17445"/>
                  <a:pt x="1453" y="20951"/>
                  <a:pt x="4038" y="23538"/>
                </a:cubicBezTo>
                <a:cubicBezTo>
                  <a:pt x="6623" y="26123"/>
                  <a:pt x="10130" y="27575"/>
                  <a:pt x="13787" y="27575"/>
                </a:cubicBezTo>
                <a:cubicBezTo>
                  <a:pt x="17443" y="27575"/>
                  <a:pt x="20951" y="26123"/>
                  <a:pt x="23536" y="23538"/>
                </a:cubicBezTo>
                <a:cubicBezTo>
                  <a:pt x="26123" y="20951"/>
                  <a:pt x="27575" y="17445"/>
                  <a:pt x="27575" y="13787"/>
                </a:cubicBezTo>
                <a:cubicBezTo>
                  <a:pt x="27575" y="10131"/>
                  <a:pt x="26123" y="6623"/>
                  <a:pt x="23536" y="4038"/>
                </a:cubicBezTo>
                <a:cubicBezTo>
                  <a:pt x="20951" y="1453"/>
                  <a:pt x="17443" y="0"/>
                  <a:pt x="137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8">
            <a:extLst>
              <a:ext uri="{FF2B5EF4-FFF2-40B4-BE49-F238E27FC236}">
                <a16:creationId xmlns:a16="http://schemas.microsoft.com/office/drawing/2014/main" id="{99122732-F9FA-0E96-7E58-777B1D54CBAA}"/>
              </a:ext>
            </a:extLst>
          </p:cNvPr>
          <p:cNvSpPr/>
          <p:nvPr/>
        </p:nvSpPr>
        <p:spPr>
          <a:xfrm>
            <a:off x="6483350" y="1127625"/>
            <a:ext cx="1629300" cy="1297575"/>
          </a:xfrm>
          <a:custGeom>
            <a:avLst/>
            <a:gdLst/>
            <a:ahLst/>
            <a:cxnLst/>
            <a:rect l="l" t="t" r="r" b="b"/>
            <a:pathLst>
              <a:path w="65172" h="51903" extrusionOk="0">
                <a:moveTo>
                  <a:pt x="31227" y="0"/>
                </a:moveTo>
                <a:cubicBezTo>
                  <a:pt x="30680" y="0"/>
                  <a:pt x="30133" y="51"/>
                  <a:pt x="29595" y="133"/>
                </a:cubicBezTo>
                <a:cubicBezTo>
                  <a:pt x="29109" y="209"/>
                  <a:pt x="28317" y="334"/>
                  <a:pt x="27920" y="650"/>
                </a:cubicBezTo>
                <a:cubicBezTo>
                  <a:pt x="27964" y="699"/>
                  <a:pt x="28026" y="715"/>
                  <a:pt x="28095" y="715"/>
                </a:cubicBezTo>
                <a:cubicBezTo>
                  <a:pt x="28219" y="715"/>
                  <a:pt x="28364" y="663"/>
                  <a:pt x="28461" y="644"/>
                </a:cubicBezTo>
                <a:cubicBezTo>
                  <a:pt x="28802" y="581"/>
                  <a:pt x="29153" y="574"/>
                  <a:pt x="29505" y="574"/>
                </a:cubicBezTo>
                <a:cubicBezTo>
                  <a:pt x="29613" y="574"/>
                  <a:pt x="29721" y="574"/>
                  <a:pt x="29829" y="574"/>
                </a:cubicBezTo>
                <a:cubicBezTo>
                  <a:pt x="30479" y="574"/>
                  <a:pt x="31087" y="669"/>
                  <a:pt x="31718" y="798"/>
                </a:cubicBezTo>
                <a:cubicBezTo>
                  <a:pt x="32164" y="889"/>
                  <a:pt x="32740" y="889"/>
                  <a:pt x="33131" y="1138"/>
                </a:cubicBezTo>
                <a:cubicBezTo>
                  <a:pt x="32899" y="1254"/>
                  <a:pt x="32616" y="1374"/>
                  <a:pt x="32421" y="1550"/>
                </a:cubicBezTo>
                <a:cubicBezTo>
                  <a:pt x="32377" y="1548"/>
                  <a:pt x="32331" y="1547"/>
                  <a:pt x="32286" y="1547"/>
                </a:cubicBezTo>
                <a:cubicBezTo>
                  <a:pt x="31566" y="1547"/>
                  <a:pt x="30782" y="1786"/>
                  <a:pt x="30086" y="1894"/>
                </a:cubicBezTo>
                <a:cubicBezTo>
                  <a:pt x="29590" y="1972"/>
                  <a:pt x="28953" y="2018"/>
                  <a:pt x="28524" y="2312"/>
                </a:cubicBezTo>
                <a:cubicBezTo>
                  <a:pt x="28576" y="2374"/>
                  <a:pt x="28674" y="2390"/>
                  <a:pt x="28778" y="2390"/>
                </a:cubicBezTo>
                <a:cubicBezTo>
                  <a:pt x="28885" y="2390"/>
                  <a:pt x="29000" y="2373"/>
                  <a:pt x="29079" y="2373"/>
                </a:cubicBezTo>
                <a:cubicBezTo>
                  <a:pt x="29385" y="2373"/>
                  <a:pt x="29687" y="2356"/>
                  <a:pt x="29989" y="2356"/>
                </a:cubicBezTo>
                <a:cubicBezTo>
                  <a:pt x="30140" y="2356"/>
                  <a:pt x="30291" y="2360"/>
                  <a:pt x="30443" y="2373"/>
                </a:cubicBezTo>
                <a:cubicBezTo>
                  <a:pt x="30561" y="2383"/>
                  <a:pt x="30688" y="2385"/>
                  <a:pt x="30819" y="2385"/>
                </a:cubicBezTo>
                <a:cubicBezTo>
                  <a:pt x="30903" y="2385"/>
                  <a:pt x="30988" y="2384"/>
                  <a:pt x="31074" y="2384"/>
                </a:cubicBezTo>
                <a:cubicBezTo>
                  <a:pt x="31334" y="2384"/>
                  <a:pt x="31596" y="2391"/>
                  <a:pt x="31816" y="2451"/>
                </a:cubicBezTo>
                <a:lnTo>
                  <a:pt x="31799" y="2512"/>
                </a:lnTo>
                <a:cubicBezTo>
                  <a:pt x="31313" y="2945"/>
                  <a:pt x="30775" y="3194"/>
                  <a:pt x="30137" y="3262"/>
                </a:cubicBezTo>
                <a:cubicBezTo>
                  <a:pt x="29595" y="3319"/>
                  <a:pt x="29037" y="3304"/>
                  <a:pt x="28501" y="3405"/>
                </a:cubicBezTo>
                <a:cubicBezTo>
                  <a:pt x="27996" y="3502"/>
                  <a:pt x="27574" y="3771"/>
                  <a:pt x="27106" y="3950"/>
                </a:cubicBezTo>
                <a:cubicBezTo>
                  <a:pt x="27136" y="4000"/>
                  <a:pt x="27179" y="4018"/>
                  <a:pt x="27227" y="4018"/>
                </a:cubicBezTo>
                <a:cubicBezTo>
                  <a:pt x="27315" y="4018"/>
                  <a:pt x="27421" y="3958"/>
                  <a:pt x="27500" y="3935"/>
                </a:cubicBezTo>
                <a:cubicBezTo>
                  <a:pt x="27727" y="3866"/>
                  <a:pt x="27990" y="3829"/>
                  <a:pt x="28235" y="3829"/>
                </a:cubicBezTo>
                <a:cubicBezTo>
                  <a:pt x="28276" y="3829"/>
                  <a:pt x="28316" y="3830"/>
                  <a:pt x="28355" y="3832"/>
                </a:cubicBezTo>
                <a:cubicBezTo>
                  <a:pt x="28629" y="3844"/>
                  <a:pt x="29013" y="3926"/>
                  <a:pt x="29322" y="3926"/>
                </a:cubicBezTo>
                <a:cubicBezTo>
                  <a:pt x="29391" y="3926"/>
                  <a:pt x="29457" y="3922"/>
                  <a:pt x="29516" y="3912"/>
                </a:cubicBezTo>
                <a:lnTo>
                  <a:pt x="29521" y="3923"/>
                </a:lnTo>
                <a:cubicBezTo>
                  <a:pt x="29396" y="4136"/>
                  <a:pt x="29010" y="4279"/>
                  <a:pt x="28803" y="4402"/>
                </a:cubicBezTo>
                <a:cubicBezTo>
                  <a:pt x="28429" y="4626"/>
                  <a:pt x="28015" y="4744"/>
                  <a:pt x="27614" y="4900"/>
                </a:cubicBezTo>
                <a:cubicBezTo>
                  <a:pt x="27125" y="5094"/>
                  <a:pt x="26628" y="5276"/>
                  <a:pt x="26134" y="5468"/>
                </a:cubicBezTo>
                <a:cubicBezTo>
                  <a:pt x="25877" y="5567"/>
                  <a:pt x="25395" y="5747"/>
                  <a:pt x="25262" y="6017"/>
                </a:cubicBezTo>
                <a:cubicBezTo>
                  <a:pt x="25293" y="6020"/>
                  <a:pt x="25324" y="6022"/>
                  <a:pt x="25356" y="6022"/>
                </a:cubicBezTo>
                <a:cubicBezTo>
                  <a:pt x="25612" y="6022"/>
                  <a:pt x="25890" y="5917"/>
                  <a:pt x="26137" y="5877"/>
                </a:cubicBezTo>
                <a:cubicBezTo>
                  <a:pt x="26466" y="5829"/>
                  <a:pt x="26888" y="5770"/>
                  <a:pt x="27175" y="5630"/>
                </a:cubicBezTo>
                <a:lnTo>
                  <a:pt x="27175" y="5630"/>
                </a:lnTo>
                <a:cubicBezTo>
                  <a:pt x="26954" y="5749"/>
                  <a:pt x="26715" y="6008"/>
                  <a:pt x="26510" y="6173"/>
                </a:cubicBezTo>
                <a:cubicBezTo>
                  <a:pt x="26172" y="6445"/>
                  <a:pt x="25845" y="6730"/>
                  <a:pt x="25524" y="7026"/>
                </a:cubicBezTo>
                <a:cubicBezTo>
                  <a:pt x="24790" y="7701"/>
                  <a:pt x="24076" y="8481"/>
                  <a:pt x="23485" y="9285"/>
                </a:cubicBezTo>
                <a:cubicBezTo>
                  <a:pt x="22881" y="10108"/>
                  <a:pt x="22301" y="10938"/>
                  <a:pt x="21718" y="11774"/>
                </a:cubicBezTo>
                <a:lnTo>
                  <a:pt x="21661" y="11734"/>
                </a:lnTo>
                <a:cubicBezTo>
                  <a:pt x="20206" y="12420"/>
                  <a:pt x="18695" y="12872"/>
                  <a:pt x="17158" y="13340"/>
                </a:cubicBezTo>
                <a:cubicBezTo>
                  <a:pt x="16241" y="13617"/>
                  <a:pt x="15256" y="13845"/>
                  <a:pt x="14286" y="13845"/>
                </a:cubicBezTo>
                <a:cubicBezTo>
                  <a:pt x="13574" y="13845"/>
                  <a:pt x="12870" y="13722"/>
                  <a:pt x="12207" y="13404"/>
                </a:cubicBezTo>
                <a:cubicBezTo>
                  <a:pt x="10769" y="12713"/>
                  <a:pt x="10685" y="11147"/>
                  <a:pt x="10558" y="9732"/>
                </a:cubicBezTo>
                <a:cubicBezTo>
                  <a:pt x="10508" y="9146"/>
                  <a:pt x="10505" y="8476"/>
                  <a:pt x="10641" y="7906"/>
                </a:cubicBezTo>
                <a:cubicBezTo>
                  <a:pt x="10740" y="7465"/>
                  <a:pt x="10972" y="7049"/>
                  <a:pt x="11040" y="6599"/>
                </a:cubicBezTo>
                <a:cubicBezTo>
                  <a:pt x="11125" y="6029"/>
                  <a:pt x="10890" y="5834"/>
                  <a:pt x="10529" y="5834"/>
                </a:cubicBezTo>
                <a:cubicBezTo>
                  <a:pt x="9915" y="5834"/>
                  <a:pt x="8935" y="6399"/>
                  <a:pt x="8536" y="6654"/>
                </a:cubicBezTo>
                <a:cubicBezTo>
                  <a:pt x="8568" y="6716"/>
                  <a:pt x="8625" y="6738"/>
                  <a:pt x="8694" y="6738"/>
                </a:cubicBezTo>
                <a:cubicBezTo>
                  <a:pt x="8852" y="6738"/>
                  <a:pt x="9072" y="6619"/>
                  <a:pt x="9192" y="6587"/>
                </a:cubicBezTo>
                <a:cubicBezTo>
                  <a:pt x="9442" y="6525"/>
                  <a:pt x="9720" y="6473"/>
                  <a:pt x="9984" y="6473"/>
                </a:cubicBezTo>
                <a:cubicBezTo>
                  <a:pt x="10035" y="6473"/>
                  <a:pt x="10085" y="6475"/>
                  <a:pt x="10134" y="6479"/>
                </a:cubicBezTo>
                <a:cubicBezTo>
                  <a:pt x="10136" y="7049"/>
                  <a:pt x="9615" y="7440"/>
                  <a:pt x="9169" y="7763"/>
                </a:cubicBezTo>
                <a:lnTo>
                  <a:pt x="9159" y="7748"/>
                </a:lnTo>
                <a:cubicBezTo>
                  <a:pt x="8147" y="8375"/>
                  <a:pt x="7242" y="9270"/>
                  <a:pt x="6323" y="10032"/>
                </a:cubicBezTo>
                <a:cubicBezTo>
                  <a:pt x="5559" y="10674"/>
                  <a:pt x="4831" y="11371"/>
                  <a:pt x="4119" y="12069"/>
                </a:cubicBezTo>
                <a:cubicBezTo>
                  <a:pt x="3638" y="12538"/>
                  <a:pt x="3114" y="13017"/>
                  <a:pt x="2825" y="13632"/>
                </a:cubicBezTo>
                <a:cubicBezTo>
                  <a:pt x="2131" y="15122"/>
                  <a:pt x="1767" y="16796"/>
                  <a:pt x="1366" y="18388"/>
                </a:cubicBezTo>
                <a:cubicBezTo>
                  <a:pt x="967" y="19976"/>
                  <a:pt x="532" y="21534"/>
                  <a:pt x="353" y="23162"/>
                </a:cubicBezTo>
                <a:cubicBezTo>
                  <a:pt x="273" y="23909"/>
                  <a:pt x="68" y="24622"/>
                  <a:pt x="32" y="25383"/>
                </a:cubicBezTo>
                <a:cubicBezTo>
                  <a:pt x="13" y="25820"/>
                  <a:pt x="2" y="26261"/>
                  <a:pt x="2" y="26700"/>
                </a:cubicBezTo>
                <a:lnTo>
                  <a:pt x="0" y="26700"/>
                </a:lnTo>
                <a:cubicBezTo>
                  <a:pt x="32" y="26951"/>
                  <a:pt x="114" y="27190"/>
                  <a:pt x="317" y="27310"/>
                </a:cubicBezTo>
                <a:cubicBezTo>
                  <a:pt x="336" y="27019"/>
                  <a:pt x="298" y="26723"/>
                  <a:pt x="344" y="26428"/>
                </a:cubicBezTo>
                <a:cubicBezTo>
                  <a:pt x="412" y="26018"/>
                  <a:pt x="682" y="25731"/>
                  <a:pt x="847" y="25378"/>
                </a:cubicBezTo>
                <a:lnTo>
                  <a:pt x="874" y="25364"/>
                </a:lnTo>
                <a:cubicBezTo>
                  <a:pt x="1067" y="25716"/>
                  <a:pt x="1246" y="26071"/>
                  <a:pt x="1341" y="26470"/>
                </a:cubicBezTo>
                <a:cubicBezTo>
                  <a:pt x="1425" y="26837"/>
                  <a:pt x="1430" y="27232"/>
                  <a:pt x="1552" y="27587"/>
                </a:cubicBezTo>
                <a:cubicBezTo>
                  <a:pt x="1735" y="28125"/>
                  <a:pt x="2078" y="28575"/>
                  <a:pt x="2666" y="28575"/>
                </a:cubicBezTo>
                <a:cubicBezTo>
                  <a:pt x="2723" y="28575"/>
                  <a:pt x="2784" y="28571"/>
                  <a:pt x="2846" y="28562"/>
                </a:cubicBezTo>
                <a:cubicBezTo>
                  <a:pt x="2810" y="28439"/>
                  <a:pt x="2654" y="28319"/>
                  <a:pt x="2582" y="28195"/>
                </a:cubicBezTo>
                <a:cubicBezTo>
                  <a:pt x="2515" y="28081"/>
                  <a:pt x="2466" y="27969"/>
                  <a:pt x="2435" y="27836"/>
                </a:cubicBezTo>
                <a:cubicBezTo>
                  <a:pt x="2373" y="27589"/>
                  <a:pt x="2346" y="27363"/>
                  <a:pt x="2435" y="27122"/>
                </a:cubicBezTo>
                <a:cubicBezTo>
                  <a:pt x="2561" y="26776"/>
                  <a:pt x="2853" y="26461"/>
                  <a:pt x="3051" y="26153"/>
                </a:cubicBezTo>
                <a:cubicBezTo>
                  <a:pt x="3211" y="25900"/>
                  <a:pt x="3366" y="25644"/>
                  <a:pt x="3528" y="25393"/>
                </a:cubicBezTo>
                <a:cubicBezTo>
                  <a:pt x="3739" y="25064"/>
                  <a:pt x="4005" y="24741"/>
                  <a:pt x="4297" y="24479"/>
                </a:cubicBezTo>
                <a:cubicBezTo>
                  <a:pt x="4484" y="24314"/>
                  <a:pt x="4712" y="24164"/>
                  <a:pt x="4949" y="24082"/>
                </a:cubicBezTo>
                <a:cubicBezTo>
                  <a:pt x="5050" y="24046"/>
                  <a:pt x="5173" y="24042"/>
                  <a:pt x="5282" y="24019"/>
                </a:cubicBezTo>
                <a:cubicBezTo>
                  <a:pt x="5349" y="24032"/>
                  <a:pt x="5419" y="24036"/>
                  <a:pt x="5490" y="24036"/>
                </a:cubicBezTo>
                <a:cubicBezTo>
                  <a:pt x="5685" y="24036"/>
                  <a:pt x="5896" y="24002"/>
                  <a:pt x="6096" y="24002"/>
                </a:cubicBezTo>
                <a:cubicBezTo>
                  <a:pt x="6187" y="24002"/>
                  <a:pt x="6275" y="24009"/>
                  <a:pt x="6359" y="24029"/>
                </a:cubicBezTo>
                <a:cubicBezTo>
                  <a:pt x="6636" y="24095"/>
                  <a:pt x="6923" y="24211"/>
                  <a:pt x="7174" y="24352"/>
                </a:cubicBezTo>
                <a:cubicBezTo>
                  <a:pt x="7510" y="24546"/>
                  <a:pt x="7744" y="24671"/>
                  <a:pt x="7949" y="25011"/>
                </a:cubicBezTo>
                <a:cubicBezTo>
                  <a:pt x="8304" y="25592"/>
                  <a:pt x="8223" y="26715"/>
                  <a:pt x="9087" y="26854"/>
                </a:cubicBezTo>
                <a:cubicBezTo>
                  <a:pt x="9009" y="26626"/>
                  <a:pt x="8836" y="26411"/>
                  <a:pt x="8791" y="26162"/>
                </a:cubicBezTo>
                <a:cubicBezTo>
                  <a:pt x="8719" y="25752"/>
                  <a:pt x="8918" y="25378"/>
                  <a:pt x="9030" y="24996"/>
                </a:cubicBezTo>
                <a:cubicBezTo>
                  <a:pt x="9131" y="24658"/>
                  <a:pt x="9182" y="24380"/>
                  <a:pt x="9399" y="24086"/>
                </a:cubicBezTo>
                <a:cubicBezTo>
                  <a:pt x="10277" y="22894"/>
                  <a:pt x="11747" y="22587"/>
                  <a:pt x="13193" y="22587"/>
                </a:cubicBezTo>
                <a:cubicBezTo>
                  <a:pt x="13816" y="22587"/>
                  <a:pt x="14435" y="22644"/>
                  <a:pt x="15000" y="22712"/>
                </a:cubicBezTo>
                <a:cubicBezTo>
                  <a:pt x="15777" y="22807"/>
                  <a:pt x="16432" y="23090"/>
                  <a:pt x="17147" y="23394"/>
                </a:cubicBezTo>
                <a:cubicBezTo>
                  <a:pt x="17373" y="23491"/>
                  <a:pt x="17681" y="23584"/>
                  <a:pt x="17920" y="23729"/>
                </a:cubicBezTo>
                <a:cubicBezTo>
                  <a:pt x="18296" y="24648"/>
                  <a:pt x="18528" y="25832"/>
                  <a:pt x="19030" y="26784"/>
                </a:cubicBezTo>
                <a:cubicBezTo>
                  <a:pt x="19296" y="27287"/>
                  <a:pt x="19558" y="27732"/>
                  <a:pt x="19966" y="28138"/>
                </a:cubicBezTo>
                <a:cubicBezTo>
                  <a:pt x="20065" y="28239"/>
                  <a:pt x="20515" y="28686"/>
                  <a:pt x="20686" y="28686"/>
                </a:cubicBezTo>
                <a:cubicBezTo>
                  <a:pt x="20697" y="28686"/>
                  <a:pt x="20707" y="28684"/>
                  <a:pt x="20715" y="28680"/>
                </a:cubicBezTo>
                <a:lnTo>
                  <a:pt x="20728" y="28708"/>
                </a:lnTo>
                <a:cubicBezTo>
                  <a:pt x="19911" y="29083"/>
                  <a:pt x="19170" y="29744"/>
                  <a:pt x="18874" y="30610"/>
                </a:cubicBezTo>
                <a:cubicBezTo>
                  <a:pt x="18669" y="31211"/>
                  <a:pt x="18454" y="32491"/>
                  <a:pt x="19161" y="32875"/>
                </a:cubicBezTo>
                <a:cubicBezTo>
                  <a:pt x="19184" y="32797"/>
                  <a:pt x="19252" y="32700"/>
                  <a:pt x="19282" y="32617"/>
                </a:cubicBezTo>
                <a:cubicBezTo>
                  <a:pt x="19322" y="32630"/>
                  <a:pt x="19364" y="32647"/>
                  <a:pt x="19402" y="32672"/>
                </a:cubicBezTo>
                <a:cubicBezTo>
                  <a:pt x="19434" y="32698"/>
                  <a:pt x="19463" y="32723"/>
                  <a:pt x="19484" y="32755"/>
                </a:cubicBezTo>
                <a:cubicBezTo>
                  <a:pt x="19486" y="32761"/>
                  <a:pt x="19491" y="32765"/>
                  <a:pt x="19493" y="32765"/>
                </a:cubicBezTo>
                <a:cubicBezTo>
                  <a:pt x="19746" y="33021"/>
                  <a:pt x="20031" y="33249"/>
                  <a:pt x="20301" y="33479"/>
                </a:cubicBezTo>
                <a:cubicBezTo>
                  <a:pt x="20476" y="33631"/>
                  <a:pt x="20821" y="33983"/>
                  <a:pt x="21036" y="34062"/>
                </a:cubicBezTo>
                <a:lnTo>
                  <a:pt x="21034" y="34062"/>
                </a:lnTo>
                <a:lnTo>
                  <a:pt x="21028" y="34085"/>
                </a:lnTo>
                <a:cubicBezTo>
                  <a:pt x="20955" y="34071"/>
                  <a:pt x="20875" y="34066"/>
                  <a:pt x="20793" y="34066"/>
                </a:cubicBezTo>
                <a:cubicBezTo>
                  <a:pt x="20703" y="34066"/>
                  <a:pt x="20611" y="34072"/>
                  <a:pt x="20525" y="34076"/>
                </a:cubicBezTo>
                <a:cubicBezTo>
                  <a:pt x="20698" y="34319"/>
                  <a:pt x="21093" y="34518"/>
                  <a:pt x="21340" y="34708"/>
                </a:cubicBezTo>
                <a:cubicBezTo>
                  <a:pt x="21657" y="34948"/>
                  <a:pt x="21944" y="35185"/>
                  <a:pt x="22149" y="35531"/>
                </a:cubicBezTo>
                <a:cubicBezTo>
                  <a:pt x="22569" y="36242"/>
                  <a:pt x="22708" y="37254"/>
                  <a:pt x="22740" y="38075"/>
                </a:cubicBezTo>
                <a:cubicBezTo>
                  <a:pt x="22463" y="38307"/>
                  <a:pt x="22233" y="38810"/>
                  <a:pt x="22043" y="39118"/>
                </a:cubicBezTo>
                <a:cubicBezTo>
                  <a:pt x="21895" y="39356"/>
                  <a:pt x="21699" y="39635"/>
                  <a:pt x="21646" y="39905"/>
                </a:cubicBezTo>
                <a:cubicBezTo>
                  <a:pt x="21572" y="40296"/>
                  <a:pt x="21589" y="40978"/>
                  <a:pt x="22030" y="41081"/>
                </a:cubicBezTo>
                <a:cubicBezTo>
                  <a:pt x="21986" y="40948"/>
                  <a:pt x="21874" y="40779"/>
                  <a:pt x="21893" y="40648"/>
                </a:cubicBezTo>
                <a:cubicBezTo>
                  <a:pt x="21904" y="40562"/>
                  <a:pt x="22016" y="40536"/>
                  <a:pt x="22043" y="40465"/>
                </a:cubicBezTo>
                <a:cubicBezTo>
                  <a:pt x="22073" y="40370"/>
                  <a:pt x="22066" y="40287"/>
                  <a:pt x="22073" y="40188"/>
                </a:cubicBezTo>
                <a:cubicBezTo>
                  <a:pt x="22104" y="39711"/>
                  <a:pt x="22328" y="39502"/>
                  <a:pt x="22678" y="39202"/>
                </a:cubicBezTo>
                <a:lnTo>
                  <a:pt x="22681" y="39202"/>
                </a:lnTo>
                <a:cubicBezTo>
                  <a:pt x="22558" y="39648"/>
                  <a:pt x="21859" y="40832"/>
                  <a:pt x="22611" y="41081"/>
                </a:cubicBezTo>
                <a:cubicBezTo>
                  <a:pt x="22695" y="40921"/>
                  <a:pt x="22545" y="40809"/>
                  <a:pt x="22562" y="40636"/>
                </a:cubicBezTo>
                <a:cubicBezTo>
                  <a:pt x="22940" y="40539"/>
                  <a:pt x="22681" y="39629"/>
                  <a:pt x="23105" y="39388"/>
                </a:cubicBezTo>
                <a:lnTo>
                  <a:pt x="23105" y="39388"/>
                </a:lnTo>
                <a:cubicBezTo>
                  <a:pt x="23090" y="39817"/>
                  <a:pt x="22843" y="40895"/>
                  <a:pt x="23434" y="40990"/>
                </a:cubicBezTo>
                <a:cubicBezTo>
                  <a:pt x="23438" y="40893"/>
                  <a:pt x="23386" y="40775"/>
                  <a:pt x="23407" y="40691"/>
                </a:cubicBezTo>
                <a:cubicBezTo>
                  <a:pt x="23428" y="40608"/>
                  <a:pt x="23536" y="40591"/>
                  <a:pt x="23559" y="40496"/>
                </a:cubicBezTo>
                <a:cubicBezTo>
                  <a:pt x="23622" y="40258"/>
                  <a:pt x="23460" y="40085"/>
                  <a:pt x="23468" y="39842"/>
                </a:cubicBezTo>
                <a:cubicBezTo>
                  <a:pt x="23491" y="39285"/>
                  <a:pt x="24057" y="38981"/>
                  <a:pt x="24184" y="38491"/>
                </a:cubicBezTo>
                <a:cubicBezTo>
                  <a:pt x="24219" y="38495"/>
                  <a:pt x="24253" y="38497"/>
                  <a:pt x="24288" y="38497"/>
                </a:cubicBezTo>
                <a:cubicBezTo>
                  <a:pt x="24439" y="38497"/>
                  <a:pt x="24583" y="38462"/>
                  <a:pt x="24741" y="38462"/>
                </a:cubicBezTo>
                <a:cubicBezTo>
                  <a:pt x="24774" y="38462"/>
                  <a:pt x="24808" y="38464"/>
                  <a:pt x="24842" y="38468"/>
                </a:cubicBezTo>
                <a:cubicBezTo>
                  <a:pt x="25153" y="38503"/>
                  <a:pt x="25024" y="38774"/>
                  <a:pt x="25286" y="38873"/>
                </a:cubicBezTo>
                <a:cubicBezTo>
                  <a:pt x="25294" y="39012"/>
                  <a:pt x="25288" y="39154"/>
                  <a:pt x="25298" y="39291"/>
                </a:cubicBezTo>
                <a:cubicBezTo>
                  <a:pt x="25721" y="39126"/>
                  <a:pt x="25465" y="38256"/>
                  <a:pt x="25220" y="37995"/>
                </a:cubicBezTo>
                <a:cubicBezTo>
                  <a:pt x="24994" y="37754"/>
                  <a:pt x="24319" y="37701"/>
                  <a:pt x="23951" y="37610"/>
                </a:cubicBezTo>
                <a:lnTo>
                  <a:pt x="23954" y="37596"/>
                </a:lnTo>
                <a:cubicBezTo>
                  <a:pt x="23962" y="37351"/>
                  <a:pt x="23932" y="37072"/>
                  <a:pt x="23871" y="36840"/>
                </a:cubicBezTo>
                <a:lnTo>
                  <a:pt x="23871" y="36840"/>
                </a:lnTo>
                <a:cubicBezTo>
                  <a:pt x="24074" y="36937"/>
                  <a:pt x="24243" y="37083"/>
                  <a:pt x="24431" y="37190"/>
                </a:cubicBezTo>
                <a:cubicBezTo>
                  <a:pt x="24266" y="36880"/>
                  <a:pt x="24101" y="36481"/>
                  <a:pt x="24021" y="36137"/>
                </a:cubicBezTo>
                <a:cubicBezTo>
                  <a:pt x="23981" y="35957"/>
                  <a:pt x="24004" y="35791"/>
                  <a:pt x="23985" y="35607"/>
                </a:cubicBezTo>
                <a:cubicBezTo>
                  <a:pt x="23970" y="35461"/>
                  <a:pt x="23897" y="35292"/>
                  <a:pt x="23871" y="35168"/>
                </a:cubicBezTo>
                <a:lnTo>
                  <a:pt x="23871" y="35168"/>
                </a:lnTo>
                <a:cubicBezTo>
                  <a:pt x="24059" y="35284"/>
                  <a:pt x="24245" y="35417"/>
                  <a:pt x="24435" y="35525"/>
                </a:cubicBezTo>
                <a:cubicBezTo>
                  <a:pt x="24319" y="35265"/>
                  <a:pt x="24192" y="35005"/>
                  <a:pt x="23989" y="34786"/>
                </a:cubicBezTo>
                <a:cubicBezTo>
                  <a:pt x="23774" y="34553"/>
                  <a:pt x="23145" y="34195"/>
                  <a:pt x="23166" y="33859"/>
                </a:cubicBezTo>
                <a:lnTo>
                  <a:pt x="23168" y="33842"/>
                </a:lnTo>
                <a:cubicBezTo>
                  <a:pt x="23308" y="33867"/>
                  <a:pt x="23443" y="33924"/>
                  <a:pt x="23580" y="33952"/>
                </a:cubicBezTo>
                <a:cubicBezTo>
                  <a:pt x="23166" y="33394"/>
                  <a:pt x="21999" y="32997"/>
                  <a:pt x="22073" y="32218"/>
                </a:cubicBezTo>
                <a:lnTo>
                  <a:pt x="22075" y="32210"/>
                </a:lnTo>
                <a:cubicBezTo>
                  <a:pt x="22454" y="32356"/>
                  <a:pt x="22848" y="32406"/>
                  <a:pt x="23247" y="32406"/>
                </a:cubicBezTo>
                <a:cubicBezTo>
                  <a:pt x="24023" y="32406"/>
                  <a:pt x="24820" y="32216"/>
                  <a:pt x="25573" y="32166"/>
                </a:cubicBezTo>
                <a:cubicBezTo>
                  <a:pt x="26020" y="32436"/>
                  <a:pt x="27258" y="32548"/>
                  <a:pt x="27682" y="32624"/>
                </a:cubicBezTo>
                <a:cubicBezTo>
                  <a:pt x="28501" y="32765"/>
                  <a:pt x="29160" y="33173"/>
                  <a:pt x="29951" y="33337"/>
                </a:cubicBezTo>
                <a:cubicBezTo>
                  <a:pt x="30901" y="33536"/>
                  <a:pt x="31811" y="33882"/>
                  <a:pt x="32759" y="34104"/>
                </a:cubicBezTo>
                <a:cubicBezTo>
                  <a:pt x="33743" y="34336"/>
                  <a:pt x="34657" y="34663"/>
                  <a:pt x="35620" y="34944"/>
                </a:cubicBezTo>
                <a:cubicBezTo>
                  <a:pt x="36542" y="35214"/>
                  <a:pt x="37440" y="35294"/>
                  <a:pt x="38331" y="35677"/>
                </a:cubicBezTo>
                <a:cubicBezTo>
                  <a:pt x="39350" y="36114"/>
                  <a:pt x="40435" y="36464"/>
                  <a:pt x="41495" y="36785"/>
                </a:cubicBezTo>
                <a:cubicBezTo>
                  <a:pt x="44603" y="37724"/>
                  <a:pt x="47753" y="38299"/>
                  <a:pt x="50411" y="40300"/>
                </a:cubicBezTo>
                <a:cubicBezTo>
                  <a:pt x="51724" y="41288"/>
                  <a:pt x="53166" y="42631"/>
                  <a:pt x="53708" y="44233"/>
                </a:cubicBezTo>
                <a:cubicBezTo>
                  <a:pt x="54399" y="46279"/>
                  <a:pt x="52085" y="48179"/>
                  <a:pt x="50998" y="49452"/>
                </a:cubicBezTo>
                <a:lnTo>
                  <a:pt x="51004" y="49458"/>
                </a:lnTo>
                <a:cubicBezTo>
                  <a:pt x="50096" y="50315"/>
                  <a:pt x="49154" y="51113"/>
                  <a:pt x="48173" y="51903"/>
                </a:cubicBezTo>
                <a:cubicBezTo>
                  <a:pt x="49140" y="51711"/>
                  <a:pt x="49786" y="51158"/>
                  <a:pt x="50660" y="50754"/>
                </a:cubicBezTo>
                <a:lnTo>
                  <a:pt x="50660" y="50754"/>
                </a:lnTo>
                <a:cubicBezTo>
                  <a:pt x="50584" y="51039"/>
                  <a:pt x="50554" y="51337"/>
                  <a:pt x="50487" y="51618"/>
                </a:cubicBezTo>
                <a:cubicBezTo>
                  <a:pt x="51133" y="51052"/>
                  <a:pt x="51810" y="50476"/>
                  <a:pt x="52195" y="49676"/>
                </a:cubicBezTo>
                <a:lnTo>
                  <a:pt x="52195" y="49676"/>
                </a:lnTo>
                <a:cubicBezTo>
                  <a:pt x="52186" y="49984"/>
                  <a:pt x="52159" y="50343"/>
                  <a:pt x="52237" y="50611"/>
                </a:cubicBezTo>
                <a:cubicBezTo>
                  <a:pt x="52982" y="49705"/>
                  <a:pt x="53383" y="48428"/>
                  <a:pt x="54225" y="47683"/>
                </a:cubicBezTo>
                <a:cubicBezTo>
                  <a:pt x="54367" y="48071"/>
                  <a:pt x="54291" y="48500"/>
                  <a:pt x="54320" y="48907"/>
                </a:cubicBezTo>
                <a:cubicBezTo>
                  <a:pt x="54738" y="48318"/>
                  <a:pt x="55102" y="47210"/>
                  <a:pt x="55011" y="46420"/>
                </a:cubicBezTo>
                <a:lnTo>
                  <a:pt x="55011" y="46418"/>
                </a:lnTo>
                <a:cubicBezTo>
                  <a:pt x="55159" y="46095"/>
                  <a:pt x="55427" y="45719"/>
                  <a:pt x="55518" y="45390"/>
                </a:cubicBezTo>
                <a:cubicBezTo>
                  <a:pt x="55731" y="44600"/>
                  <a:pt x="55788" y="43910"/>
                  <a:pt x="55699" y="43099"/>
                </a:cubicBezTo>
                <a:cubicBezTo>
                  <a:pt x="55511" y="41356"/>
                  <a:pt x="54947" y="39582"/>
                  <a:pt x="53683" y="38339"/>
                </a:cubicBezTo>
                <a:cubicBezTo>
                  <a:pt x="51821" y="36504"/>
                  <a:pt x="49760" y="35102"/>
                  <a:pt x="47444" y="33874"/>
                </a:cubicBezTo>
                <a:cubicBezTo>
                  <a:pt x="46106" y="33162"/>
                  <a:pt x="44662" y="32582"/>
                  <a:pt x="43252" y="32054"/>
                </a:cubicBezTo>
                <a:cubicBezTo>
                  <a:pt x="42046" y="31600"/>
                  <a:pt x="40777" y="31382"/>
                  <a:pt x="39542" y="31028"/>
                </a:cubicBezTo>
                <a:cubicBezTo>
                  <a:pt x="38692" y="30783"/>
                  <a:pt x="37959" y="30375"/>
                  <a:pt x="37163" y="30004"/>
                </a:cubicBezTo>
                <a:cubicBezTo>
                  <a:pt x="36496" y="29694"/>
                  <a:pt x="35761" y="29170"/>
                  <a:pt x="35031" y="29050"/>
                </a:cubicBezTo>
                <a:cubicBezTo>
                  <a:pt x="35261" y="28857"/>
                  <a:pt x="35434" y="28541"/>
                  <a:pt x="35495" y="28271"/>
                </a:cubicBezTo>
                <a:cubicBezTo>
                  <a:pt x="35679" y="27479"/>
                  <a:pt x="35626" y="26415"/>
                  <a:pt x="35525" y="25613"/>
                </a:cubicBezTo>
                <a:cubicBezTo>
                  <a:pt x="35447" y="24973"/>
                  <a:pt x="35423" y="24409"/>
                  <a:pt x="34978" y="23898"/>
                </a:cubicBezTo>
                <a:cubicBezTo>
                  <a:pt x="34579" y="23436"/>
                  <a:pt x="33853" y="23197"/>
                  <a:pt x="33247" y="23197"/>
                </a:cubicBezTo>
                <a:cubicBezTo>
                  <a:pt x="32611" y="23202"/>
                  <a:pt x="31727" y="23736"/>
                  <a:pt x="31533" y="24380"/>
                </a:cubicBezTo>
                <a:cubicBezTo>
                  <a:pt x="31389" y="24021"/>
                  <a:pt x="31324" y="23603"/>
                  <a:pt x="31516" y="23261"/>
                </a:cubicBezTo>
                <a:cubicBezTo>
                  <a:pt x="31759" y="22815"/>
                  <a:pt x="32470" y="22482"/>
                  <a:pt x="32930" y="22334"/>
                </a:cubicBezTo>
                <a:cubicBezTo>
                  <a:pt x="33616" y="22117"/>
                  <a:pt x="34324" y="22021"/>
                  <a:pt x="35034" y="22021"/>
                </a:cubicBezTo>
                <a:cubicBezTo>
                  <a:pt x="35947" y="22021"/>
                  <a:pt x="36864" y="22179"/>
                  <a:pt x="37742" y="22442"/>
                </a:cubicBezTo>
                <a:cubicBezTo>
                  <a:pt x="38354" y="22625"/>
                  <a:pt x="38922" y="22921"/>
                  <a:pt x="39487" y="23197"/>
                </a:cubicBezTo>
                <a:cubicBezTo>
                  <a:pt x="39859" y="23381"/>
                  <a:pt x="40243" y="23607"/>
                  <a:pt x="40467" y="23966"/>
                </a:cubicBezTo>
                <a:cubicBezTo>
                  <a:pt x="40756" y="24424"/>
                  <a:pt x="40678" y="24888"/>
                  <a:pt x="40689" y="25385"/>
                </a:cubicBezTo>
                <a:lnTo>
                  <a:pt x="40720" y="25393"/>
                </a:lnTo>
                <a:cubicBezTo>
                  <a:pt x="40587" y="25832"/>
                  <a:pt x="40418" y="26295"/>
                  <a:pt x="40188" y="26584"/>
                </a:cubicBezTo>
                <a:cubicBezTo>
                  <a:pt x="39813" y="27055"/>
                  <a:pt x="39333" y="26843"/>
                  <a:pt x="38898" y="27084"/>
                </a:cubicBezTo>
                <a:cubicBezTo>
                  <a:pt x="39001" y="27228"/>
                  <a:pt x="39274" y="27275"/>
                  <a:pt x="39557" y="27275"/>
                </a:cubicBezTo>
                <a:cubicBezTo>
                  <a:pt x="39831" y="27275"/>
                  <a:pt x="40116" y="27230"/>
                  <a:pt x="40262" y="27185"/>
                </a:cubicBezTo>
                <a:cubicBezTo>
                  <a:pt x="40801" y="27023"/>
                  <a:pt x="41223" y="26489"/>
                  <a:pt x="41719" y="26206"/>
                </a:cubicBezTo>
                <a:cubicBezTo>
                  <a:pt x="42578" y="25718"/>
                  <a:pt x="43587" y="25277"/>
                  <a:pt x="44565" y="25127"/>
                </a:cubicBezTo>
                <a:cubicBezTo>
                  <a:pt x="44975" y="25065"/>
                  <a:pt x="45389" y="25033"/>
                  <a:pt x="45801" y="25033"/>
                </a:cubicBezTo>
                <a:cubicBezTo>
                  <a:pt x="46674" y="25033"/>
                  <a:pt x="47540" y="25179"/>
                  <a:pt x="48354" y="25509"/>
                </a:cubicBezTo>
                <a:cubicBezTo>
                  <a:pt x="49076" y="25803"/>
                  <a:pt x="49714" y="26229"/>
                  <a:pt x="50345" y="26662"/>
                </a:cubicBezTo>
                <a:lnTo>
                  <a:pt x="50381" y="26626"/>
                </a:lnTo>
                <a:cubicBezTo>
                  <a:pt x="50981" y="27190"/>
                  <a:pt x="51489" y="27895"/>
                  <a:pt x="51407" y="28739"/>
                </a:cubicBezTo>
                <a:cubicBezTo>
                  <a:pt x="51380" y="29039"/>
                  <a:pt x="51371" y="29328"/>
                  <a:pt x="51249" y="29607"/>
                </a:cubicBezTo>
                <a:cubicBezTo>
                  <a:pt x="51162" y="29801"/>
                  <a:pt x="50854" y="30071"/>
                  <a:pt x="50928" y="30268"/>
                </a:cubicBezTo>
                <a:cubicBezTo>
                  <a:pt x="50948" y="30273"/>
                  <a:pt x="50964" y="30273"/>
                  <a:pt x="50983" y="30273"/>
                </a:cubicBezTo>
                <a:lnTo>
                  <a:pt x="50983" y="30273"/>
                </a:lnTo>
                <a:cubicBezTo>
                  <a:pt x="50992" y="30273"/>
                  <a:pt x="51002" y="30273"/>
                  <a:pt x="51012" y="30274"/>
                </a:cubicBezTo>
                <a:lnTo>
                  <a:pt x="51048" y="30297"/>
                </a:lnTo>
                <a:cubicBezTo>
                  <a:pt x="51160" y="30109"/>
                  <a:pt x="51648" y="29947"/>
                  <a:pt x="51834" y="29744"/>
                </a:cubicBezTo>
                <a:cubicBezTo>
                  <a:pt x="52024" y="29533"/>
                  <a:pt x="52059" y="29286"/>
                  <a:pt x="52142" y="29022"/>
                </a:cubicBezTo>
                <a:cubicBezTo>
                  <a:pt x="52233" y="28731"/>
                  <a:pt x="52330" y="28433"/>
                  <a:pt x="52484" y="28171"/>
                </a:cubicBezTo>
                <a:cubicBezTo>
                  <a:pt x="52921" y="27401"/>
                  <a:pt x="53438" y="26879"/>
                  <a:pt x="54080" y="26297"/>
                </a:cubicBezTo>
                <a:cubicBezTo>
                  <a:pt x="54718" y="25715"/>
                  <a:pt x="55411" y="25487"/>
                  <a:pt x="56155" y="25487"/>
                </a:cubicBezTo>
                <a:cubicBezTo>
                  <a:pt x="56566" y="25487"/>
                  <a:pt x="56993" y="25557"/>
                  <a:pt x="57434" y="25674"/>
                </a:cubicBezTo>
                <a:cubicBezTo>
                  <a:pt x="57842" y="25782"/>
                  <a:pt x="58228" y="25980"/>
                  <a:pt x="58604" y="26172"/>
                </a:cubicBezTo>
                <a:cubicBezTo>
                  <a:pt x="58838" y="26299"/>
                  <a:pt x="59098" y="26603"/>
                  <a:pt x="59332" y="26660"/>
                </a:cubicBezTo>
                <a:cubicBezTo>
                  <a:pt x="59415" y="26778"/>
                  <a:pt x="59520" y="26888"/>
                  <a:pt x="59584" y="27014"/>
                </a:cubicBezTo>
                <a:cubicBezTo>
                  <a:pt x="59632" y="27112"/>
                  <a:pt x="59668" y="27196"/>
                  <a:pt x="59698" y="27299"/>
                </a:cubicBezTo>
                <a:cubicBezTo>
                  <a:pt x="59759" y="27513"/>
                  <a:pt x="59782" y="27745"/>
                  <a:pt x="59759" y="27973"/>
                </a:cubicBezTo>
                <a:cubicBezTo>
                  <a:pt x="59710" y="28484"/>
                  <a:pt x="59231" y="28534"/>
                  <a:pt x="58995" y="28910"/>
                </a:cubicBezTo>
                <a:cubicBezTo>
                  <a:pt x="59082" y="28999"/>
                  <a:pt x="59213" y="29033"/>
                  <a:pt x="59353" y="29033"/>
                </a:cubicBezTo>
                <a:cubicBezTo>
                  <a:pt x="59548" y="29033"/>
                  <a:pt x="59759" y="28967"/>
                  <a:pt x="59894" y="28891"/>
                </a:cubicBezTo>
                <a:cubicBezTo>
                  <a:pt x="60515" y="28553"/>
                  <a:pt x="60700" y="27711"/>
                  <a:pt x="60924" y="27099"/>
                </a:cubicBezTo>
                <a:cubicBezTo>
                  <a:pt x="61268" y="26168"/>
                  <a:pt x="61490" y="25277"/>
                  <a:pt x="62275" y="24650"/>
                </a:cubicBezTo>
                <a:lnTo>
                  <a:pt x="62280" y="24656"/>
                </a:lnTo>
                <a:cubicBezTo>
                  <a:pt x="62559" y="24468"/>
                  <a:pt x="62838" y="24349"/>
                  <a:pt x="63084" y="24349"/>
                </a:cubicBezTo>
                <a:cubicBezTo>
                  <a:pt x="63388" y="24349"/>
                  <a:pt x="63641" y="24530"/>
                  <a:pt x="63785" y="24990"/>
                </a:cubicBezTo>
                <a:cubicBezTo>
                  <a:pt x="63949" y="25526"/>
                  <a:pt x="63367" y="26170"/>
                  <a:pt x="63103" y="26592"/>
                </a:cubicBezTo>
                <a:cubicBezTo>
                  <a:pt x="63179" y="26633"/>
                  <a:pt x="63257" y="26651"/>
                  <a:pt x="63334" y="26651"/>
                </a:cubicBezTo>
                <a:cubicBezTo>
                  <a:pt x="63959" y="26651"/>
                  <a:pt x="64583" y="25452"/>
                  <a:pt x="64617" y="24990"/>
                </a:cubicBezTo>
                <a:lnTo>
                  <a:pt x="64631" y="24994"/>
                </a:lnTo>
                <a:cubicBezTo>
                  <a:pt x="64669" y="24589"/>
                  <a:pt x="64785" y="24156"/>
                  <a:pt x="64819" y="23761"/>
                </a:cubicBezTo>
                <a:cubicBezTo>
                  <a:pt x="64874" y="23062"/>
                  <a:pt x="64777" y="22387"/>
                  <a:pt x="64904" y="21680"/>
                </a:cubicBezTo>
                <a:cubicBezTo>
                  <a:pt x="65155" y="20324"/>
                  <a:pt x="65172" y="18631"/>
                  <a:pt x="64792" y="17290"/>
                </a:cubicBezTo>
                <a:cubicBezTo>
                  <a:pt x="64619" y="16682"/>
                  <a:pt x="63990" y="16467"/>
                  <a:pt x="63472" y="16195"/>
                </a:cubicBezTo>
                <a:cubicBezTo>
                  <a:pt x="62391" y="15625"/>
                  <a:pt x="61239" y="15145"/>
                  <a:pt x="60124" y="14645"/>
                </a:cubicBezTo>
                <a:cubicBezTo>
                  <a:pt x="58731" y="14018"/>
                  <a:pt x="57221" y="13628"/>
                  <a:pt x="55775" y="13148"/>
                </a:cubicBezTo>
                <a:cubicBezTo>
                  <a:pt x="55106" y="12925"/>
                  <a:pt x="54424" y="12705"/>
                  <a:pt x="53742" y="12511"/>
                </a:cubicBezTo>
                <a:cubicBezTo>
                  <a:pt x="52898" y="12270"/>
                  <a:pt x="52019" y="12198"/>
                  <a:pt x="51183" y="11920"/>
                </a:cubicBezTo>
                <a:cubicBezTo>
                  <a:pt x="50643" y="11738"/>
                  <a:pt x="50111" y="11546"/>
                  <a:pt x="49560" y="11394"/>
                </a:cubicBezTo>
                <a:cubicBezTo>
                  <a:pt x="49294" y="11320"/>
                  <a:pt x="49000" y="11312"/>
                  <a:pt x="48734" y="11252"/>
                </a:cubicBezTo>
                <a:cubicBezTo>
                  <a:pt x="48770" y="11005"/>
                  <a:pt x="49081" y="10549"/>
                  <a:pt x="49205" y="10340"/>
                </a:cubicBezTo>
                <a:cubicBezTo>
                  <a:pt x="49363" y="10068"/>
                  <a:pt x="49458" y="9977"/>
                  <a:pt x="49769" y="9958"/>
                </a:cubicBezTo>
                <a:cubicBezTo>
                  <a:pt x="49914" y="9950"/>
                  <a:pt x="50066" y="9944"/>
                  <a:pt x="50219" y="9944"/>
                </a:cubicBezTo>
                <a:cubicBezTo>
                  <a:pt x="50437" y="9944"/>
                  <a:pt x="50657" y="9956"/>
                  <a:pt x="50860" y="9988"/>
                </a:cubicBezTo>
                <a:cubicBezTo>
                  <a:pt x="51030" y="10015"/>
                  <a:pt x="51198" y="10108"/>
                  <a:pt x="51369" y="10108"/>
                </a:cubicBezTo>
                <a:cubicBezTo>
                  <a:pt x="51381" y="10108"/>
                  <a:pt x="51393" y="10107"/>
                  <a:pt x="51405" y="10106"/>
                </a:cubicBezTo>
                <a:cubicBezTo>
                  <a:pt x="51409" y="9798"/>
                  <a:pt x="50816" y="9604"/>
                  <a:pt x="50577" y="9492"/>
                </a:cubicBezTo>
                <a:cubicBezTo>
                  <a:pt x="50037" y="9238"/>
                  <a:pt x="49484" y="8979"/>
                  <a:pt x="48882" y="8924"/>
                </a:cubicBezTo>
                <a:cubicBezTo>
                  <a:pt x="48839" y="8920"/>
                  <a:pt x="48798" y="8918"/>
                  <a:pt x="48760" y="8918"/>
                </a:cubicBezTo>
                <a:cubicBezTo>
                  <a:pt x="48323" y="8918"/>
                  <a:pt x="48162" y="9155"/>
                  <a:pt x="47871" y="9502"/>
                </a:cubicBezTo>
                <a:cubicBezTo>
                  <a:pt x="47461" y="9986"/>
                  <a:pt x="47064" y="10554"/>
                  <a:pt x="46836" y="11149"/>
                </a:cubicBezTo>
                <a:lnTo>
                  <a:pt x="46822" y="11143"/>
                </a:lnTo>
                <a:cubicBezTo>
                  <a:pt x="44639" y="12876"/>
                  <a:pt x="41789" y="13811"/>
                  <a:pt x="39063" y="14299"/>
                </a:cubicBezTo>
                <a:cubicBezTo>
                  <a:pt x="38063" y="14478"/>
                  <a:pt x="37091" y="14548"/>
                  <a:pt x="36111" y="14548"/>
                </a:cubicBezTo>
                <a:cubicBezTo>
                  <a:pt x="35470" y="14548"/>
                  <a:pt x="34826" y="14518"/>
                  <a:pt x="34167" y="14468"/>
                </a:cubicBezTo>
                <a:cubicBezTo>
                  <a:pt x="33401" y="14411"/>
                  <a:pt x="32633" y="14345"/>
                  <a:pt x="31881" y="14206"/>
                </a:cubicBezTo>
                <a:cubicBezTo>
                  <a:pt x="31364" y="14115"/>
                  <a:pt x="30844" y="14107"/>
                  <a:pt x="30363" y="13875"/>
                </a:cubicBezTo>
                <a:cubicBezTo>
                  <a:pt x="29987" y="13695"/>
                  <a:pt x="29668" y="13509"/>
                  <a:pt x="29411" y="13229"/>
                </a:cubicBezTo>
                <a:cubicBezTo>
                  <a:pt x="29462" y="12654"/>
                  <a:pt x="29725" y="12053"/>
                  <a:pt x="29901" y="11535"/>
                </a:cubicBezTo>
                <a:cubicBezTo>
                  <a:pt x="30177" y="10708"/>
                  <a:pt x="30526" y="9937"/>
                  <a:pt x="30887" y="9150"/>
                </a:cubicBezTo>
                <a:cubicBezTo>
                  <a:pt x="31104" y="8685"/>
                  <a:pt x="31324" y="8250"/>
                  <a:pt x="31649" y="7854"/>
                </a:cubicBezTo>
                <a:cubicBezTo>
                  <a:pt x="31769" y="7706"/>
                  <a:pt x="31904" y="7473"/>
                  <a:pt x="32077" y="7357"/>
                </a:cubicBezTo>
                <a:lnTo>
                  <a:pt x="32077" y="7357"/>
                </a:lnTo>
                <a:cubicBezTo>
                  <a:pt x="32073" y="7568"/>
                  <a:pt x="32027" y="7788"/>
                  <a:pt x="32025" y="8001"/>
                </a:cubicBezTo>
                <a:cubicBezTo>
                  <a:pt x="32025" y="8267"/>
                  <a:pt x="32046" y="8525"/>
                  <a:pt x="32115" y="8780"/>
                </a:cubicBezTo>
                <a:cubicBezTo>
                  <a:pt x="32157" y="8937"/>
                  <a:pt x="32347" y="9617"/>
                  <a:pt x="32603" y="9617"/>
                </a:cubicBezTo>
                <a:cubicBezTo>
                  <a:pt x="32630" y="9617"/>
                  <a:pt x="32657" y="9609"/>
                  <a:pt x="32685" y="9593"/>
                </a:cubicBezTo>
                <a:lnTo>
                  <a:pt x="32687" y="9593"/>
                </a:lnTo>
                <a:cubicBezTo>
                  <a:pt x="32470" y="9285"/>
                  <a:pt x="32582" y="8563"/>
                  <a:pt x="32605" y="8263"/>
                </a:cubicBezTo>
                <a:cubicBezTo>
                  <a:pt x="32645" y="7778"/>
                  <a:pt x="32687" y="7153"/>
                  <a:pt x="33027" y="6768"/>
                </a:cubicBezTo>
                <a:cubicBezTo>
                  <a:pt x="33143" y="6637"/>
                  <a:pt x="33282" y="6604"/>
                  <a:pt x="33432" y="6604"/>
                </a:cubicBezTo>
                <a:cubicBezTo>
                  <a:pt x="33558" y="6604"/>
                  <a:pt x="33693" y="6627"/>
                  <a:pt x="33830" y="6633"/>
                </a:cubicBezTo>
                <a:cubicBezTo>
                  <a:pt x="33951" y="6639"/>
                  <a:pt x="34077" y="6642"/>
                  <a:pt x="34204" y="6642"/>
                </a:cubicBezTo>
                <a:cubicBezTo>
                  <a:pt x="34569" y="6642"/>
                  <a:pt x="34947" y="6613"/>
                  <a:pt x="35282" y="6519"/>
                </a:cubicBezTo>
                <a:lnTo>
                  <a:pt x="35301" y="6530"/>
                </a:lnTo>
                <a:cubicBezTo>
                  <a:pt x="35189" y="6728"/>
                  <a:pt x="35084" y="6922"/>
                  <a:pt x="34938" y="7089"/>
                </a:cubicBezTo>
                <a:cubicBezTo>
                  <a:pt x="34769" y="7277"/>
                  <a:pt x="34511" y="7672"/>
                  <a:pt x="34245" y="7680"/>
                </a:cubicBezTo>
                <a:cubicBezTo>
                  <a:pt x="34320" y="7697"/>
                  <a:pt x="34398" y="7705"/>
                  <a:pt x="34479" y="7705"/>
                </a:cubicBezTo>
                <a:cubicBezTo>
                  <a:pt x="34733" y="7705"/>
                  <a:pt x="35007" y="7632"/>
                  <a:pt x="35225" y="7545"/>
                </a:cubicBezTo>
                <a:cubicBezTo>
                  <a:pt x="35928" y="7264"/>
                  <a:pt x="36572" y="6811"/>
                  <a:pt x="37256" y="6483"/>
                </a:cubicBezTo>
                <a:cubicBezTo>
                  <a:pt x="37779" y="6238"/>
                  <a:pt x="38337" y="6149"/>
                  <a:pt x="38902" y="6149"/>
                </a:cubicBezTo>
                <a:cubicBezTo>
                  <a:pt x="38999" y="6149"/>
                  <a:pt x="39097" y="6151"/>
                  <a:pt x="39194" y="6156"/>
                </a:cubicBezTo>
                <a:cubicBezTo>
                  <a:pt x="39474" y="6171"/>
                  <a:pt x="39790" y="6209"/>
                  <a:pt x="40098" y="6209"/>
                </a:cubicBezTo>
                <a:cubicBezTo>
                  <a:pt x="40374" y="6209"/>
                  <a:pt x="40644" y="6178"/>
                  <a:pt x="40877" y="6074"/>
                </a:cubicBezTo>
                <a:lnTo>
                  <a:pt x="40877" y="6074"/>
                </a:lnTo>
                <a:cubicBezTo>
                  <a:pt x="40750" y="6388"/>
                  <a:pt x="40437" y="6701"/>
                  <a:pt x="40138" y="6834"/>
                </a:cubicBezTo>
                <a:cubicBezTo>
                  <a:pt x="40257" y="6872"/>
                  <a:pt x="40386" y="6890"/>
                  <a:pt x="40519" y="6890"/>
                </a:cubicBezTo>
                <a:cubicBezTo>
                  <a:pt x="41220" y="6890"/>
                  <a:pt x="42053" y="6399"/>
                  <a:pt x="42352" y="5825"/>
                </a:cubicBezTo>
                <a:cubicBezTo>
                  <a:pt x="42414" y="5711"/>
                  <a:pt x="42445" y="5590"/>
                  <a:pt x="42517" y="5481"/>
                </a:cubicBezTo>
                <a:cubicBezTo>
                  <a:pt x="42570" y="5405"/>
                  <a:pt x="42726" y="5307"/>
                  <a:pt x="42745" y="5212"/>
                </a:cubicBezTo>
                <a:cubicBezTo>
                  <a:pt x="42785" y="5054"/>
                  <a:pt x="42677" y="5025"/>
                  <a:pt x="42557" y="4925"/>
                </a:cubicBezTo>
                <a:cubicBezTo>
                  <a:pt x="42593" y="4813"/>
                  <a:pt x="42614" y="4676"/>
                  <a:pt x="42635" y="4569"/>
                </a:cubicBezTo>
                <a:lnTo>
                  <a:pt x="42635" y="4569"/>
                </a:lnTo>
                <a:cubicBezTo>
                  <a:pt x="42481" y="4708"/>
                  <a:pt x="42253" y="4830"/>
                  <a:pt x="42069" y="4925"/>
                </a:cubicBezTo>
                <a:lnTo>
                  <a:pt x="42046" y="4925"/>
                </a:lnTo>
                <a:cubicBezTo>
                  <a:pt x="42084" y="4845"/>
                  <a:pt x="42135" y="4676"/>
                  <a:pt x="42173" y="4560"/>
                </a:cubicBezTo>
                <a:lnTo>
                  <a:pt x="42173" y="4560"/>
                </a:lnTo>
                <a:cubicBezTo>
                  <a:pt x="42093" y="4681"/>
                  <a:pt x="41756" y="4913"/>
                  <a:pt x="41614" y="4913"/>
                </a:cubicBezTo>
                <a:cubicBezTo>
                  <a:pt x="41610" y="4913"/>
                  <a:pt x="41606" y="4913"/>
                  <a:pt x="41603" y="4913"/>
                </a:cubicBezTo>
                <a:cubicBezTo>
                  <a:pt x="41470" y="4898"/>
                  <a:pt x="41392" y="4733"/>
                  <a:pt x="41358" y="4583"/>
                </a:cubicBezTo>
                <a:cubicBezTo>
                  <a:pt x="41271" y="4642"/>
                  <a:pt x="41198" y="4744"/>
                  <a:pt x="41088" y="4775"/>
                </a:cubicBezTo>
                <a:cubicBezTo>
                  <a:pt x="41073" y="4669"/>
                  <a:pt x="41027" y="4631"/>
                  <a:pt x="40966" y="4631"/>
                </a:cubicBezTo>
                <a:cubicBezTo>
                  <a:pt x="40832" y="4631"/>
                  <a:pt x="40628" y="4816"/>
                  <a:pt x="40541" y="4858"/>
                </a:cubicBezTo>
                <a:cubicBezTo>
                  <a:pt x="40511" y="4759"/>
                  <a:pt x="40511" y="4626"/>
                  <a:pt x="40478" y="4537"/>
                </a:cubicBezTo>
                <a:cubicBezTo>
                  <a:pt x="40391" y="4655"/>
                  <a:pt x="40209" y="4788"/>
                  <a:pt x="40068" y="4811"/>
                </a:cubicBezTo>
                <a:cubicBezTo>
                  <a:pt x="40002" y="4660"/>
                  <a:pt x="39949" y="4611"/>
                  <a:pt x="39894" y="4611"/>
                </a:cubicBezTo>
                <a:cubicBezTo>
                  <a:pt x="39795" y="4611"/>
                  <a:pt x="39690" y="4776"/>
                  <a:pt x="39498" y="4788"/>
                </a:cubicBezTo>
                <a:cubicBezTo>
                  <a:pt x="39498" y="4759"/>
                  <a:pt x="39492" y="4729"/>
                  <a:pt x="39492" y="4699"/>
                </a:cubicBezTo>
                <a:cubicBezTo>
                  <a:pt x="39319" y="4714"/>
                  <a:pt x="39167" y="4851"/>
                  <a:pt x="38998" y="4879"/>
                </a:cubicBezTo>
                <a:cubicBezTo>
                  <a:pt x="38989" y="4754"/>
                  <a:pt x="38983" y="4602"/>
                  <a:pt x="38922" y="4499"/>
                </a:cubicBezTo>
                <a:cubicBezTo>
                  <a:pt x="38810" y="4602"/>
                  <a:pt x="38645" y="4718"/>
                  <a:pt x="38497" y="4740"/>
                </a:cubicBezTo>
                <a:cubicBezTo>
                  <a:pt x="38496" y="4551"/>
                  <a:pt x="38451" y="4491"/>
                  <a:pt x="38381" y="4491"/>
                </a:cubicBezTo>
                <a:cubicBezTo>
                  <a:pt x="38285" y="4491"/>
                  <a:pt x="38143" y="4602"/>
                  <a:pt x="37999" y="4651"/>
                </a:cubicBezTo>
                <a:cubicBezTo>
                  <a:pt x="37970" y="4579"/>
                  <a:pt x="37951" y="4501"/>
                  <a:pt x="37942" y="4425"/>
                </a:cubicBezTo>
                <a:cubicBezTo>
                  <a:pt x="37793" y="4453"/>
                  <a:pt x="37732" y="4522"/>
                  <a:pt x="37683" y="4522"/>
                </a:cubicBezTo>
                <a:cubicBezTo>
                  <a:pt x="37644" y="4522"/>
                  <a:pt x="37614" y="4478"/>
                  <a:pt x="37554" y="4334"/>
                </a:cubicBezTo>
                <a:cubicBezTo>
                  <a:pt x="37471" y="4386"/>
                  <a:pt x="37396" y="4446"/>
                  <a:pt x="37295" y="4446"/>
                </a:cubicBezTo>
                <a:cubicBezTo>
                  <a:pt x="37293" y="4446"/>
                  <a:pt x="37292" y="4446"/>
                  <a:pt x="37290" y="4446"/>
                </a:cubicBezTo>
                <a:cubicBezTo>
                  <a:pt x="37269" y="4319"/>
                  <a:pt x="37273" y="4184"/>
                  <a:pt x="37224" y="4066"/>
                </a:cubicBezTo>
                <a:cubicBezTo>
                  <a:pt x="37248" y="4026"/>
                  <a:pt x="37275" y="3984"/>
                  <a:pt x="37296" y="3950"/>
                </a:cubicBezTo>
                <a:cubicBezTo>
                  <a:pt x="37402" y="4045"/>
                  <a:pt x="37524" y="4180"/>
                  <a:pt x="37655" y="4275"/>
                </a:cubicBezTo>
                <a:cubicBezTo>
                  <a:pt x="37678" y="4208"/>
                  <a:pt x="37775" y="4129"/>
                  <a:pt x="37799" y="4041"/>
                </a:cubicBezTo>
                <a:cubicBezTo>
                  <a:pt x="37909" y="4172"/>
                  <a:pt x="38036" y="4288"/>
                  <a:pt x="38162" y="4288"/>
                </a:cubicBezTo>
                <a:cubicBezTo>
                  <a:pt x="38252" y="4288"/>
                  <a:pt x="38341" y="4230"/>
                  <a:pt x="38423" y="4077"/>
                </a:cubicBezTo>
                <a:cubicBezTo>
                  <a:pt x="38578" y="4184"/>
                  <a:pt x="38691" y="4336"/>
                  <a:pt x="38826" y="4336"/>
                </a:cubicBezTo>
                <a:cubicBezTo>
                  <a:pt x="38890" y="4336"/>
                  <a:pt x="38959" y="4302"/>
                  <a:pt x="39040" y="4212"/>
                </a:cubicBezTo>
                <a:cubicBezTo>
                  <a:pt x="39097" y="4294"/>
                  <a:pt x="39133" y="4391"/>
                  <a:pt x="39171" y="4484"/>
                </a:cubicBezTo>
                <a:cubicBezTo>
                  <a:pt x="39243" y="4408"/>
                  <a:pt x="39291" y="4305"/>
                  <a:pt x="39378" y="4243"/>
                </a:cubicBezTo>
                <a:cubicBezTo>
                  <a:pt x="39422" y="4366"/>
                  <a:pt x="39460" y="4516"/>
                  <a:pt x="39542" y="4609"/>
                </a:cubicBezTo>
                <a:cubicBezTo>
                  <a:pt x="39654" y="4474"/>
                  <a:pt x="39768" y="4332"/>
                  <a:pt x="39882" y="4201"/>
                </a:cubicBezTo>
                <a:cubicBezTo>
                  <a:pt x="40024" y="4279"/>
                  <a:pt x="40066" y="4440"/>
                  <a:pt x="40060" y="4581"/>
                </a:cubicBezTo>
                <a:cubicBezTo>
                  <a:pt x="40239" y="4476"/>
                  <a:pt x="40406" y="4362"/>
                  <a:pt x="40615" y="4313"/>
                </a:cubicBezTo>
                <a:cubicBezTo>
                  <a:pt x="40623" y="4391"/>
                  <a:pt x="40704" y="4476"/>
                  <a:pt x="40710" y="4569"/>
                </a:cubicBezTo>
                <a:cubicBezTo>
                  <a:pt x="40959" y="4452"/>
                  <a:pt x="41208" y="4370"/>
                  <a:pt x="41432" y="4227"/>
                </a:cubicBezTo>
                <a:cubicBezTo>
                  <a:pt x="41483" y="4349"/>
                  <a:pt x="41567" y="4381"/>
                  <a:pt x="41578" y="4535"/>
                </a:cubicBezTo>
                <a:cubicBezTo>
                  <a:pt x="41839" y="4402"/>
                  <a:pt x="42126" y="4229"/>
                  <a:pt x="42382" y="4085"/>
                </a:cubicBezTo>
                <a:lnTo>
                  <a:pt x="42382" y="4085"/>
                </a:lnTo>
                <a:cubicBezTo>
                  <a:pt x="42373" y="4222"/>
                  <a:pt x="42409" y="4374"/>
                  <a:pt x="42397" y="4514"/>
                </a:cubicBezTo>
                <a:cubicBezTo>
                  <a:pt x="42576" y="4376"/>
                  <a:pt x="42772" y="4250"/>
                  <a:pt x="42895" y="4049"/>
                </a:cubicBezTo>
                <a:lnTo>
                  <a:pt x="42895" y="4049"/>
                </a:lnTo>
                <a:cubicBezTo>
                  <a:pt x="42889" y="4252"/>
                  <a:pt x="42891" y="4452"/>
                  <a:pt x="42889" y="4655"/>
                </a:cubicBezTo>
                <a:cubicBezTo>
                  <a:pt x="43102" y="4258"/>
                  <a:pt x="43442" y="3857"/>
                  <a:pt x="43480" y="3397"/>
                </a:cubicBezTo>
                <a:cubicBezTo>
                  <a:pt x="43347" y="3200"/>
                  <a:pt x="43209" y="3023"/>
                  <a:pt x="43024" y="2865"/>
                </a:cubicBezTo>
                <a:cubicBezTo>
                  <a:pt x="42935" y="2789"/>
                  <a:pt x="42734" y="2546"/>
                  <a:pt x="42627" y="2535"/>
                </a:cubicBezTo>
                <a:cubicBezTo>
                  <a:pt x="42620" y="2535"/>
                  <a:pt x="42613" y="2534"/>
                  <a:pt x="42606" y="2534"/>
                </a:cubicBezTo>
                <a:cubicBezTo>
                  <a:pt x="42493" y="2534"/>
                  <a:pt x="42432" y="2649"/>
                  <a:pt x="42312" y="2671"/>
                </a:cubicBezTo>
                <a:cubicBezTo>
                  <a:pt x="42284" y="2676"/>
                  <a:pt x="42254" y="2678"/>
                  <a:pt x="42223" y="2678"/>
                </a:cubicBezTo>
                <a:cubicBezTo>
                  <a:pt x="42066" y="2678"/>
                  <a:pt x="41883" y="2620"/>
                  <a:pt x="41742" y="2597"/>
                </a:cubicBezTo>
                <a:cubicBezTo>
                  <a:pt x="41166" y="2508"/>
                  <a:pt x="40619" y="2506"/>
                  <a:pt x="40057" y="2329"/>
                </a:cubicBezTo>
                <a:cubicBezTo>
                  <a:pt x="39492" y="2155"/>
                  <a:pt x="38930" y="1927"/>
                  <a:pt x="38461" y="1564"/>
                </a:cubicBezTo>
                <a:cubicBezTo>
                  <a:pt x="38238" y="1398"/>
                  <a:pt x="38001" y="1159"/>
                  <a:pt x="37754" y="1051"/>
                </a:cubicBezTo>
                <a:cubicBezTo>
                  <a:pt x="37347" y="872"/>
                  <a:pt x="36849" y="910"/>
                  <a:pt x="36403" y="830"/>
                </a:cubicBezTo>
                <a:lnTo>
                  <a:pt x="36399" y="847"/>
                </a:lnTo>
                <a:cubicBezTo>
                  <a:pt x="34967" y="654"/>
                  <a:pt x="33574" y="215"/>
                  <a:pt x="32134" y="51"/>
                </a:cubicBezTo>
                <a:cubicBezTo>
                  <a:pt x="31833" y="16"/>
                  <a:pt x="31530" y="0"/>
                  <a:pt x="312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10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" grpId="0" build="p"/>
      <p:bldP spid="7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0"/>
          <p:cNvSpPr/>
          <p:nvPr/>
        </p:nvSpPr>
        <p:spPr>
          <a:xfrm>
            <a:off x="4527400" y="1135875"/>
            <a:ext cx="1258126" cy="1157235"/>
          </a:xfrm>
          <a:custGeom>
            <a:avLst/>
            <a:gdLst/>
            <a:ahLst/>
            <a:cxnLst/>
            <a:rect l="l" t="t" r="r" b="b"/>
            <a:pathLst>
              <a:path w="41962" h="38597" extrusionOk="0">
                <a:moveTo>
                  <a:pt x="11316" y="1"/>
                </a:moveTo>
                <a:lnTo>
                  <a:pt x="9269" y="2446"/>
                </a:lnTo>
                <a:cubicBezTo>
                  <a:pt x="9269" y="2446"/>
                  <a:pt x="9497" y="2958"/>
                  <a:pt x="9269" y="3412"/>
                </a:cubicBezTo>
                <a:cubicBezTo>
                  <a:pt x="9269" y="3412"/>
                  <a:pt x="7985" y="4491"/>
                  <a:pt x="7858" y="5281"/>
                </a:cubicBezTo>
                <a:cubicBezTo>
                  <a:pt x="7858" y="5281"/>
                  <a:pt x="8044" y="5503"/>
                  <a:pt x="8524" y="5503"/>
                </a:cubicBezTo>
                <a:cubicBezTo>
                  <a:pt x="8596" y="5503"/>
                  <a:pt x="8673" y="5498"/>
                  <a:pt x="8758" y="5487"/>
                </a:cubicBezTo>
                <a:lnTo>
                  <a:pt x="8984" y="5431"/>
                </a:lnTo>
                <a:cubicBezTo>
                  <a:pt x="8984" y="5431"/>
                  <a:pt x="9086" y="5576"/>
                  <a:pt x="9248" y="5576"/>
                </a:cubicBezTo>
                <a:cubicBezTo>
                  <a:pt x="9312" y="5576"/>
                  <a:pt x="9387" y="5552"/>
                  <a:pt x="9468" y="5487"/>
                </a:cubicBezTo>
                <a:cubicBezTo>
                  <a:pt x="9753" y="5260"/>
                  <a:pt x="10122" y="5061"/>
                  <a:pt x="10122" y="5061"/>
                </a:cubicBezTo>
                <a:cubicBezTo>
                  <a:pt x="10533" y="4652"/>
                  <a:pt x="12480" y="2537"/>
                  <a:pt x="14643" y="2537"/>
                </a:cubicBezTo>
                <a:cubicBezTo>
                  <a:pt x="15479" y="2537"/>
                  <a:pt x="16348" y="2853"/>
                  <a:pt x="17173" y="3706"/>
                </a:cubicBezTo>
                <a:cubicBezTo>
                  <a:pt x="17173" y="3706"/>
                  <a:pt x="15864" y="9781"/>
                  <a:pt x="7051" y="10350"/>
                </a:cubicBezTo>
                <a:cubicBezTo>
                  <a:pt x="7051" y="10350"/>
                  <a:pt x="3982" y="13818"/>
                  <a:pt x="2730" y="14329"/>
                </a:cubicBezTo>
                <a:cubicBezTo>
                  <a:pt x="2730" y="14329"/>
                  <a:pt x="1" y="22802"/>
                  <a:pt x="2730" y="25246"/>
                </a:cubicBezTo>
                <a:cubicBezTo>
                  <a:pt x="2730" y="25246"/>
                  <a:pt x="3348" y="23687"/>
                  <a:pt x="4582" y="23687"/>
                </a:cubicBezTo>
                <a:cubicBezTo>
                  <a:pt x="4981" y="23687"/>
                  <a:pt x="5444" y="23850"/>
                  <a:pt x="5971" y="24280"/>
                </a:cubicBezTo>
                <a:cubicBezTo>
                  <a:pt x="5971" y="24280"/>
                  <a:pt x="6665" y="21467"/>
                  <a:pt x="9982" y="21467"/>
                </a:cubicBezTo>
                <a:cubicBezTo>
                  <a:pt x="10583" y="21467"/>
                  <a:pt x="11271" y="21560"/>
                  <a:pt x="12056" y="21778"/>
                </a:cubicBezTo>
                <a:cubicBezTo>
                  <a:pt x="12056" y="21778"/>
                  <a:pt x="12226" y="17969"/>
                  <a:pt x="15410" y="17855"/>
                </a:cubicBezTo>
                <a:cubicBezTo>
                  <a:pt x="15410" y="17855"/>
                  <a:pt x="15580" y="12340"/>
                  <a:pt x="19787" y="10861"/>
                </a:cubicBezTo>
                <a:cubicBezTo>
                  <a:pt x="19787" y="10861"/>
                  <a:pt x="21949" y="12909"/>
                  <a:pt x="21095" y="14329"/>
                </a:cubicBezTo>
                <a:cubicBezTo>
                  <a:pt x="21095" y="14329"/>
                  <a:pt x="20297" y="13897"/>
                  <a:pt x="19795" y="13897"/>
                </a:cubicBezTo>
                <a:cubicBezTo>
                  <a:pt x="19640" y="13897"/>
                  <a:pt x="19513" y="13938"/>
                  <a:pt x="19447" y="14045"/>
                </a:cubicBezTo>
                <a:cubicBezTo>
                  <a:pt x="19162" y="14500"/>
                  <a:pt x="19845" y="17627"/>
                  <a:pt x="19845" y="17627"/>
                </a:cubicBezTo>
                <a:cubicBezTo>
                  <a:pt x="19845" y="17627"/>
                  <a:pt x="10747" y="26725"/>
                  <a:pt x="12170" y="31387"/>
                </a:cubicBezTo>
                <a:cubicBezTo>
                  <a:pt x="13590" y="36049"/>
                  <a:pt x="16035" y="37391"/>
                  <a:pt x="18593" y="38596"/>
                </a:cubicBezTo>
                <a:cubicBezTo>
                  <a:pt x="18593" y="38596"/>
                  <a:pt x="12226" y="35482"/>
                  <a:pt x="14386" y="29908"/>
                </a:cubicBezTo>
                <a:cubicBezTo>
                  <a:pt x="16546" y="24336"/>
                  <a:pt x="23085" y="20640"/>
                  <a:pt x="24904" y="15297"/>
                </a:cubicBezTo>
                <a:cubicBezTo>
                  <a:pt x="24904" y="15297"/>
                  <a:pt x="24943" y="15296"/>
                  <a:pt x="25010" y="15296"/>
                </a:cubicBezTo>
                <a:cubicBezTo>
                  <a:pt x="25542" y="15296"/>
                  <a:pt x="27880" y="15341"/>
                  <a:pt x="27577" y="16148"/>
                </a:cubicBezTo>
                <a:cubicBezTo>
                  <a:pt x="27236" y="17058"/>
                  <a:pt x="27975" y="20983"/>
                  <a:pt x="27975" y="20983"/>
                </a:cubicBezTo>
                <a:cubicBezTo>
                  <a:pt x="27975" y="20983"/>
                  <a:pt x="26723" y="21323"/>
                  <a:pt x="26497" y="21948"/>
                </a:cubicBezTo>
                <a:cubicBezTo>
                  <a:pt x="26497" y="21948"/>
                  <a:pt x="27007" y="21653"/>
                  <a:pt x="27455" y="21653"/>
                </a:cubicBezTo>
                <a:cubicBezTo>
                  <a:pt x="27659" y="21653"/>
                  <a:pt x="27851" y="21714"/>
                  <a:pt x="27975" y="21892"/>
                </a:cubicBezTo>
                <a:cubicBezTo>
                  <a:pt x="27975" y="21892"/>
                  <a:pt x="28657" y="23199"/>
                  <a:pt x="27975" y="24166"/>
                </a:cubicBezTo>
                <a:cubicBezTo>
                  <a:pt x="27975" y="24166"/>
                  <a:pt x="28004" y="24223"/>
                  <a:pt x="28110" y="24223"/>
                </a:cubicBezTo>
                <a:cubicBezTo>
                  <a:pt x="28216" y="24223"/>
                  <a:pt x="28401" y="24166"/>
                  <a:pt x="28715" y="23938"/>
                </a:cubicBezTo>
                <a:cubicBezTo>
                  <a:pt x="28715" y="23938"/>
                  <a:pt x="29226" y="24108"/>
                  <a:pt x="29113" y="24848"/>
                </a:cubicBezTo>
                <a:cubicBezTo>
                  <a:pt x="29113" y="24848"/>
                  <a:pt x="29942" y="24393"/>
                  <a:pt x="29129" y="22289"/>
                </a:cubicBezTo>
                <a:cubicBezTo>
                  <a:pt x="29129" y="22289"/>
                  <a:pt x="28316" y="18821"/>
                  <a:pt x="29113" y="16377"/>
                </a:cubicBezTo>
                <a:cubicBezTo>
                  <a:pt x="29113" y="16377"/>
                  <a:pt x="30592" y="12794"/>
                  <a:pt x="26497" y="12454"/>
                </a:cubicBezTo>
                <a:cubicBezTo>
                  <a:pt x="26497" y="12454"/>
                  <a:pt x="26952" y="9098"/>
                  <a:pt x="25531" y="7393"/>
                </a:cubicBezTo>
                <a:cubicBezTo>
                  <a:pt x="25531" y="7393"/>
                  <a:pt x="26101" y="7196"/>
                  <a:pt x="26861" y="7196"/>
                </a:cubicBezTo>
                <a:cubicBezTo>
                  <a:pt x="27831" y="7196"/>
                  <a:pt x="29111" y="7518"/>
                  <a:pt x="29909" y="8984"/>
                </a:cubicBezTo>
                <a:cubicBezTo>
                  <a:pt x="29909" y="8984"/>
                  <a:pt x="30481" y="8732"/>
                  <a:pt x="31200" y="8732"/>
                </a:cubicBezTo>
                <a:cubicBezTo>
                  <a:pt x="32083" y="8732"/>
                  <a:pt x="33186" y="9112"/>
                  <a:pt x="33719" y="10805"/>
                </a:cubicBezTo>
                <a:cubicBezTo>
                  <a:pt x="33719" y="10805"/>
                  <a:pt x="33960" y="10755"/>
                  <a:pt x="34292" y="10755"/>
                </a:cubicBezTo>
                <a:cubicBezTo>
                  <a:pt x="35026" y="10755"/>
                  <a:pt x="36202" y="10999"/>
                  <a:pt x="36163" y="12566"/>
                </a:cubicBezTo>
                <a:cubicBezTo>
                  <a:pt x="36163" y="12566"/>
                  <a:pt x="39631" y="12794"/>
                  <a:pt x="38039" y="15922"/>
                </a:cubicBezTo>
                <a:cubicBezTo>
                  <a:pt x="38039" y="15922"/>
                  <a:pt x="41962" y="14443"/>
                  <a:pt x="40768" y="10520"/>
                </a:cubicBezTo>
                <a:cubicBezTo>
                  <a:pt x="39574" y="6596"/>
                  <a:pt x="35821" y="1537"/>
                  <a:pt x="29340" y="968"/>
                </a:cubicBezTo>
                <a:cubicBezTo>
                  <a:pt x="29340" y="968"/>
                  <a:pt x="25928" y="513"/>
                  <a:pt x="25018" y="1"/>
                </a:cubicBezTo>
                <a:lnTo>
                  <a:pt x="25018" y="1"/>
                </a:lnTo>
                <a:cubicBezTo>
                  <a:pt x="25018" y="1"/>
                  <a:pt x="25872" y="2958"/>
                  <a:pt x="24621" y="3128"/>
                </a:cubicBezTo>
                <a:cubicBezTo>
                  <a:pt x="24440" y="3153"/>
                  <a:pt x="24234" y="3164"/>
                  <a:pt x="24011" y="3164"/>
                </a:cubicBezTo>
                <a:cubicBezTo>
                  <a:pt x="22695" y="3164"/>
                  <a:pt x="20801" y="2761"/>
                  <a:pt x="20072" y="2275"/>
                </a:cubicBezTo>
                <a:cubicBezTo>
                  <a:pt x="19465" y="1871"/>
                  <a:pt x="17679" y="431"/>
                  <a:pt x="15205" y="431"/>
                </a:cubicBezTo>
                <a:cubicBezTo>
                  <a:pt x="14200" y="431"/>
                  <a:pt x="13082" y="668"/>
                  <a:pt x="11884" y="1309"/>
                </a:cubicBezTo>
                <a:lnTo>
                  <a:pt x="120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0"/>
          <p:cNvSpPr/>
          <p:nvPr/>
        </p:nvSpPr>
        <p:spPr>
          <a:xfrm>
            <a:off x="5285932" y="1640824"/>
            <a:ext cx="4681685" cy="3369794"/>
          </a:xfrm>
          <a:custGeom>
            <a:avLst/>
            <a:gdLst/>
            <a:ahLst/>
            <a:cxnLst/>
            <a:rect l="l" t="t" r="r" b="b"/>
            <a:pathLst>
              <a:path w="122437" h="88128" extrusionOk="0">
                <a:moveTo>
                  <a:pt x="91848" y="7799"/>
                </a:moveTo>
                <a:lnTo>
                  <a:pt x="91848" y="8746"/>
                </a:lnTo>
                <a:lnTo>
                  <a:pt x="91207" y="8746"/>
                </a:lnTo>
                <a:lnTo>
                  <a:pt x="91207" y="7799"/>
                </a:lnTo>
                <a:close/>
                <a:moveTo>
                  <a:pt x="92884" y="7799"/>
                </a:moveTo>
                <a:lnTo>
                  <a:pt x="92884" y="8746"/>
                </a:lnTo>
                <a:lnTo>
                  <a:pt x="92275" y="8746"/>
                </a:lnTo>
                <a:lnTo>
                  <a:pt x="92275" y="7799"/>
                </a:lnTo>
                <a:close/>
                <a:moveTo>
                  <a:pt x="91848" y="9080"/>
                </a:moveTo>
                <a:lnTo>
                  <a:pt x="91848" y="9996"/>
                </a:lnTo>
                <a:lnTo>
                  <a:pt x="91207" y="9996"/>
                </a:lnTo>
                <a:lnTo>
                  <a:pt x="91207" y="9080"/>
                </a:lnTo>
                <a:close/>
                <a:moveTo>
                  <a:pt x="92884" y="9080"/>
                </a:moveTo>
                <a:lnTo>
                  <a:pt x="92884" y="9996"/>
                </a:lnTo>
                <a:lnTo>
                  <a:pt x="92275" y="9996"/>
                </a:lnTo>
                <a:lnTo>
                  <a:pt x="92275" y="9080"/>
                </a:lnTo>
                <a:close/>
                <a:moveTo>
                  <a:pt x="28123" y="14175"/>
                </a:moveTo>
                <a:lnTo>
                  <a:pt x="28123" y="15091"/>
                </a:lnTo>
                <a:lnTo>
                  <a:pt x="27481" y="15091"/>
                </a:lnTo>
                <a:lnTo>
                  <a:pt x="27481" y="14175"/>
                </a:lnTo>
                <a:close/>
                <a:moveTo>
                  <a:pt x="30106" y="14175"/>
                </a:moveTo>
                <a:lnTo>
                  <a:pt x="30106" y="15091"/>
                </a:lnTo>
                <a:lnTo>
                  <a:pt x="29464" y="15091"/>
                </a:lnTo>
                <a:lnTo>
                  <a:pt x="29464" y="14175"/>
                </a:lnTo>
                <a:close/>
                <a:moveTo>
                  <a:pt x="32209" y="14175"/>
                </a:moveTo>
                <a:lnTo>
                  <a:pt x="32209" y="15091"/>
                </a:lnTo>
                <a:lnTo>
                  <a:pt x="31478" y="15091"/>
                </a:lnTo>
                <a:lnTo>
                  <a:pt x="31478" y="14175"/>
                </a:lnTo>
                <a:close/>
                <a:moveTo>
                  <a:pt x="34162" y="14175"/>
                </a:moveTo>
                <a:lnTo>
                  <a:pt x="34162" y="15091"/>
                </a:lnTo>
                <a:lnTo>
                  <a:pt x="33339" y="15091"/>
                </a:lnTo>
                <a:lnTo>
                  <a:pt x="33339" y="14175"/>
                </a:lnTo>
                <a:close/>
                <a:moveTo>
                  <a:pt x="36084" y="14175"/>
                </a:moveTo>
                <a:lnTo>
                  <a:pt x="36084" y="15091"/>
                </a:lnTo>
                <a:lnTo>
                  <a:pt x="35260" y="15091"/>
                </a:lnTo>
                <a:lnTo>
                  <a:pt x="35260" y="14175"/>
                </a:lnTo>
                <a:close/>
                <a:moveTo>
                  <a:pt x="37914" y="14175"/>
                </a:moveTo>
                <a:lnTo>
                  <a:pt x="38250" y="14236"/>
                </a:lnTo>
                <a:lnTo>
                  <a:pt x="38250" y="15091"/>
                </a:lnTo>
                <a:lnTo>
                  <a:pt x="37914" y="15091"/>
                </a:lnTo>
                <a:lnTo>
                  <a:pt x="37914" y="14175"/>
                </a:lnTo>
                <a:close/>
                <a:moveTo>
                  <a:pt x="38875" y="14374"/>
                </a:moveTo>
                <a:lnTo>
                  <a:pt x="39211" y="14435"/>
                </a:lnTo>
                <a:lnTo>
                  <a:pt x="39211" y="15288"/>
                </a:lnTo>
                <a:lnTo>
                  <a:pt x="38875" y="15288"/>
                </a:lnTo>
                <a:lnTo>
                  <a:pt x="38875" y="14374"/>
                </a:lnTo>
                <a:close/>
                <a:moveTo>
                  <a:pt x="39790" y="14480"/>
                </a:moveTo>
                <a:lnTo>
                  <a:pt x="40126" y="14541"/>
                </a:lnTo>
                <a:lnTo>
                  <a:pt x="40126" y="15396"/>
                </a:lnTo>
                <a:lnTo>
                  <a:pt x="39790" y="15396"/>
                </a:lnTo>
                <a:lnTo>
                  <a:pt x="39790" y="14480"/>
                </a:lnTo>
                <a:close/>
                <a:moveTo>
                  <a:pt x="40706" y="14633"/>
                </a:moveTo>
                <a:lnTo>
                  <a:pt x="41042" y="14694"/>
                </a:lnTo>
                <a:lnTo>
                  <a:pt x="41042" y="15547"/>
                </a:lnTo>
                <a:lnTo>
                  <a:pt x="40706" y="15547"/>
                </a:lnTo>
                <a:lnTo>
                  <a:pt x="40706" y="14633"/>
                </a:lnTo>
                <a:close/>
                <a:moveTo>
                  <a:pt x="91848" y="15518"/>
                </a:moveTo>
                <a:lnTo>
                  <a:pt x="91848" y="16463"/>
                </a:lnTo>
                <a:lnTo>
                  <a:pt x="91207" y="16463"/>
                </a:lnTo>
                <a:lnTo>
                  <a:pt x="91207" y="15518"/>
                </a:lnTo>
                <a:close/>
                <a:moveTo>
                  <a:pt x="92884" y="15518"/>
                </a:moveTo>
                <a:lnTo>
                  <a:pt x="92884" y="16463"/>
                </a:lnTo>
                <a:lnTo>
                  <a:pt x="92275" y="16463"/>
                </a:lnTo>
                <a:lnTo>
                  <a:pt x="92275" y="15518"/>
                </a:lnTo>
                <a:close/>
                <a:moveTo>
                  <a:pt x="71562" y="16371"/>
                </a:moveTo>
                <a:lnTo>
                  <a:pt x="71562" y="17165"/>
                </a:lnTo>
                <a:lnTo>
                  <a:pt x="71195" y="17165"/>
                </a:lnTo>
                <a:lnTo>
                  <a:pt x="71195" y="16371"/>
                </a:lnTo>
                <a:close/>
                <a:moveTo>
                  <a:pt x="72356" y="16371"/>
                </a:moveTo>
                <a:lnTo>
                  <a:pt x="72356" y="17165"/>
                </a:lnTo>
                <a:lnTo>
                  <a:pt x="71928" y="17165"/>
                </a:lnTo>
                <a:lnTo>
                  <a:pt x="71928" y="16371"/>
                </a:lnTo>
                <a:close/>
                <a:moveTo>
                  <a:pt x="91848" y="16799"/>
                </a:moveTo>
                <a:lnTo>
                  <a:pt x="91848" y="18629"/>
                </a:lnTo>
                <a:lnTo>
                  <a:pt x="91207" y="18629"/>
                </a:lnTo>
                <a:lnTo>
                  <a:pt x="91207" y="16799"/>
                </a:lnTo>
                <a:close/>
                <a:moveTo>
                  <a:pt x="92884" y="16799"/>
                </a:moveTo>
                <a:lnTo>
                  <a:pt x="92884" y="18629"/>
                </a:lnTo>
                <a:lnTo>
                  <a:pt x="92275" y="18629"/>
                </a:lnTo>
                <a:lnTo>
                  <a:pt x="92275" y="16799"/>
                </a:lnTo>
                <a:close/>
                <a:moveTo>
                  <a:pt x="71562" y="17530"/>
                </a:moveTo>
                <a:lnTo>
                  <a:pt x="71562" y="18690"/>
                </a:lnTo>
                <a:lnTo>
                  <a:pt x="71195" y="18690"/>
                </a:lnTo>
                <a:lnTo>
                  <a:pt x="71195" y="17530"/>
                </a:lnTo>
                <a:close/>
                <a:moveTo>
                  <a:pt x="72356" y="17530"/>
                </a:moveTo>
                <a:lnTo>
                  <a:pt x="72356" y="18690"/>
                </a:lnTo>
                <a:lnTo>
                  <a:pt x="71928" y="18690"/>
                </a:lnTo>
                <a:lnTo>
                  <a:pt x="71928" y="17530"/>
                </a:lnTo>
                <a:close/>
                <a:moveTo>
                  <a:pt x="71562" y="27171"/>
                </a:moveTo>
                <a:lnTo>
                  <a:pt x="71562" y="27963"/>
                </a:lnTo>
                <a:lnTo>
                  <a:pt x="71195" y="27963"/>
                </a:lnTo>
                <a:lnTo>
                  <a:pt x="71195" y="27171"/>
                </a:lnTo>
                <a:close/>
                <a:moveTo>
                  <a:pt x="72356" y="27171"/>
                </a:moveTo>
                <a:lnTo>
                  <a:pt x="72356" y="27963"/>
                </a:lnTo>
                <a:lnTo>
                  <a:pt x="71928" y="27963"/>
                </a:lnTo>
                <a:lnTo>
                  <a:pt x="71928" y="27171"/>
                </a:lnTo>
                <a:close/>
                <a:moveTo>
                  <a:pt x="71562" y="28330"/>
                </a:moveTo>
                <a:lnTo>
                  <a:pt x="71562" y="29488"/>
                </a:lnTo>
                <a:lnTo>
                  <a:pt x="71195" y="29488"/>
                </a:lnTo>
                <a:lnTo>
                  <a:pt x="71195" y="28330"/>
                </a:lnTo>
                <a:close/>
                <a:moveTo>
                  <a:pt x="72356" y="28330"/>
                </a:moveTo>
                <a:lnTo>
                  <a:pt x="72356" y="29488"/>
                </a:lnTo>
                <a:lnTo>
                  <a:pt x="71928" y="29488"/>
                </a:lnTo>
                <a:lnTo>
                  <a:pt x="71928" y="28330"/>
                </a:lnTo>
                <a:close/>
                <a:moveTo>
                  <a:pt x="91848" y="31868"/>
                </a:moveTo>
                <a:lnTo>
                  <a:pt x="91848" y="32813"/>
                </a:lnTo>
                <a:lnTo>
                  <a:pt x="91207" y="32813"/>
                </a:lnTo>
                <a:lnTo>
                  <a:pt x="91207" y="31868"/>
                </a:lnTo>
                <a:close/>
                <a:moveTo>
                  <a:pt x="92884" y="31868"/>
                </a:moveTo>
                <a:lnTo>
                  <a:pt x="92884" y="32813"/>
                </a:lnTo>
                <a:lnTo>
                  <a:pt x="92275" y="32813"/>
                </a:lnTo>
                <a:lnTo>
                  <a:pt x="92275" y="31868"/>
                </a:lnTo>
                <a:close/>
                <a:moveTo>
                  <a:pt x="91848" y="33149"/>
                </a:moveTo>
                <a:lnTo>
                  <a:pt x="91848" y="34980"/>
                </a:lnTo>
                <a:lnTo>
                  <a:pt x="91207" y="34980"/>
                </a:lnTo>
                <a:lnTo>
                  <a:pt x="91207" y="33149"/>
                </a:lnTo>
                <a:close/>
                <a:moveTo>
                  <a:pt x="92884" y="33149"/>
                </a:moveTo>
                <a:lnTo>
                  <a:pt x="92884" y="34980"/>
                </a:lnTo>
                <a:lnTo>
                  <a:pt x="92275" y="34980"/>
                </a:lnTo>
                <a:lnTo>
                  <a:pt x="92275" y="33149"/>
                </a:lnTo>
                <a:close/>
                <a:moveTo>
                  <a:pt x="35933" y="0"/>
                </a:moveTo>
                <a:lnTo>
                  <a:pt x="34610" y="3600"/>
                </a:lnTo>
                <a:lnTo>
                  <a:pt x="34945" y="3600"/>
                </a:lnTo>
                <a:lnTo>
                  <a:pt x="34956" y="6894"/>
                </a:lnTo>
                <a:lnTo>
                  <a:pt x="32312" y="6894"/>
                </a:lnTo>
                <a:lnTo>
                  <a:pt x="28082" y="13077"/>
                </a:lnTo>
                <a:lnTo>
                  <a:pt x="25805" y="14459"/>
                </a:lnTo>
                <a:lnTo>
                  <a:pt x="26456" y="14459"/>
                </a:lnTo>
                <a:lnTo>
                  <a:pt x="26456" y="17143"/>
                </a:lnTo>
                <a:lnTo>
                  <a:pt x="27351" y="18851"/>
                </a:lnTo>
                <a:lnTo>
                  <a:pt x="27351" y="32355"/>
                </a:lnTo>
                <a:lnTo>
                  <a:pt x="20436" y="32355"/>
                </a:lnTo>
                <a:lnTo>
                  <a:pt x="20436" y="35610"/>
                </a:lnTo>
                <a:lnTo>
                  <a:pt x="16613" y="39351"/>
                </a:lnTo>
                <a:lnTo>
                  <a:pt x="16613" y="42281"/>
                </a:lnTo>
                <a:lnTo>
                  <a:pt x="14904" y="42281"/>
                </a:lnTo>
                <a:lnTo>
                  <a:pt x="9291" y="46429"/>
                </a:lnTo>
                <a:lnTo>
                  <a:pt x="5386" y="47893"/>
                </a:lnTo>
                <a:lnTo>
                  <a:pt x="5143" y="49521"/>
                </a:lnTo>
                <a:cubicBezTo>
                  <a:pt x="5461" y="50607"/>
                  <a:pt x="4172" y="51962"/>
                  <a:pt x="3777" y="53035"/>
                </a:cubicBezTo>
                <a:cubicBezTo>
                  <a:pt x="3396" y="54075"/>
                  <a:pt x="3811" y="56441"/>
                  <a:pt x="2308" y="56609"/>
                </a:cubicBezTo>
                <a:cubicBezTo>
                  <a:pt x="1797" y="58001"/>
                  <a:pt x="2636" y="58914"/>
                  <a:pt x="2702" y="60180"/>
                </a:cubicBezTo>
                <a:cubicBezTo>
                  <a:pt x="2726" y="60662"/>
                  <a:pt x="2678" y="61337"/>
                  <a:pt x="2519" y="61865"/>
                </a:cubicBezTo>
                <a:cubicBezTo>
                  <a:pt x="2334" y="62475"/>
                  <a:pt x="1823" y="62838"/>
                  <a:pt x="1807" y="63512"/>
                </a:cubicBezTo>
                <a:cubicBezTo>
                  <a:pt x="1795" y="64028"/>
                  <a:pt x="2049" y="64809"/>
                  <a:pt x="2130" y="65382"/>
                </a:cubicBezTo>
                <a:cubicBezTo>
                  <a:pt x="2249" y="66228"/>
                  <a:pt x="2572" y="66393"/>
                  <a:pt x="2311" y="67211"/>
                </a:cubicBezTo>
                <a:cubicBezTo>
                  <a:pt x="2024" y="68106"/>
                  <a:pt x="2363" y="68687"/>
                  <a:pt x="2295" y="69611"/>
                </a:cubicBezTo>
                <a:cubicBezTo>
                  <a:pt x="2252" y="70188"/>
                  <a:pt x="1759" y="70546"/>
                  <a:pt x="1643" y="70991"/>
                </a:cubicBezTo>
                <a:cubicBezTo>
                  <a:pt x="1476" y="71634"/>
                  <a:pt x="1704" y="71861"/>
                  <a:pt x="1299" y="72378"/>
                </a:cubicBezTo>
                <a:cubicBezTo>
                  <a:pt x="1013" y="72744"/>
                  <a:pt x="531" y="73064"/>
                  <a:pt x="114" y="73227"/>
                </a:cubicBezTo>
                <a:cubicBezTo>
                  <a:pt x="0" y="74371"/>
                  <a:pt x="879" y="74893"/>
                  <a:pt x="1260" y="75854"/>
                </a:cubicBezTo>
                <a:cubicBezTo>
                  <a:pt x="1537" y="76553"/>
                  <a:pt x="986" y="76682"/>
                  <a:pt x="1008" y="77177"/>
                </a:cubicBezTo>
                <a:cubicBezTo>
                  <a:pt x="1048" y="78035"/>
                  <a:pt x="1857" y="78299"/>
                  <a:pt x="1066" y="79215"/>
                </a:cubicBezTo>
                <a:cubicBezTo>
                  <a:pt x="1405" y="79575"/>
                  <a:pt x="1982" y="79610"/>
                  <a:pt x="2215" y="80023"/>
                </a:cubicBezTo>
                <a:cubicBezTo>
                  <a:pt x="2297" y="80168"/>
                  <a:pt x="2144" y="80444"/>
                  <a:pt x="2213" y="80595"/>
                </a:cubicBezTo>
                <a:cubicBezTo>
                  <a:pt x="2397" y="80995"/>
                  <a:pt x="2665" y="81148"/>
                  <a:pt x="3030" y="81428"/>
                </a:cubicBezTo>
                <a:cubicBezTo>
                  <a:pt x="3799" y="82022"/>
                  <a:pt x="4497" y="83133"/>
                  <a:pt x="5379" y="83457"/>
                </a:cubicBezTo>
                <a:cubicBezTo>
                  <a:pt x="5114" y="83681"/>
                  <a:pt x="4555" y="83629"/>
                  <a:pt x="4179" y="83862"/>
                </a:cubicBezTo>
                <a:cubicBezTo>
                  <a:pt x="4147" y="83938"/>
                  <a:pt x="4078" y="84230"/>
                  <a:pt x="4076" y="84246"/>
                </a:cubicBezTo>
                <a:cubicBezTo>
                  <a:pt x="4566" y="85055"/>
                  <a:pt x="5026" y="85109"/>
                  <a:pt x="5934" y="85149"/>
                </a:cubicBezTo>
                <a:cubicBezTo>
                  <a:pt x="5970" y="85151"/>
                  <a:pt x="6005" y="85152"/>
                  <a:pt x="6040" y="85152"/>
                </a:cubicBezTo>
                <a:cubicBezTo>
                  <a:pt x="6929" y="85152"/>
                  <a:pt x="7397" y="84637"/>
                  <a:pt x="8166" y="84637"/>
                </a:cubicBezTo>
                <a:cubicBezTo>
                  <a:pt x="8192" y="84637"/>
                  <a:pt x="8218" y="84637"/>
                  <a:pt x="8245" y="84638"/>
                </a:cubicBezTo>
                <a:cubicBezTo>
                  <a:pt x="9151" y="84679"/>
                  <a:pt x="10117" y="85125"/>
                  <a:pt x="11023" y="85254"/>
                </a:cubicBezTo>
                <a:cubicBezTo>
                  <a:pt x="11378" y="85304"/>
                  <a:pt x="11738" y="85317"/>
                  <a:pt x="12101" y="85317"/>
                </a:cubicBezTo>
                <a:cubicBezTo>
                  <a:pt x="12475" y="85317"/>
                  <a:pt x="12851" y="85303"/>
                  <a:pt x="13225" y="85303"/>
                </a:cubicBezTo>
                <a:cubicBezTo>
                  <a:pt x="13349" y="85303"/>
                  <a:pt x="13472" y="85305"/>
                  <a:pt x="13595" y="85309"/>
                </a:cubicBezTo>
                <a:cubicBezTo>
                  <a:pt x="16444" y="85399"/>
                  <a:pt x="19388" y="85426"/>
                  <a:pt x="22226" y="85656"/>
                </a:cubicBezTo>
                <a:cubicBezTo>
                  <a:pt x="23123" y="85730"/>
                  <a:pt x="24008" y="85988"/>
                  <a:pt x="24905" y="86106"/>
                </a:cubicBezTo>
                <a:cubicBezTo>
                  <a:pt x="26385" y="86299"/>
                  <a:pt x="27870" y="86220"/>
                  <a:pt x="29307" y="86673"/>
                </a:cubicBezTo>
                <a:cubicBezTo>
                  <a:pt x="31325" y="87311"/>
                  <a:pt x="32960" y="87679"/>
                  <a:pt x="35075" y="87771"/>
                </a:cubicBezTo>
                <a:cubicBezTo>
                  <a:pt x="37363" y="87872"/>
                  <a:pt x="39661" y="88052"/>
                  <a:pt x="41953" y="88082"/>
                </a:cubicBezTo>
                <a:cubicBezTo>
                  <a:pt x="42576" y="88091"/>
                  <a:pt x="43216" y="88127"/>
                  <a:pt x="43853" y="88127"/>
                </a:cubicBezTo>
                <a:cubicBezTo>
                  <a:pt x="44799" y="88127"/>
                  <a:pt x="45738" y="88047"/>
                  <a:pt x="46602" y="87677"/>
                </a:cubicBezTo>
                <a:cubicBezTo>
                  <a:pt x="47602" y="87250"/>
                  <a:pt x="48216" y="86845"/>
                  <a:pt x="49310" y="86760"/>
                </a:cubicBezTo>
                <a:cubicBezTo>
                  <a:pt x="50427" y="86671"/>
                  <a:pt x="51541" y="86559"/>
                  <a:pt x="52655" y="86453"/>
                </a:cubicBezTo>
                <a:cubicBezTo>
                  <a:pt x="53330" y="86388"/>
                  <a:pt x="54016" y="86371"/>
                  <a:pt x="54707" y="86371"/>
                </a:cubicBezTo>
                <a:cubicBezTo>
                  <a:pt x="55438" y="86371"/>
                  <a:pt x="56174" y="86390"/>
                  <a:pt x="56906" y="86390"/>
                </a:cubicBezTo>
                <a:cubicBezTo>
                  <a:pt x="57273" y="86390"/>
                  <a:pt x="57639" y="86385"/>
                  <a:pt x="58003" y="86371"/>
                </a:cubicBezTo>
                <a:cubicBezTo>
                  <a:pt x="58704" y="86344"/>
                  <a:pt x="58747" y="86218"/>
                  <a:pt x="59332" y="85900"/>
                </a:cubicBezTo>
                <a:cubicBezTo>
                  <a:pt x="60295" y="85377"/>
                  <a:pt x="61454" y="85295"/>
                  <a:pt x="62585" y="85295"/>
                </a:cubicBezTo>
                <a:cubicBezTo>
                  <a:pt x="63100" y="85295"/>
                  <a:pt x="63609" y="85312"/>
                  <a:pt x="64092" y="85312"/>
                </a:cubicBezTo>
                <a:cubicBezTo>
                  <a:pt x="64099" y="85312"/>
                  <a:pt x="64106" y="85312"/>
                  <a:pt x="64113" y="85312"/>
                </a:cubicBezTo>
                <a:cubicBezTo>
                  <a:pt x="64966" y="85312"/>
                  <a:pt x="66033" y="85423"/>
                  <a:pt x="67075" y="85423"/>
                </a:cubicBezTo>
                <a:cubicBezTo>
                  <a:pt x="68016" y="85423"/>
                  <a:pt x="68936" y="85333"/>
                  <a:pt x="69662" y="84987"/>
                </a:cubicBezTo>
                <a:cubicBezTo>
                  <a:pt x="70249" y="84709"/>
                  <a:pt x="70599" y="84497"/>
                  <a:pt x="71261" y="84317"/>
                </a:cubicBezTo>
                <a:cubicBezTo>
                  <a:pt x="71853" y="84156"/>
                  <a:pt x="71910" y="84057"/>
                  <a:pt x="72343" y="83668"/>
                </a:cubicBezTo>
                <a:cubicBezTo>
                  <a:pt x="72425" y="83592"/>
                  <a:pt x="72518" y="83387"/>
                  <a:pt x="72643" y="83277"/>
                </a:cubicBezTo>
                <a:cubicBezTo>
                  <a:pt x="72708" y="83226"/>
                  <a:pt x="73273" y="83096"/>
                  <a:pt x="73383" y="83055"/>
                </a:cubicBezTo>
                <a:cubicBezTo>
                  <a:pt x="73770" y="82911"/>
                  <a:pt x="73959" y="82739"/>
                  <a:pt x="74360" y="82739"/>
                </a:cubicBezTo>
                <a:cubicBezTo>
                  <a:pt x="74404" y="82739"/>
                  <a:pt x="74451" y="82741"/>
                  <a:pt x="74501" y="82745"/>
                </a:cubicBezTo>
                <a:cubicBezTo>
                  <a:pt x="75330" y="82821"/>
                  <a:pt x="76026" y="83470"/>
                  <a:pt x="76825" y="83669"/>
                </a:cubicBezTo>
                <a:cubicBezTo>
                  <a:pt x="76956" y="83702"/>
                  <a:pt x="77094" y="83713"/>
                  <a:pt x="77235" y="83713"/>
                </a:cubicBezTo>
                <a:cubicBezTo>
                  <a:pt x="77456" y="83713"/>
                  <a:pt x="77684" y="83688"/>
                  <a:pt x="77905" y="83688"/>
                </a:cubicBezTo>
                <a:cubicBezTo>
                  <a:pt x="77994" y="83688"/>
                  <a:pt x="78082" y="83692"/>
                  <a:pt x="78168" y="83703"/>
                </a:cubicBezTo>
                <a:cubicBezTo>
                  <a:pt x="78869" y="83794"/>
                  <a:pt x="79438" y="84095"/>
                  <a:pt x="80132" y="84095"/>
                </a:cubicBezTo>
                <a:cubicBezTo>
                  <a:pt x="80225" y="84095"/>
                  <a:pt x="80321" y="84090"/>
                  <a:pt x="80420" y="84078"/>
                </a:cubicBezTo>
                <a:cubicBezTo>
                  <a:pt x="81236" y="83977"/>
                  <a:pt x="82012" y="83847"/>
                  <a:pt x="82771" y="83847"/>
                </a:cubicBezTo>
                <a:cubicBezTo>
                  <a:pt x="83398" y="83847"/>
                  <a:pt x="84014" y="83936"/>
                  <a:pt x="84630" y="84205"/>
                </a:cubicBezTo>
                <a:cubicBezTo>
                  <a:pt x="85417" y="84546"/>
                  <a:pt x="86227" y="84683"/>
                  <a:pt x="87056" y="84683"/>
                </a:cubicBezTo>
                <a:cubicBezTo>
                  <a:pt x="87486" y="84683"/>
                  <a:pt x="87922" y="84646"/>
                  <a:pt x="88362" y="84582"/>
                </a:cubicBezTo>
                <a:cubicBezTo>
                  <a:pt x="89227" y="84457"/>
                  <a:pt x="89926" y="83890"/>
                  <a:pt x="90800" y="83742"/>
                </a:cubicBezTo>
                <a:cubicBezTo>
                  <a:pt x="91191" y="83675"/>
                  <a:pt x="91585" y="83648"/>
                  <a:pt x="91981" y="83648"/>
                </a:cubicBezTo>
                <a:cubicBezTo>
                  <a:pt x="93305" y="83648"/>
                  <a:pt x="94648" y="83951"/>
                  <a:pt x="95944" y="84092"/>
                </a:cubicBezTo>
                <a:cubicBezTo>
                  <a:pt x="98652" y="84388"/>
                  <a:pt x="101376" y="84854"/>
                  <a:pt x="104084" y="84992"/>
                </a:cubicBezTo>
                <a:cubicBezTo>
                  <a:pt x="105373" y="85058"/>
                  <a:pt x="106570" y="84963"/>
                  <a:pt x="107829" y="85233"/>
                </a:cubicBezTo>
                <a:cubicBezTo>
                  <a:pt x="108195" y="85312"/>
                  <a:pt x="108489" y="85350"/>
                  <a:pt x="108795" y="85350"/>
                </a:cubicBezTo>
                <a:cubicBezTo>
                  <a:pt x="109019" y="85350"/>
                  <a:pt x="109248" y="85330"/>
                  <a:pt x="109516" y="85291"/>
                </a:cubicBezTo>
                <a:cubicBezTo>
                  <a:pt x="110260" y="85183"/>
                  <a:pt x="111171" y="85072"/>
                  <a:pt x="111875" y="84764"/>
                </a:cubicBezTo>
                <a:cubicBezTo>
                  <a:pt x="112968" y="84282"/>
                  <a:pt x="112287" y="83997"/>
                  <a:pt x="112192" y="83096"/>
                </a:cubicBezTo>
                <a:cubicBezTo>
                  <a:pt x="112044" y="81693"/>
                  <a:pt x="112968" y="82001"/>
                  <a:pt x="113807" y="81473"/>
                </a:cubicBezTo>
                <a:cubicBezTo>
                  <a:pt x="114477" y="81051"/>
                  <a:pt x="114697" y="80082"/>
                  <a:pt x="114961" y="79456"/>
                </a:cubicBezTo>
                <a:cubicBezTo>
                  <a:pt x="115729" y="77625"/>
                  <a:pt x="118790" y="77842"/>
                  <a:pt x="119011" y="75793"/>
                </a:cubicBezTo>
                <a:cubicBezTo>
                  <a:pt x="119144" y="74540"/>
                  <a:pt x="118475" y="74434"/>
                  <a:pt x="117580" y="73702"/>
                </a:cubicBezTo>
                <a:cubicBezTo>
                  <a:pt x="117074" y="73289"/>
                  <a:pt x="116428" y="72568"/>
                  <a:pt x="116997" y="71893"/>
                </a:cubicBezTo>
                <a:cubicBezTo>
                  <a:pt x="117148" y="71713"/>
                  <a:pt x="117285" y="71672"/>
                  <a:pt x="117428" y="71672"/>
                </a:cubicBezTo>
                <a:cubicBezTo>
                  <a:pt x="117544" y="71672"/>
                  <a:pt x="117665" y="71699"/>
                  <a:pt x="117801" y="71699"/>
                </a:cubicBezTo>
                <a:cubicBezTo>
                  <a:pt x="117891" y="71699"/>
                  <a:pt x="117987" y="71687"/>
                  <a:pt x="118093" y="71648"/>
                </a:cubicBezTo>
                <a:cubicBezTo>
                  <a:pt x="118488" y="71502"/>
                  <a:pt x="118580" y="71293"/>
                  <a:pt x="118871" y="70914"/>
                </a:cubicBezTo>
                <a:cubicBezTo>
                  <a:pt x="119136" y="70568"/>
                  <a:pt x="119467" y="70371"/>
                  <a:pt x="119745" y="70078"/>
                </a:cubicBezTo>
                <a:cubicBezTo>
                  <a:pt x="120132" y="69669"/>
                  <a:pt x="120095" y="69497"/>
                  <a:pt x="120325" y="68961"/>
                </a:cubicBezTo>
                <a:cubicBezTo>
                  <a:pt x="120719" y="68047"/>
                  <a:pt x="121685" y="67578"/>
                  <a:pt x="122104" y="66765"/>
                </a:cubicBezTo>
                <a:cubicBezTo>
                  <a:pt x="122437" y="66125"/>
                  <a:pt x="122302" y="64990"/>
                  <a:pt x="122197" y="64304"/>
                </a:cubicBezTo>
                <a:lnTo>
                  <a:pt x="122197" y="64304"/>
                </a:lnTo>
                <a:lnTo>
                  <a:pt x="122196" y="64306"/>
                </a:lnTo>
                <a:cubicBezTo>
                  <a:pt x="122074" y="63488"/>
                  <a:pt x="121784" y="63261"/>
                  <a:pt x="121304" y="62638"/>
                </a:cubicBezTo>
                <a:cubicBezTo>
                  <a:pt x="120867" y="62072"/>
                  <a:pt x="120611" y="61432"/>
                  <a:pt x="120428" y="60683"/>
                </a:cubicBezTo>
                <a:cubicBezTo>
                  <a:pt x="120185" y="59692"/>
                  <a:pt x="120491" y="59449"/>
                  <a:pt x="119833" y="58710"/>
                </a:cubicBezTo>
                <a:cubicBezTo>
                  <a:pt x="119183" y="57977"/>
                  <a:pt x="118794" y="57280"/>
                  <a:pt x="118278" y="56436"/>
                </a:cubicBezTo>
                <a:cubicBezTo>
                  <a:pt x="117269" y="54784"/>
                  <a:pt x="115776" y="53789"/>
                  <a:pt x="114636" y="52349"/>
                </a:cubicBezTo>
                <a:cubicBezTo>
                  <a:pt x="113943" y="51476"/>
                  <a:pt x="112423" y="49868"/>
                  <a:pt x="112614" y="48638"/>
                </a:cubicBezTo>
                <a:cubicBezTo>
                  <a:pt x="112692" y="48622"/>
                  <a:pt x="112756" y="48630"/>
                  <a:pt x="112831" y="48613"/>
                </a:cubicBezTo>
                <a:cubicBezTo>
                  <a:pt x="113156" y="47844"/>
                  <a:pt x="112698" y="47554"/>
                  <a:pt x="112195" y="47366"/>
                </a:cubicBezTo>
                <a:cubicBezTo>
                  <a:pt x="112170" y="47356"/>
                  <a:pt x="112148" y="47353"/>
                  <a:pt x="112127" y="47353"/>
                </a:cubicBezTo>
                <a:cubicBezTo>
                  <a:pt x="112032" y="47353"/>
                  <a:pt x="111966" y="47427"/>
                  <a:pt x="111850" y="47427"/>
                </a:cubicBezTo>
                <a:cubicBezTo>
                  <a:pt x="111792" y="47427"/>
                  <a:pt x="111721" y="47408"/>
                  <a:pt x="111628" y="47351"/>
                </a:cubicBezTo>
                <a:cubicBezTo>
                  <a:pt x="111340" y="47174"/>
                  <a:pt x="111240" y="46777"/>
                  <a:pt x="111221" y="46462"/>
                </a:cubicBezTo>
                <a:cubicBezTo>
                  <a:pt x="110959" y="46538"/>
                  <a:pt x="110972" y="46422"/>
                  <a:pt x="110794" y="46647"/>
                </a:cubicBezTo>
                <a:cubicBezTo>
                  <a:pt x="110782" y="46631"/>
                  <a:pt x="110686" y="46462"/>
                  <a:pt x="110734" y="46461"/>
                </a:cubicBezTo>
                <a:cubicBezTo>
                  <a:pt x="110549" y="46236"/>
                  <a:pt x="110183" y="45999"/>
                  <a:pt x="109837" y="45942"/>
                </a:cubicBezTo>
                <a:lnTo>
                  <a:pt x="109837" y="44132"/>
                </a:lnTo>
                <a:lnTo>
                  <a:pt x="108962" y="44132"/>
                </a:lnTo>
                <a:lnTo>
                  <a:pt x="108962" y="43033"/>
                </a:lnTo>
                <a:lnTo>
                  <a:pt x="108047" y="43033"/>
                </a:lnTo>
                <a:lnTo>
                  <a:pt x="108047" y="43888"/>
                </a:lnTo>
                <a:lnTo>
                  <a:pt x="107192" y="43888"/>
                </a:lnTo>
                <a:lnTo>
                  <a:pt x="107192" y="43033"/>
                </a:lnTo>
                <a:lnTo>
                  <a:pt x="106400" y="43033"/>
                </a:lnTo>
                <a:lnTo>
                  <a:pt x="106400" y="43827"/>
                </a:lnTo>
                <a:lnTo>
                  <a:pt x="105850" y="43827"/>
                </a:lnTo>
                <a:lnTo>
                  <a:pt x="105850" y="43033"/>
                </a:lnTo>
                <a:lnTo>
                  <a:pt x="105056" y="43033"/>
                </a:lnTo>
                <a:lnTo>
                  <a:pt x="105056" y="43827"/>
                </a:lnTo>
                <a:lnTo>
                  <a:pt x="104264" y="43827"/>
                </a:lnTo>
                <a:lnTo>
                  <a:pt x="104264" y="43033"/>
                </a:lnTo>
                <a:lnTo>
                  <a:pt x="103714" y="43033"/>
                </a:lnTo>
                <a:lnTo>
                  <a:pt x="103714" y="43888"/>
                </a:lnTo>
                <a:lnTo>
                  <a:pt x="102983" y="43888"/>
                </a:lnTo>
                <a:lnTo>
                  <a:pt x="102983" y="43033"/>
                </a:lnTo>
                <a:lnTo>
                  <a:pt x="102311" y="43033"/>
                </a:lnTo>
                <a:lnTo>
                  <a:pt x="102311" y="43888"/>
                </a:lnTo>
                <a:lnTo>
                  <a:pt x="101458" y="43888"/>
                </a:lnTo>
                <a:lnTo>
                  <a:pt x="101458" y="43033"/>
                </a:lnTo>
                <a:lnTo>
                  <a:pt x="100786" y="43033"/>
                </a:lnTo>
                <a:lnTo>
                  <a:pt x="100786" y="43888"/>
                </a:lnTo>
                <a:lnTo>
                  <a:pt x="100177" y="43888"/>
                </a:lnTo>
                <a:lnTo>
                  <a:pt x="100177" y="42729"/>
                </a:lnTo>
                <a:lnTo>
                  <a:pt x="99383" y="42729"/>
                </a:lnTo>
                <a:lnTo>
                  <a:pt x="97125" y="40593"/>
                </a:lnTo>
                <a:lnTo>
                  <a:pt x="94686" y="40593"/>
                </a:lnTo>
                <a:lnTo>
                  <a:pt x="94686" y="42605"/>
                </a:lnTo>
                <a:lnTo>
                  <a:pt x="94320" y="42605"/>
                </a:lnTo>
                <a:lnTo>
                  <a:pt x="94320" y="5938"/>
                </a:lnTo>
                <a:lnTo>
                  <a:pt x="95295" y="4535"/>
                </a:lnTo>
                <a:lnTo>
                  <a:pt x="95295" y="1058"/>
                </a:lnTo>
                <a:cubicBezTo>
                  <a:pt x="95295" y="1058"/>
                  <a:pt x="95147" y="1019"/>
                  <a:pt x="94869" y="958"/>
                </a:cubicBezTo>
                <a:lnTo>
                  <a:pt x="94869" y="2064"/>
                </a:lnTo>
                <a:lnTo>
                  <a:pt x="94472" y="2064"/>
                </a:lnTo>
                <a:lnTo>
                  <a:pt x="94472" y="874"/>
                </a:lnTo>
                <a:cubicBezTo>
                  <a:pt x="94059" y="789"/>
                  <a:pt x="93505" y="685"/>
                  <a:pt x="92825" y="575"/>
                </a:cubicBezTo>
                <a:lnTo>
                  <a:pt x="92825" y="1790"/>
                </a:lnTo>
                <a:lnTo>
                  <a:pt x="92184" y="1790"/>
                </a:lnTo>
                <a:lnTo>
                  <a:pt x="92184" y="479"/>
                </a:lnTo>
                <a:cubicBezTo>
                  <a:pt x="91428" y="370"/>
                  <a:pt x="90556" y="264"/>
                  <a:pt x="89592" y="179"/>
                </a:cubicBezTo>
                <a:lnTo>
                  <a:pt x="89592" y="1485"/>
                </a:lnTo>
                <a:lnTo>
                  <a:pt x="88614" y="1485"/>
                </a:lnTo>
                <a:lnTo>
                  <a:pt x="88614" y="103"/>
                </a:lnTo>
                <a:cubicBezTo>
                  <a:pt x="87700" y="42"/>
                  <a:pt x="86718" y="3"/>
                  <a:pt x="85686" y="2"/>
                </a:cubicBezTo>
                <a:lnTo>
                  <a:pt x="85686" y="1485"/>
                </a:lnTo>
                <a:lnTo>
                  <a:pt x="84497" y="1485"/>
                </a:lnTo>
                <a:lnTo>
                  <a:pt x="84497" y="15"/>
                </a:lnTo>
                <a:cubicBezTo>
                  <a:pt x="83473" y="39"/>
                  <a:pt x="82411" y="103"/>
                  <a:pt x="81325" y="215"/>
                </a:cubicBezTo>
                <a:lnTo>
                  <a:pt x="81325" y="1210"/>
                </a:lnTo>
                <a:lnTo>
                  <a:pt x="80317" y="1210"/>
                </a:lnTo>
                <a:lnTo>
                  <a:pt x="80317" y="333"/>
                </a:lnTo>
                <a:cubicBezTo>
                  <a:pt x="79632" y="421"/>
                  <a:pt x="78940" y="529"/>
                  <a:pt x="78242" y="662"/>
                </a:cubicBezTo>
                <a:lnTo>
                  <a:pt x="78242" y="2064"/>
                </a:lnTo>
                <a:lnTo>
                  <a:pt x="77511" y="2064"/>
                </a:lnTo>
                <a:lnTo>
                  <a:pt x="77511" y="812"/>
                </a:lnTo>
                <a:cubicBezTo>
                  <a:pt x="77156" y="889"/>
                  <a:pt x="76799" y="969"/>
                  <a:pt x="76442" y="1058"/>
                </a:cubicBezTo>
                <a:lnTo>
                  <a:pt x="76442" y="5146"/>
                </a:lnTo>
                <a:lnTo>
                  <a:pt x="77358" y="6671"/>
                </a:lnTo>
                <a:lnTo>
                  <a:pt x="77358" y="31807"/>
                </a:lnTo>
                <a:lnTo>
                  <a:pt x="75955" y="31807"/>
                </a:lnTo>
                <a:lnTo>
                  <a:pt x="75955" y="12649"/>
                </a:lnTo>
                <a:lnTo>
                  <a:pt x="76931" y="10758"/>
                </a:lnTo>
                <a:lnTo>
                  <a:pt x="76931" y="8502"/>
                </a:lnTo>
                <a:lnTo>
                  <a:pt x="76017" y="8502"/>
                </a:lnTo>
                <a:lnTo>
                  <a:pt x="76017" y="9172"/>
                </a:lnTo>
                <a:lnTo>
                  <a:pt x="75284" y="9172"/>
                </a:lnTo>
                <a:lnTo>
                  <a:pt x="75284" y="8257"/>
                </a:lnTo>
                <a:lnTo>
                  <a:pt x="73820" y="8257"/>
                </a:lnTo>
                <a:lnTo>
                  <a:pt x="73820" y="9050"/>
                </a:lnTo>
                <a:lnTo>
                  <a:pt x="72843" y="9050"/>
                </a:lnTo>
                <a:lnTo>
                  <a:pt x="72843" y="7769"/>
                </a:lnTo>
                <a:lnTo>
                  <a:pt x="71623" y="7769"/>
                </a:lnTo>
                <a:lnTo>
                  <a:pt x="71623" y="8805"/>
                </a:lnTo>
                <a:lnTo>
                  <a:pt x="70769" y="8805"/>
                </a:lnTo>
                <a:lnTo>
                  <a:pt x="70769" y="7463"/>
                </a:lnTo>
                <a:lnTo>
                  <a:pt x="70220" y="7463"/>
                </a:lnTo>
                <a:lnTo>
                  <a:pt x="68023" y="3802"/>
                </a:lnTo>
                <a:lnTo>
                  <a:pt x="65156" y="7708"/>
                </a:lnTo>
                <a:lnTo>
                  <a:pt x="63814" y="7708"/>
                </a:lnTo>
                <a:lnTo>
                  <a:pt x="63814" y="8989"/>
                </a:lnTo>
                <a:lnTo>
                  <a:pt x="63142" y="8989"/>
                </a:lnTo>
                <a:lnTo>
                  <a:pt x="63142" y="7952"/>
                </a:lnTo>
                <a:lnTo>
                  <a:pt x="61434" y="7952"/>
                </a:lnTo>
                <a:lnTo>
                  <a:pt x="61434" y="9233"/>
                </a:lnTo>
                <a:lnTo>
                  <a:pt x="60764" y="9233"/>
                </a:lnTo>
                <a:lnTo>
                  <a:pt x="60764" y="8440"/>
                </a:lnTo>
                <a:lnTo>
                  <a:pt x="59178" y="8561"/>
                </a:lnTo>
                <a:lnTo>
                  <a:pt x="59178" y="9538"/>
                </a:lnTo>
                <a:lnTo>
                  <a:pt x="58506" y="9538"/>
                </a:lnTo>
                <a:lnTo>
                  <a:pt x="58628" y="8683"/>
                </a:lnTo>
                <a:lnTo>
                  <a:pt x="57347" y="8683"/>
                </a:lnTo>
                <a:lnTo>
                  <a:pt x="57347" y="11124"/>
                </a:lnTo>
                <a:lnTo>
                  <a:pt x="58506" y="13260"/>
                </a:lnTo>
                <a:lnTo>
                  <a:pt x="58506" y="29366"/>
                </a:lnTo>
                <a:lnTo>
                  <a:pt x="57103" y="29366"/>
                </a:lnTo>
                <a:lnTo>
                  <a:pt x="57103" y="30465"/>
                </a:lnTo>
                <a:lnTo>
                  <a:pt x="56433" y="30465"/>
                </a:lnTo>
                <a:lnTo>
                  <a:pt x="56433" y="29366"/>
                </a:lnTo>
                <a:lnTo>
                  <a:pt x="55089" y="29366"/>
                </a:lnTo>
                <a:lnTo>
                  <a:pt x="55089" y="30465"/>
                </a:lnTo>
                <a:lnTo>
                  <a:pt x="54480" y="30465"/>
                </a:lnTo>
                <a:lnTo>
                  <a:pt x="54480" y="29366"/>
                </a:lnTo>
                <a:lnTo>
                  <a:pt x="53016" y="29366"/>
                </a:lnTo>
                <a:lnTo>
                  <a:pt x="53016" y="30586"/>
                </a:lnTo>
                <a:lnTo>
                  <a:pt x="52528" y="30586"/>
                </a:lnTo>
                <a:lnTo>
                  <a:pt x="52528" y="29549"/>
                </a:lnTo>
                <a:lnTo>
                  <a:pt x="50819" y="29549"/>
                </a:lnTo>
                <a:lnTo>
                  <a:pt x="50819" y="30708"/>
                </a:lnTo>
                <a:lnTo>
                  <a:pt x="50331" y="30708"/>
                </a:lnTo>
                <a:lnTo>
                  <a:pt x="50331" y="29733"/>
                </a:lnTo>
                <a:lnTo>
                  <a:pt x="48989" y="29733"/>
                </a:lnTo>
                <a:lnTo>
                  <a:pt x="48989" y="30891"/>
                </a:lnTo>
                <a:lnTo>
                  <a:pt x="48378" y="30891"/>
                </a:lnTo>
                <a:lnTo>
                  <a:pt x="48378" y="29733"/>
                </a:lnTo>
                <a:lnTo>
                  <a:pt x="46792" y="29733"/>
                </a:lnTo>
                <a:lnTo>
                  <a:pt x="46792" y="31136"/>
                </a:lnTo>
                <a:lnTo>
                  <a:pt x="46366" y="31136"/>
                </a:lnTo>
                <a:lnTo>
                  <a:pt x="46366" y="29794"/>
                </a:lnTo>
                <a:lnTo>
                  <a:pt x="44780" y="29794"/>
                </a:lnTo>
                <a:lnTo>
                  <a:pt x="44780" y="31197"/>
                </a:lnTo>
                <a:lnTo>
                  <a:pt x="44352" y="31197"/>
                </a:lnTo>
                <a:lnTo>
                  <a:pt x="44352" y="29977"/>
                </a:lnTo>
                <a:lnTo>
                  <a:pt x="42888" y="29977"/>
                </a:lnTo>
                <a:lnTo>
                  <a:pt x="42888" y="31380"/>
                </a:lnTo>
                <a:lnTo>
                  <a:pt x="42461" y="31380"/>
                </a:lnTo>
                <a:lnTo>
                  <a:pt x="42461" y="30281"/>
                </a:lnTo>
                <a:lnTo>
                  <a:pt x="40630" y="30281"/>
                </a:lnTo>
                <a:lnTo>
                  <a:pt x="40630" y="18750"/>
                </a:lnTo>
                <a:lnTo>
                  <a:pt x="41667" y="16858"/>
                </a:lnTo>
                <a:lnTo>
                  <a:pt x="41667" y="14480"/>
                </a:lnTo>
                <a:lnTo>
                  <a:pt x="39531" y="12772"/>
                </a:lnTo>
                <a:lnTo>
                  <a:pt x="36786" y="7952"/>
                </a:lnTo>
                <a:lnTo>
                  <a:pt x="36786" y="3619"/>
                </a:lnTo>
                <a:lnTo>
                  <a:pt x="37092" y="3619"/>
                </a:lnTo>
                <a:lnTo>
                  <a:pt x="3593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0"/>
          <p:cNvSpPr txBox="1">
            <a:spLocks noGrp="1"/>
          </p:cNvSpPr>
          <p:nvPr>
            <p:ph type="title"/>
          </p:nvPr>
        </p:nvSpPr>
        <p:spPr>
          <a:xfrm>
            <a:off x="713225" y="539750"/>
            <a:ext cx="3246900" cy="28159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/>
              <a:t>Construcción de árboles de análisis sintáctico con atributos sintetizados</a:t>
            </a:r>
          </a:p>
        </p:txBody>
      </p:sp>
      <p:grpSp>
        <p:nvGrpSpPr>
          <p:cNvPr id="760" name="Google Shape;760;p30"/>
          <p:cNvGrpSpPr/>
          <p:nvPr/>
        </p:nvGrpSpPr>
        <p:grpSpPr>
          <a:xfrm>
            <a:off x="4710065" y="369882"/>
            <a:ext cx="4238926" cy="1206052"/>
            <a:chOff x="4076465" y="445957"/>
            <a:chExt cx="4238926" cy="1206052"/>
          </a:xfrm>
        </p:grpSpPr>
        <p:sp>
          <p:nvSpPr>
            <p:cNvPr id="761" name="Google Shape;761;p30"/>
            <p:cNvSpPr/>
            <p:nvPr/>
          </p:nvSpPr>
          <p:spPr>
            <a:xfrm>
              <a:off x="6664647" y="1340201"/>
              <a:ext cx="199046" cy="73900"/>
            </a:xfrm>
            <a:custGeom>
              <a:avLst/>
              <a:gdLst/>
              <a:ahLst/>
              <a:cxnLst/>
              <a:rect l="l" t="t" r="r" b="b"/>
              <a:pathLst>
                <a:path w="7706" h="2861" extrusionOk="0">
                  <a:moveTo>
                    <a:pt x="2811" y="590"/>
                  </a:moveTo>
                  <a:cubicBezTo>
                    <a:pt x="1699" y="761"/>
                    <a:pt x="947" y="1694"/>
                    <a:pt x="1" y="1207"/>
                  </a:cubicBezTo>
                  <a:cubicBezTo>
                    <a:pt x="134" y="1698"/>
                    <a:pt x="393" y="1737"/>
                    <a:pt x="964" y="1841"/>
                  </a:cubicBezTo>
                  <a:cubicBezTo>
                    <a:pt x="1712" y="1979"/>
                    <a:pt x="1578" y="1890"/>
                    <a:pt x="2256" y="1759"/>
                  </a:cubicBezTo>
                  <a:cubicBezTo>
                    <a:pt x="2454" y="1722"/>
                    <a:pt x="3489" y="1724"/>
                    <a:pt x="3750" y="1735"/>
                  </a:cubicBezTo>
                  <a:cubicBezTo>
                    <a:pt x="4356" y="1763"/>
                    <a:pt x="4369" y="2079"/>
                    <a:pt x="4550" y="2546"/>
                  </a:cubicBezTo>
                  <a:cubicBezTo>
                    <a:pt x="4566" y="2550"/>
                    <a:pt x="4592" y="2514"/>
                    <a:pt x="4596" y="2529"/>
                  </a:cubicBezTo>
                  <a:cubicBezTo>
                    <a:pt x="4691" y="2860"/>
                    <a:pt x="4656" y="2507"/>
                    <a:pt x="4696" y="2507"/>
                  </a:cubicBezTo>
                  <a:lnTo>
                    <a:pt x="5013" y="2607"/>
                  </a:lnTo>
                  <a:cubicBezTo>
                    <a:pt x="5375" y="2814"/>
                    <a:pt x="4873" y="2821"/>
                    <a:pt x="5106" y="2663"/>
                  </a:cubicBezTo>
                  <a:lnTo>
                    <a:pt x="5399" y="2602"/>
                  </a:lnTo>
                  <a:cubicBezTo>
                    <a:pt x="5528" y="2587"/>
                    <a:pt x="5591" y="2594"/>
                    <a:pt x="5734" y="2576"/>
                  </a:cubicBezTo>
                  <a:cubicBezTo>
                    <a:pt x="6002" y="2542"/>
                    <a:pt x="6130" y="2507"/>
                    <a:pt x="6292" y="2414"/>
                  </a:cubicBezTo>
                  <a:cubicBezTo>
                    <a:pt x="6199" y="1895"/>
                    <a:pt x="5712" y="1899"/>
                    <a:pt x="5275" y="1529"/>
                  </a:cubicBezTo>
                  <a:cubicBezTo>
                    <a:pt x="7034" y="1466"/>
                    <a:pt x="7382" y="1653"/>
                    <a:pt x="7706" y="686"/>
                  </a:cubicBezTo>
                  <a:cubicBezTo>
                    <a:pt x="6824" y="699"/>
                    <a:pt x="6361" y="1146"/>
                    <a:pt x="5293" y="651"/>
                  </a:cubicBezTo>
                  <a:cubicBezTo>
                    <a:pt x="4907" y="472"/>
                    <a:pt x="3430" y="30"/>
                    <a:pt x="3067" y="0"/>
                  </a:cubicBezTo>
                  <a:cubicBezTo>
                    <a:pt x="2985" y="145"/>
                    <a:pt x="3038" y="80"/>
                    <a:pt x="2967" y="244"/>
                  </a:cubicBezTo>
                  <a:lnTo>
                    <a:pt x="2811" y="5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7126501" y="445957"/>
              <a:ext cx="169419" cy="109442"/>
            </a:xfrm>
            <a:custGeom>
              <a:avLst/>
              <a:gdLst/>
              <a:ahLst/>
              <a:cxnLst/>
              <a:rect l="l" t="t" r="r" b="b"/>
              <a:pathLst>
                <a:path w="6559" h="4237" extrusionOk="0">
                  <a:moveTo>
                    <a:pt x="1" y="1588"/>
                  </a:moveTo>
                  <a:cubicBezTo>
                    <a:pt x="27" y="2078"/>
                    <a:pt x="1405" y="2210"/>
                    <a:pt x="2015" y="2753"/>
                  </a:cubicBezTo>
                  <a:cubicBezTo>
                    <a:pt x="2229" y="2942"/>
                    <a:pt x="2178" y="3048"/>
                    <a:pt x="2353" y="3236"/>
                  </a:cubicBezTo>
                  <a:lnTo>
                    <a:pt x="3328" y="3885"/>
                  </a:lnTo>
                  <a:cubicBezTo>
                    <a:pt x="3545" y="3971"/>
                    <a:pt x="3608" y="3536"/>
                    <a:pt x="3525" y="3783"/>
                  </a:cubicBezTo>
                  <a:cubicBezTo>
                    <a:pt x="3834" y="4097"/>
                    <a:pt x="3871" y="4205"/>
                    <a:pt x="4564" y="4237"/>
                  </a:cubicBezTo>
                  <a:cubicBezTo>
                    <a:pt x="4248" y="3815"/>
                    <a:pt x="3891" y="3577"/>
                    <a:pt x="3729" y="3058"/>
                  </a:cubicBezTo>
                  <a:cubicBezTo>
                    <a:pt x="3949" y="2775"/>
                    <a:pt x="3876" y="2920"/>
                    <a:pt x="4072" y="2730"/>
                  </a:cubicBezTo>
                  <a:cubicBezTo>
                    <a:pt x="5234" y="1598"/>
                    <a:pt x="4455" y="2598"/>
                    <a:pt x="5591" y="1319"/>
                  </a:cubicBezTo>
                  <a:cubicBezTo>
                    <a:pt x="5691" y="1205"/>
                    <a:pt x="5857" y="1099"/>
                    <a:pt x="5980" y="1001"/>
                  </a:cubicBezTo>
                  <a:cubicBezTo>
                    <a:pt x="6558" y="541"/>
                    <a:pt x="6171" y="686"/>
                    <a:pt x="6290" y="0"/>
                  </a:cubicBezTo>
                  <a:cubicBezTo>
                    <a:pt x="4609" y="997"/>
                    <a:pt x="3798" y="666"/>
                    <a:pt x="3253" y="1561"/>
                  </a:cubicBezTo>
                  <a:cubicBezTo>
                    <a:pt x="2636" y="2576"/>
                    <a:pt x="2634" y="1365"/>
                    <a:pt x="1715" y="1639"/>
                  </a:cubicBezTo>
                  <a:cubicBezTo>
                    <a:pt x="780" y="1918"/>
                    <a:pt x="2186" y="1575"/>
                    <a:pt x="1451" y="1724"/>
                  </a:cubicBezTo>
                  <a:cubicBezTo>
                    <a:pt x="657" y="1886"/>
                    <a:pt x="218" y="1546"/>
                    <a:pt x="1" y="15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0"/>
            <p:cNvSpPr/>
            <p:nvPr/>
          </p:nvSpPr>
          <p:spPr>
            <a:xfrm>
              <a:off x="8122054" y="1055279"/>
              <a:ext cx="193338" cy="88054"/>
            </a:xfrm>
            <a:custGeom>
              <a:avLst/>
              <a:gdLst/>
              <a:ahLst/>
              <a:cxnLst/>
              <a:rect l="l" t="t" r="r" b="b"/>
              <a:pathLst>
                <a:path w="7485" h="3409" extrusionOk="0">
                  <a:moveTo>
                    <a:pt x="2612" y="833"/>
                  </a:moveTo>
                  <a:cubicBezTo>
                    <a:pt x="925" y="822"/>
                    <a:pt x="2076" y="1030"/>
                    <a:pt x="387" y="1486"/>
                  </a:cubicBezTo>
                  <a:lnTo>
                    <a:pt x="1" y="1616"/>
                  </a:lnTo>
                  <a:cubicBezTo>
                    <a:pt x="1440" y="1968"/>
                    <a:pt x="1513" y="1932"/>
                    <a:pt x="3097" y="1824"/>
                  </a:cubicBezTo>
                  <a:cubicBezTo>
                    <a:pt x="4245" y="1746"/>
                    <a:pt x="4228" y="3409"/>
                    <a:pt x="5567" y="2626"/>
                  </a:cubicBezTo>
                  <a:lnTo>
                    <a:pt x="4962" y="2135"/>
                  </a:lnTo>
                  <a:cubicBezTo>
                    <a:pt x="4585" y="1824"/>
                    <a:pt x="4821" y="1895"/>
                    <a:pt x="4522" y="1609"/>
                  </a:cubicBezTo>
                  <a:cubicBezTo>
                    <a:pt x="5602" y="1343"/>
                    <a:pt x="7124" y="1432"/>
                    <a:pt x="7484" y="439"/>
                  </a:cubicBezTo>
                  <a:cubicBezTo>
                    <a:pt x="6104" y="941"/>
                    <a:pt x="5407" y="389"/>
                    <a:pt x="4265" y="524"/>
                  </a:cubicBezTo>
                  <a:cubicBezTo>
                    <a:pt x="3250" y="645"/>
                    <a:pt x="3761" y="666"/>
                    <a:pt x="2930" y="294"/>
                  </a:cubicBezTo>
                  <a:cubicBezTo>
                    <a:pt x="2268" y="0"/>
                    <a:pt x="2383" y="528"/>
                    <a:pt x="2461" y="673"/>
                  </a:cubicBezTo>
                  <a:cubicBezTo>
                    <a:pt x="2800" y="1294"/>
                    <a:pt x="2411" y="407"/>
                    <a:pt x="2612" y="8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0"/>
            <p:cNvSpPr/>
            <p:nvPr/>
          </p:nvSpPr>
          <p:spPr>
            <a:xfrm>
              <a:off x="4076465" y="463694"/>
              <a:ext cx="198994" cy="73951"/>
            </a:xfrm>
            <a:custGeom>
              <a:avLst/>
              <a:gdLst/>
              <a:ahLst/>
              <a:cxnLst/>
              <a:rect l="l" t="t" r="r" b="b"/>
              <a:pathLst>
                <a:path w="7704" h="2863" extrusionOk="0">
                  <a:moveTo>
                    <a:pt x="2809" y="590"/>
                  </a:moveTo>
                  <a:cubicBezTo>
                    <a:pt x="1697" y="761"/>
                    <a:pt x="946" y="1695"/>
                    <a:pt x="1" y="1207"/>
                  </a:cubicBezTo>
                  <a:cubicBezTo>
                    <a:pt x="135" y="1698"/>
                    <a:pt x="393" y="1738"/>
                    <a:pt x="962" y="1842"/>
                  </a:cubicBezTo>
                  <a:cubicBezTo>
                    <a:pt x="1712" y="1979"/>
                    <a:pt x="1576" y="1890"/>
                    <a:pt x="2257" y="1760"/>
                  </a:cubicBezTo>
                  <a:cubicBezTo>
                    <a:pt x="2452" y="1723"/>
                    <a:pt x="3490" y="1725"/>
                    <a:pt x="3748" y="1736"/>
                  </a:cubicBezTo>
                  <a:cubicBezTo>
                    <a:pt x="4354" y="1764"/>
                    <a:pt x="4367" y="2080"/>
                    <a:pt x="4550" y="2547"/>
                  </a:cubicBezTo>
                  <a:cubicBezTo>
                    <a:pt x="4565" y="2550"/>
                    <a:pt x="4591" y="2515"/>
                    <a:pt x="4596" y="2532"/>
                  </a:cubicBezTo>
                  <a:cubicBezTo>
                    <a:pt x="4689" y="2863"/>
                    <a:pt x="4656" y="2507"/>
                    <a:pt x="4695" y="2507"/>
                  </a:cubicBezTo>
                  <a:lnTo>
                    <a:pt x="5011" y="2608"/>
                  </a:lnTo>
                  <a:cubicBezTo>
                    <a:pt x="5374" y="2814"/>
                    <a:pt x="4871" y="2822"/>
                    <a:pt x="5104" y="2664"/>
                  </a:cubicBezTo>
                  <a:lnTo>
                    <a:pt x="5400" y="2602"/>
                  </a:lnTo>
                  <a:cubicBezTo>
                    <a:pt x="5528" y="2587"/>
                    <a:pt x="5589" y="2595"/>
                    <a:pt x="5734" y="2576"/>
                  </a:cubicBezTo>
                  <a:cubicBezTo>
                    <a:pt x="6002" y="2543"/>
                    <a:pt x="6129" y="2507"/>
                    <a:pt x="6292" y="2414"/>
                  </a:cubicBezTo>
                  <a:cubicBezTo>
                    <a:pt x="6198" y="1896"/>
                    <a:pt x="5710" y="1899"/>
                    <a:pt x="5275" y="1529"/>
                  </a:cubicBezTo>
                  <a:cubicBezTo>
                    <a:pt x="7033" y="1466"/>
                    <a:pt x="7382" y="1654"/>
                    <a:pt x="7704" y="687"/>
                  </a:cubicBezTo>
                  <a:cubicBezTo>
                    <a:pt x="6824" y="700"/>
                    <a:pt x="6359" y="1146"/>
                    <a:pt x="5292" y="651"/>
                  </a:cubicBezTo>
                  <a:cubicBezTo>
                    <a:pt x="4905" y="473"/>
                    <a:pt x="3428" y="30"/>
                    <a:pt x="3066" y="0"/>
                  </a:cubicBezTo>
                  <a:cubicBezTo>
                    <a:pt x="2984" y="146"/>
                    <a:pt x="3036" y="82"/>
                    <a:pt x="2967" y="244"/>
                  </a:cubicBezTo>
                  <a:lnTo>
                    <a:pt x="2811" y="5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>
              <a:off x="6265505" y="1578109"/>
              <a:ext cx="199020" cy="73900"/>
            </a:xfrm>
            <a:custGeom>
              <a:avLst/>
              <a:gdLst/>
              <a:ahLst/>
              <a:cxnLst/>
              <a:rect l="l" t="t" r="r" b="b"/>
              <a:pathLst>
                <a:path w="7705" h="2861" extrusionOk="0">
                  <a:moveTo>
                    <a:pt x="2811" y="590"/>
                  </a:moveTo>
                  <a:cubicBezTo>
                    <a:pt x="1697" y="759"/>
                    <a:pt x="948" y="1695"/>
                    <a:pt x="1" y="1207"/>
                  </a:cubicBezTo>
                  <a:cubicBezTo>
                    <a:pt x="135" y="1698"/>
                    <a:pt x="393" y="1737"/>
                    <a:pt x="962" y="1841"/>
                  </a:cubicBezTo>
                  <a:cubicBezTo>
                    <a:pt x="1712" y="1979"/>
                    <a:pt x="1578" y="1890"/>
                    <a:pt x="2257" y="1760"/>
                  </a:cubicBezTo>
                  <a:cubicBezTo>
                    <a:pt x="2452" y="1722"/>
                    <a:pt x="3490" y="1724"/>
                    <a:pt x="3748" y="1735"/>
                  </a:cubicBezTo>
                  <a:cubicBezTo>
                    <a:pt x="4355" y="1763"/>
                    <a:pt x="4368" y="2079"/>
                    <a:pt x="4550" y="2546"/>
                  </a:cubicBezTo>
                  <a:cubicBezTo>
                    <a:pt x="4567" y="2550"/>
                    <a:pt x="4593" y="2515"/>
                    <a:pt x="4596" y="2530"/>
                  </a:cubicBezTo>
                  <a:cubicBezTo>
                    <a:pt x="4689" y="2861"/>
                    <a:pt x="4656" y="2507"/>
                    <a:pt x="4695" y="2507"/>
                  </a:cubicBezTo>
                  <a:lnTo>
                    <a:pt x="5011" y="2608"/>
                  </a:lnTo>
                  <a:cubicBezTo>
                    <a:pt x="5374" y="2814"/>
                    <a:pt x="4873" y="2822"/>
                    <a:pt x="5104" y="2663"/>
                  </a:cubicBezTo>
                  <a:lnTo>
                    <a:pt x="5400" y="2602"/>
                  </a:lnTo>
                  <a:cubicBezTo>
                    <a:pt x="5528" y="2587"/>
                    <a:pt x="5589" y="2595"/>
                    <a:pt x="5735" y="2576"/>
                  </a:cubicBezTo>
                  <a:cubicBezTo>
                    <a:pt x="6002" y="2543"/>
                    <a:pt x="6131" y="2507"/>
                    <a:pt x="6292" y="2414"/>
                  </a:cubicBezTo>
                  <a:cubicBezTo>
                    <a:pt x="6198" y="1895"/>
                    <a:pt x="5710" y="1899"/>
                    <a:pt x="5275" y="1531"/>
                  </a:cubicBezTo>
                  <a:cubicBezTo>
                    <a:pt x="7033" y="1466"/>
                    <a:pt x="7382" y="1655"/>
                    <a:pt x="7704" y="687"/>
                  </a:cubicBezTo>
                  <a:cubicBezTo>
                    <a:pt x="6824" y="700"/>
                    <a:pt x="6359" y="1146"/>
                    <a:pt x="5292" y="651"/>
                  </a:cubicBezTo>
                  <a:cubicBezTo>
                    <a:pt x="4905" y="473"/>
                    <a:pt x="3428" y="30"/>
                    <a:pt x="3066" y="0"/>
                  </a:cubicBezTo>
                  <a:cubicBezTo>
                    <a:pt x="2984" y="145"/>
                    <a:pt x="3036" y="82"/>
                    <a:pt x="2967" y="24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19D5630-F5B2-1312-0996-F83DCDB5E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53" y="548715"/>
            <a:ext cx="3905250" cy="31718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472838-FC73-F7E8-0CAA-DD56A2D94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463" y="548715"/>
            <a:ext cx="4095750" cy="1676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967;p40">
            <a:extLst>
              <a:ext uri="{FF2B5EF4-FFF2-40B4-BE49-F238E27FC236}">
                <a16:creationId xmlns:a16="http://schemas.microsoft.com/office/drawing/2014/main" id="{6030EA3D-8702-9742-23B7-6E5280366902}"/>
              </a:ext>
            </a:extLst>
          </p:cNvPr>
          <p:cNvSpPr txBox="1"/>
          <p:nvPr/>
        </p:nvSpPr>
        <p:spPr>
          <a:xfrm>
            <a:off x="5124754" y="2776569"/>
            <a:ext cx="2517168" cy="41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Cadena de entrada: a – 4 + c</a:t>
            </a:r>
            <a:endParaRPr dirty="0">
              <a:solidFill>
                <a:schemeClr val="dk1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8" name="Google Shape;968;p40"/>
          <p:cNvGrpSpPr/>
          <p:nvPr/>
        </p:nvGrpSpPr>
        <p:grpSpPr>
          <a:xfrm>
            <a:off x="1075" y="4271995"/>
            <a:ext cx="9144286" cy="1826403"/>
            <a:chOff x="1075" y="4271995"/>
            <a:chExt cx="9144286" cy="1826403"/>
          </a:xfrm>
        </p:grpSpPr>
        <p:sp>
          <p:nvSpPr>
            <p:cNvPr id="969" name="Google Shape;969;p40"/>
            <p:cNvSpPr/>
            <p:nvPr/>
          </p:nvSpPr>
          <p:spPr>
            <a:xfrm>
              <a:off x="1075" y="4271995"/>
              <a:ext cx="9144086" cy="1826403"/>
            </a:xfrm>
            <a:custGeom>
              <a:avLst/>
              <a:gdLst/>
              <a:ahLst/>
              <a:cxnLst/>
              <a:rect l="l" t="t" r="r" b="b"/>
              <a:pathLst>
                <a:path w="215726" h="88296" extrusionOk="0">
                  <a:moveTo>
                    <a:pt x="215725" y="34031"/>
                  </a:moveTo>
                  <a:cubicBezTo>
                    <a:pt x="215675" y="34049"/>
                    <a:pt x="215623" y="34068"/>
                    <a:pt x="215571" y="34083"/>
                  </a:cubicBezTo>
                  <a:cubicBezTo>
                    <a:pt x="215465" y="34116"/>
                    <a:pt x="215355" y="34133"/>
                    <a:pt x="215251" y="34174"/>
                  </a:cubicBezTo>
                  <a:cubicBezTo>
                    <a:pt x="215158" y="34209"/>
                    <a:pt x="215086" y="34265"/>
                    <a:pt x="215007" y="34326"/>
                  </a:cubicBezTo>
                  <a:cubicBezTo>
                    <a:pt x="214820" y="34473"/>
                    <a:pt x="214617" y="34598"/>
                    <a:pt x="214425" y="34741"/>
                  </a:cubicBezTo>
                  <a:cubicBezTo>
                    <a:pt x="214269" y="34856"/>
                    <a:pt x="214141" y="35013"/>
                    <a:pt x="213979" y="35117"/>
                  </a:cubicBezTo>
                  <a:cubicBezTo>
                    <a:pt x="213793" y="35236"/>
                    <a:pt x="213575" y="35165"/>
                    <a:pt x="213375" y="35225"/>
                  </a:cubicBezTo>
                  <a:cubicBezTo>
                    <a:pt x="213313" y="35241"/>
                    <a:pt x="213261" y="35280"/>
                    <a:pt x="213200" y="35292"/>
                  </a:cubicBezTo>
                  <a:cubicBezTo>
                    <a:pt x="213094" y="35308"/>
                    <a:pt x="212986" y="35290"/>
                    <a:pt x="212880" y="35308"/>
                  </a:cubicBezTo>
                  <a:cubicBezTo>
                    <a:pt x="212796" y="35323"/>
                    <a:pt x="212720" y="35360"/>
                    <a:pt x="212634" y="35368"/>
                  </a:cubicBezTo>
                  <a:cubicBezTo>
                    <a:pt x="212527" y="35377"/>
                    <a:pt x="212432" y="35390"/>
                    <a:pt x="212329" y="35426"/>
                  </a:cubicBezTo>
                  <a:cubicBezTo>
                    <a:pt x="212145" y="35325"/>
                    <a:pt x="211961" y="35227"/>
                    <a:pt x="211779" y="35122"/>
                  </a:cubicBezTo>
                  <a:cubicBezTo>
                    <a:pt x="211420" y="34922"/>
                    <a:pt x="211059" y="34788"/>
                    <a:pt x="210680" y="34641"/>
                  </a:cubicBezTo>
                  <a:cubicBezTo>
                    <a:pt x="210518" y="34579"/>
                    <a:pt x="210395" y="34460"/>
                    <a:pt x="210226" y="34418"/>
                  </a:cubicBezTo>
                  <a:cubicBezTo>
                    <a:pt x="210012" y="34364"/>
                    <a:pt x="209906" y="34272"/>
                    <a:pt x="209748" y="34122"/>
                  </a:cubicBezTo>
                  <a:cubicBezTo>
                    <a:pt x="209469" y="33852"/>
                    <a:pt x="209142" y="33616"/>
                    <a:pt x="208829" y="33387"/>
                  </a:cubicBezTo>
                  <a:cubicBezTo>
                    <a:pt x="208136" y="32881"/>
                    <a:pt x="207420" y="32405"/>
                    <a:pt x="206689" y="31959"/>
                  </a:cubicBezTo>
                  <a:cubicBezTo>
                    <a:pt x="206516" y="31855"/>
                    <a:pt x="206348" y="31736"/>
                    <a:pt x="206168" y="31643"/>
                  </a:cubicBezTo>
                  <a:cubicBezTo>
                    <a:pt x="205999" y="31555"/>
                    <a:pt x="205824" y="31505"/>
                    <a:pt x="205647" y="31444"/>
                  </a:cubicBezTo>
                  <a:cubicBezTo>
                    <a:pt x="205469" y="31384"/>
                    <a:pt x="205359" y="31243"/>
                    <a:pt x="205207" y="31144"/>
                  </a:cubicBezTo>
                  <a:cubicBezTo>
                    <a:pt x="205035" y="31035"/>
                    <a:pt x="204846" y="30953"/>
                    <a:pt x="204669" y="30849"/>
                  </a:cubicBezTo>
                  <a:cubicBezTo>
                    <a:pt x="204316" y="30637"/>
                    <a:pt x="203985" y="30397"/>
                    <a:pt x="203618" y="30203"/>
                  </a:cubicBezTo>
                  <a:cubicBezTo>
                    <a:pt x="203254" y="30010"/>
                    <a:pt x="202893" y="29831"/>
                    <a:pt x="202519" y="29658"/>
                  </a:cubicBezTo>
                  <a:cubicBezTo>
                    <a:pt x="202344" y="29577"/>
                    <a:pt x="202184" y="29467"/>
                    <a:pt x="202015" y="29374"/>
                  </a:cubicBezTo>
                  <a:cubicBezTo>
                    <a:pt x="201835" y="29272"/>
                    <a:pt x="201645" y="29190"/>
                    <a:pt x="201465" y="29086"/>
                  </a:cubicBezTo>
                  <a:cubicBezTo>
                    <a:pt x="201100" y="28875"/>
                    <a:pt x="200710" y="28719"/>
                    <a:pt x="200339" y="28518"/>
                  </a:cubicBezTo>
                  <a:cubicBezTo>
                    <a:pt x="199973" y="28319"/>
                    <a:pt x="199629" y="28105"/>
                    <a:pt x="199242" y="27942"/>
                  </a:cubicBezTo>
                  <a:cubicBezTo>
                    <a:pt x="198880" y="27789"/>
                    <a:pt x="198521" y="27644"/>
                    <a:pt x="198184" y="27436"/>
                  </a:cubicBezTo>
                  <a:cubicBezTo>
                    <a:pt x="197851" y="27231"/>
                    <a:pt x="197570" y="26980"/>
                    <a:pt x="197317" y="26685"/>
                  </a:cubicBezTo>
                  <a:cubicBezTo>
                    <a:pt x="197206" y="26554"/>
                    <a:pt x="197113" y="26419"/>
                    <a:pt x="197014" y="26279"/>
                  </a:cubicBezTo>
                  <a:cubicBezTo>
                    <a:pt x="196905" y="26127"/>
                    <a:pt x="196761" y="26002"/>
                    <a:pt x="196633" y="25864"/>
                  </a:cubicBezTo>
                  <a:cubicBezTo>
                    <a:pt x="196508" y="25732"/>
                    <a:pt x="196402" y="25567"/>
                    <a:pt x="196263" y="25452"/>
                  </a:cubicBezTo>
                  <a:cubicBezTo>
                    <a:pt x="196122" y="25336"/>
                    <a:pt x="195963" y="25275"/>
                    <a:pt x="195833" y="25139"/>
                  </a:cubicBezTo>
                  <a:cubicBezTo>
                    <a:pt x="195534" y="24825"/>
                    <a:pt x="195221" y="24529"/>
                    <a:pt x="194942" y="24194"/>
                  </a:cubicBezTo>
                  <a:cubicBezTo>
                    <a:pt x="194684" y="23884"/>
                    <a:pt x="194388" y="23614"/>
                    <a:pt x="194228" y="23240"/>
                  </a:cubicBezTo>
                  <a:cubicBezTo>
                    <a:pt x="194089" y="22917"/>
                    <a:pt x="193830" y="22675"/>
                    <a:pt x="193566" y="22452"/>
                  </a:cubicBezTo>
                  <a:cubicBezTo>
                    <a:pt x="193440" y="22346"/>
                    <a:pt x="193304" y="22240"/>
                    <a:pt x="193153" y="22169"/>
                  </a:cubicBezTo>
                  <a:cubicBezTo>
                    <a:pt x="192993" y="22095"/>
                    <a:pt x="192819" y="22083"/>
                    <a:pt x="192646" y="22057"/>
                  </a:cubicBezTo>
                  <a:cubicBezTo>
                    <a:pt x="192268" y="22000"/>
                    <a:pt x="191833" y="22026"/>
                    <a:pt x="191465" y="22139"/>
                  </a:cubicBezTo>
                  <a:cubicBezTo>
                    <a:pt x="191271" y="22197"/>
                    <a:pt x="191091" y="22212"/>
                    <a:pt x="190892" y="22249"/>
                  </a:cubicBezTo>
                  <a:cubicBezTo>
                    <a:pt x="190682" y="22288"/>
                    <a:pt x="190481" y="22355"/>
                    <a:pt x="190269" y="22383"/>
                  </a:cubicBezTo>
                  <a:cubicBezTo>
                    <a:pt x="189889" y="22433"/>
                    <a:pt x="189510" y="22500"/>
                    <a:pt x="189133" y="22541"/>
                  </a:cubicBezTo>
                  <a:cubicBezTo>
                    <a:pt x="188749" y="22584"/>
                    <a:pt x="188394" y="22772"/>
                    <a:pt x="188050" y="22939"/>
                  </a:cubicBezTo>
                  <a:cubicBezTo>
                    <a:pt x="187699" y="23110"/>
                    <a:pt x="187390" y="23305"/>
                    <a:pt x="187092" y="23560"/>
                  </a:cubicBezTo>
                  <a:cubicBezTo>
                    <a:pt x="187029" y="23614"/>
                    <a:pt x="186979" y="23677"/>
                    <a:pt x="186919" y="23735"/>
                  </a:cubicBezTo>
                  <a:cubicBezTo>
                    <a:pt x="186849" y="23800"/>
                    <a:pt x="186776" y="23830"/>
                    <a:pt x="186693" y="23871"/>
                  </a:cubicBezTo>
                  <a:cubicBezTo>
                    <a:pt x="186497" y="23966"/>
                    <a:pt x="186317" y="24105"/>
                    <a:pt x="186136" y="24226"/>
                  </a:cubicBezTo>
                  <a:cubicBezTo>
                    <a:pt x="185787" y="24460"/>
                    <a:pt x="185448" y="24693"/>
                    <a:pt x="185067" y="24879"/>
                  </a:cubicBezTo>
                  <a:cubicBezTo>
                    <a:pt x="184717" y="25048"/>
                    <a:pt x="184440" y="25314"/>
                    <a:pt x="184104" y="25507"/>
                  </a:cubicBezTo>
                  <a:cubicBezTo>
                    <a:pt x="183938" y="25602"/>
                    <a:pt x="183760" y="25669"/>
                    <a:pt x="183596" y="25768"/>
                  </a:cubicBezTo>
                  <a:cubicBezTo>
                    <a:pt x="183408" y="25879"/>
                    <a:pt x="183248" y="25978"/>
                    <a:pt x="183034" y="26030"/>
                  </a:cubicBezTo>
                  <a:cubicBezTo>
                    <a:pt x="182860" y="26075"/>
                    <a:pt x="182737" y="26184"/>
                    <a:pt x="182571" y="26240"/>
                  </a:cubicBezTo>
                  <a:cubicBezTo>
                    <a:pt x="182382" y="26305"/>
                    <a:pt x="182194" y="26324"/>
                    <a:pt x="181997" y="26363"/>
                  </a:cubicBezTo>
                  <a:cubicBezTo>
                    <a:pt x="181621" y="26435"/>
                    <a:pt x="181305" y="26655"/>
                    <a:pt x="180918" y="26662"/>
                  </a:cubicBezTo>
                  <a:cubicBezTo>
                    <a:pt x="180501" y="26672"/>
                    <a:pt x="180100" y="26662"/>
                    <a:pt x="179685" y="26712"/>
                  </a:cubicBezTo>
                  <a:cubicBezTo>
                    <a:pt x="179272" y="26761"/>
                    <a:pt x="178876" y="26724"/>
                    <a:pt x="178465" y="26675"/>
                  </a:cubicBezTo>
                  <a:cubicBezTo>
                    <a:pt x="178033" y="26625"/>
                    <a:pt x="177587" y="26571"/>
                    <a:pt x="177161" y="26478"/>
                  </a:cubicBezTo>
                  <a:cubicBezTo>
                    <a:pt x="176769" y="26393"/>
                    <a:pt x="176391" y="26242"/>
                    <a:pt x="175988" y="26201"/>
                  </a:cubicBezTo>
                  <a:cubicBezTo>
                    <a:pt x="175543" y="26155"/>
                    <a:pt x="175101" y="26173"/>
                    <a:pt x="174656" y="26106"/>
                  </a:cubicBezTo>
                  <a:cubicBezTo>
                    <a:pt x="174236" y="26043"/>
                    <a:pt x="173827" y="25935"/>
                    <a:pt x="173410" y="25853"/>
                  </a:cubicBezTo>
                  <a:cubicBezTo>
                    <a:pt x="173047" y="25783"/>
                    <a:pt x="172674" y="25814"/>
                    <a:pt x="172391" y="25539"/>
                  </a:cubicBezTo>
                  <a:cubicBezTo>
                    <a:pt x="172372" y="25520"/>
                    <a:pt x="172352" y="25515"/>
                    <a:pt x="172333" y="25518"/>
                  </a:cubicBezTo>
                  <a:cubicBezTo>
                    <a:pt x="171982" y="25243"/>
                    <a:pt x="171628" y="24975"/>
                    <a:pt x="171219" y="24788"/>
                  </a:cubicBezTo>
                  <a:cubicBezTo>
                    <a:pt x="170955" y="24667"/>
                    <a:pt x="170689" y="24550"/>
                    <a:pt x="170414" y="24464"/>
                  </a:cubicBezTo>
                  <a:cubicBezTo>
                    <a:pt x="170156" y="24384"/>
                    <a:pt x="169886" y="24347"/>
                    <a:pt x="169618" y="24313"/>
                  </a:cubicBezTo>
                  <a:cubicBezTo>
                    <a:pt x="169343" y="24280"/>
                    <a:pt x="169121" y="24326"/>
                    <a:pt x="168876" y="24453"/>
                  </a:cubicBezTo>
                  <a:cubicBezTo>
                    <a:pt x="168612" y="24589"/>
                    <a:pt x="168335" y="24678"/>
                    <a:pt x="168047" y="24747"/>
                  </a:cubicBezTo>
                  <a:cubicBezTo>
                    <a:pt x="167848" y="24793"/>
                    <a:pt x="167522" y="24927"/>
                    <a:pt x="167331" y="24797"/>
                  </a:cubicBezTo>
                  <a:cubicBezTo>
                    <a:pt x="167174" y="24691"/>
                    <a:pt x="167102" y="24477"/>
                    <a:pt x="167013" y="24317"/>
                  </a:cubicBezTo>
                  <a:cubicBezTo>
                    <a:pt x="166949" y="24202"/>
                    <a:pt x="166877" y="24094"/>
                    <a:pt x="166810" y="23982"/>
                  </a:cubicBezTo>
                  <a:cubicBezTo>
                    <a:pt x="166739" y="23861"/>
                    <a:pt x="166691" y="23733"/>
                    <a:pt x="166633" y="23607"/>
                  </a:cubicBezTo>
                  <a:cubicBezTo>
                    <a:pt x="166509" y="23337"/>
                    <a:pt x="166403" y="23071"/>
                    <a:pt x="166310" y="22790"/>
                  </a:cubicBezTo>
                  <a:cubicBezTo>
                    <a:pt x="166129" y="22253"/>
                    <a:pt x="165904" y="21721"/>
                    <a:pt x="165554" y="21273"/>
                  </a:cubicBezTo>
                  <a:cubicBezTo>
                    <a:pt x="165391" y="21064"/>
                    <a:pt x="165220" y="20927"/>
                    <a:pt x="165006" y="20778"/>
                  </a:cubicBezTo>
                  <a:cubicBezTo>
                    <a:pt x="164904" y="20705"/>
                    <a:pt x="164814" y="20620"/>
                    <a:pt x="164714" y="20547"/>
                  </a:cubicBezTo>
                  <a:cubicBezTo>
                    <a:pt x="164602" y="20469"/>
                    <a:pt x="164476" y="20421"/>
                    <a:pt x="164344" y="20382"/>
                  </a:cubicBezTo>
                  <a:cubicBezTo>
                    <a:pt x="164082" y="20302"/>
                    <a:pt x="163823" y="20213"/>
                    <a:pt x="163559" y="20136"/>
                  </a:cubicBezTo>
                  <a:cubicBezTo>
                    <a:pt x="163282" y="20056"/>
                    <a:pt x="163014" y="19978"/>
                    <a:pt x="162748" y="19861"/>
                  </a:cubicBezTo>
                  <a:cubicBezTo>
                    <a:pt x="162629" y="19807"/>
                    <a:pt x="162510" y="19761"/>
                    <a:pt x="162411" y="19675"/>
                  </a:cubicBezTo>
                  <a:cubicBezTo>
                    <a:pt x="162320" y="19593"/>
                    <a:pt x="162238" y="19498"/>
                    <a:pt x="162153" y="19409"/>
                  </a:cubicBezTo>
                  <a:cubicBezTo>
                    <a:pt x="161958" y="19208"/>
                    <a:pt x="161813" y="18965"/>
                    <a:pt x="161628" y="18754"/>
                  </a:cubicBezTo>
                  <a:cubicBezTo>
                    <a:pt x="161437" y="18539"/>
                    <a:pt x="161275" y="18299"/>
                    <a:pt x="161082" y="18087"/>
                  </a:cubicBezTo>
                  <a:cubicBezTo>
                    <a:pt x="160901" y="17886"/>
                    <a:pt x="160689" y="17717"/>
                    <a:pt x="160468" y="17564"/>
                  </a:cubicBezTo>
                  <a:cubicBezTo>
                    <a:pt x="160254" y="17415"/>
                    <a:pt x="160025" y="17256"/>
                    <a:pt x="159787" y="17151"/>
                  </a:cubicBezTo>
                  <a:cubicBezTo>
                    <a:pt x="159562" y="17051"/>
                    <a:pt x="159315" y="17016"/>
                    <a:pt x="159069" y="17019"/>
                  </a:cubicBezTo>
                  <a:cubicBezTo>
                    <a:pt x="158822" y="17023"/>
                    <a:pt x="158573" y="17064"/>
                    <a:pt x="158331" y="17112"/>
                  </a:cubicBezTo>
                  <a:cubicBezTo>
                    <a:pt x="158065" y="17164"/>
                    <a:pt x="157820" y="17267"/>
                    <a:pt x="157557" y="17328"/>
                  </a:cubicBezTo>
                  <a:cubicBezTo>
                    <a:pt x="157425" y="17358"/>
                    <a:pt x="157293" y="17371"/>
                    <a:pt x="157161" y="17412"/>
                  </a:cubicBezTo>
                  <a:cubicBezTo>
                    <a:pt x="157024" y="17455"/>
                    <a:pt x="156890" y="17510"/>
                    <a:pt x="156747" y="17534"/>
                  </a:cubicBezTo>
                  <a:cubicBezTo>
                    <a:pt x="156486" y="17583"/>
                    <a:pt x="156213" y="17652"/>
                    <a:pt x="155949" y="17665"/>
                  </a:cubicBezTo>
                  <a:cubicBezTo>
                    <a:pt x="155664" y="17680"/>
                    <a:pt x="155395" y="17678"/>
                    <a:pt x="155127" y="17789"/>
                  </a:cubicBezTo>
                  <a:cubicBezTo>
                    <a:pt x="154911" y="17879"/>
                    <a:pt x="154712" y="18011"/>
                    <a:pt x="154550" y="18178"/>
                  </a:cubicBezTo>
                  <a:cubicBezTo>
                    <a:pt x="154180" y="18567"/>
                    <a:pt x="154128" y="19125"/>
                    <a:pt x="153970" y="19619"/>
                  </a:cubicBezTo>
                  <a:cubicBezTo>
                    <a:pt x="153881" y="19895"/>
                    <a:pt x="153758" y="20155"/>
                    <a:pt x="153659" y="20426"/>
                  </a:cubicBezTo>
                  <a:cubicBezTo>
                    <a:pt x="153630" y="20506"/>
                    <a:pt x="153605" y="20599"/>
                    <a:pt x="153550" y="20666"/>
                  </a:cubicBezTo>
                  <a:cubicBezTo>
                    <a:pt x="153520" y="20704"/>
                    <a:pt x="153522" y="20705"/>
                    <a:pt x="153488" y="20696"/>
                  </a:cubicBezTo>
                  <a:cubicBezTo>
                    <a:pt x="153451" y="20687"/>
                    <a:pt x="153393" y="20585"/>
                    <a:pt x="153362" y="20557"/>
                  </a:cubicBezTo>
                  <a:cubicBezTo>
                    <a:pt x="153280" y="20484"/>
                    <a:pt x="153181" y="20445"/>
                    <a:pt x="153090" y="20389"/>
                  </a:cubicBezTo>
                  <a:cubicBezTo>
                    <a:pt x="152981" y="20320"/>
                    <a:pt x="152891" y="20220"/>
                    <a:pt x="152817" y="20116"/>
                  </a:cubicBezTo>
                  <a:cubicBezTo>
                    <a:pt x="152663" y="19902"/>
                    <a:pt x="152519" y="19668"/>
                    <a:pt x="152408" y="19428"/>
                  </a:cubicBezTo>
                  <a:cubicBezTo>
                    <a:pt x="152211" y="18998"/>
                    <a:pt x="151800" y="18507"/>
                    <a:pt x="151266" y="18570"/>
                  </a:cubicBezTo>
                  <a:cubicBezTo>
                    <a:pt x="151030" y="18598"/>
                    <a:pt x="150899" y="18788"/>
                    <a:pt x="150712" y="18911"/>
                  </a:cubicBezTo>
                  <a:cubicBezTo>
                    <a:pt x="150487" y="19054"/>
                    <a:pt x="150230" y="19138"/>
                    <a:pt x="150007" y="19285"/>
                  </a:cubicBezTo>
                  <a:cubicBezTo>
                    <a:pt x="149544" y="19590"/>
                    <a:pt x="149140" y="19986"/>
                    <a:pt x="148785" y="20408"/>
                  </a:cubicBezTo>
                  <a:cubicBezTo>
                    <a:pt x="148644" y="20575"/>
                    <a:pt x="148513" y="20748"/>
                    <a:pt x="148383" y="20923"/>
                  </a:cubicBezTo>
                  <a:cubicBezTo>
                    <a:pt x="148294" y="20890"/>
                    <a:pt x="148203" y="20860"/>
                    <a:pt x="148110" y="20839"/>
                  </a:cubicBezTo>
                  <a:cubicBezTo>
                    <a:pt x="147969" y="20810"/>
                    <a:pt x="147814" y="20830"/>
                    <a:pt x="147677" y="20784"/>
                  </a:cubicBezTo>
                  <a:cubicBezTo>
                    <a:pt x="147550" y="20743"/>
                    <a:pt x="147442" y="20644"/>
                    <a:pt x="147338" y="20566"/>
                  </a:cubicBezTo>
                  <a:cubicBezTo>
                    <a:pt x="147215" y="20473"/>
                    <a:pt x="147083" y="20399"/>
                    <a:pt x="146949" y="20326"/>
                  </a:cubicBezTo>
                  <a:cubicBezTo>
                    <a:pt x="146682" y="20181"/>
                    <a:pt x="146417" y="20030"/>
                    <a:pt x="146146" y="19891"/>
                  </a:cubicBezTo>
                  <a:cubicBezTo>
                    <a:pt x="145869" y="19751"/>
                    <a:pt x="145608" y="19580"/>
                    <a:pt x="145326" y="19446"/>
                  </a:cubicBezTo>
                  <a:cubicBezTo>
                    <a:pt x="145065" y="19324"/>
                    <a:pt x="144792" y="19190"/>
                    <a:pt x="144578" y="18994"/>
                  </a:cubicBezTo>
                  <a:cubicBezTo>
                    <a:pt x="144474" y="18901"/>
                    <a:pt x="144353" y="18836"/>
                    <a:pt x="144236" y="18758"/>
                  </a:cubicBezTo>
                  <a:cubicBezTo>
                    <a:pt x="144111" y="18675"/>
                    <a:pt x="143989" y="18585"/>
                    <a:pt x="143858" y="18509"/>
                  </a:cubicBezTo>
                  <a:cubicBezTo>
                    <a:pt x="143626" y="18373"/>
                    <a:pt x="143416" y="18198"/>
                    <a:pt x="143193" y="18044"/>
                  </a:cubicBezTo>
                  <a:cubicBezTo>
                    <a:pt x="142951" y="17877"/>
                    <a:pt x="142663" y="17789"/>
                    <a:pt x="142415" y="17626"/>
                  </a:cubicBezTo>
                  <a:cubicBezTo>
                    <a:pt x="142194" y="17479"/>
                    <a:pt x="142002" y="17326"/>
                    <a:pt x="141829" y="17125"/>
                  </a:cubicBezTo>
                  <a:cubicBezTo>
                    <a:pt x="141762" y="17047"/>
                    <a:pt x="141679" y="16947"/>
                    <a:pt x="141580" y="16891"/>
                  </a:cubicBezTo>
                  <a:cubicBezTo>
                    <a:pt x="141578" y="16884"/>
                    <a:pt x="141575" y="16876"/>
                    <a:pt x="141569" y="16869"/>
                  </a:cubicBezTo>
                  <a:cubicBezTo>
                    <a:pt x="141443" y="16659"/>
                    <a:pt x="141271" y="16536"/>
                    <a:pt x="141026" y="16508"/>
                  </a:cubicBezTo>
                  <a:cubicBezTo>
                    <a:pt x="140734" y="16474"/>
                    <a:pt x="140453" y="16476"/>
                    <a:pt x="140163" y="16404"/>
                  </a:cubicBezTo>
                  <a:cubicBezTo>
                    <a:pt x="139884" y="16333"/>
                    <a:pt x="139614" y="16231"/>
                    <a:pt x="139326" y="16201"/>
                  </a:cubicBezTo>
                  <a:cubicBezTo>
                    <a:pt x="139198" y="16188"/>
                    <a:pt x="139092" y="16175"/>
                    <a:pt x="138975" y="16115"/>
                  </a:cubicBezTo>
                  <a:cubicBezTo>
                    <a:pt x="138858" y="16054"/>
                    <a:pt x="138744" y="15980"/>
                    <a:pt x="138623" y="15922"/>
                  </a:cubicBezTo>
                  <a:cubicBezTo>
                    <a:pt x="138368" y="15797"/>
                    <a:pt x="138155" y="15626"/>
                    <a:pt x="137954" y="15427"/>
                  </a:cubicBezTo>
                  <a:cubicBezTo>
                    <a:pt x="137758" y="15236"/>
                    <a:pt x="137517" y="15094"/>
                    <a:pt x="137295" y="14935"/>
                  </a:cubicBezTo>
                  <a:cubicBezTo>
                    <a:pt x="137072" y="14775"/>
                    <a:pt x="136817" y="14631"/>
                    <a:pt x="136546" y="14574"/>
                  </a:cubicBezTo>
                  <a:cubicBezTo>
                    <a:pt x="136295" y="14520"/>
                    <a:pt x="136044" y="14551"/>
                    <a:pt x="135793" y="14520"/>
                  </a:cubicBezTo>
                  <a:cubicBezTo>
                    <a:pt x="135670" y="14505"/>
                    <a:pt x="135545" y="14473"/>
                    <a:pt x="135434" y="14421"/>
                  </a:cubicBezTo>
                  <a:cubicBezTo>
                    <a:pt x="135322" y="14367"/>
                    <a:pt x="135251" y="14280"/>
                    <a:pt x="135153" y="14207"/>
                  </a:cubicBezTo>
                  <a:cubicBezTo>
                    <a:pt x="134937" y="14047"/>
                    <a:pt x="134632" y="14042"/>
                    <a:pt x="134374" y="14038"/>
                  </a:cubicBezTo>
                  <a:cubicBezTo>
                    <a:pt x="134082" y="14033"/>
                    <a:pt x="133793" y="14021"/>
                    <a:pt x="133503" y="14073"/>
                  </a:cubicBezTo>
                  <a:cubicBezTo>
                    <a:pt x="133230" y="14124"/>
                    <a:pt x="132966" y="14220"/>
                    <a:pt x="132691" y="14272"/>
                  </a:cubicBezTo>
                  <a:cubicBezTo>
                    <a:pt x="132384" y="14332"/>
                    <a:pt x="132114" y="14276"/>
                    <a:pt x="131818" y="14185"/>
                  </a:cubicBezTo>
                  <a:cubicBezTo>
                    <a:pt x="131537" y="14099"/>
                    <a:pt x="131270" y="14051"/>
                    <a:pt x="130978" y="14020"/>
                  </a:cubicBezTo>
                  <a:cubicBezTo>
                    <a:pt x="130695" y="13988"/>
                    <a:pt x="130440" y="13854"/>
                    <a:pt x="130158" y="13817"/>
                  </a:cubicBezTo>
                  <a:cubicBezTo>
                    <a:pt x="129882" y="13780"/>
                    <a:pt x="129572" y="13763"/>
                    <a:pt x="129295" y="13787"/>
                  </a:cubicBezTo>
                  <a:cubicBezTo>
                    <a:pt x="129157" y="13800"/>
                    <a:pt x="129025" y="13843"/>
                    <a:pt x="128889" y="13854"/>
                  </a:cubicBezTo>
                  <a:cubicBezTo>
                    <a:pt x="128752" y="13865"/>
                    <a:pt x="128620" y="13863"/>
                    <a:pt x="128486" y="13902"/>
                  </a:cubicBezTo>
                  <a:cubicBezTo>
                    <a:pt x="128262" y="13966"/>
                    <a:pt x="128080" y="14101"/>
                    <a:pt x="127907" y="14252"/>
                  </a:cubicBezTo>
                  <a:cubicBezTo>
                    <a:pt x="127697" y="14432"/>
                    <a:pt x="127452" y="14557"/>
                    <a:pt x="127230" y="14723"/>
                  </a:cubicBezTo>
                  <a:cubicBezTo>
                    <a:pt x="127119" y="14806"/>
                    <a:pt x="127016" y="14860"/>
                    <a:pt x="126888" y="14914"/>
                  </a:cubicBezTo>
                  <a:cubicBezTo>
                    <a:pt x="126765" y="14966"/>
                    <a:pt x="126667" y="15046"/>
                    <a:pt x="126555" y="15117"/>
                  </a:cubicBezTo>
                  <a:cubicBezTo>
                    <a:pt x="126442" y="15189"/>
                    <a:pt x="126313" y="15210"/>
                    <a:pt x="126194" y="15266"/>
                  </a:cubicBezTo>
                  <a:cubicBezTo>
                    <a:pt x="126073" y="15321"/>
                    <a:pt x="125971" y="15403"/>
                    <a:pt x="125858" y="15472"/>
                  </a:cubicBezTo>
                  <a:cubicBezTo>
                    <a:pt x="125618" y="15617"/>
                    <a:pt x="125356" y="15719"/>
                    <a:pt x="125119" y="15874"/>
                  </a:cubicBezTo>
                  <a:cubicBezTo>
                    <a:pt x="124880" y="16030"/>
                    <a:pt x="124645" y="16184"/>
                    <a:pt x="124383" y="16303"/>
                  </a:cubicBezTo>
                  <a:cubicBezTo>
                    <a:pt x="124115" y="16422"/>
                    <a:pt x="123836" y="16517"/>
                    <a:pt x="123570" y="16644"/>
                  </a:cubicBezTo>
                  <a:cubicBezTo>
                    <a:pt x="123323" y="16763"/>
                    <a:pt x="123115" y="16937"/>
                    <a:pt x="122878" y="17073"/>
                  </a:cubicBezTo>
                  <a:cubicBezTo>
                    <a:pt x="122639" y="17211"/>
                    <a:pt x="122391" y="17347"/>
                    <a:pt x="122146" y="17473"/>
                  </a:cubicBezTo>
                  <a:cubicBezTo>
                    <a:pt x="121644" y="17732"/>
                    <a:pt x="121080" y="17862"/>
                    <a:pt x="120561" y="18085"/>
                  </a:cubicBezTo>
                  <a:cubicBezTo>
                    <a:pt x="120303" y="18197"/>
                    <a:pt x="120055" y="18327"/>
                    <a:pt x="119827" y="18492"/>
                  </a:cubicBezTo>
                  <a:cubicBezTo>
                    <a:pt x="119590" y="18665"/>
                    <a:pt x="119373" y="18864"/>
                    <a:pt x="119131" y="19032"/>
                  </a:cubicBezTo>
                  <a:cubicBezTo>
                    <a:pt x="118638" y="19374"/>
                    <a:pt x="118093" y="19610"/>
                    <a:pt x="117580" y="19917"/>
                  </a:cubicBezTo>
                  <a:cubicBezTo>
                    <a:pt x="117314" y="20077"/>
                    <a:pt x="117054" y="20248"/>
                    <a:pt x="116795" y="20423"/>
                  </a:cubicBezTo>
                  <a:cubicBezTo>
                    <a:pt x="116589" y="20560"/>
                    <a:pt x="116386" y="20746"/>
                    <a:pt x="116126" y="20754"/>
                  </a:cubicBezTo>
                  <a:cubicBezTo>
                    <a:pt x="115845" y="20763"/>
                    <a:pt x="115570" y="20670"/>
                    <a:pt x="115304" y="20588"/>
                  </a:cubicBezTo>
                  <a:cubicBezTo>
                    <a:pt x="115010" y="20499"/>
                    <a:pt x="114714" y="20430"/>
                    <a:pt x="114416" y="20356"/>
                  </a:cubicBezTo>
                  <a:cubicBezTo>
                    <a:pt x="114119" y="20280"/>
                    <a:pt x="113847" y="20250"/>
                    <a:pt x="113541" y="20259"/>
                  </a:cubicBezTo>
                  <a:cubicBezTo>
                    <a:pt x="113241" y="20266"/>
                    <a:pt x="112942" y="20246"/>
                    <a:pt x="112642" y="20265"/>
                  </a:cubicBezTo>
                  <a:cubicBezTo>
                    <a:pt x="112354" y="20281"/>
                    <a:pt x="112066" y="20348"/>
                    <a:pt x="111783" y="20417"/>
                  </a:cubicBezTo>
                  <a:cubicBezTo>
                    <a:pt x="111664" y="20445"/>
                    <a:pt x="111552" y="20482"/>
                    <a:pt x="111456" y="20555"/>
                  </a:cubicBezTo>
                  <a:cubicBezTo>
                    <a:pt x="111365" y="20625"/>
                    <a:pt x="111227" y="20625"/>
                    <a:pt x="111117" y="20659"/>
                  </a:cubicBezTo>
                  <a:cubicBezTo>
                    <a:pt x="110892" y="20730"/>
                    <a:pt x="110641" y="20813"/>
                    <a:pt x="110401" y="20784"/>
                  </a:cubicBezTo>
                  <a:cubicBezTo>
                    <a:pt x="110401" y="20782"/>
                    <a:pt x="110401" y="20782"/>
                    <a:pt x="110399" y="20782"/>
                  </a:cubicBezTo>
                  <a:cubicBezTo>
                    <a:pt x="110381" y="20717"/>
                    <a:pt x="110280" y="20717"/>
                    <a:pt x="110264" y="20774"/>
                  </a:cubicBezTo>
                  <a:cubicBezTo>
                    <a:pt x="110217" y="20757"/>
                    <a:pt x="110171" y="20739"/>
                    <a:pt x="110124" y="20718"/>
                  </a:cubicBezTo>
                  <a:cubicBezTo>
                    <a:pt x="109977" y="20653"/>
                    <a:pt x="109836" y="20571"/>
                    <a:pt x="109698" y="20490"/>
                  </a:cubicBezTo>
                  <a:cubicBezTo>
                    <a:pt x="109404" y="20315"/>
                    <a:pt x="109109" y="20155"/>
                    <a:pt x="108794" y="20021"/>
                  </a:cubicBezTo>
                  <a:cubicBezTo>
                    <a:pt x="108636" y="19954"/>
                    <a:pt x="108469" y="19898"/>
                    <a:pt x="108316" y="19822"/>
                  </a:cubicBezTo>
                  <a:cubicBezTo>
                    <a:pt x="108179" y="19753"/>
                    <a:pt x="108058" y="19658"/>
                    <a:pt x="107924" y="19584"/>
                  </a:cubicBezTo>
                  <a:cubicBezTo>
                    <a:pt x="107796" y="19511"/>
                    <a:pt x="107656" y="19456"/>
                    <a:pt x="107541" y="19363"/>
                  </a:cubicBezTo>
                  <a:cubicBezTo>
                    <a:pt x="107414" y="19260"/>
                    <a:pt x="107301" y="19139"/>
                    <a:pt x="107184" y="19026"/>
                  </a:cubicBezTo>
                  <a:cubicBezTo>
                    <a:pt x="107061" y="18909"/>
                    <a:pt x="106937" y="18790"/>
                    <a:pt x="106804" y="18682"/>
                  </a:cubicBezTo>
                  <a:cubicBezTo>
                    <a:pt x="106680" y="18580"/>
                    <a:pt x="106568" y="18461"/>
                    <a:pt x="106442" y="18360"/>
                  </a:cubicBezTo>
                  <a:cubicBezTo>
                    <a:pt x="106315" y="18258"/>
                    <a:pt x="106220" y="18131"/>
                    <a:pt x="106109" y="18016"/>
                  </a:cubicBezTo>
                  <a:cubicBezTo>
                    <a:pt x="105990" y="17895"/>
                    <a:pt x="105852" y="17789"/>
                    <a:pt x="105718" y="17685"/>
                  </a:cubicBezTo>
                  <a:cubicBezTo>
                    <a:pt x="105445" y="17466"/>
                    <a:pt x="105164" y="17248"/>
                    <a:pt x="104872" y="17053"/>
                  </a:cubicBezTo>
                  <a:cubicBezTo>
                    <a:pt x="104582" y="16858"/>
                    <a:pt x="104294" y="16655"/>
                    <a:pt x="103996" y="16469"/>
                  </a:cubicBezTo>
                  <a:cubicBezTo>
                    <a:pt x="103714" y="16292"/>
                    <a:pt x="103405" y="16153"/>
                    <a:pt x="103104" y="16008"/>
                  </a:cubicBezTo>
                  <a:cubicBezTo>
                    <a:pt x="102834" y="15877"/>
                    <a:pt x="102559" y="15753"/>
                    <a:pt x="102334" y="15548"/>
                  </a:cubicBezTo>
                  <a:cubicBezTo>
                    <a:pt x="102216" y="15442"/>
                    <a:pt x="102103" y="15331"/>
                    <a:pt x="101978" y="15230"/>
                  </a:cubicBezTo>
                  <a:cubicBezTo>
                    <a:pt x="101856" y="15134"/>
                    <a:pt x="101725" y="15057"/>
                    <a:pt x="101592" y="14975"/>
                  </a:cubicBezTo>
                  <a:cubicBezTo>
                    <a:pt x="101326" y="14814"/>
                    <a:pt x="101084" y="14613"/>
                    <a:pt x="100829" y="14434"/>
                  </a:cubicBezTo>
                  <a:cubicBezTo>
                    <a:pt x="100701" y="14343"/>
                    <a:pt x="100569" y="14258"/>
                    <a:pt x="100427" y="14185"/>
                  </a:cubicBezTo>
                  <a:cubicBezTo>
                    <a:pt x="100284" y="14113"/>
                    <a:pt x="100147" y="14077"/>
                    <a:pt x="99988" y="14049"/>
                  </a:cubicBezTo>
                  <a:cubicBezTo>
                    <a:pt x="99834" y="14021"/>
                    <a:pt x="99689" y="13951"/>
                    <a:pt x="99533" y="13930"/>
                  </a:cubicBezTo>
                  <a:cubicBezTo>
                    <a:pt x="99382" y="13908"/>
                    <a:pt x="99230" y="13886"/>
                    <a:pt x="99079" y="13869"/>
                  </a:cubicBezTo>
                  <a:cubicBezTo>
                    <a:pt x="98906" y="13850"/>
                    <a:pt x="98744" y="13891"/>
                    <a:pt x="98573" y="13921"/>
                  </a:cubicBezTo>
                  <a:cubicBezTo>
                    <a:pt x="98398" y="13951"/>
                    <a:pt x="98222" y="13966"/>
                    <a:pt x="98047" y="13982"/>
                  </a:cubicBezTo>
                  <a:cubicBezTo>
                    <a:pt x="97887" y="13997"/>
                    <a:pt x="97729" y="14006"/>
                    <a:pt x="97571" y="14012"/>
                  </a:cubicBezTo>
                  <a:cubicBezTo>
                    <a:pt x="97476" y="13904"/>
                    <a:pt x="97379" y="13793"/>
                    <a:pt x="97279" y="13688"/>
                  </a:cubicBezTo>
                  <a:cubicBezTo>
                    <a:pt x="97136" y="13538"/>
                    <a:pt x="96964" y="13419"/>
                    <a:pt x="96808" y="13283"/>
                  </a:cubicBezTo>
                  <a:cubicBezTo>
                    <a:pt x="96654" y="13145"/>
                    <a:pt x="96537" y="12989"/>
                    <a:pt x="96423" y="12816"/>
                  </a:cubicBezTo>
                  <a:cubicBezTo>
                    <a:pt x="96185" y="12455"/>
                    <a:pt x="95904" y="12123"/>
                    <a:pt x="95651" y="11769"/>
                  </a:cubicBezTo>
                  <a:cubicBezTo>
                    <a:pt x="95544" y="11615"/>
                    <a:pt x="95426" y="11434"/>
                    <a:pt x="95252" y="11351"/>
                  </a:cubicBezTo>
                  <a:cubicBezTo>
                    <a:pt x="95173" y="11315"/>
                    <a:pt x="95103" y="11282"/>
                    <a:pt x="95032" y="11232"/>
                  </a:cubicBezTo>
                  <a:cubicBezTo>
                    <a:pt x="94958" y="11176"/>
                    <a:pt x="94882" y="11124"/>
                    <a:pt x="94789" y="11105"/>
                  </a:cubicBezTo>
                  <a:cubicBezTo>
                    <a:pt x="94688" y="11087"/>
                    <a:pt x="94601" y="11111"/>
                    <a:pt x="94508" y="11144"/>
                  </a:cubicBezTo>
                  <a:cubicBezTo>
                    <a:pt x="94405" y="11181"/>
                    <a:pt x="94307" y="11176"/>
                    <a:pt x="94199" y="11170"/>
                  </a:cubicBezTo>
                  <a:cubicBezTo>
                    <a:pt x="93980" y="11159"/>
                    <a:pt x="93792" y="11170"/>
                    <a:pt x="93591" y="11263"/>
                  </a:cubicBezTo>
                  <a:cubicBezTo>
                    <a:pt x="93416" y="11343"/>
                    <a:pt x="93264" y="11460"/>
                    <a:pt x="93094" y="11546"/>
                  </a:cubicBezTo>
                  <a:cubicBezTo>
                    <a:pt x="92908" y="11641"/>
                    <a:pt x="92713" y="11715"/>
                    <a:pt x="92525" y="11806"/>
                  </a:cubicBezTo>
                  <a:cubicBezTo>
                    <a:pt x="92335" y="11899"/>
                    <a:pt x="92150" y="12004"/>
                    <a:pt x="91980" y="12132"/>
                  </a:cubicBezTo>
                  <a:cubicBezTo>
                    <a:pt x="91820" y="12251"/>
                    <a:pt x="91670" y="12383"/>
                    <a:pt x="91487" y="12472"/>
                  </a:cubicBezTo>
                  <a:cubicBezTo>
                    <a:pt x="91095" y="12664"/>
                    <a:pt x="90760" y="12959"/>
                    <a:pt x="90453" y="13268"/>
                  </a:cubicBezTo>
                  <a:cubicBezTo>
                    <a:pt x="90299" y="13424"/>
                    <a:pt x="90152" y="13590"/>
                    <a:pt x="90009" y="13757"/>
                  </a:cubicBezTo>
                  <a:cubicBezTo>
                    <a:pt x="89882" y="13910"/>
                    <a:pt x="89765" y="14051"/>
                    <a:pt x="89594" y="14155"/>
                  </a:cubicBezTo>
                  <a:cubicBezTo>
                    <a:pt x="89514" y="14202"/>
                    <a:pt x="89432" y="14237"/>
                    <a:pt x="89349" y="14278"/>
                  </a:cubicBezTo>
                  <a:cubicBezTo>
                    <a:pt x="89250" y="14325"/>
                    <a:pt x="89168" y="14395"/>
                    <a:pt x="89079" y="14458"/>
                  </a:cubicBezTo>
                  <a:cubicBezTo>
                    <a:pt x="88908" y="14583"/>
                    <a:pt x="88713" y="14667"/>
                    <a:pt x="88517" y="14750"/>
                  </a:cubicBezTo>
                  <a:cubicBezTo>
                    <a:pt x="88436" y="14786"/>
                    <a:pt x="88357" y="14825"/>
                    <a:pt x="88268" y="14836"/>
                  </a:cubicBezTo>
                  <a:cubicBezTo>
                    <a:pt x="88157" y="14849"/>
                    <a:pt x="88054" y="14869"/>
                    <a:pt x="87948" y="14905"/>
                  </a:cubicBezTo>
                  <a:cubicBezTo>
                    <a:pt x="87742" y="14975"/>
                    <a:pt x="87543" y="15065"/>
                    <a:pt x="87344" y="15150"/>
                  </a:cubicBezTo>
                  <a:cubicBezTo>
                    <a:pt x="87147" y="15236"/>
                    <a:pt x="86940" y="15293"/>
                    <a:pt x="86745" y="15383"/>
                  </a:cubicBezTo>
                  <a:cubicBezTo>
                    <a:pt x="86546" y="15472"/>
                    <a:pt x="86379" y="15626"/>
                    <a:pt x="86198" y="15751"/>
                  </a:cubicBezTo>
                  <a:cubicBezTo>
                    <a:pt x="86031" y="15868"/>
                    <a:pt x="85860" y="15982"/>
                    <a:pt x="85674" y="16067"/>
                  </a:cubicBezTo>
                  <a:cubicBezTo>
                    <a:pt x="85482" y="16156"/>
                    <a:pt x="85319" y="16275"/>
                    <a:pt x="85153" y="16409"/>
                  </a:cubicBezTo>
                  <a:cubicBezTo>
                    <a:pt x="84989" y="16543"/>
                    <a:pt x="84829" y="16670"/>
                    <a:pt x="84632" y="16750"/>
                  </a:cubicBezTo>
                  <a:cubicBezTo>
                    <a:pt x="84428" y="16831"/>
                    <a:pt x="84223" y="16910"/>
                    <a:pt x="84022" y="17001"/>
                  </a:cubicBezTo>
                  <a:cubicBezTo>
                    <a:pt x="83827" y="17092"/>
                    <a:pt x="83636" y="17189"/>
                    <a:pt x="83431" y="17256"/>
                  </a:cubicBezTo>
                  <a:cubicBezTo>
                    <a:pt x="83215" y="17326"/>
                    <a:pt x="82992" y="17350"/>
                    <a:pt x="82767" y="17375"/>
                  </a:cubicBezTo>
                  <a:cubicBezTo>
                    <a:pt x="82538" y="17399"/>
                    <a:pt x="82308" y="17423"/>
                    <a:pt x="82083" y="17469"/>
                  </a:cubicBezTo>
                  <a:cubicBezTo>
                    <a:pt x="81980" y="17490"/>
                    <a:pt x="81884" y="17525"/>
                    <a:pt x="81783" y="17553"/>
                  </a:cubicBezTo>
                  <a:cubicBezTo>
                    <a:pt x="81673" y="17585"/>
                    <a:pt x="81566" y="17590"/>
                    <a:pt x="81456" y="17609"/>
                  </a:cubicBezTo>
                  <a:cubicBezTo>
                    <a:pt x="81253" y="17642"/>
                    <a:pt x="81073" y="17722"/>
                    <a:pt x="80864" y="17733"/>
                  </a:cubicBezTo>
                  <a:cubicBezTo>
                    <a:pt x="80758" y="17737"/>
                    <a:pt x="80651" y="17737"/>
                    <a:pt x="80545" y="17741"/>
                  </a:cubicBezTo>
                  <a:cubicBezTo>
                    <a:pt x="80431" y="17743"/>
                    <a:pt x="80336" y="17754"/>
                    <a:pt x="80227" y="17720"/>
                  </a:cubicBezTo>
                  <a:cubicBezTo>
                    <a:pt x="80096" y="17681"/>
                    <a:pt x="79936" y="17637"/>
                    <a:pt x="79803" y="17665"/>
                  </a:cubicBezTo>
                  <a:cubicBezTo>
                    <a:pt x="79791" y="17667"/>
                    <a:pt x="79784" y="17670"/>
                    <a:pt x="79776" y="17676"/>
                  </a:cubicBezTo>
                  <a:cubicBezTo>
                    <a:pt x="79724" y="17661"/>
                    <a:pt x="79670" y="17646"/>
                    <a:pt x="79618" y="17631"/>
                  </a:cubicBezTo>
                  <a:cubicBezTo>
                    <a:pt x="79259" y="17531"/>
                    <a:pt x="78910" y="17441"/>
                    <a:pt x="78573" y="17276"/>
                  </a:cubicBezTo>
                  <a:cubicBezTo>
                    <a:pt x="78263" y="17122"/>
                    <a:pt x="77963" y="16967"/>
                    <a:pt x="77623" y="16887"/>
                  </a:cubicBezTo>
                  <a:cubicBezTo>
                    <a:pt x="77260" y="16800"/>
                    <a:pt x="76929" y="16647"/>
                    <a:pt x="76578" y="16525"/>
                  </a:cubicBezTo>
                  <a:cubicBezTo>
                    <a:pt x="76247" y="16407"/>
                    <a:pt x="75951" y="16208"/>
                    <a:pt x="75620" y="16086"/>
                  </a:cubicBezTo>
                  <a:cubicBezTo>
                    <a:pt x="75281" y="15961"/>
                    <a:pt x="74954" y="15801"/>
                    <a:pt x="74636" y="15626"/>
                  </a:cubicBezTo>
                  <a:cubicBezTo>
                    <a:pt x="74314" y="15448"/>
                    <a:pt x="74002" y="15254"/>
                    <a:pt x="73665" y="15100"/>
                  </a:cubicBezTo>
                  <a:cubicBezTo>
                    <a:pt x="73327" y="14944"/>
                    <a:pt x="72959" y="14836"/>
                    <a:pt x="72633" y="14656"/>
                  </a:cubicBezTo>
                  <a:cubicBezTo>
                    <a:pt x="72510" y="14587"/>
                    <a:pt x="72404" y="14492"/>
                    <a:pt x="72289" y="14414"/>
                  </a:cubicBezTo>
                  <a:cubicBezTo>
                    <a:pt x="72151" y="14319"/>
                    <a:pt x="71995" y="14258"/>
                    <a:pt x="71852" y="14170"/>
                  </a:cubicBezTo>
                  <a:cubicBezTo>
                    <a:pt x="71567" y="13990"/>
                    <a:pt x="71313" y="13772"/>
                    <a:pt x="71011" y="13620"/>
                  </a:cubicBezTo>
                  <a:cubicBezTo>
                    <a:pt x="70703" y="13463"/>
                    <a:pt x="70414" y="13261"/>
                    <a:pt x="70059" y="13240"/>
                  </a:cubicBezTo>
                  <a:cubicBezTo>
                    <a:pt x="69702" y="13218"/>
                    <a:pt x="69336" y="13237"/>
                    <a:pt x="68977" y="13238"/>
                  </a:cubicBezTo>
                  <a:cubicBezTo>
                    <a:pt x="68622" y="13238"/>
                    <a:pt x="68372" y="13160"/>
                    <a:pt x="68090" y="12945"/>
                  </a:cubicBezTo>
                  <a:cubicBezTo>
                    <a:pt x="67974" y="12855"/>
                    <a:pt x="67857" y="12777"/>
                    <a:pt x="67712" y="12749"/>
                  </a:cubicBezTo>
                  <a:cubicBezTo>
                    <a:pt x="67554" y="12720"/>
                    <a:pt x="67390" y="12749"/>
                    <a:pt x="67231" y="12746"/>
                  </a:cubicBezTo>
                  <a:cubicBezTo>
                    <a:pt x="67061" y="12742"/>
                    <a:pt x="66896" y="12723"/>
                    <a:pt x="66727" y="12751"/>
                  </a:cubicBezTo>
                  <a:cubicBezTo>
                    <a:pt x="66555" y="12777"/>
                    <a:pt x="66388" y="12839"/>
                    <a:pt x="66224" y="12889"/>
                  </a:cubicBezTo>
                  <a:cubicBezTo>
                    <a:pt x="66079" y="12935"/>
                    <a:pt x="65944" y="12995"/>
                    <a:pt x="65828" y="13099"/>
                  </a:cubicBezTo>
                  <a:cubicBezTo>
                    <a:pt x="65691" y="13227"/>
                    <a:pt x="65592" y="13393"/>
                    <a:pt x="65456" y="13525"/>
                  </a:cubicBezTo>
                  <a:cubicBezTo>
                    <a:pt x="65350" y="13629"/>
                    <a:pt x="65220" y="13674"/>
                    <a:pt x="65096" y="13752"/>
                  </a:cubicBezTo>
                  <a:cubicBezTo>
                    <a:pt x="65030" y="13793"/>
                    <a:pt x="64976" y="13852"/>
                    <a:pt x="64906" y="13884"/>
                  </a:cubicBezTo>
                  <a:cubicBezTo>
                    <a:pt x="64822" y="13919"/>
                    <a:pt x="64733" y="13930"/>
                    <a:pt x="64651" y="13975"/>
                  </a:cubicBezTo>
                  <a:cubicBezTo>
                    <a:pt x="64510" y="14055"/>
                    <a:pt x="64383" y="14165"/>
                    <a:pt x="64242" y="14248"/>
                  </a:cubicBezTo>
                  <a:cubicBezTo>
                    <a:pt x="64093" y="14336"/>
                    <a:pt x="63922" y="14367"/>
                    <a:pt x="63773" y="14457"/>
                  </a:cubicBezTo>
                  <a:cubicBezTo>
                    <a:pt x="63624" y="14542"/>
                    <a:pt x="63494" y="14657"/>
                    <a:pt x="63345" y="14743"/>
                  </a:cubicBezTo>
                  <a:cubicBezTo>
                    <a:pt x="63200" y="14823"/>
                    <a:pt x="63055" y="14886"/>
                    <a:pt x="62921" y="14987"/>
                  </a:cubicBezTo>
                  <a:cubicBezTo>
                    <a:pt x="62814" y="15068"/>
                    <a:pt x="62665" y="15215"/>
                    <a:pt x="62516" y="15210"/>
                  </a:cubicBezTo>
                  <a:cubicBezTo>
                    <a:pt x="62445" y="15206"/>
                    <a:pt x="62364" y="15173"/>
                    <a:pt x="62293" y="15156"/>
                  </a:cubicBezTo>
                  <a:cubicBezTo>
                    <a:pt x="62185" y="15134"/>
                    <a:pt x="62075" y="15109"/>
                    <a:pt x="61967" y="15085"/>
                  </a:cubicBezTo>
                  <a:cubicBezTo>
                    <a:pt x="61785" y="15042"/>
                    <a:pt x="61599" y="15005"/>
                    <a:pt x="61422" y="14949"/>
                  </a:cubicBezTo>
                  <a:cubicBezTo>
                    <a:pt x="61253" y="14897"/>
                    <a:pt x="61117" y="14784"/>
                    <a:pt x="60958" y="14709"/>
                  </a:cubicBezTo>
                  <a:cubicBezTo>
                    <a:pt x="60807" y="14637"/>
                    <a:pt x="60682" y="14563"/>
                    <a:pt x="60552" y="14455"/>
                  </a:cubicBezTo>
                  <a:cubicBezTo>
                    <a:pt x="60424" y="14351"/>
                    <a:pt x="60295" y="14241"/>
                    <a:pt x="60152" y="14157"/>
                  </a:cubicBezTo>
                  <a:cubicBezTo>
                    <a:pt x="60024" y="14085"/>
                    <a:pt x="59881" y="14042"/>
                    <a:pt x="59751" y="13975"/>
                  </a:cubicBezTo>
                  <a:cubicBezTo>
                    <a:pt x="59604" y="13899"/>
                    <a:pt x="59477" y="13804"/>
                    <a:pt x="59321" y="13744"/>
                  </a:cubicBezTo>
                  <a:cubicBezTo>
                    <a:pt x="59023" y="13633"/>
                    <a:pt x="58720" y="13532"/>
                    <a:pt x="58415" y="13445"/>
                  </a:cubicBezTo>
                  <a:cubicBezTo>
                    <a:pt x="58073" y="13346"/>
                    <a:pt x="57725" y="13352"/>
                    <a:pt x="57405" y="13183"/>
                  </a:cubicBezTo>
                  <a:cubicBezTo>
                    <a:pt x="57099" y="13019"/>
                    <a:pt x="56821" y="12818"/>
                    <a:pt x="56656" y="12509"/>
                  </a:cubicBezTo>
                  <a:cubicBezTo>
                    <a:pt x="56582" y="12368"/>
                    <a:pt x="56487" y="12243"/>
                    <a:pt x="56396" y="12111"/>
                  </a:cubicBezTo>
                  <a:cubicBezTo>
                    <a:pt x="56293" y="11963"/>
                    <a:pt x="56217" y="11801"/>
                    <a:pt x="56113" y="11652"/>
                  </a:cubicBezTo>
                  <a:cubicBezTo>
                    <a:pt x="55958" y="11433"/>
                    <a:pt x="55841" y="11109"/>
                    <a:pt x="55600" y="10968"/>
                  </a:cubicBezTo>
                  <a:cubicBezTo>
                    <a:pt x="55399" y="10850"/>
                    <a:pt x="55192" y="10947"/>
                    <a:pt x="55032" y="11081"/>
                  </a:cubicBezTo>
                  <a:cubicBezTo>
                    <a:pt x="54882" y="11208"/>
                    <a:pt x="54753" y="11442"/>
                    <a:pt x="54528" y="11334"/>
                  </a:cubicBezTo>
                  <a:cubicBezTo>
                    <a:pt x="54415" y="11278"/>
                    <a:pt x="54324" y="11178"/>
                    <a:pt x="54225" y="11102"/>
                  </a:cubicBezTo>
                  <a:cubicBezTo>
                    <a:pt x="54088" y="10994"/>
                    <a:pt x="53952" y="10888"/>
                    <a:pt x="53822" y="10772"/>
                  </a:cubicBezTo>
                  <a:cubicBezTo>
                    <a:pt x="53578" y="10551"/>
                    <a:pt x="53329" y="10341"/>
                    <a:pt x="53081" y="10125"/>
                  </a:cubicBezTo>
                  <a:cubicBezTo>
                    <a:pt x="52853" y="9924"/>
                    <a:pt x="52730" y="9645"/>
                    <a:pt x="52494" y="9456"/>
                  </a:cubicBezTo>
                  <a:cubicBezTo>
                    <a:pt x="52384" y="9366"/>
                    <a:pt x="52263" y="9288"/>
                    <a:pt x="52161" y="9190"/>
                  </a:cubicBezTo>
                  <a:cubicBezTo>
                    <a:pt x="52042" y="9074"/>
                    <a:pt x="51984" y="8920"/>
                    <a:pt x="51886" y="8790"/>
                  </a:cubicBezTo>
                  <a:cubicBezTo>
                    <a:pt x="51802" y="8680"/>
                    <a:pt x="51716" y="8591"/>
                    <a:pt x="51662" y="8461"/>
                  </a:cubicBezTo>
                  <a:cubicBezTo>
                    <a:pt x="51592" y="8299"/>
                    <a:pt x="51512" y="8143"/>
                    <a:pt x="51439" y="7981"/>
                  </a:cubicBezTo>
                  <a:cubicBezTo>
                    <a:pt x="51374" y="7839"/>
                    <a:pt x="51324" y="7689"/>
                    <a:pt x="51242" y="7555"/>
                  </a:cubicBezTo>
                  <a:cubicBezTo>
                    <a:pt x="51162" y="7423"/>
                    <a:pt x="51052" y="7311"/>
                    <a:pt x="50939" y="7209"/>
                  </a:cubicBezTo>
                  <a:cubicBezTo>
                    <a:pt x="50725" y="7014"/>
                    <a:pt x="50522" y="6789"/>
                    <a:pt x="50242" y="6698"/>
                  </a:cubicBezTo>
                  <a:cubicBezTo>
                    <a:pt x="50119" y="6659"/>
                    <a:pt x="49990" y="6644"/>
                    <a:pt x="49866" y="6621"/>
                  </a:cubicBezTo>
                  <a:cubicBezTo>
                    <a:pt x="49680" y="6588"/>
                    <a:pt x="49503" y="6515"/>
                    <a:pt x="49317" y="6487"/>
                  </a:cubicBezTo>
                  <a:cubicBezTo>
                    <a:pt x="49159" y="6463"/>
                    <a:pt x="49001" y="6478"/>
                    <a:pt x="48843" y="6482"/>
                  </a:cubicBezTo>
                  <a:cubicBezTo>
                    <a:pt x="48644" y="6484"/>
                    <a:pt x="48445" y="6486"/>
                    <a:pt x="48248" y="6487"/>
                  </a:cubicBezTo>
                  <a:cubicBezTo>
                    <a:pt x="47872" y="6489"/>
                    <a:pt x="47524" y="6597"/>
                    <a:pt x="47154" y="6625"/>
                  </a:cubicBezTo>
                  <a:cubicBezTo>
                    <a:pt x="46788" y="6653"/>
                    <a:pt x="46420" y="6642"/>
                    <a:pt x="46053" y="6655"/>
                  </a:cubicBezTo>
                  <a:cubicBezTo>
                    <a:pt x="46037" y="6657"/>
                    <a:pt x="46022" y="6660"/>
                    <a:pt x="46011" y="6666"/>
                  </a:cubicBezTo>
                  <a:cubicBezTo>
                    <a:pt x="45899" y="6543"/>
                    <a:pt x="45791" y="6417"/>
                    <a:pt x="45680" y="6296"/>
                  </a:cubicBezTo>
                  <a:cubicBezTo>
                    <a:pt x="45521" y="6123"/>
                    <a:pt x="45349" y="5974"/>
                    <a:pt x="45155" y="5848"/>
                  </a:cubicBezTo>
                  <a:cubicBezTo>
                    <a:pt x="44954" y="5716"/>
                    <a:pt x="44752" y="5591"/>
                    <a:pt x="44573" y="5427"/>
                  </a:cubicBezTo>
                  <a:cubicBezTo>
                    <a:pt x="44393" y="5262"/>
                    <a:pt x="44186" y="5130"/>
                    <a:pt x="44002" y="4970"/>
                  </a:cubicBezTo>
                  <a:cubicBezTo>
                    <a:pt x="43831" y="4821"/>
                    <a:pt x="43695" y="4637"/>
                    <a:pt x="43509" y="4505"/>
                  </a:cubicBezTo>
                  <a:cubicBezTo>
                    <a:pt x="43347" y="4390"/>
                    <a:pt x="43173" y="4328"/>
                    <a:pt x="43035" y="4176"/>
                  </a:cubicBezTo>
                  <a:cubicBezTo>
                    <a:pt x="42884" y="4008"/>
                    <a:pt x="42797" y="3791"/>
                    <a:pt x="42657" y="3614"/>
                  </a:cubicBezTo>
                  <a:cubicBezTo>
                    <a:pt x="42514" y="3430"/>
                    <a:pt x="42323" y="3285"/>
                    <a:pt x="42172" y="3103"/>
                  </a:cubicBezTo>
                  <a:cubicBezTo>
                    <a:pt x="42021" y="2922"/>
                    <a:pt x="41893" y="2725"/>
                    <a:pt x="41774" y="2522"/>
                  </a:cubicBezTo>
                  <a:cubicBezTo>
                    <a:pt x="41651" y="2312"/>
                    <a:pt x="41527" y="2123"/>
                    <a:pt x="41354" y="1951"/>
                  </a:cubicBezTo>
                  <a:cubicBezTo>
                    <a:pt x="41190" y="1790"/>
                    <a:pt x="41015" y="1622"/>
                    <a:pt x="40813" y="1513"/>
                  </a:cubicBezTo>
                  <a:cubicBezTo>
                    <a:pt x="40584" y="1390"/>
                    <a:pt x="40353" y="1395"/>
                    <a:pt x="40100" y="1403"/>
                  </a:cubicBezTo>
                  <a:cubicBezTo>
                    <a:pt x="39857" y="1408"/>
                    <a:pt x="39604" y="1364"/>
                    <a:pt x="39366" y="1433"/>
                  </a:cubicBezTo>
                  <a:cubicBezTo>
                    <a:pt x="39247" y="1468"/>
                    <a:pt x="39133" y="1529"/>
                    <a:pt x="39025" y="1593"/>
                  </a:cubicBezTo>
                  <a:cubicBezTo>
                    <a:pt x="38917" y="1658"/>
                    <a:pt x="38813" y="1699"/>
                    <a:pt x="38696" y="1745"/>
                  </a:cubicBezTo>
                  <a:cubicBezTo>
                    <a:pt x="38598" y="1786"/>
                    <a:pt x="38497" y="1829"/>
                    <a:pt x="38408" y="1888"/>
                  </a:cubicBezTo>
                  <a:cubicBezTo>
                    <a:pt x="38289" y="1968"/>
                    <a:pt x="38177" y="2056"/>
                    <a:pt x="38053" y="2128"/>
                  </a:cubicBezTo>
                  <a:cubicBezTo>
                    <a:pt x="37857" y="2243"/>
                    <a:pt x="37619" y="2297"/>
                    <a:pt x="37439" y="2435"/>
                  </a:cubicBezTo>
                  <a:cubicBezTo>
                    <a:pt x="37430" y="2442"/>
                    <a:pt x="37374" y="2491"/>
                    <a:pt x="37346" y="2526"/>
                  </a:cubicBezTo>
                  <a:cubicBezTo>
                    <a:pt x="37316" y="2528"/>
                    <a:pt x="37279" y="2543"/>
                    <a:pt x="37255" y="2554"/>
                  </a:cubicBezTo>
                  <a:cubicBezTo>
                    <a:pt x="37153" y="2599"/>
                    <a:pt x="37063" y="2695"/>
                    <a:pt x="36952" y="2712"/>
                  </a:cubicBezTo>
                  <a:cubicBezTo>
                    <a:pt x="36941" y="2708"/>
                    <a:pt x="36931" y="2703"/>
                    <a:pt x="36920" y="2699"/>
                  </a:cubicBezTo>
                  <a:cubicBezTo>
                    <a:pt x="36896" y="2669"/>
                    <a:pt x="36855" y="2658"/>
                    <a:pt x="36820" y="2666"/>
                  </a:cubicBezTo>
                  <a:cubicBezTo>
                    <a:pt x="36606" y="2595"/>
                    <a:pt x="36388" y="2535"/>
                    <a:pt x="36184" y="2441"/>
                  </a:cubicBezTo>
                  <a:cubicBezTo>
                    <a:pt x="35908" y="2310"/>
                    <a:pt x="35696" y="2123"/>
                    <a:pt x="35477" y="1916"/>
                  </a:cubicBezTo>
                  <a:cubicBezTo>
                    <a:pt x="35256" y="1706"/>
                    <a:pt x="35023" y="1539"/>
                    <a:pt x="34752" y="1399"/>
                  </a:cubicBezTo>
                  <a:cubicBezTo>
                    <a:pt x="34610" y="1327"/>
                    <a:pt x="34471" y="1247"/>
                    <a:pt x="34316" y="1206"/>
                  </a:cubicBezTo>
                  <a:cubicBezTo>
                    <a:pt x="34164" y="1163"/>
                    <a:pt x="34024" y="1137"/>
                    <a:pt x="33883" y="1059"/>
                  </a:cubicBezTo>
                  <a:cubicBezTo>
                    <a:pt x="33745" y="982"/>
                    <a:pt x="33612" y="910"/>
                    <a:pt x="33470" y="841"/>
                  </a:cubicBezTo>
                  <a:cubicBezTo>
                    <a:pt x="33320" y="767"/>
                    <a:pt x="33182" y="672"/>
                    <a:pt x="33022" y="616"/>
                  </a:cubicBezTo>
                  <a:cubicBezTo>
                    <a:pt x="32717" y="514"/>
                    <a:pt x="32444" y="320"/>
                    <a:pt x="32144" y="196"/>
                  </a:cubicBezTo>
                  <a:cubicBezTo>
                    <a:pt x="32021" y="146"/>
                    <a:pt x="31897" y="146"/>
                    <a:pt x="31772" y="114"/>
                  </a:cubicBezTo>
                  <a:cubicBezTo>
                    <a:pt x="31620" y="75"/>
                    <a:pt x="31477" y="2"/>
                    <a:pt x="31315" y="1"/>
                  </a:cubicBezTo>
                  <a:cubicBezTo>
                    <a:pt x="31194" y="1"/>
                    <a:pt x="31080" y="47"/>
                    <a:pt x="30960" y="49"/>
                  </a:cubicBezTo>
                  <a:cubicBezTo>
                    <a:pt x="30785" y="51"/>
                    <a:pt x="30645" y="75"/>
                    <a:pt x="30480" y="131"/>
                  </a:cubicBezTo>
                  <a:cubicBezTo>
                    <a:pt x="30333" y="179"/>
                    <a:pt x="30184" y="181"/>
                    <a:pt x="30033" y="201"/>
                  </a:cubicBezTo>
                  <a:cubicBezTo>
                    <a:pt x="29875" y="224"/>
                    <a:pt x="29719" y="237"/>
                    <a:pt x="29561" y="250"/>
                  </a:cubicBezTo>
                  <a:cubicBezTo>
                    <a:pt x="29237" y="281"/>
                    <a:pt x="28917" y="343"/>
                    <a:pt x="28596" y="380"/>
                  </a:cubicBezTo>
                  <a:cubicBezTo>
                    <a:pt x="28254" y="421"/>
                    <a:pt x="27913" y="469"/>
                    <a:pt x="27577" y="538"/>
                  </a:cubicBezTo>
                  <a:cubicBezTo>
                    <a:pt x="27255" y="603"/>
                    <a:pt x="26946" y="698"/>
                    <a:pt x="26632" y="793"/>
                  </a:cubicBezTo>
                  <a:cubicBezTo>
                    <a:pt x="26325" y="886"/>
                    <a:pt x="26009" y="943"/>
                    <a:pt x="25709" y="1057"/>
                  </a:cubicBezTo>
                  <a:cubicBezTo>
                    <a:pt x="25568" y="1109"/>
                    <a:pt x="25434" y="1174"/>
                    <a:pt x="25293" y="1221"/>
                  </a:cubicBezTo>
                  <a:cubicBezTo>
                    <a:pt x="25144" y="1269"/>
                    <a:pt x="24988" y="1289"/>
                    <a:pt x="24843" y="1343"/>
                  </a:cubicBezTo>
                  <a:cubicBezTo>
                    <a:pt x="24718" y="1392"/>
                    <a:pt x="24588" y="1418"/>
                    <a:pt x="24463" y="1470"/>
                  </a:cubicBezTo>
                  <a:cubicBezTo>
                    <a:pt x="24322" y="1529"/>
                    <a:pt x="24188" y="1604"/>
                    <a:pt x="24052" y="1676"/>
                  </a:cubicBezTo>
                  <a:cubicBezTo>
                    <a:pt x="23887" y="1764"/>
                    <a:pt x="23714" y="1840"/>
                    <a:pt x="23533" y="1894"/>
                  </a:cubicBezTo>
                  <a:cubicBezTo>
                    <a:pt x="23368" y="1944"/>
                    <a:pt x="23201" y="1977"/>
                    <a:pt x="23037" y="2039"/>
                  </a:cubicBezTo>
                  <a:cubicBezTo>
                    <a:pt x="22710" y="2160"/>
                    <a:pt x="22369" y="2268"/>
                    <a:pt x="22059" y="2426"/>
                  </a:cubicBezTo>
                  <a:cubicBezTo>
                    <a:pt x="21897" y="2509"/>
                    <a:pt x="21737" y="2573"/>
                    <a:pt x="21564" y="2630"/>
                  </a:cubicBezTo>
                  <a:cubicBezTo>
                    <a:pt x="21408" y="2682"/>
                    <a:pt x="21270" y="2760"/>
                    <a:pt x="21121" y="2824"/>
                  </a:cubicBezTo>
                  <a:cubicBezTo>
                    <a:pt x="20961" y="2891"/>
                    <a:pt x="20794" y="2933"/>
                    <a:pt x="20636" y="3000"/>
                  </a:cubicBezTo>
                  <a:cubicBezTo>
                    <a:pt x="20576" y="3026"/>
                    <a:pt x="20508" y="3062"/>
                    <a:pt x="20443" y="3065"/>
                  </a:cubicBezTo>
                  <a:cubicBezTo>
                    <a:pt x="20372" y="3069"/>
                    <a:pt x="20303" y="3030"/>
                    <a:pt x="20244" y="2998"/>
                  </a:cubicBezTo>
                  <a:cubicBezTo>
                    <a:pt x="20219" y="2985"/>
                    <a:pt x="20193" y="2989"/>
                    <a:pt x="20173" y="3000"/>
                  </a:cubicBezTo>
                  <a:cubicBezTo>
                    <a:pt x="20052" y="2902"/>
                    <a:pt x="19940" y="2788"/>
                    <a:pt x="19818" y="2701"/>
                  </a:cubicBezTo>
                  <a:cubicBezTo>
                    <a:pt x="19518" y="2491"/>
                    <a:pt x="19189" y="2323"/>
                    <a:pt x="18878" y="2134"/>
                  </a:cubicBezTo>
                  <a:cubicBezTo>
                    <a:pt x="18722" y="2039"/>
                    <a:pt x="18575" y="1929"/>
                    <a:pt x="18423" y="1829"/>
                  </a:cubicBezTo>
                  <a:cubicBezTo>
                    <a:pt x="18287" y="1736"/>
                    <a:pt x="18125" y="1685"/>
                    <a:pt x="17993" y="1591"/>
                  </a:cubicBezTo>
                  <a:cubicBezTo>
                    <a:pt x="17867" y="1501"/>
                    <a:pt x="17772" y="1371"/>
                    <a:pt x="17647" y="1276"/>
                  </a:cubicBezTo>
                  <a:cubicBezTo>
                    <a:pt x="17517" y="1178"/>
                    <a:pt x="17409" y="1100"/>
                    <a:pt x="17314" y="964"/>
                  </a:cubicBezTo>
                  <a:cubicBezTo>
                    <a:pt x="17138" y="713"/>
                    <a:pt x="16820" y="467"/>
                    <a:pt x="16509" y="425"/>
                  </a:cubicBezTo>
                  <a:cubicBezTo>
                    <a:pt x="16156" y="376"/>
                    <a:pt x="15795" y="434"/>
                    <a:pt x="15447" y="488"/>
                  </a:cubicBezTo>
                  <a:cubicBezTo>
                    <a:pt x="15276" y="514"/>
                    <a:pt x="15116" y="585"/>
                    <a:pt x="14943" y="586"/>
                  </a:cubicBezTo>
                  <a:cubicBezTo>
                    <a:pt x="14772" y="586"/>
                    <a:pt x="14616" y="599"/>
                    <a:pt x="14456" y="668"/>
                  </a:cubicBezTo>
                  <a:cubicBezTo>
                    <a:pt x="14309" y="731"/>
                    <a:pt x="14171" y="817"/>
                    <a:pt x="14021" y="871"/>
                  </a:cubicBezTo>
                  <a:cubicBezTo>
                    <a:pt x="13846" y="932"/>
                    <a:pt x="13666" y="979"/>
                    <a:pt x="13485" y="1025"/>
                  </a:cubicBezTo>
                  <a:cubicBezTo>
                    <a:pt x="13286" y="1079"/>
                    <a:pt x="13087" y="1154"/>
                    <a:pt x="12883" y="1183"/>
                  </a:cubicBezTo>
                  <a:cubicBezTo>
                    <a:pt x="12697" y="1209"/>
                    <a:pt x="12505" y="1200"/>
                    <a:pt x="12319" y="1193"/>
                  </a:cubicBezTo>
                  <a:cubicBezTo>
                    <a:pt x="11960" y="1180"/>
                    <a:pt x="11588" y="1208"/>
                    <a:pt x="11229" y="1250"/>
                  </a:cubicBezTo>
                  <a:cubicBezTo>
                    <a:pt x="11108" y="1235"/>
                    <a:pt x="10991" y="1202"/>
                    <a:pt x="10872" y="1183"/>
                  </a:cubicBezTo>
                  <a:cubicBezTo>
                    <a:pt x="10582" y="1142"/>
                    <a:pt x="10281" y="1170"/>
                    <a:pt x="9989" y="1170"/>
                  </a:cubicBezTo>
                  <a:cubicBezTo>
                    <a:pt x="9723" y="1170"/>
                    <a:pt x="9472" y="1241"/>
                    <a:pt x="9206" y="1254"/>
                  </a:cubicBezTo>
                  <a:cubicBezTo>
                    <a:pt x="8942" y="1267"/>
                    <a:pt x="8752" y="1427"/>
                    <a:pt x="8564" y="1598"/>
                  </a:cubicBezTo>
                  <a:cubicBezTo>
                    <a:pt x="8484" y="1671"/>
                    <a:pt x="8408" y="1747"/>
                    <a:pt x="8321" y="1806"/>
                  </a:cubicBezTo>
                  <a:cubicBezTo>
                    <a:pt x="8282" y="1832"/>
                    <a:pt x="8237" y="1866"/>
                    <a:pt x="8192" y="1877"/>
                  </a:cubicBezTo>
                  <a:cubicBezTo>
                    <a:pt x="8127" y="1894"/>
                    <a:pt x="8060" y="1884"/>
                    <a:pt x="7997" y="1907"/>
                  </a:cubicBezTo>
                  <a:cubicBezTo>
                    <a:pt x="7878" y="1948"/>
                    <a:pt x="7824" y="2054"/>
                    <a:pt x="7725" y="2119"/>
                  </a:cubicBezTo>
                  <a:cubicBezTo>
                    <a:pt x="7614" y="2193"/>
                    <a:pt x="7486" y="2251"/>
                    <a:pt x="7365" y="2307"/>
                  </a:cubicBezTo>
                  <a:cubicBezTo>
                    <a:pt x="7114" y="2416"/>
                    <a:pt x="6835" y="2435"/>
                    <a:pt x="6576" y="2519"/>
                  </a:cubicBezTo>
                  <a:cubicBezTo>
                    <a:pt x="6316" y="2601"/>
                    <a:pt x="6081" y="2746"/>
                    <a:pt x="5827" y="2844"/>
                  </a:cubicBezTo>
                  <a:cubicBezTo>
                    <a:pt x="5698" y="2894"/>
                    <a:pt x="5570" y="2911"/>
                    <a:pt x="5436" y="2941"/>
                  </a:cubicBezTo>
                  <a:cubicBezTo>
                    <a:pt x="5313" y="2969"/>
                    <a:pt x="5198" y="3032"/>
                    <a:pt x="5073" y="3047"/>
                  </a:cubicBezTo>
                  <a:cubicBezTo>
                    <a:pt x="4943" y="3062"/>
                    <a:pt x="4813" y="3039"/>
                    <a:pt x="4685" y="3038"/>
                  </a:cubicBezTo>
                  <a:cubicBezTo>
                    <a:pt x="4549" y="3036"/>
                    <a:pt x="4419" y="3065"/>
                    <a:pt x="4287" y="3099"/>
                  </a:cubicBezTo>
                  <a:cubicBezTo>
                    <a:pt x="4034" y="3160"/>
                    <a:pt x="3781" y="3097"/>
                    <a:pt x="3524" y="3118"/>
                  </a:cubicBezTo>
                  <a:cubicBezTo>
                    <a:pt x="3269" y="3138"/>
                    <a:pt x="3076" y="3255"/>
                    <a:pt x="2884" y="3417"/>
                  </a:cubicBezTo>
                  <a:cubicBezTo>
                    <a:pt x="2805" y="3484"/>
                    <a:pt x="2728" y="3553"/>
                    <a:pt x="2639" y="3607"/>
                  </a:cubicBezTo>
                  <a:cubicBezTo>
                    <a:pt x="2518" y="3679"/>
                    <a:pt x="2379" y="3724"/>
                    <a:pt x="2250" y="3780"/>
                  </a:cubicBezTo>
                  <a:cubicBezTo>
                    <a:pt x="1999" y="3887"/>
                    <a:pt x="1780" y="4018"/>
                    <a:pt x="1581" y="4205"/>
                  </a:cubicBezTo>
                  <a:cubicBezTo>
                    <a:pt x="1399" y="4378"/>
                    <a:pt x="1246" y="4574"/>
                    <a:pt x="1116" y="4789"/>
                  </a:cubicBezTo>
                  <a:cubicBezTo>
                    <a:pt x="982" y="5014"/>
                    <a:pt x="822" y="5184"/>
                    <a:pt x="604" y="5331"/>
                  </a:cubicBezTo>
                  <a:cubicBezTo>
                    <a:pt x="407" y="5465"/>
                    <a:pt x="199" y="5576"/>
                    <a:pt x="0" y="5704"/>
                  </a:cubicBezTo>
                  <a:lnTo>
                    <a:pt x="0" y="88295"/>
                  </a:lnTo>
                  <a:lnTo>
                    <a:pt x="215725" y="88295"/>
                  </a:lnTo>
                  <a:lnTo>
                    <a:pt x="215725" y="340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0"/>
            <p:cNvSpPr/>
            <p:nvPr/>
          </p:nvSpPr>
          <p:spPr>
            <a:xfrm>
              <a:off x="1275" y="4638873"/>
              <a:ext cx="9144086" cy="1030570"/>
            </a:xfrm>
            <a:custGeom>
              <a:avLst/>
              <a:gdLst/>
              <a:ahLst/>
              <a:cxnLst/>
              <a:rect l="l" t="t" r="r" b="b"/>
              <a:pathLst>
                <a:path w="215726" h="57040" extrusionOk="0">
                  <a:moveTo>
                    <a:pt x="135276" y="6980"/>
                  </a:moveTo>
                  <a:cubicBezTo>
                    <a:pt x="135266" y="6891"/>
                    <a:pt x="135188" y="6858"/>
                    <a:pt x="135121" y="6874"/>
                  </a:cubicBezTo>
                  <a:cubicBezTo>
                    <a:pt x="135075" y="6846"/>
                    <a:pt x="135030" y="6820"/>
                    <a:pt x="134987" y="6798"/>
                  </a:cubicBezTo>
                  <a:cubicBezTo>
                    <a:pt x="134848" y="6724"/>
                    <a:pt x="134716" y="6726"/>
                    <a:pt x="134597" y="6835"/>
                  </a:cubicBezTo>
                  <a:cubicBezTo>
                    <a:pt x="134381" y="7036"/>
                    <a:pt x="134318" y="7336"/>
                    <a:pt x="133976" y="7364"/>
                  </a:cubicBezTo>
                  <a:cubicBezTo>
                    <a:pt x="133745" y="7382"/>
                    <a:pt x="133503" y="7380"/>
                    <a:pt x="133273" y="7378"/>
                  </a:cubicBezTo>
                  <a:cubicBezTo>
                    <a:pt x="133159" y="7377"/>
                    <a:pt x="133044" y="7371"/>
                    <a:pt x="132934" y="7334"/>
                  </a:cubicBezTo>
                  <a:cubicBezTo>
                    <a:pt x="132772" y="7276"/>
                    <a:pt x="132700" y="7157"/>
                    <a:pt x="132572" y="7062"/>
                  </a:cubicBezTo>
                  <a:cubicBezTo>
                    <a:pt x="132443" y="6969"/>
                    <a:pt x="132294" y="6969"/>
                    <a:pt x="132144" y="6999"/>
                  </a:cubicBezTo>
                  <a:cubicBezTo>
                    <a:pt x="132010" y="7025"/>
                    <a:pt x="131883" y="7070"/>
                    <a:pt x="131744" y="7072"/>
                  </a:cubicBezTo>
                  <a:cubicBezTo>
                    <a:pt x="131591" y="7072"/>
                    <a:pt x="131444" y="7005"/>
                    <a:pt x="131292" y="7018"/>
                  </a:cubicBezTo>
                  <a:cubicBezTo>
                    <a:pt x="131205" y="7027"/>
                    <a:pt x="131130" y="7062"/>
                    <a:pt x="131039" y="7064"/>
                  </a:cubicBezTo>
                  <a:cubicBezTo>
                    <a:pt x="130916" y="7064"/>
                    <a:pt x="130818" y="7001"/>
                    <a:pt x="130697" y="6986"/>
                  </a:cubicBezTo>
                  <a:cubicBezTo>
                    <a:pt x="130589" y="6971"/>
                    <a:pt x="130481" y="6990"/>
                    <a:pt x="130373" y="6986"/>
                  </a:cubicBezTo>
                  <a:cubicBezTo>
                    <a:pt x="130211" y="6980"/>
                    <a:pt x="130146" y="6915"/>
                    <a:pt x="130012" y="6858"/>
                  </a:cubicBezTo>
                  <a:cubicBezTo>
                    <a:pt x="129854" y="6789"/>
                    <a:pt x="129668" y="6809"/>
                    <a:pt x="129503" y="6832"/>
                  </a:cubicBezTo>
                  <a:cubicBezTo>
                    <a:pt x="129194" y="6873"/>
                    <a:pt x="128925" y="6980"/>
                    <a:pt x="128608" y="6979"/>
                  </a:cubicBezTo>
                  <a:cubicBezTo>
                    <a:pt x="128331" y="6977"/>
                    <a:pt x="128054" y="6973"/>
                    <a:pt x="127779" y="6986"/>
                  </a:cubicBezTo>
                  <a:cubicBezTo>
                    <a:pt x="127511" y="6997"/>
                    <a:pt x="127267" y="6956"/>
                    <a:pt x="127002" y="6930"/>
                  </a:cubicBezTo>
                  <a:cubicBezTo>
                    <a:pt x="126825" y="6913"/>
                    <a:pt x="126685" y="6964"/>
                    <a:pt x="126527" y="7034"/>
                  </a:cubicBezTo>
                  <a:cubicBezTo>
                    <a:pt x="126265" y="7150"/>
                    <a:pt x="126031" y="7107"/>
                    <a:pt x="125755" y="7125"/>
                  </a:cubicBezTo>
                  <a:cubicBezTo>
                    <a:pt x="125685" y="7131"/>
                    <a:pt x="125620" y="7144"/>
                    <a:pt x="125556" y="7178"/>
                  </a:cubicBezTo>
                  <a:cubicBezTo>
                    <a:pt x="125471" y="7222"/>
                    <a:pt x="125369" y="7371"/>
                    <a:pt x="125272" y="7369"/>
                  </a:cubicBezTo>
                  <a:cubicBezTo>
                    <a:pt x="125194" y="7369"/>
                    <a:pt x="125101" y="7263"/>
                    <a:pt x="125030" y="7230"/>
                  </a:cubicBezTo>
                  <a:cubicBezTo>
                    <a:pt x="124954" y="7196"/>
                    <a:pt x="124874" y="7192"/>
                    <a:pt x="124792" y="7200"/>
                  </a:cubicBezTo>
                  <a:cubicBezTo>
                    <a:pt x="124480" y="7230"/>
                    <a:pt x="124201" y="7330"/>
                    <a:pt x="123881" y="7272"/>
                  </a:cubicBezTo>
                  <a:cubicBezTo>
                    <a:pt x="123699" y="7241"/>
                    <a:pt x="123548" y="7200"/>
                    <a:pt x="123368" y="7265"/>
                  </a:cubicBezTo>
                  <a:cubicBezTo>
                    <a:pt x="123278" y="7298"/>
                    <a:pt x="123193" y="7339"/>
                    <a:pt x="123107" y="7382"/>
                  </a:cubicBezTo>
                  <a:cubicBezTo>
                    <a:pt x="123063" y="7377"/>
                    <a:pt x="123018" y="7373"/>
                    <a:pt x="122971" y="7373"/>
                  </a:cubicBezTo>
                  <a:cubicBezTo>
                    <a:pt x="122717" y="7373"/>
                    <a:pt x="122523" y="7237"/>
                    <a:pt x="122280" y="7187"/>
                  </a:cubicBezTo>
                  <a:cubicBezTo>
                    <a:pt x="122185" y="7168"/>
                    <a:pt x="122092" y="7170"/>
                    <a:pt x="121999" y="7133"/>
                  </a:cubicBezTo>
                  <a:cubicBezTo>
                    <a:pt x="121904" y="7096"/>
                    <a:pt x="121824" y="7032"/>
                    <a:pt x="121737" y="6980"/>
                  </a:cubicBezTo>
                  <a:cubicBezTo>
                    <a:pt x="121577" y="6889"/>
                    <a:pt x="121400" y="6846"/>
                    <a:pt x="121220" y="6811"/>
                  </a:cubicBezTo>
                  <a:cubicBezTo>
                    <a:pt x="120291" y="6625"/>
                    <a:pt x="119332" y="6861"/>
                    <a:pt x="118408" y="6629"/>
                  </a:cubicBezTo>
                  <a:cubicBezTo>
                    <a:pt x="118183" y="6573"/>
                    <a:pt x="117961" y="6495"/>
                    <a:pt x="117736" y="6430"/>
                  </a:cubicBezTo>
                  <a:cubicBezTo>
                    <a:pt x="117526" y="6370"/>
                    <a:pt x="117314" y="6346"/>
                    <a:pt x="117104" y="6302"/>
                  </a:cubicBezTo>
                  <a:cubicBezTo>
                    <a:pt x="116892" y="6257"/>
                    <a:pt x="116674" y="6136"/>
                    <a:pt x="116477" y="6047"/>
                  </a:cubicBezTo>
                  <a:cubicBezTo>
                    <a:pt x="116278" y="5956"/>
                    <a:pt x="116075" y="5915"/>
                    <a:pt x="115862" y="5872"/>
                  </a:cubicBezTo>
                  <a:cubicBezTo>
                    <a:pt x="115402" y="5783"/>
                    <a:pt x="114928" y="5770"/>
                    <a:pt x="114476" y="5651"/>
                  </a:cubicBezTo>
                  <a:cubicBezTo>
                    <a:pt x="114080" y="5547"/>
                    <a:pt x="113695" y="5394"/>
                    <a:pt x="113288" y="5338"/>
                  </a:cubicBezTo>
                  <a:cubicBezTo>
                    <a:pt x="112810" y="5273"/>
                    <a:pt x="112311" y="5312"/>
                    <a:pt x="111830" y="5316"/>
                  </a:cubicBezTo>
                  <a:cubicBezTo>
                    <a:pt x="111391" y="5320"/>
                    <a:pt x="110937" y="5286"/>
                    <a:pt x="110505" y="5381"/>
                  </a:cubicBezTo>
                  <a:cubicBezTo>
                    <a:pt x="110305" y="5426"/>
                    <a:pt x="110115" y="5511"/>
                    <a:pt x="109914" y="5560"/>
                  </a:cubicBezTo>
                  <a:cubicBezTo>
                    <a:pt x="109659" y="5619"/>
                    <a:pt x="109406" y="5639"/>
                    <a:pt x="109148" y="5664"/>
                  </a:cubicBezTo>
                  <a:cubicBezTo>
                    <a:pt x="108752" y="5703"/>
                    <a:pt x="108467" y="5963"/>
                    <a:pt x="108090" y="6056"/>
                  </a:cubicBezTo>
                  <a:cubicBezTo>
                    <a:pt x="107881" y="6108"/>
                    <a:pt x="107679" y="6177"/>
                    <a:pt x="107472" y="6236"/>
                  </a:cubicBezTo>
                  <a:cubicBezTo>
                    <a:pt x="107242" y="6305"/>
                    <a:pt x="107000" y="6313"/>
                    <a:pt x="106771" y="6389"/>
                  </a:cubicBezTo>
                  <a:cubicBezTo>
                    <a:pt x="106347" y="6532"/>
                    <a:pt x="105915" y="6573"/>
                    <a:pt x="105486" y="6694"/>
                  </a:cubicBezTo>
                  <a:cubicBezTo>
                    <a:pt x="105015" y="6828"/>
                    <a:pt x="104550" y="6882"/>
                    <a:pt x="104061" y="6891"/>
                  </a:cubicBezTo>
                  <a:cubicBezTo>
                    <a:pt x="103866" y="6895"/>
                    <a:pt x="103669" y="6904"/>
                    <a:pt x="103474" y="6891"/>
                  </a:cubicBezTo>
                  <a:cubicBezTo>
                    <a:pt x="103206" y="6874"/>
                    <a:pt x="102986" y="6742"/>
                    <a:pt x="102752" y="6623"/>
                  </a:cubicBezTo>
                  <a:cubicBezTo>
                    <a:pt x="102572" y="6530"/>
                    <a:pt x="102389" y="6499"/>
                    <a:pt x="102194" y="6445"/>
                  </a:cubicBezTo>
                  <a:cubicBezTo>
                    <a:pt x="102094" y="6417"/>
                    <a:pt x="101999" y="6365"/>
                    <a:pt x="101897" y="6339"/>
                  </a:cubicBezTo>
                  <a:cubicBezTo>
                    <a:pt x="101778" y="6311"/>
                    <a:pt x="101655" y="6316"/>
                    <a:pt x="101536" y="6285"/>
                  </a:cubicBezTo>
                  <a:cubicBezTo>
                    <a:pt x="101101" y="6166"/>
                    <a:pt x="100708" y="5868"/>
                    <a:pt x="100253" y="5822"/>
                  </a:cubicBezTo>
                  <a:cubicBezTo>
                    <a:pt x="99879" y="5781"/>
                    <a:pt x="99507" y="5688"/>
                    <a:pt x="99125" y="5747"/>
                  </a:cubicBezTo>
                  <a:cubicBezTo>
                    <a:pt x="98921" y="5779"/>
                    <a:pt x="98748" y="5835"/>
                    <a:pt x="98536" y="5825"/>
                  </a:cubicBezTo>
                  <a:cubicBezTo>
                    <a:pt x="98294" y="5816"/>
                    <a:pt x="98054" y="5824"/>
                    <a:pt x="97814" y="5822"/>
                  </a:cubicBezTo>
                  <a:cubicBezTo>
                    <a:pt x="97362" y="5816"/>
                    <a:pt x="96929" y="5779"/>
                    <a:pt x="96494" y="5911"/>
                  </a:cubicBezTo>
                  <a:cubicBezTo>
                    <a:pt x="96035" y="6051"/>
                    <a:pt x="95473" y="5965"/>
                    <a:pt x="94997" y="5965"/>
                  </a:cubicBezTo>
                  <a:cubicBezTo>
                    <a:pt x="94071" y="5965"/>
                    <a:pt x="93159" y="5859"/>
                    <a:pt x="92239" y="5792"/>
                  </a:cubicBezTo>
                  <a:cubicBezTo>
                    <a:pt x="91731" y="5755"/>
                    <a:pt x="91255" y="5548"/>
                    <a:pt x="90775" y="5396"/>
                  </a:cubicBezTo>
                  <a:cubicBezTo>
                    <a:pt x="90340" y="5258"/>
                    <a:pt x="89890" y="5113"/>
                    <a:pt x="89479" y="4922"/>
                  </a:cubicBezTo>
                  <a:cubicBezTo>
                    <a:pt x="89113" y="4749"/>
                    <a:pt x="88778" y="4645"/>
                    <a:pt x="88376" y="4605"/>
                  </a:cubicBezTo>
                  <a:cubicBezTo>
                    <a:pt x="87878" y="4559"/>
                    <a:pt x="87355" y="4561"/>
                    <a:pt x="86888" y="4367"/>
                  </a:cubicBezTo>
                  <a:cubicBezTo>
                    <a:pt x="86485" y="4200"/>
                    <a:pt x="86118" y="4005"/>
                    <a:pt x="85681" y="3938"/>
                  </a:cubicBezTo>
                  <a:cubicBezTo>
                    <a:pt x="85293" y="3876"/>
                    <a:pt x="84900" y="3845"/>
                    <a:pt x="84510" y="3839"/>
                  </a:cubicBezTo>
                  <a:cubicBezTo>
                    <a:pt x="84325" y="3837"/>
                    <a:pt x="84134" y="3761"/>
                    <a:pt x="83948" y="3735"/>
                  </a:cubicBezTo>
                  <a:cubicBezTo>
                    <a:pt x="83730" y="3703"/>
                    <a:pt x="83518" y="3642"/>
                    <a:pt x="83299" y="3625"/>
                  </a:cubicBezTo>
                  <a:cubicBezTo>
                    <a:pt x="82853" y="3594"/>
                    <a:pt x="82386" y="3549"/>
                    <a:pt x="81947" y="3464"/>
                  </a:cubicBezTo>
                  <a:cubicBezTo>
                    <a:pt x="81791" y="3432"/>
                    <a:pt x="81631" y="3397"/>
                    <a:pt x="81469" y="3402"/>
                  </a:cubicBezTo>
                  <a:cubicBezTo>
                    <a:pt x="81409" y="3404"/>
                    <a:pt x="81153" y="3426"/>
                    <a:pt x="80995" y="3393"/>
                  </a:cubicBezTo>
                  <a:cubicBezTo>
                    <a:pt x="80928" y="3378"/>
                    <a:pt x="80879" y="3354"/>
                    <a:pt x="80870" y="3315"/>
                  </a:cubicBezTo>
                  <a:cubicBezTo>
                    <a:pt x="80857" y="3253"/>
                    <a:pt x="80768" y="3279"/>
                    <a:pt x="80777" y="3341"/>
                  </a:cubicBezTo>
                  <a:cubicBezTo>
                    <a:pt x="80779" y="3346"/>
                    <a:pt x="80779" y="3350"/>
                    <a:pt x="80781" y="3356"/>
                  </a:cubicBezTo>
                  <a:cubicBezTo>
                    <a:pt x="80615" y="3315"/>
                    <a:pt x="80450" y="3272"/>
                    <a:pt x="80280" y="3248"/>
                  </a:cubicBezTo>
                  <a:cubicBezTo>
                    <a:pt x="79883" y="3194"/>
                    <a:pt x="79490" y="3188"/>
                    <a:pt x="79098" y="3092"/>
                  </a:cubicBezTo>
                  <a:cubicBezTo>
                    <a:pt x="78424" y="2928"/>
                    <a:pt x="77790" y="2699"/>
                    <a:pt x="77098" y="2606"/>
                  </a:cubicBezTo>
                  <a:cubicBezTo>
                    <a:pt x="76360" y="2508"/>
                    <a:pt x="75611" y="2478"/>
                    <a:pt x="74889" y="2279"/>
                  </a:cubicBezTo>
                  <a:cubicBezTo>
                    <a:pt x="74541" y="2182"/>
                    <a:pt x="74201" y="2061"/>
                    <a:pt x="73844" y="2009"/>
                  </a:cubicBezTo>
                  <a:cubicBezTo>
                    <a:pt x="73496" y="1959"/>
                    <a:pt x="73156" y="2028"/>
                    <a:pt x="72810" y="1950"/>
                  </a:cubicBezTo>
                  <a:cubicBezTo>
                    <a:pt x="72138" y="1797"/>
                    <a:pt x="71480" y="1870"/>
                    <a:pt x="70792" y="1870"/>
                  </a:cubicBezTo>
                  <a:cubicBezTo>
                    <a:pt x="70433" y="1870"/>
                    <a:pt x="70111" y="1773"/>
                    <a:pt x="69762" y="1732"/>
                  </a:cubicBezTo>
                  <a:cubicBezTo>
                    <a:pt x="69427" y="1691"/>
                    <a:pt x="69077" y="1721"/>
                    <a:pt x="68743" y="1730"/>
                  </a:cubicBezTo>
                  <a:cubicBezTo>
                    <a:pt x="68116" y="1745"/>
                    <a:pt x="67578" y="1727"/>
                    <a:pt x="66978" y="1905"/>
                  </a:cubicBezTo>
                  <a:cubicBezTo>
                    <a:pt x="66799" y="1957"/>
                    <a:pt x="66580" y="1961"/>
                    <a:pt x="66435" y="2095"/>
                  </a:cubicBezTo>
                  <a:cubicBezTo>
                    <a:pt x="66358" y="2164"/>
                    <a:pt x="66336" y="2251"/>
                    <a:pt x="66284" y="2337"/>
                  </a:cubicBezTo>
                  <a:cubicBezTo>
                    <a:pt x="66176" y="2513"/>
                    <a:pt x="66033" y="2636"/>
                    <a:pt x="65847" y="2725"/>
                  </a:cubicBezTo>
                  <a:cubicBezTo>
                    <a:pt x="65231" y="3027"/>
                    <a:pt x="64469" y="3162"/>
                    <a:pt x="63797" y="3291"/>
                  </a:cubicBezTo>
                  <a:cubicBezTo>
                    <a:pt x="63437" y="3359"/>
                    <a:pt x="63074" y="3358"/>
                    <a:pt x="62709" y="3406"/>
                  </a:cubicBezTo>
                  <a:cubicBezTo>
                    <a:pt x="62347" y="3454"/>
                    <a:pt x="62001" y="3571"/>
                    <a:pt x="61649" y="3670"/>
                  </a:cubicBezTo>
                  <a:cubicBezTo>
                    <a:pt x="61047" y="3836"/>
                    <a:pt x="60426" y="3882"/>
                    <a:pt x="59879" y="4211"/>
                  </a:cubicBezTo>
                  <a:cubicBezTo>
                    <a:pt x="59546" y="4412"/>
                    <a:pt x="59261" y="4589"/>
                    <a:pt x="58865" y="4633"/>
                  </a:cubicBezTo>
                  <a:cubicBezTo>
                    <a:pt x="58586" y="4665"/>
                    <a:pt x="58337" y="4697"/>
                    <a:pt x="58080" y="4821"/>
                  </a:cubicBezTo>
                  <a:cubicBezTo>
                    <a:pt x="57469" y="5117"/>
                    <a:pt x="56803" y="5169"/>
                    <a:pt x="56174" y="5429"/>
                  </a:cubicBezTo>
                  <a:cubicBezTo>
                    <a:pt x="55897" y="5545"/>
                    <a:pt x="55648" y="5723"/>
                    <a:pt x="55360" y="5814"/>
                  </a:cubicBezTo>
                  <a:cubicBezTo>
                    <a:pt x="54990" y="5931"/>
                    <a:pt x="54577" y="5896"/>
                    <a:pt x="54194" y="5878"/>
                  </a:cubicBezTo>
                  <a:cubicBezTo>
                    <a:pt x="53437" y="5838"/>
                    <a:pt x="52717" y="5772"/>
                    <a:pt x="51967" y="5643"/>
                  </a:cubicBezTo>
                  <a:cubicBezTo>
                    <a:pt x="51681" y="5595"/>
                    <a:pt x="51411" y="5615"/>
                    <a:pt x="51125" y="5591"/>
                  </a:cubicBezTo>
                  <a:cubicBezTo>
                    <a:pt x="50762" y="5558"/>
                    <a:pt x="50390" y="5439"/>
                    <a:pt x="50020" y="5398"/>
                  </a:cubicBezTo>
                  <a:cubicBezTo>
                    <a:pt x="49295" y="5316"/>
                    <a:pt x="48555" y="5318"/>
                    <a:pt x="47837" y="5178"/>
                  </a:cubicBezTo>
                  <a:cubicBezTo>
                    <a:pt x="47156" y="5046"/>
                    <a:pt x="46470" y="4871"/>
                    <a:pt x="45838" y="4587"/>
                  </a:cubicBezTo>
                  <a:cubicBezTo>
                    <a:pt x="45300" y="4345"/>
                    <a:pt x="44644" y="4135"/>
                    <a:pt x="44058" y="4062"/>
                  </a:cubicBezTo>
                  <a:cubicBezTo>
                    <a:pt x="43779" y="4027"/>
                    <a:pt x="43496" y="4059"/>
                    <a:pt x="43215" y="4059"/>
                  </a:cubicBezTo>
                  <a:cubicBezTo>
                    <a:pt x="42788" y="4061"/>
                    <a:pt x="42453" y="3964"/>
                    <a:pt x="42060" y="3804"/>
                  </a:cubicBezTo>
                  <a:cubicBezTo>
                    <a:pt x="41767" y="3683"/>
                    <a:pt x="41519" y="3650"/>
                    <a:pt x="41201" y="3664"/>
                  </a:cubicBezTo>
                  <a:cubicBezTo>
                    <a:pt x="40811" y="3681"/>
                    <a:pt x="40463" y="3616"/>
                    <a:pt x="40080" y="3566"/>
                  </a:cubicBezTo>
                  <a:cubicBezTo>
                    <a:pt x="39751" y="3521"/>
                    <a:pt x="39427" y="3516"/>
                    <a:pt x="39105" y="3428"/>
                  </a:cubicBezTo>
                  <a:cubicBezTo>
                    <a:pt x="38759" y="3333"/>
                    <a:pt x="38430" y="3194"/>
                    <a:pt x="38099" y="3060"/>
                  </a:cubicBezTo>
                  <a:cubicBezTo>
                    <a:pt x="37534" y="2835"/>
                    <a:pt x="36993" y="2467"/>
                    <a:pt x="36394" y="2340"/>
                  </a:cubicBezTo>
                  <a:cubicBezTo>
                    <a:pt x="36100" y="2281"/>
                    <a:pt x="35799" y="2255"/>
                    <a:pt x="35507" y="2177"/>
                  </a:cubicBezTo>
                  <a:cubicBezTo>
                    <a:pt x="35187" y="2091"/>
                    <a:pt x="34895" y="1937"/>
                    <a:pt x="34567" y="1886"/>
                  </a:cubicBezTo>
                  <a:cubicBezTo>
                    <a:pt x="34209" y="1829"/>
                    <a:pt x="33926" y="1645"/>
                    <a:pt x="33576" y="1581"/>
                  </a:cubicBezTo>
                  <a:cubicBezTo>
                    <a:pt x="33225" y="1518"/>
                    <a:pt x="32881" y="1496"/>
                    <a:pt x="32533" y="1405"/>
                  </a:cubicBezTo>
                  <a:cubicBezTo>
                    <a:pt x="31876" y="1236"/>
                    <a:pt x="31251" y="1018"/>
                    <a:pt x="30610" y="810"/>
                  </a:cubicBezTo>
                  <a:cubicBezTo>
                    <a:pt x="30290" y="707"/>
                    <a:pt x="29972" y="605"/>
                    <a:pt x="29654" y="501"/>
                  </a:cubicBezTo>
                  <a:cubicBezTo>
                    <a:pt x="29284" y="380"/>
                    <a:pt x="28886" y="352"/>
                    <a:pt x="28506" y="263"/>
                  </a:cubicBezTo>
                  <a:cubicBezTo>
                    <a:pt x="27882" y="116"/>
                    <a:pt x="27240" y="1"/>
                    <a:pt x="26595" y="40"/>
                  </a:cubicBezTo>
                  <a:cubicBezTo>
                    <a:pt x="25895" y="79"/>
                    <a:pt x="25161" y="189"/>
                    <a:pt x="24476" y="332"/>
                  </a:cubicBezTo>
                  <a:cubicBezTo>
                    <a:pt x="24205" y="387"/>
                    <a:pt x="23939" y="473"/>
                    <a:pt x="23690" y="594"/>
                  </a:cubicBezTo>
                  <a:cubicBezTo>
                    <a:pt x="23558" y="659"/>
                    <a:pt x="23442" y="748"/>
                    <a:pt x="23312" y="815"/>
                  </a:cubicBezTo>
                  <a:cubicBezTo>
                    <a:pt x="23096" y="929"/>
                    <a:pt x="22894" y="932"/>
                    <a:pt x="22658" y="962"/>
                  </a:cubicBezTo>
                  <a:cubicBezTo>
                    <a:pt x="21997" y="1046"/>
                    <a:pt x="21369" y="1366"/>
                    <a:pt x="20722" y="1515"/>
                  </a:cubicBezTo>
                  <a:cubicBezTo>
                    <a:pt x="20370" y="1594"/>
                    <a:pt x="20009" y="1647"/>
                    <a:pt x="19661" y="1740"/>
                  </a:cubicBezTo>
                  <a:cubicBezTo>
                    <a:pt x="19325" y="1831"/>
                    <a:pt x="19029" y="1952"/>
                    <a:pt x="18676" y="1968"/>
                  </a:cubicBezTo>
                  <a:cubicBezTo>
                    <a:pt x="17954" y="2002"/>
                    <a:pt x="17190" y="2024"/>
                    <a:pt x="16470" y="1961"/>
                  </a:cubicBezTo>
                  <a:cubicBezTo>
                    <a:pt x="16106" y="1929"/>
                    <a:pt x="15763" y="1823"/>
                    <a:pt x="15395" y="1838"/>
                  </a:cubicBezTo>
                  <a:cubicBezTo>
                    <a:pt x="15005" y="1853"/>
                    <a:pt x="14648" y="1820"/>
                    <a:pt x="14261" y="1753"/>
                  </a:cubicBezTo>
                  <a:cubicBezTo>
                    <a:pt x="13567" y="1634"/>
                    <a:pt x="12903" y="1583"/>
                    <a:pt x="12200" y="1580"/>
                  </a:cubicBezTo>
                  <a:cubicBezTo>
                    <a:pt x="11426" y="1576"/>
                    <a:pt x="10686" y="1708"/>
                    <a:pt x="9920" y="1747"/>
                  </a:cubicBezTo>
                  <a:cubicBezTo>
                    <a:pt x="9247" y="1780"/>
                    <a:pt x="8590" y="1909"/>
                    <a:pt x="7924" y="2022"/>
                  </a:cubicBezTo>
                  <a:cubicBezTo>
                    <a:pt x="7223" y="2141"/>
                    <a:pt x="6524" y="2065"/>
                    <a:pt x="5819" y="2175"/>
                  </a:cubicBezTo>
                  <a:cubicBezTo>
                    <a:pt x="5085" y="2290"/>
                    <a:pt x="4356" y="2180"/>
                    <a:pt x="3621" y="2244"/>
                  </a:cubicBezTo>
                  <a:cubicBezTo>
                    <a:pt x="3323" y="2270"/>
                    <a:pt x="3043" y="2372"/>
                    <a:pt x="2743" y="2392"/>
                  </a:cubicBezTo>
                  <a:cubicBezTo>
                    <a:pt x="2429" y="2415"/>
                    <a:pt x="2154" y="2424"/>
                    <a:pt x="1856" y="2537"/>
                  </a:cubicBezTo>
                  <a:cubicBezTo>
                    <a:pt x="1415" y="2707"/>
                    <a:pt x="896" y="2705"/>
                    <a:pt x="394" y="2686"/>
                  </a:cubicBezTo>
                  <a:cubicBezTo>
                    <a:pt x="383" y="2662"/>
                    <a:pt x="359" y="2642"/>
                    <a:pt x="322" y="2642"/>
                  </a:cubicBezTo>
                  <a:cubicBezTo>
                    <a:pt x="216" y="2640"/>
                    <a:pt x="108" y="2642"/>
                    <a:pt x="0" y="2645"/>
                  </a:cubicBezTo>
                  <a:lnTo>
                    <a:pt x="0" y="57040"/>
                  </a:lnTo>
                  <a:lnTo>
                    <a:pt x="215725" y="57040"/>
                  </a:lnTo>
                  <a:lnTo>
                    <a:pt x="215725" y="6320"/>
                  </a:lnTo>
                  <a:cubicBezTo>
                    <a:pt x="215493" y="6246"/>
                    <a:pt x="215303" y="6084"/>
                    <a:pt x="215086" y="5959"/>
                  </a:cubicBezTo>
                  <a:cubicBezTo>
                    <a:pt x="214978" y="5898"/>
                    <a:pt x="214881" y="5852"/>
                    <a:pt x="214756" y="5837"/>
                  </a:cubicBezTo>
                  <a:cubicBezTo>
                    <a:pt x="214673" y="5827"/>
                    <a:pt x="214628" y="5812"/>
                    <a:pt x="214563" y="5760"/>
                  </a:cubicBezTo>
                  <a:cubicBezTo>
                    <a:pt x="214505" y="5716"/>
                    <a:pt x="214450" y="5682"/>
                    <a:pt x="214383" y="5653"/>
                  </a:cubicBezTo>
                  <a:cubicBezTo>
                    <a:pt x="214104" y="5522"/>
                    <a:pt x="213784" y="5442"/>
                    <a:pt x="213475" y="5498"/>
                  </a:cubicBezTo>
                  <a:cubicBezTo>
                    <a:pt x="213341" y="5522"/>
                    <a:pt x="213230" y="5586"/>
                    <a:pt x="213116" y="5658"/>
                  </a:cubicBezTo>
                  <a:cubicBezTo>
                    <a:pt x="212965" y="5755"/>
                    <a:pt x="212807" y="5798"/>
                    <a:pt x="212649" y="5874"/>
                  </a:cubicBezTo>
                  <a:cubicBezTo>
                    <a:pt x="212527" y="5933"/>
                    <a:pt x="212435" y="6032"/>
                    <a:pt x="212322" y="6104"/>
                  </a:cubicBezTo>
                  <a:cubicBezTo>
                    <a:pt x="212162" y="6205"/>
                    <a:pt x="211967" y="6207"/>
                    <a:pt x="211792" y="6268"/>
                  </a:cubicBezTo>
                  <a:cubicBezTo>
                    <a:pt x="211632" y="6326"/>
                    <a:pt x="211476" y="6398"/>
                    <a:pt x="211316" y="6450"/>
                  </a:cubicBezTo>
                  <a:cubicBezTo>
                    <a:pt x="211158" y="6502"/>
                    <a:pt x="211002" y="6508"/>
                    <a:pt x="210849" y="6584"/>
                  </a:cubicBezTo>
                  <a:cubicBezTo>
                    <a:pt x="210306" y="6865"/>
                    <a:pt x="209834" y="7256"/>
                    <a:pt x="209400" y="7683"/>
                  </a:cubicBezTo>
                  <a:cubicBezTo>
                    <a:pt x="209183" y="7901"/>
                    <a:pt x="208967" y="8120"/>
                    <a:pt x="208729" y="8314"/>
                  </a:cubicBezTo>
                  <a:cubicBezTo>
                    <a:pt x="208612" y="8407"/>
                    <a:pt x="208487" y="8494"/>
                    <a:pt x="208357" y="8569"/>
                  </a:cubicBezTo>
                  <a:cubicBezTo>
                    <a:pt x="208186" y="8665"/>
                    <a:pt x="208018" y="8677"/>
                    <a:pt x="207832" y="8721"/>
                  </a:cubicBezTo>
                  <a:cubicBezTo>
                    <a:pt x="207529" y="8790"/>
                    <a:pt x="207288" y="9009"/>
                    <a:pt x="206984" y="9078"/>
                  </a:cubicBezTo>
                  <a:cubicBezTo>
                    <a:pt x="206694" y="9145"/>
                    <a:pt x="206391" y="9093"/>
                    <a:pt x="206099" y="9156"/>
                  </a:cubicBezTo>
                  <a:cubicBezTo>
                    <a:pt x="205817" y="9218"/>
                    <a:pt x="205515" y="9298"/>
                    <a:pt x="205296" y="9495"/>
                  </a:cubicBezTo>
                  <a:cubicBezTo>
                    <a:pt x="205095" y="9677"/>
                    <a:pt x="204963" y="9924"/>
                    <a:pt x="204782" y="10125"/>
                  </a:cubicBezTo>
                  <a:cubicBezTo>
                    <a:pt x="204604" y="10324"/>
                    <a:pt x="204394" y="10492"/>
                    <a:pt x="204150" y="10605"/>
                  </a:cubicBezTo>
                  <a:cubicBezTo>
                    <a:pt x="203890" y="10726"/>
                    <a:pt x="203611" y="10748"/>
                    <a:pt x="203341" y="10836"/>
                  </a:cubicBezTo>
                  <a:cubicBezTo>
                    <a:pt x="203090" y="10916"/>
                    <a:pt x="202852" y="11063"/>
                    <a:pt x="202694" y="11275"/>
                  </a:cubicBezTo>
                  <a:cubicBezTo>
                    <a:pt x="202599" y="11403"/>
                    <a:pt x="202523" y="11541"/>
                    <a:pt x="202428" y="11669"/>
                  </a:cubicBezTo>
                  <a:cubicBezTo>
                    <a:pt x="202318" y="11816"/>
                    <a:pt x="202203" y="11959"/>
                    <a:pt x="202090" y="12104"/>
                  </a:cubicBezTo>
                  <a:cubicBezTo>
                    <a:pt x="201894" y="12363"/>
                    <a:pt x="201712" y="12634"/>
                    <a:pt x="201465" y="12848"/>
                  </a:cubicBezTo>
                  <a:cubicBezTo>
                    <a:pt x="201210" y="13071"/>
                    <a:pt x="200968" y="13292"/>
                    <a:pt x="200734" y="13538"/>
                  </a:cubicBezTo>
                  <a:cubicBezTo>
                    <a:pt x="200505" y="13778"/>
                    <a:pt x="200250" y="13992"/>
                    <a:pt x="200038" y="14248"/>
                  </a:cubicBezTo>
                  <a:cubicBezTo>
                    <a:pt x="199826" y="14505"/>
                    <a:pt x="199664" y="14799"/>
                    <a:pt x="199471" y="15070"/>
                  </a:cubicBezTo>
                  <a:cubicBezTo>
                    <a:pt x="199369" y="15214"/>
                    <a:pt x="199261" y="15381"/>
                    <a:pt x="199084" y="15437"/>
                  </a:cubicBezTo>
                  <a:cubicBezTo>
                    <a:pt x="198945" y="15481"/>
                    <a:pt x="198792" y="15467"/>
                    <a:pt x="198647" y="15480"/>
                  </a:cubicBezTo>
                  <a:cubicBezTo>
                    <a:pt x="198368" y="15507"/>
                    <a:pt x="198071" y="15550"/>
                    <a:pt x="197814" y="15669"/>
                  </a:cubicBezTo>
                  <a:cubicBezTo>
                    <a:pt x="197583" y="15777"/>
                    <a:pt x="197303" y="15898"/>
                    <a:pt x="197159" y="16117"/>
                  </a:cubicBezTo>
                  <a:cubicBezTo>
                    <a:pt x="197090" y="16222"/>
                    <a:pt x="197061" y="16346"/>
                    <a:pt x="196988" y="16449"/>
                  </a:cubicBezTo>
                  <a:cubicBezTo>
                    <a:pt x="196886" y="16595"/>
                    <a:pt x="196741" y="16720"/>
                    <a:pt x="196611" y="16839"/>
                  </a:cubicBezTo>
                  <a:cubicBezTo>
                    <a:pt x="196094" y="17310"/>
                    <a:pt x="195584" y="17793"/>
                    <a:pt x="195045" y="18236"/>
                  </a:cubicBezTo>
                  <a:cubicBezTo>
                    <a:pt x="194760" y="18466"/>
                    <a:pt x="194461" y="18684"/>
                    <a:pt x="194130" y="18846"/>
                  </a:cubicBezTo>
                  <a:cubicBezTo>
                    <a:pt x="193834" y="18991"/>
                    <a:pt x="193598" y="19225"/>
                    <a:pt x="193300" y="19368"/>
                  </a:cubicBezTo>
                  <a:cubicBezTo>
                    <a:pt x="193010" y="19510"/>
                    <a:pt x="192688" y="19562"/>
                    <a:pt x="192443" y="19779"/>
                  </a:cubicBezTo>
                  <a:cubicBezTo>
                    <a:pt x="192303" y="19904"/>
                    <a:pt x="192179" y="19872"/>
                    <a:pt x="192006" y="19872"/>
                  </a:cubicBezTo>
                  <a:cubicBezTo>
                    <a:pt x="191848" y="19870"/>
                    <a:pt x="191690" y="19884"/>
                    <a:pt x="191534" y="19908"/>
                  </a:cubicBezTo>
                  <a:cubicBezTo>
                    <a:pt x="191236" y="19952"/>
                    <a:pt x="190944" y="20043"/>
                    <a:pt x="190682" y="20192"/>
                  </a:cubicBezTo>
                  <a:cubicBezTo>
                    <a:pt x="190393" y="20354"/>
                    <a:pt x="190131" y="20562"/>
                    <a:pt x="189839" y="20722"/>
                  </a:cubicBezTo>
                  <a:cubicBezTo>
                    <a:pt x="189713" y="20791"/>
                    <a:pt x="189586" y="20856"/>
                    <a:pt x="189458" y="20921"/>
                  </a:cubicBezTo>
                  <a:cubicBezTo>
                    <a:pt x="189438" y="20899"/>
                    <a:pt x="189402" y="20888"/>
                    <a:pt x="189372" y="20912"/>
                  </a:cubicBezTo>
                  <a:cubicBezTo>
                    <a:pt x="189255" y="21005"/>
                    <a:pt x="189077" y="21025"/>
                    <a:pt x="188934" y="21050"/>
                  </a:cubicBezTo>
                  <a:cubicBezTo>
                    <a:pt x="188772" y="21076"/>
                    <a:pt x="188614" y="21105"/>
                    <a:pt x="188454" y="21137"/>
                  </a:cubicBezTo>
                  <a:cubicBezTo>
                    <a:pt x="188078" y="21211"/>
                    <a:pt x="187710" y="21299"/>
                    <a:pt x="187327" y="21303"/>
                  </a:cubicBezTo>
                  <a:cubicBezTo>
                    <a:pt x="186949" y="21306"/>
                    <a:pt x="186574" y="21275"/>
                    <a:pt x="186198" y="21275"/>
                  </a:cubicBezTo>
                  <a:cubicBezTo>
                    <a:pt x="186023" y="21275"/>
                    <a:pt x="185848" y="21271"/>
                    <a:pt x="185675" y="21276"/>
                  </a:cubicBezTo>
                  <a:cubicBezTo>
                    <a:pt x="185493" y="21282"/>
                    <a:pt x="185305" y="21306"/>
                    <a:pt x="185125" y="21276"/>
                  </a:cubicBezTo>
                  <a:cubicBezTo>
                    <a:pt x="185052" y="21263"/>
                    <a:pt x="184969" y="21243"/>
                    <a:pt x="184907" y="21204"/>
                  </a:cubicBezTo>
                  <a:cubicBezTo>
                    <a:pt x="184836" y="21159"/>
                    <a:pt x="184822" y="21102"/>
                    <a:pt x="184771" y="21042"/>
                  </a:cubicBezTo>
                  <a:cubicBezTo>
                    <a:pt x="184695" y="20951"/>
                    <a:pt x="184574" y="20901"/>
                    <a:pt x="184466" y="20860"/>
                  </a:cubicBezTo>
                  <a:cubicBezTo>
                    <a:pt x="184150" y="20739"/>
                    <a:pt x="183845" y="20802"/>
                    <a:pt x="183518" y="20780"/>
                  </a:cubicBezTo>
                  <a:cubicBezTo>
                    <a:pt x="183354" y="20769"/>
                    <a:pt x="183196" y="20726"/>
                    <a:pt x="183033" y="20720"/>
                  </a:cubicBezTo>
                  <a:cubicBezTo>
                    <a:pt x="182835" y="20715"/>
                    <a:pt x="182646" y="20745"/>
                    <a:pt x="182456" y="20685"/>
                  </a:cubicBezTo>
                  <a:cubicBezTo>
                    <a:pt x="182305" y="20639"/>
                    <a:pt x="182168" y="20560"/>
                    <a:pt x="182015" y="20518"/>
                  </a:cubicBezTo>
                  <a:cubicBezTo>
                    <a:pt x="181844" y="20471"/>
                    <a:pt x="181660" y="20458"/>
                    <a:pt x="181483" y="20440"/>
                  </a:cubicBezTo>
                  <a:cubicBezTo>
                    <a:pt x="181141" y="20401"/>
                    <a:pt x="180816" y="20427"/>
                    <a:pt x="180494" y="20559"/>
                  </a:cubicBezTo>
                  <a:cubicBezTo>
                    <a:pt x="180345" y="20620"/>
                    <a:pt x="180206" y="20698"/>
                    <a:pt x="180072" y="20789"/>
                  </a:cubicBezTo>
                  <a:cubicBezTo>
                    <a:pt x="179936" y="20882"/>
                    <a:pt x="179797" y="20940"/>
                    <a:pt x="179646" y="21003"/>
                  </a:cubicBezTo>
                  <a:cubicBezTo>
                    <a:pt x="179501" y="21064"/>
                    <a:pt x="179415" y="21144"/>
                    <a:pt x="179302" y="21247"/>
                  </a:cubicBezTo>
                  <a:cubicBezTo>
                    <a:pt x="179188" y="21349"/>
                    <a:pt x="178999" y="21342"/>
                    <a:pt x="178861" y="21418"/>
                  </a:cubicBezTo>
                  <a:cubicBezTo>
                    <a:pt x="178727" y="21494"/>
                    <a:pt x="178614" y="21598"/>
                    <a:pt x="178484" y="21678"/>
                  </a:cubicBezTo>
                  <a:cubicBezTo>
                    <a:pt x="178333" y="21769"/>
                    <a:pt x="178182" y="21842"/>
                    <a:pt x="178041" y="21948"/>
                  </a:cubicBezTo>
                  <a:cubicBezTo>
                    <a:pt x="177927" y="22035"/>
                    <a:pt x="177812" y="22126"/>
                    <a:pt x="177708" y="22223"/>
                  </a:cubicBezTo>
                  <a:cubicBezTo>
                    <a:pt x="177585" y="22337"/>
                    <a:pt x="177474" y="22467"/>
                    <a:pt x="177330" y="22554"/>
                  </a:cubicBezTo>
                  <a:cubicBezTo>
                    <a:pt x="177176" y="22649"/>
                    <a:pt x="177020" y="22660"/>
                    <a:pt x="176845" y="22666"/>
                  </a:cubicBezTo>
                  <a:cubicBezTo>
                    <a:pt x="176683" y="22669"/>
                    <a:pt x="176527" y="22723"/>
                    <a:pt x="176365" y="22722"/>
                  </a:cubicBezTo>
                  <a:cubicBezTo>
                    <a:pt x="176090" y="22714"/>
                    <a:pt x="175965" y="22861"/>
                    <a:pt x="175861" y="23106"/>
                  </a:cubicBezTo>
                  <a:cubicBezTo>
                    <a:pt x="175746" y="23380"/>
                    <a:pt x="175599" y="23612"/>
                    <a:pt x="175523" y="23902"/>
                  </a:cubicBezTo>
                  <a:cubicBezTo>
                    <a:pt x="175487" y="24031"/>
                    <a:pt x="175458" y="24167"/>
                    <a:pt x="175391" y="24284"/>
                  </a:cubicBezTo>
                  <a:cubicBezTo>
                    <a:pt x="175303" y="24444"/>
                    <a:pt x="175149" y="24466"/>
                    <a:pt x="174985" y="24499"/>
                  </a:cubicBezTo>
                  <a:cubicBezTo>
                    <a:pt x="174838" y="24529"/>
                    <a:pt x="174697" y="24578"/>
                    <a:pt x="174561" y="24635"/>
                  </a:cubicBezTo>
                  <a:cubicBezTo>
                    <a:pt x="174489" y="24667"/>
                    <a:pt x="174414" y="24698"/>
                    <a:pt x="174353" y="24749"/>
                  </a:cubicBezTo>
                  <a:cubicBezTo>
                    <a:pt x="174333" y="24767"/>
                    <a:pt x="174314" y="24793"/>
                    <a:pt x="174292" y="24810"/>
                  </a:cubicBezTo>
                  <a:cubicBezTo>
                    <a:pt x="174236" y="24851"/>
                    <a:pt x="174221" y="24834"/>
                    <a:pt x="174160" y="24821"/>
                  </a:cubicBezTo>
                  <a:cubicBezTo>
                    <a:pt x="174115" y="24812"/>
                    <a:pt x="174070" y="24819"/>
                    <a:pt x="174026" y="24812"/>
                  </a:cubicBezTo>
                  <a:cubicBezTo>
                    <a:pt x="173948" y="24803"/>
                    <a:pt x="173899" y="24756"/>
                    <a:pt x="173836" y="24713"/>
                  </a:cubicBezTo>
                  <a:cubicBezTo>
                    <a:pt x="173676" y="24609"/>
                    <a:pt x="173490" y="24559"/>
                    <a:pt x="173336" y="24449"/>
                  </a:cubicBezTo>
                  <a:cubicBezTo>
                    <a:pt x="173183" y="24341"/>
                    <a:pt x="173021" y="24237"/>
                    <a:pt x="172886" y="24113"/>
                  </a:cubicBezTo>
                  <a:cubicBezTo>
                    <a:pt x="172750" y="23986"/>
                    <a:pt x="172659" y="23832"/>
                    <a:pt x="172553" y="23683"/>
                  </a:cubicBezTo>
                  <a:cubicBezTo>
                    <a:pt x="172346" y="23391"/>
                    <a:pt x="172092" y="23151"/>
                    <a:pt x="171911" y="22837"/>
                  </a:cubicBezTo>
                  <a:cubicBezTo>
                    <a:pt x="171740" y="22536"/>
                    <a:pt x="171513" y="22273"/>
                    <a:pt x="171299" y="22002"/>
                  </a:cubicBezTo>
                  <a:cubicBezTo>
                    <a:pt x="171201" y="21879"/>
                    <a:pt x="171098" y="21758"/>
                    <a:pt x="170974" y="21661"/>
                  </a:cubicBezTo>
                  <a:cubicBezTo>
                    <a:pt x="170845" y="21563"/>
                    <a:pt x="170700" y="21494"/>
                    <a:pt x="170563" y="21412"/>
                  </a:cubicBezTo>
                  <a:cubicBezTo>
                    <a:pt x="170263" y="21234"/>
                    <a:pt x="170018" y="21037"/>
                    <a:pt x="169837" y="20737"/>
                  </a:cubicBezTo>
                  <a:cubicBezTo>
                    <a:pt x="169774" y="20631"/>
                    <a:pt x="169702" y="20540"/>
                    <a:pt x="169588" y="20486"/>
                  </a:cubicBezTo>
                  <a:cubicBezTo>
                    <a:pt x="169436" y="20414"/>
                    <a:pt x="169311" y="20306"/>
                    <a:pt x="169161" y="20231"/>
                  </a:cubicBezTo>
                  <a:cubicBezTo>
                    <a:pt x="168872" y="20090"/>
                    <a:pt x="168562" y="20043"/>
                    <a:pt x="168242" y="20060"/>
                  </a:cubicBezTo>
                  <a:cubicBezTo>
                    <a:pt x="168060" y="20069"/>
                    <a:pt x="167879" y="20097"/>
                    <a:pt x="167697" y="20110"/>
                  </a:cubicBezTo>
                  <a:cubicBezTo>
                    <a:pt x="167515" y="20123"/>
                    <a:pt x="167286" y="20151"/>
                    <a:pt x="167107" y="20097"/>
                  </a:cubicBezTo>
                  <a:cubicBezTo>
                    <a:pt x="166949" y="20049"/>
                    <a:pt x="166812" y="19930"/>
                    <a:pt x="166681" y="19833"/>
                  </a:cubicBezTo>
                  <a:cubicBezTo>
                    <a:pt x="166535" y="19724"/>
                    <a:pt x="166401" y="19619"/>
                    <a:pt x="166280" y="19480"/>
                  </a:cubicBezTo>
                  <a:cubicBezTo>
                    <a:pt x="166075" y="19242"/>
                    <a:pt x="165781" y="19060"/>
                    <a:pt x="165517" y="18892"/>
                  </a:cubicBezTo>
                  <a:cubicBezTo>
                    <a:pt x="165222" y="18703"/>
                    <a:pt x="164883" y="18565"/>
                    <a:pt x="164613" y="18338"/>
                  </a:cubicBezTo>
                  <a:cubicBezTo>
                    <a:pt x="164347" y="18113"/>
                    <a:pt x="164167" y="17810"/>
                    <a:pt x="163909" y="17579"/>
                  </a:cubicBezTo>
                  <a:cubicBezTo>
                    <a:pt x="163641" y="17345"/>
                    <a:pt x="163432" y="17059"/>
                    <a:pt x="163168" y="16819"/>
                  </a:cubicBezTo>
                  <a:cubicBezTo>
                    <a:pt x="162914" y="16590"/>
                    <a:pt x="162636" y="16374"/>
                    <a:pt x="162348" y="16188"/>
                  </a:cubicBezTo>
                  <a:cubicBezTo>
                    <a:pt x="162058" y="16000"/>
                    <a:pt x="161734" y="15870"/>
                    <a:pt x="161463" y="15653"/>
                  </a:cubicBezTo>
                  <a:cubicBezTo>
                    <a:pt x="161348" y="15563"/>
                    <a:pt x="161247" y="15461"/>
                    <a:pt x="161123" y="15385"/>
                  </a:cubicBezTo>
                  <a:cubicBezTo>
                    <a:pt x="160983" y="15299"/>
                    <a:pt x="160833" y="15238"/>
                    <a:pt x="160682" y="15176"/>
                  </a:cubicBezTo>
                  <a:cubicBezTo>
                    <a:pt x="160529" y="15113"/>
                    <a:pt x="160371" y="15070"/>
                    <a:pt x="160221" y="15009"/>
                  </a:cubicBezTo>
                  <a:cubicBezTo>
                    <a:pt x="160050" y="14940"/>
                    <a:pt x="159912" y="14801"/>
                    <a:pt x="159785" y="14674"/>
                  </a:cubicBezTo>
                  <a:cubicBezTo>
                    <a:pt x="159529" y="14418"/>
                    <a:pt x="159326" y="14122"/>
                    <a:pt x="159103" y="13837"/>
                  </a:cubicBezTo>
                  <a:cubicBezTo>
                    <a:pt x="158921" y="13605"/>
                    <a:pt x="158725" y="13395"/>
                    <a:pt x="158452" y="13274"/>
                  </a:cubicBezTo>
                  <a:cubicBezTo>
                    <a:pt x="158134" y="13134"/>
                    <a:pt x="157799" y="13062"/>
                    <a:pt x="157463" y="12989"/>
                  </a:cubicBezTo>
                  <a:cubicBezTo>
                    <a:pt x="157115" y="12915"/>
                    <a:pt x="156763" y="12788"/>
                    <a:pt x="156430" y="12660"/>
                  </a:cubicBezTo>
                  <a:cubicBezTo>
                    <a:pt x="156205" y="12573"/>
                    <a:pt x="155949" y="12506"/>
                    <a:pt x="155720" y="12400"/>
                  </a:cubicBezTo>
                  <a:cubicBezTo>
                    <a:pt x="155759" y="12366"/>
                    <a:pt x="155763" y="12296"/>
                    <a:pt x="155701" y="12286"/>
                  </a:cubicBezTo>
                  <a:cubicBezTo>
                    <a:pt x="155551" y="12262"/>
                    <a:pt x="155428" y="12136"/>
                    <a:pt x="155296" y="12065"/>
                  </a:cubicBezTo>
                  <a:cubicBezTo>
                    <a:pt x="155145" y="11983"/>
                    <a:pt x="154989" y="11913"/>
                    <a:pt x="154838" y="11833"/>
                  </a:cubicBezTo>
                  <a:cubicBezTo>
                    <a:pt x="154498" y="11656"/>
                    <a:pt x="154163" y="11470"/>
                    <a:pt x="153829" y="11288"/>
                  </a:cubicBezTo>
                  <a:cubicBezTo>
                    <a:pt x="153531" y="11124"/>
                    <a:pt x="153235" y="11003"/>
                    <a:pt x="152906" y="10927"/>
                  </a:cubicBezTo>
                  <a:cubicBezTo>
                    <a:pt x="152555" y="10847"/>
                    <a:pt x="152224" y="10720"/>
                    <a:pt x="151878" y="10622"/>
                  </a:cubicBezTo>
                  <a:cubicBezTo>
                    <a:pt x="151722" y="10577"/>
                    <a:pt x="151558" y="10573"/>
                    <a:pt x="151400" y="10533"/>
                  </a:cubicBezTo>
                  <a:cubicBezTo>
                    <a:pt x="151245" y="10494"/>
                    <a:pt x="151108" y="10412"/>
                    <a:pt x="150946" y="10391"/>
                  </a:cubicBezTo>
                  <a:cubicBezTo>
                    <a:pt x="150805" y="10373"/>
                    <a:pt x="150661" y="10391"/>
                    <a:pt x="150520" y="10389"/>
                  </a:cubicBezTo>
                  <a:cubicBezTo>
                    <a:pt x="150293" y="10387"/>
                    <a:pt x="150076" y="10337"/>
                    <a:pt x="149860" y="10276"/>
                  </a:cubicBezTo>
                  <a:cubicBezTo>
                    <a:pt x="149722" y="10237"/>
                    <a:pt x="149594" y="10198"/>
                    <a:pt x="149451" y="10181"/>
                  </a:cubicBezTo>
                  <a:cubicBezTo>
                    <a:pt x="149257" y="10159"/>
                    <a:pt x="149069" y="10151"/>
                    <a:pt x="148924" y="10004"/>
                  </a:cubicBezTo>
                  <a:cubicBezTo>
                    <a:pt x="148712" y="9791"/>
                    <a:pt x="148573" y="9575"/>
                    <a:pt x="148274" y="9476"/>
                  </a:cubicBezTo>
                  <a:cubicBezTo>
                    <a:pt x="147967" y="9376"/>
                    <a:pt x="147611" y="9422"/>
                    <a:pt x="147295" y="9420"/>
                  </a:cubicBezTo>
                  <a:cubicBezTo>
                    <a:pt x="146929" y="9420"/>
                    <a:pt x="146564" y="9435"/>
                    <a:pt x="146198" y="9441"/>
                  </a:cubicBezTo>
                  <a:cubicBezTo>
                    <a:pt x="146008" y="9443"/>
                    <a:pt x="145820" y="9432"/>
                    <a:pt x="145642" y="9363"/>
                  </a:cubicBezTo>
                  <a:cubicBezTo>
                    <a:pt x="145499" y="9309"/>
                    <a:pt x="145380" y="9214"/>
                    <a:pt x="145240" y="9158"/>
                  </a:cubicBezTo>
                  <a:cubicBezTo>
                    <a:pt x="145129" y="9114"/>
                    <a:pt x="145008" y="9108"/>
                    <a:pt x="144896" y="9069"/>
                  </a:cubicBezTo>
                  <a:cubicBezTo>
                    <a:pt x="144705" y="9004"/>
                    <a:pt x="144535" y="8885"/>
                    <a:pt x="144351" y="8803"/>
                  </a:cubicBezTo>
                  <a:cubicBezTo>
                    <a:pt x="143760" y="8544"/>
                    <a:pt x="143038" y="8621"/>
                    <a:pt x="142412" y="8623"/>
                  </a:cubicBezTo>
                  <a:cubicBezTo>
                    <a:pt x="142213" y="8623"/>
                    <a:pt x="142015" y="8624"/>
                    <a:pt x="141820" y="8582"/>
                  </a:cubicBezTo>
                  <a:cubicBezTo>
                    <a:pt x="141642" y="8543"/>
                    <a:pt x="141541" y="8424"/>
                    <a:pt x="141387" y="8345"/>
                  </a:cubicBezTo>
                  <a:cubicBezTo>
                    <a:pt x="141156" y="8228"/>
                    <a:pt x="140866" y="8284"/>
                    <a:pt x="140628" y="8344"/>
                  </a:cubicBezTo>
                  <a:cubicBezTo>
                    <a:pt x="140353" y="8414"/>
                    <a:pt x="139895" y="8682"/>
                    <a:pt x="139626" y="8515"/>
                  </a:cubicBezTo>
                  <a:cubicBezTo>
                    <a:pt x="139503" y="8437"/>
                    <a:pt x="139447" y="8286"/>
                    <a:pt x="139332" y="8197"/>
                  </a:cubicBezTo>
                  <a:cubicBezTo>
                    <a:pt x="139215" y="8106"/>
                    <a:pt x="139070" y="8074"/>
                    <a:pt x="138924" y="8068"/>
                  </a:cubicBezTo>
                  <a:cubicBezTo>
                    <a:pt x="138778" y="8061"/>
                    <a:pt x="138634" y="8081"/>
                    <a:pt x="138489" y="8091"/>
                  </a:cubicBezTo>
                  <a:cubicBezTo>
                    <a:pt x="138432" y="8094"/>
                    <a:pt x="138329" y="8113"/>
                    <a:pt x="138275" y="8089"/>
                  </a:cubicBezTo>
                  <a:cubicBezTo>
                    <a:pt x="138199" y="8053"/>
                    <a:pt x="138177" y="7946"/>
                    <a:pt x="138147" y="7875"/>
                  </a:cubicBezTo>
                  <a:cubicBezTo>
                    <a:pt x="138041" y="7618"/>
                    <a:pt x="138047" y="7310"/>
                    <a:pt x="137855" y="7094"/>
                  </a:cubicBezTo>
                  <a:cubicBezTo>
                    <a:pt x="137831" y="7068"/>
                    <a:pt x="137790" y="7060"/>
                    <a:pt x="137757" y="7070"/>
                  </a:cubicBezTo>
                  <a:cubicBezTo>
                    <a:pt x="137641" y="7099"/>
                    <a:pt x="137548" y="7163"/>
                    <a:pt x="137444" y="7217"/>
                  </a:cubicBezTo>
                  <a:cubicBezTo>
                    <a:pt x="137251" y="7317"/>
                    <a:pt x="137174" y="7165"/>
                    <a:pt x="137072" y="7032"/>
                  </a:cubicBezTo>
                  <a:cubicBezTo>
                    <a:pt x="136955" y="6880"/>
                    <a:pt x="136801" y="6783"/>
                    <a:pt x="136600" y="6800"/>
                  </a:cubicBezTo>
                  <a:cubicBezTo>
                    <a:pt x="136403" y="6815"/>
                    <a:pt x="136246" y="6951"/>
                    <a:pt x="136111" y="7081"/>
                  </a:cubicBezTo>
                  <a:cubicBezTo>
                    <a:pt x="135993" y="7196"/>
                    <a:pt x="135839" y="7403"/>
                    <a:pt x="135670" y="7471"/>
                  </a:cubicBezTo>
                  <a:cubicBezTo>
                    <a:pt x="135609" y="7278"/>
                    <a:pt x="135450" y="7112"/>
                    <a:pt x="135276" y="69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1" name="Google Shape;971;p40"/>
          <p:cNvGrpSpPr/>
          <p:nvPr/>
        </p:nvGrpSpPr>
        <p:grpSpPr>
          <a:xfrm>
            <a:off x="50" y="4211648"/>
            <a:ext cx="9143850" cy="1617787"/>
            <a:chOff x="50" y="4211648"/>
            <a:chExt cx="9143850" cy="1617787"/>
          </a:xfrm>
        </p:grpSpPr>
        <p:sp>
          <p:nvSpPr>
            <p:cNvPr id="972" name="Google Shape;972;p40"/>
            <p:cNvSpPr/>
            <p:nvPr/>
          </p:nvSpPr>
          <p:spPr>
            <a:xfrm>
              <a:off x="50" y="4211648"/>
              <a:ext cx="2268106" cy="1553906"/>
            </a:xfrm>
            <a:custGeom>
              <a:avLst/>
              <a:gdLst/>
              <a:ahLst/>
              <a:cxnLst/>
              <a:rect l="l" t="t" r="r" b="b"/>
              <a:pathLst>
                <a:path w="87809" h="73410" extrusionOk="0">
                  <a:moveTo>
                    <a:pt x="0" y="12952"/>
                  </a:moveTo>
                  <a:cubicBezTo>
                    <a:pt x="46" y="12928"/>
                    <a:pt x="84" y="12887"/>
                    <a:pt x="102" y="12837"/>
                  </a:cubicBezTo>
                  <a:cubicBezTo>
                    <a:pt x="112" y="12813"/>
                    <a:pt x="117" y="12787"/>
                    <a:pt x="117" y="12757"/>
                  </a:cubicBezTo>
                  <a:cubicBezTo>
                    <a:pt x="113" y="12560"/>
                    <a:pt x="381" y="12476"/>
                    <a:pt x="485" y="12647"/>
                  </a:cubicBezTo>
                  <a:cubicBezTo>
                    <a:pt x="500" y="12671"/>
                    <a:pt x="515" y="12696"/>
                    <a:pt x="532" y="12718"/>
                  </a:cubicBezTo>
                  <a:cubicBezTo>
                    <a:pt x="645" y="12876"/>
                    <a:pt x="803" y="12993"/>
                    <a:pt x="993" y="13051"/>
                  </a:cubicBezTo>
                  <a:cubicBezTo>
                    <a:pt x="1071" y="13075"/>
                    <a:pt x="1149" y="13149"/>
                    <a:pt x="1144" y="13239"/>
                  </a:cubicBezTo>
                  <a:cubicBezTo>
                    <a:pt x="1108" y="13871"/>
                    <a:pt x="1237" y="14539"/>
                    <a:pt x="1568" y="15087"/>
                  </a:cubicBezTo>
                  <a:cubicBezTo>
                    <a:pt x="1668" y="15256"/>
                    <a:pt x="1837" y="15463"/>
                    <a:pt x="2061" y="15403"/>
                  </a:cubicBezTo>
                  <a:cubicBezTo>
                    <a:pt x="2315" y="15336"/>
                    <a:pt x="2131" y="14979"/>
                    <a:pt x="2124" y="14806"/>
                  </a:cubicBezTo>
                  <a:cubicBezTo>
                    <a:pt x="2115" y="14583"/>
                    <a:pt x="2235" y="14317"/>
                    <a:pt x="2466" y="14252"/>
                  </a:cubicBezTo>
                  <a:cubicBezTo>
                    <a:pt x="2622" y="14208"/>
                    <a:pt x="2760" y="14284"/>
                    <a:pt x="2875" y="14382"/>
                  </a:cubicBezTo>
                  <a:cubicBezTo>
                    <a:pt x="2888" y="14393"/>
                    <a:pt x="2927" y="14431"/>
                    <a:pt x="2931" y="14433"/>
                  </a:cubicBezTo>
                  <a:cubicBezTo>
                    <a:pt x="2979" y="14438"/>
                    <a:pt x="3093" y="14343"/>
                    <a:pt x="3136" y="14319"/>
                  </a:cubicBezTo>
                  <a:cubicBezTo>
                    <a:pt x="3288" y="14234"/>
                    <a:pt x="3442" y="14146"/>
                    <a:pt x="3595" y="14059"/>
                  </a:cubicBezTo>
                  <a:cubicBezTo>
                    <a:pt x="3716" y="13990"/>
                    <a:pt x="3853" y="13929"/>
                    <a:pt x="3961" y="13839"/>
                  </a:cubicBezTo>
                  <a:cubicBezTo>
                    <a:pt x="4151" y="13683"/>
                    <a:pt x="4041" y="13436"/>
                    <a:pt x="4008" y="13233"/>
                  </a:cubicBezTo>
                  <a:cubicBezTo>
                    <a:pt x="3965" y="12976"/>
                    <a:pt x="3995" y="12714"/>
                    <a:pt x="4207" y="12537"/>
                  </a:cubicBezTo>
                  <a:cubicBezTo>
                    <a:pt x="4337" y="12428"/>
                    <a:pt x="4506" y="12372"/>
                    <a:pt x="4672" y="12379"/>
                  </a:cubicBezTo>
                  <a:cubicBezTo>
                    <a:pt x="4690" y="12236"/>
                    <a:pt x="4739" y="12097"/>
                    <a:pt x="4830" y="11981"/>
                  </a:cubicBezTo>
                  <a:cubicBezTo>
                    <a:pt x="4984" y="11786"/>
                    <a:pt x="5232" y="11749"/>
                    <a:pt x="5455" y="11680"/>
                  </a:cubicBezTo>
                  <a:cubicBezTo>
                    <a:pt x="5804" y="11570"/>
                    <a:pt x="6267" y="11423"/>
                    <a:pt x="6448" y="11078"/>
                  </a:cubicBezTo>
                  <a:cubicBezTo>
                    <a:pt x="6628" y="10735"/>
                    <a:pt x="6593" y="10321"/>
                    <a:pt x="6775" y="9975"/>
                  </a:cubicBezTo>
                  <a:cubicBezTo>
                    <a:pt x="6969" y="9606"/>
                    <a:pt x="7337" y="9491"/>
                    <a:pt x="7699" y="9346"/>
                  </a:cubicBezTo>
                  <a:cubicBezTo>
                    <a:pt x="7887" y="9272"/>
                    <a:pt x="8170" y="9082"/>
                    <a:pt x="8207" y="8857"/>
                  </a:cubicBezTo>
                  <a:cubicBezTo>
                    <a:pt x="8183" y="8820"/>
                    <a:pt x="8176" y="8775"/>
                    <a:pt x="8200" y="8729"/>
                  </a:cubicBezTo>
                  <a:cubicBezTo>
                    <a:pt x="8192" y="8703"/>
                    <a:pt x="8181" y="8675"/>
                    <a:pt x="8164" y="8647"/>
                  </a:cubicBezTo>
                  <a:cubicBezTo>
                    <a:pt x="8112" y="8559"/>
                    <a:pt x="8242" y="8448"/>
                    <a:pt x="8309" y="8531"/>
                  </a:cubicBezTo>
                  <a:cubicBezTo>
                    <a:pt x="8313" y="8537"/>
                    <a:pt x="8317" y="8541"/>
                    <a:pt x="8319" y="8545"/>
                  </a:cubicBezTo>
                  <a:cubicBezTo>
                    <a:pt x="8415" y="8396"/>
                    <a:pt x="8512" y="8247"/>
                    <a:pt x="8613" y="8100"/>
                  </a:cubicBezTo>
                  <a:cubicBezTo>
                    <a:pt x="8750" y="7901"/>
                    <a:pt x="8877" y="7696"/>
                    <a:pt x="8983" y="7479"/>
                  </a:cubicBezTo>
                  <a:cubicBezTo>
                    <a:pt x="9178" y="7081"/>
                    <a:pt x="9321" y="6636"/>
                    <a:pt x="9675" y="6343"/>
                  </a:cubicBezTo>
                  <a:cubicBezTo>
                    <a:pt x="9808" y="6229"/>
                    <a:pt x="9963" y="6136"/>
                    <a:pt x="10136" y="6095"/>
                  </a:cubicBezTo>
                  <a:cubicBezTo>
                    <a:pt x="10307" y="6056"/>
                    <a:pt x="10470" y="6075"/>
                    <a:pt x="10642" y="6104"/>
                  </a:cubicBezTo>
                  <a:cubicBezTo>
                    <a:pt x="10744" y="6123"/>
                    <a:pt x="10908" y="6175"/>
                    <a:pt x="10999" y="6103"/>
                  </a:cubicBezTo>
                  <a:cubicBezTo>
                    <a:pt x="11077" y="6041"/>
                    <a:pt x="11054" y="5920"/>
                    <a:pt x="11040" y="5826"/>
                  </a:cubicBezTo>
                  <a:cubicBezTo>
                    <a:pt x="10993" y="5534"/>
                    <a:pt x="10893" y="5221"/>
                    <a:pt x="11108" y="4968"/>
                  </a:cubicBezTo>
                  <a:cubicBezTo>
                    <a:pt x="11222" y="4834"/>
                    <a:pt x="11393" y="4790"/>
                    <a:pt x="11397" y="4591"/>
                  </a:cubicBezTo>
                  <a:cubicBezTo>
                    <a:pt x="11400" y="4401"/>
                    <a:pt x="11399" y="4230"/>
                    <a:pt x="11478" y="4053"/>
                  </a:cubicBezTo>
                  <a:cubicBezTo>
                    <a:pt x="11612" y="3754"/>
                    <a:pt x="11938" y="3529"/>
                    <a:pt x="12274" y="3599"/>
                  </a:cubicBezTo>
                  <a:cubicBezTo>
                    <a:pt x="12596" y="3666"/>
                    <a:pt x="12858" y="4012"/>
                    <a:pt x="12775" y="4343"/>
                  </a:cubicBezTo>
                  <a:cubicBezTo>
                    <a:pt x="12734" y="4503"/>
                    <a:pt x="12619" y="4630"/>
                    <a:pt x="12505" y="4743"/>
                  </a:cubicBezTo>
                  <a:cubicBezTo>
                    <a:pt x="12449" y="4799"/>
                    <a:pt x="12299" y="4916"/>
                    <a:pt x="12325" y="5002"/>
                  </a:cubicBezTo>
                  <a:cubicBezTo>
                    <a:pt x="12351" y="5091"/>
                    <a:pt x="12514" y="5136"/>
                    <a:pt x="12591" y="5175"/>
                  </a:cubicBezTo>
                  <a:cubicBezTo>
                    <a:pt x="12732" y="5245"/>
                    <a:pt x="12845" y="5340"/>
                    <a:pt x="12901" y="5493"/>
                  </a:cubicBezTo>
                  <a:cubicBezTo>
                    <a:pt x="12922" y="5547"/>
                    <a:pt x="12905" y="5634"/>
                    <a:pt x="12858" y="5671"/>
                  </a:cubicBezTo>
                  <a:cubicBezTo>
                    <a:pt x="12470" y="5982"/>
                    <a:pt x="12194" y="6417"/>
                    <a:pt x="12094" y="6899"/>
                  </a:cubicBezTo>
                  <a:cubicBezTo>
                    <a:pt x="12232" y="6861"/>
                    <a:pt x="12375" y="6852"/>
                    <a:pt x="12518" y="6871"/>
                  </a:cubicBezTo>
                  <a:cubicBezTo>
                    <a:pt x="12643" y="6886"/>
                    <a:pt x="12754" y="6930"/>
                    <a:pt x="12871" y="6977"/>
                  </a:cubicBezTo>
                  <a:cubicBezTo>
                    <a:pt x="12940" y="7003"/>
                    <a:pt x="13050" y="7059"/>
                    <a:pt x="13119" y="7010"/>
                  </a:cubicBezTo>
                  <a:cubicBezTo>
                    <a:pt x="13188" y="6962"/>
                    <a:pt x="13199" y="6835"/>
                    <a:pt x="13214" y="6761"/>
                  </a:cubicBezTo>
                  <a:cubicBezTo>
                    <a:pt x="13234" y="6649"/>
                    <a:pt x="13253" y="6542"/>
                    <a:pt x="13305" y="6437"/>
                  </a:cubicBezTo>
                  <a:cubicBezTo>
                    <a:pt x="13401" y="6246"/>
                    <a:pt x="13599" y="6095"/>
                    <a:pt x="13822" y="6158"/>
                  </a:cubicBezTo>
                  <a:cubicBezTo>
                    <a:pt x="13902" y="6181"/>
                    <a:pt x="13956" y="6248"/>
                    <a:pt x="13961" y="6331"/>
                  </a:cubicBezTo>
                  <a:cubicBezTo>
                    <a:pt x="13972" y="6495"/>
                    <a:pt x="14181" y="6594"/>
                    <a:pt x="14328" y="6569"/>
                  </a:cubicBezTo>
                  <a:cubicBezTo>
                    <a:pt x="14396" y="6556"/>
                    <a:pt x="14495" y="6493"/>
                    <a:pt x="14488" y="6426"/>
                  </a:cubicBezTo>
                  <a:cubicBezTo>
                    <a:pt x="14480" y="6369"/>
                    <a:pt x="14374" y="6303"/>
                    <a:pt x="14311" y="6257"/>
                  </a:cubicBezTo>
                  <a:cubicBezTo>
                    <a:pt x="14099" y="6101"/>
                    <a:pt x="13883" y="5868"/>
                    <a:pt x="14028" y="5586"/>
                  </a:cubicBezTo>
                  <a:cubicBezTo>
                    <a:pt x="14123" y="5396"/>
                    <a:pt x="14335" y="5305"/>
                    <a:pt x="14545" y="5269"/>
                  </a:cubicBezTo>
                  <a:cubicBezTo>
                    <a:pt x="14547" y="5225"/>
                    <a:pt x="14556" y="5180"/>
                    <a:pt x="14573" y="5136"/>
                  </a:cubicBezTo>
                  <a:cubicBezTo>
                    <a:pt x="14642" y="4948"/>
                    <a:pt x="14787" y="4855"/>
                    <a:pt x="14960" y="4775"/>
                  </a:cubicBezTo>
                  <a:cubicBezTo>
                    <a:pt x="15085" y="4717"/>
                    <a:pt x="15191" y="4672"/>
                    <a:pt x="15174" y="4522"/>
                  </a:cubicBezTo>
                  <a:cubicBezTo>
                    <a:pt x="15159" y="4364"/>
                    <a:pt x="15092" y="4215"/>
                    <a:pt x="15109" y="4053"/>
                  </a:cubicBezTo>
                  <a:cubicBezTo>
                    <a:pt x="15122" y="3893"/>
                    <a:pt x="15207" y="3756"/>
                    <a:pt x="15347" y="3674"/>
                  </a:cubicBezTo>
                  <a:cubicBezTo>
                    <a:pt x="15470" y="3601"/>
                    <a:pt x="15611" y="3579"/>
                    <a:pt x="15743" y="3534"/>
                  </a:cubicBezTo>
                  <a:cubicBezTo>
                    <a:pt x="15897" y="3482"/>
                    <a:pt x="15905" y="3376"/>
                    <a:pt x="15957" y="3231"/>
                  </a:cubicBezTo>
                  <a:cubicBezTo>
                    <a:pt x="16014" y="3071"/>
                    <a:pt x="16120" y="2952"/>
                    <a:pt x="16282" y="2889"/>
                  </a:cubicBezTo>
                  <a:cubicBezTo>
                    <a:pt x="16450" y="2822"/>
                    <a:pt x="16647" y="2835"/>
                    <a:pt x="16807" y="2919"/>
                  </a:cubicBezTo>
                  <a:cubicBezTo>
                    <a:pt x="16849" y="2802"/>
                    <a:pt x="16892" y="2686"/>
                    <a:pt x="16935" y="2569"/>
                  </a:cubicBezTo>
                  <a:cubicBezTo>
                    <a:pt x="16974" y="2463"/>
                    <a:pt x="17080" y="2402"/>
                    <a:pt x="17188" y="2459"/>
                  </a:cubicBezTo>
                  <a:cubicBezTo>
                    <a:pt x="17380" y="2560"/>
                    <a:pt x="17571" y="2660"/>
                    <a:pt x="17763" y="2759"/>
                  </a:cubicBezTo>
                  <a:cubicBezTo>
                    <a:pt x="17846" y="2803"/>
                    <a:pt x="17930" y="2848"/>
                    <a:pt x="18016" y="2891"/>
                  </a:cubicBezTo>
                  <a:cubicBezTo>
                    <a:pt x="18010" y="2885"/>
                    <a:pt x="18004" y="2880"/>
                    <a:pt x="18001" y="2874"/>
                  </a:cubicBezTo>
                  <a:cubicBezTo>
                    <a:pt x="17908" y="2772"/>
                    <a:pt x="17863" y="2634"/>
                    <a:pt x="17872" y="2495"/>
                  </a:cubicBezTo>
                  <a:cubicBezTo>
                    <a:pt x="17882" y="2350"/>
                    <a:pt x="17932" y="2214"/>
                    <a:pt x="17999" y="2086"/>
                  </a:cubicBezTo>
                  <a:cubicBezTo>
                    <a:pt x="18060" y="1965"/>
                    <a:pt x="18138" y="1810"/>
                    <a:pt x="18274" y="1762"/>
                  </a:cubicBezTo>
                  <a:cubicBezTo>
                    <a:pt x="18469" y="1693"/>
                    <a:pt x="18627" y="1872"/>
                    <a:pt x="18761" y="1985"/>
                  </a:cubicBezTo>
                  <a:cubicBezTo>
                    <a:pt x="18869" y="2074"/>
                    <a:pt x="18981" y="2164"/>
                    <a:pt x="19089" y="2255"/>
                  </a:cubicBezTo>
                  <a:cubicBezTo>
                    <a:pt x="19163" y="2106"/>
                    <a:pt x="19239" y="1959"/>
                    <a:pt x="19323" y="1818"/>
                  </a:cubicBezTo>
                  <a:cubicBezTo>
                    <a:pt x="19267" y="1747"/>
                    <a:pt x="19260" y="1630"/>
                    <a:pt x="19353" y="1561"/>
                  </a:cubicBezTo>
                  <a:cubicBezTo>
                    <a:pt x="19444" y="1492"/>
                    <a:pt x="19531" y="1418"/>
                    <a:pt x="19615" y="1340"/>
                  </a:cubicBezTo>
                  <a:cubicBezTo>
                    <a:pt x="19866" y="1107"/>
                    <a:pt x="20080" y="834"/>
                    <a:pt x="20247" y="533"/>
                  </a:cubicBezTo>
                  <a:cubicBezTo>
                    <a:pt x="20301" y="438"/>
                    <a:pt x="20431" y="421"/>
                    <a:pt x="20509" y="495"/>
                  </a:cubicBezTo>
                  <a:cubicBezTo>
                    <a:pt x="20560" y="542"/>
                    <a:pt x="20610" y="588"/>
                    <a:pt x="20658" y="635"/>
                  </a:cubicBezTo>
                  <a:cubicBezTo>
                    <a:pt x="20723" y="473"/>
                    <a:pt x="20787" y="311"/>
                    <a:pt x="20850" y="149"/>
                  </a:cubicBezTo>
                  <a:cubicBezTo>
                    <a:pt x="20883" y="66"/>
                    <a:pt x="20956" y="1"/>
                    <a:pt x="21053" y="27"/>
                  </a:cubicBezTo>
                  <a:cubicBezTo>
                    <a:pt x="21309" y="96"/>
                    <a:pt x="21393" y="324"/>
                    <a:pt x="21417" y="566"/>
                  </a:cubicBezTo>
                  <a:cubicBezTo>
                    <a:pt x="21434" y="739"/>
                    <a:pt x="21410" y="955"/>
                    <a:pt x="21497" y="1115"/>
                  </a:cubicBezTo>
                  <a:cubicBezTo>
                    <a:pt x="21564" y="1236"/>
                    <a:pt x="21728" y="1250"/>
                    <a:pt x="21837" y="1319"/>
                  </a:cubicBezTo>
                  <a:cubicBezTo>
                    <a:pt x="21953" y="1390"/>
                    <a:pt x="22042" y="1492"/>
                    <a:pt x="22098" y="1615"/>
                  </a:cubicBezTo>
                  <a:cubicBezTo>
                    <a:pt x="22209" y="1864"/>
                    <a:pt x="22185" y="2162"/>
                    <a:pt x="22061" y="2402"/>
                  </a:cubicBezTo>
                  <a:cubicBezTo>
                    <a:pt x="21968" y="2582"/>
                    <a:pt x="21826" y="2727"/>
                    <a:pt x="21670" y="2855"/>
                  </a:cubicBezTo>
                  <a:cubicBezTo>
                    <a:pt x="21869" y="2900"/>
                    <a:pt x="22066" y="2943"/>
                    <a:pt x="22265" y="2986"/>
                  </a:cubicBezTo>
                  <a:cubicBezTo>
                    <a:pt x="22334" y="3001"/>
                    <a:pt x="22397" y="3073"/>
                    <a:pt x="22393" y="3146"/>
                  </a:cubicBezTo>
                  <a:cubicBezTo>
                    <a:pt x="22369" y="3631"/>
                    <a:pt x="22347" y="4120"/>
                    <a:pt x="22325" y="4607"/>
                  </a:cubicBezTo>
                  <a:cubicBezTo>
                    <a:pt x="22615" y="4607"/>
                    <a:pt x="22899" y="4671"/>
                    <a:pt x="23169" y="4788"/>
                  </a:cubicBezTo>
                  <a:cubicBezTo>
                    <a:pt x="23264" y="4831"/>
                    <a:pt x="23284" y="4985"/>
                    <a:pt x="23208" y="5050"/>
                  </a:cubicBezTo>
                  <a:cubicBezTo>
                    <a:pt x="23121" y="5128"/>
                    <a:pt x="23031" y="5204"/>
                    <a:pt x="22944" y="5281"/>
                  </a:cubicBezTo>
                  <a:cubicBezTo>
                    <a:pt x="23255" y="5545"/>
                    <a:pt x="23336" y="6054"/>
                    <a:pt x="23065" y="6387"/>
                  </a:cubicBezTo>
                  <a:cubicBezTo>
                    <a:pt x="23022" y="6439"/>
                    <a:pt x="22972" y="6480"/>
                    <a:pt x="22916" y="6521"/>
                  </a:cubicBezTo>
                  <a:cubicBezTo>
                    <a:pt x="22881" y="6545"/>
                    <a:pt x="22801" y="6584"/>
                    <a:pt x="22793" y="6629"/>
                  </a:cubicBezTo>
                  <a:cubicBezTo>
                    <a:pt x="22786" y="6674"/>
                    <a:pt x="22875" y="6793"/>
                    <a:pt x="22894" y="6830"/>
                  </a:cubicBezTo>
                  <a:cubicBezTo>
                    <a:pt x="22927" y="6900"/>
                    <a:pt x="22957" y="6973"/>
                    <a:pt x="22983" y="7049"/>
                  </a:cubicBezTo>
                  <a:cubicBezTo>
                    <a:pt x="23039" y="7220"/>
                    <a:pt x="23065" y="7401"/>
                    <a:pt x="23065" y="7581"/>
                  </a:cubicBezTo>
                  <a:cubicBezTo>
                    <a:pt x="23299" y="7579"/>
                    <a:pt x="23465" y="7771"/>
                    <a:pt x="23502" y="8000"/>
                  </a:cubicBezTo>
                  <a:cubicBezTo>
                    <a:pt x="23548" y="8266"/>
                    <a:pt x="23472" y="8580"/>
                    <a:pt x="23372" y="8825"/>
                  </a:cubicBezTo>
                  <a:cubicBezTo>
                    <a:pt x="23312" y="8967"/>
                    <a:pt x="23215" y="9073"/>
                    <a:pt x="23113" y="9184"/>
                  </a:cubicBezTo>
                  <a:cubicBezTo>
                    <a:pt x="23087" y="9212"/>
                    <a:pt x="23031" y="9262"/>
                    <a:pt x="23031" y="9305"/>
                  </a:cubicBezTo>
                  <a:cubicBezTo>
                    <a:pt x="23031" y="9309"/>
                    <a:pt x="23035" y="9316"/>
                    <a:pt x="23039" y="9324"/>
                  </a:cubicBezTo>
                  <a:cubicBezTo>
                    <a:pt x="23154" y="9290"/>
                    <a:pt x="23279" y="9426"/>
                    <a:pt x="23241" y="9539"/>
                  </a:cubicBezTo>
                  <a:cubicBezTo>
                    <a:pt x="23228" y="9580"/>
                    <a:pt x="23214" y="9621"/>
                    <a:pt x="23199" y="9662"/>
                  </a:cubicBezTo>
                  <a:cubicBezTo>
                    <a:pt x="23156" y="9781"/>
                    <a:pt x="23104" y="9895"/>
                    <a:pt x="23044" y="10006"/>
                  </a:cubicBezTo>
                  <a:cubicBezTo>
                    <a:pt x="23163" y="10060"/>
                    <a:pt x="23266" y="10153"/>
                    <a:pt x="23340" y="10267"/>
                  </a:cubicBezTo>
                  <a:cubicBezTo>
                    <a:pt x="23472" y="10469"/>
                    <a:pt x="23485" y="10715"/>
                    <a:pt x="23450" y="10947"/>
                  </a:cubicBezTo>
                  <a:cubicBezTo>
                    <a:pt x="23418" y="11154"/>
                    <a:pt x="23351" y="11377"/>
                    <a:pt x="23255" y="11565"/>
                  </a:cubicBezTo>
                  <a:cubicBezTo>
                    <a:pt x="23154" y="11756"/>
                    <a:pt x="23013" y="11849"/>
                    <a:pt x="22816" y="11922"/>
                  </a:cubicBezTo>
                  <a:cubicBezTo>
                    <a:pt x="22767" y="11939"/>
                    <a:pt x="22732" y="11952"/>
                    <a:pt x="22737" y="12002"/>
                  </a:cubicBezTo>
                  <a:cubicBezTo>
                    <a:pt x="22745" y="12067"/>
                    <a:pt x="22812" y="12141"/>
                    <a:pt x="22849" y="12193"/>
                  </a:cubicBezTo>
                  <a:cubicBezTo>
                    <a:pt x="22944" y="12325"/>
                    <a:pt x="23054" y="12456"/>
                    <a:pt x="23096" y="12617"/>
                  </a:cubicBezTo>
                  <a:cubicBezTo>
                    <a:pt x="23173" y="12921"/>
                    <a:pt x="23013" y="13213"/>
                    <a:pt x="22864" y="13465"/>
                  </a:cubicBezTo>
                  <a:cubicBezTo>
                    <a:pt x="22762" y="13638"/>
                    <a:pt x="22576" y="13888"/>
                    <a:pt x="22620" y="14105"/>
                  </a:cubicBezTo>
                  <a:cubicBezTo>
                    <a:pt x="22871" y="14057"/>
                    <a:pt x="23083" y="13850"/>
                    <a:pt x="23344" y="13819"/>
                  </a:cubicBezTo>
                  <a:cubicBezTo>
                    <a:pt x="23666" y="13780"/>
                    <a:pt x="23931" y="14009"/>
                    <a:pt x="24030" y="14302"/>
                  </a:cubicBezTo>
                  <a:cubicBezTo>
                    <a:pt x="24136" y="14620"/>
                    <a:pt x="24021" y="14950"/>
                    <a:pt x="23759" y="15150"/>
                  </a:cubicBezTo>
                  <a:cubicBezTo>
                    <a:pt x="23548" y="15310"/>
                    <a:pt x="23271" y="15375"/>
                    <a:pt x="23007" y="15353"/>
                  </a:cubicBezTo>
                  <a:cubicBezTo>
                    <a:pt x="22992" y="15534"/>
                    <a:pt x="23186" y="15725"/>
                    <a:pt x="23292" y="15848"/>
                  </a:cubicBezTo>
                  <a:cubicBezTo>
                    <a:pt x="23468" y="16054"/>
                    <a:pt x="23613" y="16264"/>
                    <a:pt x="23695" y="16527"/>
                  </a:cubicBezTo>
                  <a:cubicBezTo>
                    <a:pt x="23833" y="16966"/>
                    <a:pt x="23794" y="17460"/>
                    <a:pt x="23578" y="17868"/>
                  </a:cubicBezTo>
                  <a:cubicBezTo>
                    <a:pt x="23833" y="17981"/>
                    <a:pt x="24021" y="18236"/>
                    <a:pt x="24047" y="18518"/>
                  </a:cubicBezTo>
                  <a:cubicBezTo>
                    <a:pt x="24084" y="18933"/>
                    <a:pt x="23723" y="19197"/>
                    <a:pt x="23480" y="19473"/>
                  </a:cubicBezTo>
                  <a:cubicBezTo>
                    <a:pt x="23377" y="19588"/>
                    <a:pt x="23269" y="19733"/>
                    <a:pt x="23262" y="19891"/>
                  </a:cubicBezTo>
                  <a:cubicBezTo>
                    <a:pt x="23255" y="20038"/>
                    <a:pt x="23370" y="20120"/>
                    <a:pt x="23483" y="20185"/>
                  </a:cubicBezTo>
                  <a:cubicBezTo>
                    <a:pt x="23777" y="20360"/>
                    <a:pt x="24086" y="20534"/>
                    <a:pt x="24039" y="20932"/>
                  </a:cubicBezTo>
                  <a:cubicBezTo>
                    <a:pt x="24015" y="21117"/>
                    <a:pt x="23915" y="21273"/>
                    <a:pt x="23876" y="21451"/>
                  </a:cubicBezTo>
                  <a:cubicBezTo>
                    <a:pt x="23855" y="21541"/>
                    <a:pt x="23844" y="21715"/>
                    <a:pt x="23957" y="21741"/>
                  </a:cubicBezTo>
                  <a:cubicBezTo>
                    <a:pt x="24069" y="21766"/>
                    <a:pt x="24138" y="21937"/>
                    <a:pt x="24037" y="22017"/>
                  </a:cubicBezTo>
                  <a:cubicBezTo>
                    <a:pt x="23494" y="22450"/>
                    <a:pt x="23178" y="23058"/>
                    <a:pt x="22964" y="23709"/>
                  </a:cubicBezTo>
                  <a:cubicBezTo>
                    <a:pt x="22868" y="24098"/>
                    <a:pt x="22771" y="24488"/>
                    <a:pt x="22680" y="24879"/>
                  </a:cubicBezTo>
                  <a:cubicBezTo>
                    <a:pt x="22702" y="24894"/>
                    <a:pt x="22724" y="24907"/>
                    <a:pt x="22756" y="24924"/>
                  </a:cubicBezTo>
                  <a:cubicBezTo>
                    <a:pt x="22896" y="25000"/>
                    <a:pt x="23057" y="25028"/>
                    <a:pt x="23210" y="25067"/>
                  </a:cubicBezTo>
                  <a:cubicBezTo>
                    <a:pt x="23485" y="25139"/>
                    <a:pt x="23734" y="25260"/>
                    <a:pt x="23941" y="25459"/>
                  </a:cubicBezTo>
                  <a:cubicBezTo>
                    <a:pt x="24026" y="25543"/>
                    <a:pt x="24103" y="25634"/>
                    <a:pt x="24171" y="25731"/>
                  </a:cubicBezTo>
                  <a:cubicBezTo>
                    <a:pt x="24627" y="24959"/>
                    <a:pt x="25040" y="24163"/>
                    <a:pt x="25616" y="23469"/>
                  </a:cubicBezTo>
                  <a:cubicBezTo>
                    <a:pt x="25815" y="23229"/>
                    <a:pt x="26022" y="22991"/>
                    <a:pt x="26243" y="22772"/>
                  </a:cubicBezTo>
                  <a:cubicBezTo>
                    <a:pt x="26474" y="22539"/>
                    <a:pt x="26725" y="22327"/>
                    <a:pt x="26972" y="22113"/>
                  </a:cubicBezTo>
                  <a:cubicBezTo>
                    <a:pt x="27381" y="21760"/>
                    <a:pt x="27809" y="21366"/>
                    <a:pt x="28341" y="21210"/>
                  </a:cubicBezTo>
                  <a:cubicBezTo>
                    <a:pt x="28616" y="21128"/>
                    <a:pt x="28893" y="21135"/>
                    <a:pt x="29170" y="21198"/>
                  </a:cubicBezTo>
                  <a:cubicBezTo>
                    <a:pt x="29325" y="21234"/>
                    <a:pt x="29481" y="21284"/>
                    <a:pt x="29641" y="21282"/>
                  </a:cubicBezTo>
                  <a:cubicBezTo>
                    <a:pt x="29728" y="21280"/>
                    <a:pt x="29773" y="21273"/>
                    <a:pt x="29860" y="21247"/>
                  </a:cubicBezTo>
                  <a:cubicBezTo>
                    <a:pt x="30154" y="21154"/>
                    <a:pt x="30394" y="20893"/>
                    <a:pt x="30606" y="20644"/>
                  </a:cubicBezTo>
                  <a:cubicBezTo>
                    <a:pt x="30978" y="20209"/>
                    <a:pt x="31508" y="19387"/>
                    <a:pt x="32178" y="19547"/>
                  </a:cubicBezTo>
                  <a:cubicBezTo>
                    <a:pt x="32399" y="19387"/>
                    <a:pt x="32698" y="19493"/>
                    <a:pt x="32864" y="19692"/>
                  </a:cubicBezTo>
                  <a:cubicBezTo>
                    <a:pt x="32942" y="19787"/>
                    <a:pt x="32985" y="19891"/>
                    <a:pt x="33003" y="20003"/>
                  </a:cubicBezTo>
                  <a:cubicBezTo>
                    <a:pt x="33059" y="19975"/>
                    <a:pt x="33139" y="19943"/>
                    <a:pt x="33173" y="19893"/>
                  </a:cubicBezTo>
                  <a:cubicBezTo>
                    <a:pt x="33199" y="19852"/>
                    <a:pt x="33173" y="19824"/>
                    <a:pt x="33139" y="19787"/>
                  </a:cubicBezTo>
                  <a:cubicBezTo>
                    <a:pt x="32998" y="19632"/>
                    <a:pt x="32916" y="19482"/>
                    <a:pt x="32916" y="19266"/>
                  </a:cubicBezTo>
                  <a:cubicBezTo>
                    <a:pt x="32916" y="19056"/>
                    <a:pt x="32961" y="18827"/>
                    <a:pt x="33028" y="18628"/>
                  </a:cubicBezTo>
                  <a:cubicBezTo>
                    <a:pt x="33104" y="18407"/>
                    <a:pt x="33230" y="18195"/>
                    <a:pt x="33440" y="18078"/>
                  </a:cubicBezTo>
                  <a:cubicBezTo>
                    <a:pt x="33559" y="18011"/>
                    <a:pt x="33692" y="17975"/>
                    <a:pt x="33824" y="17983"/>
                  </a:cubicBezTo>
                  <a:cubicBezTo>
                    <a:pt x="33820" y="17856"/>
                    <a:pt x="33829" y="17732"/>
                    <a:pt x="33844" y="17605"/>
                  </a:cubicBezTo>
                  <a:cubicBezTo>
                    <a:pt x="33850" y="17564"/>
                    <a:pt x="33857" y="17520"/>
                    <a:pt x="33863" y="17479"/>
                  </a:cubicBezTo>
                  <a:cubicBezTo>
                    <a:pt x="33883" y="17362"/>
                    <a:pt x="34056" y="17298"/>
                    <a:pt x="34145" y="17380"/>
                  </a:cubicBezTo>
                  <a:cubicBezTo>
                    <a:pt x="34151" y="17377"/>
                    <a:pt x="34156" y="17371"/>
                    <a:pt x="34158" y="17367"/>
                  </a:cubicBezTo>
                  <a:cubicBezTo>
                    <a:pt x="34179" y="17330"/>
                    <a:pt x="34151" y="17259"/>
                    <a:pt x="34142" y="17224"/>
                  </a:cubicBezTo>
                  <a:cubicBezTo>
                    <a:pt x="34103" y="17077"/>
                    <a:pt x="34067" y="16938"/>
                    <a:pt x="34080" y="16785"/>
                  </a:cubicBezTo>
                  <a:cubicBezTo>
                    <a:pt x="34103" y="16519"/>
                    <a:pt x="34182" y="16207"/>
                    <a:pt x="34346" y="15991"/>
                  </a:cubicBezTo>
                  <a:cubicBezTo>
                    <a:pt x="34486" y="15807"/>
                    <a:pt x="34720" y="15714"/>
                    <a:pt x="34926" y="15824"/>
                  </a:cubicBezTo>
                  <a:cubicBezTo>
                    <a:pt x="35010" y="15664"/>
                    <a:pt x="35118" y="15517"/>
                    <a:pt x="35248" y="15390"/>
                  </a:cubicBezTo>
                  <a:cubicBezTo>
                    <a:pt x="35304" y="15335"/>
                    <a:pt x="35363" y="15284"/>
                    <a:pt x="35427" y="15236"/>
                  </a:cubicBezTo>
                  <a:cubicBezTo>
                    <a:pt x="35460" y="15212"/>
                    <a:pt x="35596" y="15149"/>
                    <a:pt x="35609" y="15106"/>
                  </a:cubicBezTo>
                  <a:cubicBezTo>
                    <a:pt x="35624" y="15061"/>
                    <a:pt x="35570" y="14990"/>
                    <a:pt x="35549" y="14951"/>
                  </a:cubicBezTo>
                  <a:cubicBezTo>
                    <a:pt x="35520" y="14892"/>
                    <a:pt x="35494" y="14832"/>
                    <a:pt x="35481" y="14765"/>
                  </a:cubicBezTo>
                  <a:cubicBezTo>
                    <a:pt x="35393" y="14347"/>
                    <a:pt x="35702" y="13930"/>
                    <a:pt x="36100" y="13841"/>
                  </a:cubicBezTo>
                  <a:cubicBezTo>
                    <a:pt x="36057" y="13731"/>
                    <a:pt x="36014" y="13624"/>
                    <a:pt x="35972" y="13514"/>
                  </a:cubicBezTo>
                  <a:cubicBezTo>
                    <a:pt x="35936" y="13421"/>
                    <a:pt x="36026" y="13293"/>
                    <a:pt x="36128" y="13300"/>
                  </a:cubicBezTo>
                  <a:cubicBezTo>
                    <a:pt x="36422" y="13319"/>
                    <a:pt x="36702" y="13395"/>
                    <a:pt x="36961" y="13531"/>
                  </a:cubicBezTo>
                  <a:cubicBezTo>
                    <a:pt x="37167" y="13088"/>
                    <a:pt x="37374" y="12645"/>
                    <a:pt x="37577" y="12203"/>
                  </a:cubicBezTo>
                  <a:cubicBezTo>
                    <a:pt x="37606" y="12138"/>
                    <a:pt x="37697" y="12102"/>
                    <a:pt x="37764" y="12121"/>
                  </a:cubicBezTo>
                  <a:cubicBezTo>
                    <a:pt x="37960" y="12175"/>
                    <a:pt x="38155" y="12227"/>
                    <a:pt x="38352" y="12281"/>
                  </a:cubicBezTo>
                  <a:cubicBezTo>
                    <a:pt x="38274" y="12095"/>
                    <a:pt x="38216" y="11901"/>
                    <a:pt x="38216" y="11697"/>
                  </a:cubicBezTo>
                  <a:cubicBezTo>
                    <a:pt x="38216" y="11427"/>
                    <a:pt x="38332" y="11152"/>
                    <a:pt x="38547" y="10985"/>
                  </a:cubicBezTo>
                  <a:cubicBezTo>
                    <a:pt x="38653" y="10901"/>
                    <a:pt x="38780" y="10851"/>
                    <a:pt x="38914" y="10841"/>
                  </a:cubicBezTo>
                  <a:cubicBezTo>
                    <a:pt x="39044" y="10832"/>
                    <a:pt x="39196" y="10895"/>
                    <a:pt x="39312" y="10817"/>
                  </a:cubicBezTo>
                  <a:cubicBezTo>
                    <a:pt x="39464" y="10717"/>
                    <a:pt x="39540" y="10514"/>
                    <a:pt x="39637" y="10369"/>
                  </a:cubicBezTo>
                  <a:cubicBezTo>
                    <a:pt x="39771" y="10166"/>
                    <a:pt x="39950" y="10003"/>
                    <a:pt x="40210" y="10060"/>
                  </a:cubicBezTo>
                  <a:cubicBezTo>
                    <a:pt x="40307" y="10081"/>
                    <a:pt x="40342" y="10174"/>
                    <a:pt x="40333" y="10261"/>
                  </a:cubicBezTo>
                  <a:cubicBezTo>
                    <a:pt x="40312" y="10436"/>
                    <a:pt x="40296" y="10609"/>
                    <a:pt x="40275" y="10782"/>
                  </a:cubicBezTo>
                  <a:cubicBezTo>
                    <a:pt x="40342" y="10763"/>
                    <a:pt x="40407" y="10745"/>
                    <a:pt x="40474" y="10726"/>
                  </a:cubicBezTo>
                  <a:cubicBezTo>
                    <a:pt x="40576" y="10696"/>
                    <a:pt x="40684" y="10773"/>
                    <a:pt x="40688" y="10880"/>
                  </a:cubicBezTo>
                  <a:cubicBezTo>
                    <a:pt x="40699" y="11224"/>
                    <a:pt x="40760" y="11565"/>
                    <a:pt x="40874" y="11888"/>
                  </a:cubicBezTo>
                  <a:cubicBezTo>
                    <a:pt x="40913" y="11996"/>
                    <a:pt x="40956" y="12102"/>
                    <a:pt x="41006" y="12206"/>
                  </a:cubicBezTo>
                  <a:cubicBezTo>
                    <a:pt x="41056" y="12311"/>
                    <a:pt x="40995" y="12411"/>
                    <a:pt x="40913" y="12448"/>
                  </a:cubicBezTo>
                  <a:cubicBezTo>
                    <a:pt x="40922" y="12614"/>
                    <a:pt x="40922" y="12777"/>
                    <a:pt x="40919" y="12945"/>
                  </a:cubicBezTo>
                  <a:cubicBezTo>
                    <a:pt x="41056" y="12911"/>
                    <a:pt x="41196" y="12885"/>
                    <a:pt x="41333" y="12855"/>
                  </a:cubicBezTo>
                  <a:cubicBezTo>
                    <a:pt x="41504" y="12818"/>
                    <a:pt x="41728" y="12733"/>
                    <a:pt x="41869" y="12883"/>
                  </a:cubicBezTo>
                  <a:cubicBezTo>
                    <a:pt x="41966" y="12989"/>
                    <a:pt x="41966" y="13162"/>
                    <a:pt x="41964" y="13298"/>
                  </a:cubicBezTo>
                  <a:cubicBezTo>
                    <a:pt x="41964" y="13441"/>
                    <a:pt x="41943" y="13586"/>
                    <a:pt x="41886" y="13720"/>
                  </a:cubicBezTo>
                  <a:cubicBezTo>
                    <a:pt x="41830" y="13847"/>
                    <a:pt x="41726" y="13949"/>
                    <a:pt x="41597" y="13997"/>
                  </a:cubicBezTo>
                  <a:cubicBezTo>
                    <a:pt x="41590" y="13999"/>
                    <a:pt x="41582" y="14001"/>
                    <a:pt x="41577" y="14005"/>
                  </a:cubicBezTo>
                  <a:cubicBezTo>
                    <a:pt x="41670" y="14005"/>
                    <a:pt x="41765" y="14005"/>
                    <a:pt x="41860" y="14005"/>
                  </a:cubicBezTo>
                  <a:cubicBezTo>
                    <a:pt x="42075" y="14005"/>
                    <a:pt x="42291" y="14005"/>
                    <a:pt x="42509" y="14005"/>
                  </a:cubicBezTo>
                  <a:cubicBezTo>
                    <a:pt x="42631" y="14005"/>
                    <a:pt x="42696" y="14107"/>
                    <a:pt x="42682" y="14221"/>
                  </a:cubicBezTo>
                  <a:cubicBezTo>
                    <a:pt x="42667" y="14343"/>
                    <a:pt x="42650" y="14466"/>
                    <a:pt x="42635" y="14589"/>
                  </a:cubicBezTo>
                  <a:cubicBezTo>
                    <a:pt x="42814" y="14589"/>
                    <a:pt x="42996" y="14669"/>
                    <a:pt x="43113" y="14805"/>
                  </a:cubicBezTo>
                  <a:cubicBezTo>
                    <a:pt x="43227" y="14935"/>
                    <a:pt x="43266" y="15089"/>
                    <a:pt x="43243" y="15260"/>
                  </a:cubicBezTo>
                  <a:cubicBezTo>
                    <a:pt x="43223" y="15411"/>
                    <a:pt x="43180" y="15507"/>
                    <a:pt x="43292" y="15627"/>
                  </a:cubicBezTo>
                  <a:cubicBezTo>
                    <a:pt x="43388" y="15729"/>
                    <a:pt x="43504" y="15813"/>
                    <a:pt x="43578" y="15933"/>
                  </a:cubicBezTo>
                  <a:cubicBezTo>
                    <a:pt x="43664" y="16069"/>
                    <a:pt x="43677" y="16231"/>
                    <a:pt x="43615" y="16380"/>
                  </a:cubicBezTo>
                  <a:cubicBezTo>
                    <a:pt x="43554" y="16530"/>
                    <a:pt x="43426" y="16631"/>
                    <a:pt x="43338" y="16765"/>
                  </a:cubicBezTo>
                  <a:cubicBezTo>
                    <a:pt x="43254" y="16893"/>
                    <a:pt x="43329" y="16980"/>
                    <a:pt x="43411" y="17088"/>
                  </a:cubicBezTo>
                  <a:cubicBezTo>
                    <a:pt x="43528" y="17241"/>
                    <a:pt x="43613" y="17388"/>
                    <a:pt x="43587" y="17589"/>
                  </a:cubicBezTo>
                  <a:cubicBezTo>
                    <a:pt x="43582" y="17633"/>
                    <a:pt x="43569" y="17678"/>
                    <a:pt x="43550" y="17719"/>
                  </a:cubicBezTo>
                  <a:cubicBezTo>
                    <a:pt x="43721" y="17849"/>
                    <a:pt x="43864" y="18027"/>
                    <a:pt x="43863" y="18238"/>
                  </a:cubicBezTo>
                  <a:cubicBezTo>
                    <a:pt x="43859" y="18556"/>
                    <a:pt x="43561" y="18664"/>
                    <a:pt x="43299" y="18703"/>
                  </a:cubicBezTo>
                  <a:cubicBezTo>
                    <a:pt x="43223" y="18714"/>
                    <a:pt x="43098" y="18725"/>
                    <a:pt x="43067" y="18771"/>
                  </a:cubicBezTo>
                  <a:cubicBezTo>
                    <a:pt x="43028" y="18827"/>
                    <a:pt x="43085" y="18929"/>
                    <a:pt x="43141" y="18972"/>
                  </a:cubicBezTo>
                  <a:cubicBezTo>
                    <a:pt x="43260" y="19062"/>
                    <a:pt x="43491" y="19071"/>
                    <a:pt x="43576" y="18931"/>
                  </a:cubicBezTo>
                  <a:cubicBezTo>
                    <a:pt x="43619" y="18859"/>
                    <a:pt x="43697" y="18825"/>
                    <a:pt x="43779" y="18842"/>
                  </a:cubicBezTo>
                  <a:cubicBezTo>
                    <a:pt x="44006" y="18889"/>
                    <a:pt x="44112" y="19114"/>
                    <a:pt x="44108" y="19329"/>
                  </a:cubicBezTo>
                  <a:cubicBezTo>
                    <a:pt x="44106" y="19446"/>
                    <a:pt x="44073" y="19549"/>
                    <a:pt x="44039" y="19659"/>
                  </a:cubicBezTo>
                  <a:cubicBezTo>
                    <a:pt x="44017" y="19731"/>
                    <a:pt x="43969" y="19848"/>
                    <a:pt x="44008" y="19923"/>
                  </a:cubicBezTo>
                  <a:cubicBezTo>
                    <a:pt x="44047" y="19999"/>
                    <a:pt x="44169" y="19999"/>
                    <a:pt x="44244" y="20008"/>
                  </a:cubicBezTo>
                  <a:cubicBezTo>
                    <a:pt x="44368" y="20021"/>
                    <a:pt x="44487" y="20032"/>
                    <a:pt x="44606" y="20077"/>
                  </a:cubicBezTo>
                  <a:cubicBezTo>
                    <a:pt x="44740" y="20127"/>
                    <a:pt x="44863" y="20202"/>
                    <a:pt x="44967" y="20298"/>
                  </a:cubicBezTo>
                  <a:cubicBezTo>
                    <a:pt x="45103" y="19824"/>
                    <a:pt x="45060" y="19311"/>
                    <a:pt x="44859" y="18857"/>
                  </a:cubicBezTo>
                  <a:cubicBezTo>
                    <a:pt x="44835" y="18803"/>
                    <a:pt x="44859" y="18717"/>
                    <a:pt x="44902" y="18678"/>
                  </a:cubicBezTo>
                  <a:cubicBezTo>
                    <a:pt x="45023" y="18571"/>
                    <a:pt x="45166" y="18537"/>
                    <a:pt x="45326" y="18539"/>
                  </a:cubicBezTo>
                  <a:cubicBezTo>
                    <a:pt x="45410" y="18541"/>
                    <a:pt x="45577" y="18578"/>
                    <a:pt x="45642" y="18511"/>
                  </a:cubicBezTo>
                  <a:cubicBezTo>
                    <a:pt x="45706" y="18446"/>
                    <a:pt x="45624" y="18273"/>
                    <a:pt x="45601" y="18199"/>
                  </a:cubicBezTo>
                  <a:cubicBezTo>
                    <a:pt x="45555" y="18044"/>
                    <a:pt x="45510" y="17879"/>
                    <a:pt x="45548" y="17719"/>
                  </a:cubicBezTo>
                  <a:cubicBezTo>
                    <a:pt x="45626" y="17386"/>
                    <a:pt x="46020" y="17202"/>
                    <a:pt x="46336" y="17291"/>
                  </a:cubicBezTo>
                  <a:cubicBezTo>
                    <a:pt x="46667" y="17384"/>
                    <a:pt x="46851" y="17732"/>
                    <a:pt x="46831" y="18061"/>
                  </a:cubicBezTo>
                  <a:cubicBezTo>
                    <a:pt x="46820" y="18254"/>
                    <a:pt x="46738" y="18405"/>
                    <a:pt x="46654" y="18576"/>
                  </a:cubicBezTo>
                  <a:cubicBezTo>
                    <a:pt x="46565" y="18753"/>
                    <a:pt x="46697" y="18872"/>
                    <a:pt x="46734" y="19043"/>
                  </a:cubicBezTo>
                  <a:cubicBezTo>
                    <a:pt x="46808" y="19368"/>
                    <a:pt x="46576" y="19597"/>
                    <a:pt x="46397" y="19835"/>
                  </a:cubicBezTo>
                  <a:cubicBezTo>
                    <a:pt x="46342" y="19911"/>
                    <a:pt x="46267" y="20010"/>
                    <a:pt x="46306" y="20099"/>
                  </a:cubicBezTo>
                  <a:cubicBezTo>
                    <a:pt x="46355" y="20205"/>
                    <a:pt x="46524" y="20237"/>
                    <a:pt x="46622" y="20267"/>
                  </a:cubicBezTo>
                  <a:cubicBezTo>
                    <a:pt x="46788" y="20319"/>
                    <a:pt x="46942" y="20378"/>
                    <a:pt x="47076" y="20494"/>
                  </a:cubicBezTo>
                  <a:cubicBezTo>
                    <a:pt x="47210" y="20609"/>
                    <a:pt x="47303" y="20765"/>
                    <a:pt x="47370" y="20925"/>
                  </a:cubicBezTo>
                  <a:cubicBezTo>
                    <a:pt x="47547" y="21349"/>
                    <a:pt x="47467" y="21810"/>
                    <a:pt x="47456" y="22253"/>
                  </a:cubicBezTo>
                  <a:cubicBezTo>
                    <a:pt x="47450" y="22495"/>
                    <a:pt x="47467" y="22736"/>
                    <a:pt x="47497" y="22976"/>
                  </a:cubicBezTo>
                  <a:cubicBezTo>
                    <a:pt x="47517" y="23151"/>
                    <a:pt x="47534" y="23328"/>
                    <a:pt x="47550" y="23506"/>
                  </a:cubicBezTo>
                  <a:cubicBezTo>
                    <a:pt x="47556" y="23503"/>
                    <a:pt x="47562" y="23501"/>
                    <a:pt x="47565" y="23499"/>
                  </a:cubicBezTo>
                  <a:cubicBezTo>
                    <a:pt x="47666" y="23454"/>
                    <a:pt x="47729" y="23614"/>
                    <a:pt x="47642" y="23668"/>
                  </a:cubicBezTo>
                  <a:cubicBezTo>
                    <a:pt x="47614" y="23685"/>
                    <a:pt x="47590" y="23704"/>
                    <a:pt x="47571" y="23724"/>
                  </a:cubicBezTo>
                  <a:cubicBezTo>
                    <a:pt x="47573" y="23776"/>
                    <a:pt x="47545" y="23813"/>
                    <a:pt x="47506" y="23834"/>
                  </a:cubicBezTo>
                  <a:cubicBezTo>
                    <a:pt x="47435" y="24049"/>
                    <a:pt x="47597" y="24351"/>
                    <a:pt x="47729" y="24503"/>
                  </a:cubicBezTo>
                  <a:cubicBezTo>
                    <a:pt x="47984" y="24799"/>
                    <a:pt x="48257" y="25072"/>
                    <a:pt x="48259" y="25489"/>
                  </a:cubicBezTo>
                  <a:cubicBezTo>
                    <a:pt x="48261" y="25879"/>
                    <a:pt x="48036" y="26229"/>
                    <a:pt x="48038" y="26616"/>
                  </a:cubicBezTo>
                  <a:cubicBezTo>
                    <a:pt x="48038" y="27008"/>
                    <a:pt x="48380" y="27352"/>
                    <a:pt x="48638" y="27611"/>
                  </a:cubicBezTo>
                  <a:cubicBezTo>
                    <a:pt x="48804" y="27776"/>
                    <a:pt x="49007" y="27921"/>
                    <a:pt x="49053" y="28167"/>
                  </a:cubicBezTo>
                  <a:cubicBezTo>
                    <a:pt x="49081" y="28310"/>
                    <a:pt x="49059" y="28457"/>
                    <a:pt x="49009" y="28595"/>
                  </a:cubicBezTo>
                  <a:cubicBezTo>
                    <a:pt x="49159" y="28664"/>
                    <a:pt x="49282" y="28792"/>
                    <a:pt x="49349" y="28950"/>
                  </a:cubicBezTo>
                  <a:cubicBezTo>
                    <a:pt x="49455" y="29203"/>
                    <a:pt x="49360" y="29450"/>
                    <a:pt x="49202" y="29659"/>
                  </a:cubicBezTo>
                  <a:cubicBezTo>
                    <a:pt x="49079" y="29820"/>
                    <a:pt x="48867" y="29991"/>
                    <a:pt x="48962" y="30216"/>
                  </a:cubicBezTo>
                  <a:cubicBezTo>
                    <a:pt x="49016" y="30345"/>
                    <a:pt x="49111" y="30462"/>
                    <a:pt x="49185" y="30579"/>
                  </a:cubicBezTo>
                  <a:cubicBezTo>
                    <a:pt x="49282" y="30728"/>
                    <a:pt x="49377" y="30875"/>
                    <a:pt x="49472" y="31024"/>
                  </a:cubicBezTo>
                  <a:cubicBezTo>
                    <a:pt x="49500" y="31065"/>
                    <a:pt x="49557" y="31202"/>
                    <a:pt x="49602" y="31219"/>
                  </a:cubicBezTo>
                  <a:cubicBezTo>
                    <a:pt x="49606" y="31219"/>
                    <a:pt x="49656" y="31204"/>
                    <a:pt x="49674" y="31200"/>
                  </a:cubicBezTo>
                  <a:cubicBezTo>
                    <a:pt x="49823" y="31165"/>
                    <a:pt x="49979" y="31161"/>
                    <a:pt x="50098" y="31273"/>
                  </a:cubicBezTo>
                  <a:cubicBezTo>
                    <a:pt x="50271" y="31438"/>
                    <a:pt x="50255" y="31730"/>
                    <a:pt x="50143" y="31924"/>
                  </a:cubicBezTo>
                  <a:cubicBezTo>
                    <a:pt x="50057" y="32073"/>
                    <a:pt x="49728" y="32303"/>
                    <a:pt x="49924" y="32482"/>
                  </a:cubicBezTo>
                  <a:cubicBezTo>
                    <a:pt x="50095" y="32638"/>
                    <a:pt x="50338" y="32532"/>
                    <a:pt x="50508" y="32430"/>
                  </a:cubicBezTo>
                  <a:cubicBezTo>
                    <a:pt x="51052" y="32097"/>
                    <a:pt x="51476" y="31567"/>
                    <a:pt x="51737" y="30988"/>
                  </a:cubicBezTo>
                  <a:cubicBezTo>
                    <a:pt x="51774" y="30906"/>
                    <a:pt x="51878" y="30877"/>
                    <a:pt x="51958" y="30892"/>
                  </a:cubicBezTo>
                  <a:cubicBezTo>
                    <a:pt x="52153" y="30929"/>
                    <a:pt x="52349" y="30897"/>
                    <a:pt x="52522" y="30810"/>
                  </a:cubicBezTo>
                  <a:cubicBezTo>
                    <a:pt x="52548" y="30797"/>
                    <a:pt x="52572" y="30784"/>
                    <a:pt x="52596" y="30769"/>
                  </a:cubicBezTo>
                  <a:cubicBezTo>
                    <a:pt x="52767" y="30665"/>
                    <a:pt x="52966" y="30864"/>
                    <a:pt x="52873" y="31037"/>
                  </a:cubicBezTo>
                  <a:cubicBezTo>
                    <a:pt x="52858" y="31063"/>
                    <a:pt x="52851" y="31089"/>
                    <a:pt x="52847" y="31115"/>
                  </a:cubicBezTo>
                  <a:cubicBezTo>
                    <a:pt x="52836" y="31197"/>
                    <a:pt x="52877" y="31278"/>
                    <a:pt x="52949" y="31329"/>
                  </a:cubicBezTo>
                  <a:cubicBezTo>
                    <a:pt x="53031" y="31386"/>
                    <a:pt x="53111" y="31435"/>
                    <a:pt x="53160" y="31524"/>
                  </a:cubicBezTo>
                  <a:cubicBezTo>
                    <a:pt x="53208" y="31611"/>
                    <a:pt x="53217" y="31717"/>
                    <a:pt x="53195" y="31816"/>
                  </a:cubicBezTo>
                  <a:cubicBezTo>
                    <a:pt x="53148" y="32002"/>
                    <a:pt x="53013" y="32113"/>
                    <a:pt x="52881" y="32238"/>
                  </a:cubicBezTo>
                  <a:cubicBezTo>
                    <a:pt x="52842" y="32273"/>
                    <a:pt x="52791" y="32316"/>
                    <a:pt x="52782" y="32370"/>
                  </a:cubicBezTo>
                  <a:cubicBezTo>
                    <a:pt x="52769" y="32431"/>
                    <a:pt x="52806" y="32506"/>
                    <a:pt x="52828" y="32560"/>
                  </a:cubicBezTo>
                  <a:cubicBezTo>
                    <a:pt x="52866" y="32645"/>
                    <a:pt x="52907" y="32727"/>
                    <a:pt x="52936" y="32815"/>
                  </a:cubicBezTo>
                  <a:cubicBezTo>
                    <a:pt x="52940" y="32757"/>
                    <a:pt x="52968" y="32696"/>
                    <a:pt x="53022" y="32669"/>
                  </a:cubicBezTo>
                  <a:cubicBezTo>
                    <a:pt x="53297" y="32532"/>
                    <a:pt x="53574" y="32396"/>
                    <a:pt x="53851" y="32260"/>
                  </a:cubicBezTo>
                  <a:cubicBezTo>
                    <a:pt x="53985" y="32197"/>
                    <a:pt x="54117" y="32132"/>
                    <a:pt x="54249" y="32069"/>
                  </a:cubicBezTo>
                  <a:cubicBezTo>
                    <a:pt x="54305" y="32043"/>
                    <a:pt x="54365" y="32017"/>
                    <a:pt x="54415" y="31980"/>
                  </a:cubicBezTo>
                  <a:cubicBezTo>
                    <a:pt x="54432" y="31966"/>
                    <a:pt x="54452" y="31950"/>
                    <a:pt x="54465" y="31931"/>
                  </a:cubicBezTo>
                  <a:cubicBezTo>
                    <a:pt x="54463" y="31926"/>
                    <a:pt x="54463" y="31918"/>
                    <a:pt x="54461" y="31907"/>
                  </a:cubicBezTo>
                  <a:cubicBezTo>
                    <a:pt x="54450" y="31782"/>
                    <a:pt x="54593" y="31663"/>
                    <a:pt x="54716" y="31702"/>
                  </a:cubicBezTo>
                  <a:cubicBezTo>
                    <a:pt x="55029" y="31807"/>
                    <a:pt x="55371" y="31929"/>
                    <a:pt x="55553" y="32223"/>
                  </a:cubicBezTo>
                  <a:cubicBezTo>
                    <a:pt x="55646" y="32374"/>
                    <a:pt x="55687" y="32550"/>
                    <a:pt x="55665" y="32720"/>
                  </a:cubicBezTo>
                  <a:cubicBezTo>
                    <a:pt x="55882" y="32744"/>
                    <a:pt x="56098" y="32807"/>
                    <a:pt x="56254" y="32958"/>
                  </a:cubicBezTo>
                  <a:cubicBezTo>
                    <a:pt x="56388" y="33086"/>
                    <a:pt x="56451" y="33268"/>
                    <a:pt x="56444" y="33451"/>
                  </a:cubicBezTo>
                  <a:cubicBezTo>
                    <a:pt x="56436" y="33598"/>
                    <a:pt x="56375" y="33783"/>
                    <a:pt x="56429" y="33917"/>
                  </a:cubicBezTo>
                  <a:cubicBezTo>
                    <a:pt x="56516" y="34137"/>
                    <a:pt x="56764" y="34289"/>
                    <a:pt x="56879" y="34513"/>
                  </a:cubicBezTo>
                  <a:cubicBezTo>
                    <a:pt x="56944" y="34641"/>
                    <a:pt x="56976" y="34786"/>
                    <a:pt x="56935" y="34927"/>
                  </a:cubicBezTo>
                  <a:cubicBezTo>
                    <a:pt x="56909" y="35020"/>
                    <a:pt x="56859" y="35098"/>
                    <a:pt x="56797" y="35171"/>
                  </a:cubicBezTo>
                  <a:cubicBezTo>
                    <a:pt x="56745" y="35234"/>
                    <a:pt x="56673" y="35286"/>
                    <a:pt x="56632" y="35355"/>
                  </a:cubicBezTo>
                  <a:cubicBezTo>
                    <a:pt x="56557" y="35483"/>
                    <a:pt x="56654" y="35645"/>
                    <a:pt x="56762" y="35723"/>
                  </a:cubicBezTo>
                  <a:cubicBezTo>
                    <a:pt x="56935" y="35846"/>
                    <a:pt x="57175" y="35853"/>
                    <a:pt x="57381" y="35863"/>
                  </a:cubicBezTo>
                  <a:cubicBezTo>
                    <a:pt x="57493" y="35868"/>
                    <a:pt x="57595" y="35946"/>
                    <a:pt x="57597" y="36067"/>
                  </a:cubicBezTo>
                  <a:cubicBezTo>
                    <a:pt x="57604" y="36462"/>
                    <a:pt x="57489" y="36848"/>
                    <a:pt x="57257" y="37165"/>
                  </a:cubicBezTo>
                  <a:cubicBezTo>
                    <a:pt x="57318" y="37323"/>
                    <a:pt x="57351" y="37488"/>
                    <a:pt x="57359" y="37652"/>
                  </a:cubicBezTo>
                  <a:cubicBezTo>
                    <a:pt x="57523" y="37628"/>
                    <a:pt x="57681" y="37496"/>
                    <a:pt x="57785" y="37380"/>
                  </a:cubicBezTo>
                  <a:cubicBezTo>
                    <a:pt x="57948" y="37198"/>
                    <a:pt x="58112" y="36997"/>
                    <a:pt x="58354" y="36919"/>
                  </a:cubicBezTo>
                  <a:cubicBezTo>
                    <a:pt x="58488" y="36876"/>
                    <a:pt x="58609" y="36904"/>
                    <a:pt x="58743" y="36908"/>
                  </a:cubicBezTo>
                  <a:cubicBezTo>
                    <a:pt x="58867" y="36910"/>
                    <a:pt x="58891" y="36819"/>
                    <a:pt x="58899" y="36709"/>
                  </a:cubicBezTo>
                  <a:cubicBezTo>
                    <a:pt x="58916" y="36396"/>
                    <a:pt x="58854" y="36064"/>
                    <a:pt x="58750" y="35772"/>
                  </a:cubicBezTo>
                  <a:cubicBezTo>
                    <a:pt x="58705" y="35647"/>
                    <a:pt x="58811" y="35534"/>
                    <a:pt x="58930" y="35524"/>
                  </a:cubicBezTo>
                  <a:cubicBezTo>
                    <a:pt x="59077" y="35511"/>
                    <a:pt x="59291" y="35493"/>
                    <a:pt x="59399" y="35381"/>
                  </a:cubicBezTo>
                  <a:cubicBezTo>
                    <a:pt x="59436" y="35342"/>
                    <a:pt x="59438" y="35290"/>
                    <a:pt x="59425" y="35217"/>
                  </a:cubicBezTo>
                  <a:cubicBezTo>
                    <a:pt x="59406" y="35106"/>
                    <a:pt x="59373" y="35000"/>
                    <a:pt x="59382" y="34886"/>
                  </a:cubicBezTo>
                  <a:cubicBezTo>
                    <a:pt x="59395" y="34749"/>
                    <a:pt x="59459" y="34635"/>
                    <a:pt x="59563" y="34548"/>
                  </a:cubicBezTo>
                  <a:cubicBezTo>
                    <a:pt x="59632" y="34490"/>
                    <a:pt x="59691" y="34446"/>
                    <a:pt x="59719" y="34366"/>
                  </a:cubicBezTo>
                  <a:cubicBezTo>
                    <a:pt x="59791" y="34168"/>
                    <a:pt x="59775" y="33953"/>
                    <a:pt x="59860" y="33757"/>
                  </a:cubicBezTo>
                  <a:cubicBezTo>
                    <a:pt x="59901" y="33663"/>
                    <a:pt x="59964" y="33583"/>
                    <a:pt x="60048" y="33519"/>
                  </a:cubicBezTo>
                  <a:cubicBezTo>
                    <a:pt x="60154" y="33441"/>
                    <a:pt x="60275" y="33434"/>
                    <a:pt x="60394" y="33387"/>
                  </a:cubicBezTo>
                  <a:cubicBezTo>
                    <a:pt x="60481" y="33352"/>
                    <a:pt x="60539" y="33268"/>
                    <a:pt x="60604" y="33201"/>
                  </a:cubicBezTo>
                  <a:cubicBezTo>
                    <a:pt x="60677" y="33127"/>
                    <a:pt x="60760" y="33062"/>
                    <a:pt x="60853" y="33015"/>
                  </a:cubicBezTo>
                  <a:cubicBezTo>
                    <a:pt x="61210" y="32842"/>
                    <a:pt x="61644" y="32917"/>
                    <a:pt x="61949" y="33162"/>
                  </a:cubicBezTo>
                  <a:cubicBezTo>
                    <a:pt x="62336" y="33475"/>
                    <a:pt x="62293" y="33960"/>
                    <a:pt x="62215" y="34401"/>
                  </a:cubicBezTo>
                  <a:cubicBezTo>
                    <a:pt x="62181" y="34598"/>
                    <a:pt x="62150" y="34808"/>
                    <a:pt x="62230" y="35000"/>
                  </a:cubicBezTo>
                  <a:cubicBezTo>
                    <a:pt x="62252" y="35052"/>
                    <a:pt x="62285" y="35106"/>
                    <a:pt x="62330" y="35139"/>
                  </a:cubicBezTo>
                  <a:cubicBezTo>
                    <a:pt x="62423" y="35210"/>
                    <a:pt x="62561" y="35191"/>
                    <a:pt x="62670" y="35216"/>
                  </a:cubicBezTo>
                  <a:cubicBezTo>
                    <a:pt x="62892" y="35264"/>
                    <a:pt x="63040" y="35420"/>
                    <a:pt x="63106" y="35632"/>
                  </a:cubicBezTo>
                  <a:cubicBezTo>
                    <a:pt x="63150" y="35781"/>
                    <a:pt x="63143" y="35952"/>
                    <a:pt x="63208" y="36095"/>
                  </a:cubicBezTo>
                  <a:cubicBezTo>
                    <a:pt x="63210" y="36091"/>
                    <a:pt x="63230" y="36123"/>
                    <a:pt x="63230" y="36125"/>
                  </a:cubicBezTo>
                  <a:cubicBezTo>
                    <a:pt x="63236" y="36131"/>
                    <a:pt x="63251" y="36140"/>
                    <a:pt x="63252" y="36142"/>
                  </a:cubicBezTo>
                  <a:lnTo>
                    <a:pt x="63252" y="36142"/>
                  </a:lnTo>
                  <a:cubicBezTo>
                    <a:pt x="63264" y="36147"/>
                    <a:pt x="63275" y="36151"/>
                    <a:pt x="63288" y="36155"/>
                  </a:cubicBezTo>
                  <a:cubicBezTo>
                    <a:pt x="63429" y="36207"/>
                    <a:pt x="63557" y="36235"/>
                    <a:pt x="63652" y="36363"/>
                  </a:cubicBezTo>
                  <a:cubicBezTo>
                    <a:pt x="63786" y="36540"/>
                    <a:pt x="63745" y="36767"/>
                    <a:pt x="63652" y="36953"/>
                  </a:cubicBezTo>
                  <a:cubicBezTo>
                    <a:pt x="63557" y="37142"/>
                    <a:pt x="63379" y="37267"/>
                    <a:pt x="63284" y="37455"/>
                  </a:cubicBezTo>
                  <a:cubicBezTo>
                    <a:pt x="63269" y="37483"/>
                    <a:pt x="63251" y="37533"/>
                    <a:pt x="63249" y="37544"/>
                  </a:cubicBezTo>
                  <a:cubicBezTo>
                    <a:pt x="63247" y="37555"/>
                    <a:pt x="63247" y="37568"/>
                    <a:pt x="63249" y="37579"/>
                  </a:cubicBezTo>
                  <a:lnTo>
                    <a:pt x="63249" y="37579"/>
                  </a:lnTo>
                  <a:cubicBezTo>
                    <a:pt x="63249" y="37583"/>
                    <a:pt x="63252" y="37590"/>
                    <a:pt x="63256" y="37594"/>
                  </a:cubicBezTo>
                  <a:cubicBezTo>
                    <a:pt x="63355" y="37654"/>
                    <a:pt x="63479" y="37672"/>
                    <a:pt x="63567" y="37771"/>
                  </a:cubicBezTo>
                  <a:cubicBezTo>
                    <a:pt x="63751" y="37974"/>
                    <a:pt x="63725" y="38258"/>
                    <a:pt x="63665" y="38504"/>
                  </a:cubicBezTo>
                  <a:cubicBezTo>
                    <a:pt x="63643" y="38600"/>
                    <a:pt x="63591" y="38738"/>
                    <a:pt x="63632" y="38836"/>
                  </a:cubicBezTo>
                  <a:cubicBezTo>
                    <a:pt x="63637" y="38851"/>
                    <a:pt x="63647" y="38866"/>
                    <a:pt x="63658" y="38879"/>
                  </a:cubicBezTo>
                  <a:cubicBezTo>
                    <a:pt x="63691" y="38857"/>
                    <a:pt x="63740" y="38857"/>
                    <a:pt x="63771" y="38902"/>
                  </a:cubicBezTo>
                  <a:cubicBezTo>
                    <a:pt x="63775" y="38909"/>
                    <a:pt x="63781" y="38915"/>
                    <a:pt x="63786" y="38920"/>
                  </a:cubicBezTo>
                  <a:cubicBezTo>
                    <a:pt x="63866" y="38890"/>
                    <a:pt x="63935" y="38944"/>
                    <a:pt x="63963" y="39013"/>
                  </a:cubicBezTo>
                  <a:cubicBezTo>
                    <a:pt x="64078" y="39034"/>
                    <a:pt x="64210" y="39002"/>
                    <a:pt x="64300" y="38939"/>
                  </a:cubicBezTo>
                  <a:cubicBezTo>
                    <a:pt x="64381" y="38883"/>
                    <a:pt x="64413" y="38816"/>
                    <a:pt x="64424" y="38719"/>
                  </a:cubicBezTo>
                  <a:cubicBezTo>
                    <a:pt x="64445" y="38561"/>
                    <a:pt x="64484" y="38412"/>
                    <a:pt x="64644" y="38344"/>
                  </a:cubicBezTo>
                  <a:cubicBezTo>
                    <a:pt x="64804" y="38277"/>
                    <a:pt x="65001" y="38288"/>
                    <a:pt x="65172" y="38280"/>
                  </a:cubicBezTo>
                  <a:cubicBezTo>
                    <a:pt x="65345" y="38271"/>
                    <a:pt x="65518" y="38258"/>
                    <a:pt x="65691" y="38264"/>
                  </a:cubicBezTo>
                  <a:cubicBezTo>
                    <a:pt x="65947" y="38269"/>
                    <a:pt x="66245" y="38318"/>
                    <a:pt x="66425" y="38518"/>
                  </a:cubicBezTo>
                  <a:cubicBezTo>
                    <a:pt x="66634" y="38749"/>
                    <a:pt x="66578" y="39052"/>
                    <a:pt x="66420" y="39294"/>
                  </a:cubicBezTo>
                  <a:cubicBezTo>
                    <a:pt x="66356" y="39391"/>
                    <a:pt x="66262" y="39497"/>
                    <a:pt x="66232" y="39608"/>
                  </a:cubicBezTo>
                  <a:cubicBezTo>
                    <a:pt x="66206" y="39705"/>
                    <a:pt x="66276" y="39781"/>
                    <a:pt x="66347" y="39848"/>
                  </a:cubicBezTo>
                  <a:cubicBezTo>
                    <a:pt x="66565" y="40060"/>
                    <a:pt x="66805" y="40280"/>
                    <a:pt x="66808" y="40609"/>
                  </a:cubicBezTo>
                  <a:cubicBezTo>
                    <a:pt x="66814" y="40962"/>
                    <a:pt x="66535" y="41234"/>
                    <a:pt x="66234" y="41371"/>
                  </a:cubicBezTo>
                  <a:cubicBezTo>
                    <a:pt x="65945" y="41505"/>
                    <a:pt x="65603" y="41570"/>
                    <a:pt x="65427" y="41860"/>
                  </a:cubicBezTo>
                  <a:cubicBezTo>
                    <a:pt x="65354" y="41978"/>
                    <a:pt x="65308" y="42110"/>
                    <a:pt x="65298" y="42247"/>
                  </a:cubicBezTo>
                  <a:cubicBezTo>
                    <a:pt x="65293" y="42309"/>
                    <a:pt x="65295" y="42376"/>
                    <a:pt x="65304" y="42437"/>
                  </a:cubicBezTo>
                  <a:cubicBezTo>
                    <a:pt x="65308" y="42459"/>
                    <a:pt x="65313" y="42500"/>
                    <a:pt x="65324" y="42537"/>
                  </a:cubicBezTo>
                  <a:cubicBezTo>
                    <a:pt x="65356" y="42521"/>
                    <a:pt x="65391" y="42508"/>
                    <a:pt x="65427" y="42500"/>
                  </a:cubicBezTo>
                  <a:cubicBezTo>
                    <a:pt x="65525" y="42478"/>
                    <a:pt x="65629" y="42497"/>
                    <a:pt x="65717" y="42547"/>
                  </a:cubicBezTo>
                  <a:cubicBezTo>
                    <a:pt x="65873" y="42638"/>
                    <a:pt x="65975" y="42818"/>
                    <a:pt x="65975" y="42999"/>
                  </a:cubicBezTo>
                  <a:cubicBezTo>
                    <a:pt x="65975" y="43205"/>
                    <a:pt x="65834" y="43378"/>
                    <a:pt x="65674" y="43495"/>
                  </a:cubicBezTo>
                  <a:cubicBezTo>
                    <a:pt x="65525" y="43603"/>
                    <a:pt x="65347" y="43653"/>
                    <a:pt x="65187" y="43743"/>
                  </a:cubicBezTo>
                  <a:cubicBezTo>
                    <a:pt x="65064" y="43811"/>
                    <a:pt x="64982" y="43888"/>
                    <a:pt x="65010" y="44014"/>
                  </a:cubicBezTo>
                  <a:cubicBezTo>
                    <a:pt x="65038" y="44133"/>
                    <a:pt x="65110" y="44202"/>
                    <a:pt x="65215" y="44213"/>
                  </a:cubicBezTo>
                  <a:cubicBezTo>
                    <a:pt x="65328" y="44228"/>
                    <a:pt x="65438" y="44226"/>
                    <a:pt x="65540" y="44289"/>
                  </a:cubicBezTo>
                  <a:cubicBezTo>
                    <a:pt x="65646" y="44354"/>
                    <a:pt x="65715" y="44462"/>
                    <a:pt x="65739" y="44583"/>
                  </a:cubicBezTo>
                  <a:cubicBezTo>
                    <a:pt x="65782" y="44775"/>
                    <a:pt x="65798" y="44979"/>
                    <a:pt x="65806" y="45175"/>
                  </a:cubicBezTo>
                  <a:cubicBezTo>
                    <a:pt x="65812" y="45383"/>
                    <a:pt x="65797" y="45604"/>
                    <a:pt x="65732" y="45803"/>
                  </a:cubicBezTo>
                  <a:cubicBezTo>
                    <a:pt x="65696" y="45909"/>
                    <a:pt x="65652" y="46004"/>
                    <a:pt x="65594" y="46090"/>
                  </a:cubicBezTo>
                  <a:cubicBezTo>
                    <a:pt x="65806" y="46272"/>
                    <a:pt x="65906" y="46590"/>
                    <a:pt x="65871" y="46869"/>
                  </a:cubicBezTo>
                  <a:cubicBezTo>
                    <a:pt x="65830" y="47200"/>
                    <a:pt x="65611" y="47457"/>
                    <a:pt x="65361" y="47670"/>
                  </a:cubicBezTo>
                  <a:cubicBezTo>
                    <a:pt x="65518" y="47739"/>
                    <a:pt x="65674" y="47808"/>
                    <a:pt x="65828" y="47879"/>
                  </a:cubicBezTo>
                  <a:cubicBezTo>
                    <a:pt x="65955" y="47933"/>
                    <a:pt x="66079" y="47988"/>
                    <a:pt x="66202" y="48048"/>
                  </a:cubicBezTo>
                  <a:cubicBezTo>
                    <a:pt x="66265" y="48080"/>
                    <a:pt x="66336" y="48107"/>
                    <a:pt x="66395" y="48145"/>
                  </a:cubicBezTo>
                  <a:cubicBezTo>
                    <a:pt x="66414" y="48156"/>
                    <a:pt x="66431" y="48169"/>
                    <a:pt x="66448" y="48184"/>
                  </a:cubicBezTo>
                  <a:cubicBezTo>
                    <a:pt x="66808" y="48234"/>
                    <a:pt x="67004" y="48669"/>
                    <a:pt x="67251" y="48902"/>
                  </a:cubicBezTo>
                  <a:cubicBezTo>
                    <a:pt x="67266" y="48915"/>
                    <a:pt x="67279" y="48928"/>
                    <a:pt x="67294" y="48941"/>
                  </a:cubicBezTo>
                  <a:cubicBezTo>
                    <a:pt x="67290" y="48935"/>
                    <a:pt x="67333" y="48967"/>
                    <a:pt x="67335" y="48970"/>
                  </a:cubicBezTo>
                  <a:cubicBezTo>
                    <a:pt x="67353" y="48982"/>
                    <a:pt x="67370" y="48993"/>
                    <a:pt x="67389" y="49002"/>
                  </a:cubicBezTo>
                  <a:cubicBezTo>
                    <a:pt x="67394" y="49004"/>
                    <a:pt x="67396" y="49006"/>
                    <a:pt x="67398" y="49008"/>
                  </a:cubicBezTo>
                  <a:lnTo>
                    <a:pt x="67398" y="49008"/>
                  </a:lnTo>
                  <a:cubicBezTo>
                    <a:pt x="67398" y="49008"/>
                    <a:pt x="67398" y="49008"/>
                    <a:pt x="67398" y="49008"/>
                  </a:cubicBezTo>
                  <a:cubicBezTo>
                    <a:pt x="67405" y="49009"/>
                    <a:pt x="67415" y="49011"/>
                    <a:pt x="67424" y="49015"/>
                  </a:cubicBezTo>
                  <a:cubicBezTo>
                    <a:pt x="67433" y="49017"/>
                    <a:pt x="67443" y="49019"/>
                    <a:pt x="67454" y="49021"/>
                  </a:cubicBezTo>
                  <a:lnTo>
                    <a:pt x="67461" y="49021"/>
                  </a:lnTo>
                  <a:cubicBezTo>
                    <a:pt x="67480" y="49021"/>
                    <a:pt x="67496" y="49021"/>
                    <a:pt x="67515" y="49015"/>
                  </a:cubicBezTo>
                  <a:cubicBezTo>
                    <a:pt x="67563" y="49004"/>
                    <a:pt x="67601" y="48976"/>
                    <a:pt x="67636" y="48944"/>
                  </a:cubicBezTo>
                  <a:cubicBezTo>
                    <a:pt x="67848" y="48740"/>
                    <a:pt x="67863" y="48398"/>
                    <a:pt x="67971" y="48137"/>
                  </a:cubicBezTo>
                  <a:cubicBezTo>
                    <a:pt x="68010" y="48046"/>
                    <a:pt x="68058" y="47962"/>
                    <a:pt x="68121" y="47884"/>
                  </a:cubicBezTo>
                  <a:cubicBezTo>
                    <a:pt x="68173" y="47817"/>
                    <a:pt x="68242" y="47765"/>
                    <a:pt x="68296" y="47698"/>
                  </a:cubicBezTo>
                  <a:cubicBezTo>
                    <a:pt x="68400" y="47566"/>
                    <a:pt x="68296" y="47364"/>
                    <a:pt x="68242" y="47230"/>
                  </a:cubicBezTo>
                  <a:cubicBezTo>
                    <a:pt x="68175" y="47064"/>
                    <a:pt x="68356" y="46932"/>
                    <a:pt x="68503" y="46956"/>
                  </a:cubicBezTo>
                  <a:cubicBezTo>
                    <a:pt x="68517" y="46960"/>
                    <a:pt x="68577" y="46960"/>
                    <a:pt x="68599" y="46956"/>
                  </a:cubicBezTo>
                  <a:cubicBezTo>
                    <a:pt x="68618" y="46953"/>
                    <a:pt x="68676" y="46932"/>
                    <a:pt x="68687" y="46925"/>
                  </a:cubicBezTo>
                  <a:cubicBezTo>
                    <a:pt x="68785" y="46873"/>
                    <a:pt x="68837" y="46822"/>
                    <a:pt x="68919" y="46752"/>
                  </a:cubicBezTo>
                  <a:cubicBezTo>
                    <a:pt x="69096" y="46599"/>
                    <a:pt x="69265" y="46428"/>
                    <a:pt x="69468" y="46313"/>
                  </a:cubicBezTo>
                  <a:cubicBezTo>
                    <a:pt x="69691" y="46186"/>
                    <a:pt x="69946" y="46158"/>
                    <a:pt x="70193" y="46119"/>
                  </a:cubicBezTo>
                  <a:cubicBezTo>
                    <a:pt x="70286" y="46104"/>
                    <a:pt x="70401" y="46084"/>
                    <a:pt x="70461" y="46006"/>
                  </a:cubicBezTo>
                  <a:cubicBezTo>
                    <a:pt x="70537" y="45905"/>
                    <a:pt x="70545" y="45764"/>
                    <a:pt x="70561" y="45645"/>
                  </a:cubicBezTo>
                  <a:cubicBezTo>
                    <a:pt x="70604" y="45344"/>
                    <a:pt x="70710" y="45095"/>
                    <a:pt x="70984" y="44935"/>
                  </a:cubicBezTo>
                  <a:cubicBezTo>
                    <a:pt x="71080" y="44879"/>
                    <a:pt x="71184" y="44836"/>
                    <a:pt x="71285" y="44786"/>
                  </a:cubicBezTo>
                  <a:cubicBezTo>
                    <a:pt x="71333" y="44762"/>
                    <a:pt x="71380" y="44738"/>
                    <a:pt x="71424" y="44706"/>
                  </a:cubicBezTo>
                  <a:cubicBezTo>
                    <a:pt x="71428" y="44704"/>
                    <a:pt x="71430" y="44702"/>
                    <a:pt x="71432" y="44700"/>
                  </a:cubicBezTo>
                  <a:lnTo>
                    <a:pt x="71432" y="44700"/>
                  </a:lnTo>
                  <a:cubicBezTo>
                    <a:pt x="71437" y="44697"/>
                    <a:pt x="71443" y="44689"/>
                    <a:pt x="71448" y="44685"/>
                  </a:cubicBezTo>
                  <a:cubicBezTo>
                    <a:pt x="71454" y="44680"/>
                    <a:pt x="71458" y="44676"/>
                    <a:pt x="71463" y="44671"/>
                  </a:cubicBezTo>
                  <a:lnTo>
                    <a:pt x="71463" y="44671"/>
                  </a:lnTo>
                  <a:lnTo>
                    <a:pt x="71463" y="44671"/>
                  </a:lnTo>
                  <a:cubicBezTo>
                    <a:pt x="71465" y="44667"/>
                    <a:pt x="71478" y="44650"/>
                    <a:pt x="71480" y="44645"/>
                  </a:cubicBezTo>
                  <a:cubicBezTo>
                    <a:pt x="71484" y="44635"/>
                    <a:pt x="71486" y="44633"/>
                    <a:pt x="71486" y="44633"/>
                  </a:cubicBezTo>
                  <a:cubicBezTo>
                    <a:pt x="71488" y="44628"/>
                    <a:pt x="71489" y="44620"/>
                    <a:pt x="71489" y="44615"/>
                  </a:cubicBezTo>
                  <a:cubicBezTo>
                    <a:pt x="71489" y="44598"/>
                    <a:pt x="71491" y="44583"/>
                    <a:pt x="71488" y="44565"/>
                  </a:cubicBezTo>
                  <a:cubicBezTo>
                    <a:pt x="71478" y="44494"/>
                    <a:pt x="71445" y="44425"/>
                    <a:pt x="71424" y="44356"/>
                  </a:cubicBezTo>
                  <a:cubicBezTo>
                    <a:pt x="71368" y="44180"/>
                    <a:pt x="71357" y="43988"/>
                    <a:pt x="71411" y="43811"/>
                  </a:cubicBezTo>
                  <a:cubicBezTo>
                    <a:pt x="71499" y="43525"/>
                    <a:pt x="71720" y="43319"/>
                    <a:pt x="71995" y="43214"/>
                  </a:cubicBezTo>
                  <a:cubicBezTo>
                    <a:pt x="72583" y="42995"/>
                    <a:pt x="73189" y="43372"/>
                    <a:pt x="73344" y="43960"/>
                  </a:cubicBezTo>
                  <a:cubicBezTo>
                    <a:pt x="73425" y="44273"/>
                    <a:pt x="73379" y="44583"/>
                    <a:pt x="73236" y="44871"/>
                  </a:cubicBezTo>
                  <a:cubicBezTo>
                    <a:pt x="73126" y="45096"/>
                    <a:pt x="72903" y="45359"/>
                    <a:pt x="72970" y="45628"/>
                  </a:cubicBezTo>
                  <a:cubicBezTo>
                    <a:pt x="73003" y="45759"/>
                    <a:pt x="73143" y="45801"/>
                    <a:pt x="73230" y="45892"/>
                  </a:cubicBezTo>
                  <a:cubicBezTo>
                    <a:pt x="73340" y="46004"/>
                    <a:pt x="73397" y="46149"/>
                    <a:pt x="73414" y="46305"/>
                  </a:cubicBezTo>
                  <a:cubicBezTo>
                    <a:pt x="73451" y="46646"/>
                    <a:pt x="73262" y="46913"/>
                    <a:pt x="73141" y="47213"/>
                  </a:cubicBezTo>
                  <a:cubicBezTo>
                    <a:pt x="73059" y="47416"/>
                    <a:pt x="73013" y="47685"/>
                    <a:pt x="73172" y="47864"/>
                  </a:cubicBezTo>
                  <a:cubicBezTo>
                    <a:pt x="73319" y="48028"/>
                    <a:pt x="73489" y="48171"/>
                    <a:pt x="73634" y="48338"/>
                  </a:cubicBezTo>
                  <a:cubicBezTo>
                    <a:pt x="73784" y="48509"/>
                    <a:pt x="73900" y="48701"/>
                    <a:pt x="73924" y="48931"/>
                  </a:cubicBezTo>
                  <a:cubicBezTo>
                    <a:pt x="73955" y="49249"/>
                    <a:pt x="73769" y="49513"/>
                    <a:pt x="73552" y="49724"/>
                  </a:cubicBezTo>
                  <a:cubicBezTo>
                    <a:pt x="73442" y="49831"/>
                    <a:pt x="73303" y="49928"/>
                    <a:pt x="73212" y="50053"/>
                  </a:cubicBezTo>
                  <a:cubicBezTo>
                    <a:pt x="73132" y="50161"/>
                    <a:pt x="73187" y="50274"/>
                    <a:pt x="73238" y="50384"/>
                  </a:cubicBezTo>
                  <a:cubicBezTo>
                    <a:pt x="73291" y="50501"/>
                    <a:pt x="73347" y="50614"/>
                    <a:pt x="73357" y="50743"/>
                  </a:cubicBezTo>
                  <a:cubicBezTo>
                    <a:pt x="73524" y="50730"/>
                    <a:pt x="73686" y="50773"/>
                    <a:pt x="73822" y="50914"/>
                  </a:cubicBezTo>
                  <a:cubicBezTo>
                    <a:pt x="74076" y="51178"/>
                    <a:pt x="73928" y="51494"/>
                    <a:pt x="73758" y="51753"/>
                  </a:cubicBezTo>
                  <a:cubicBezTo>
                    <a:pt x="73723" y="51807"/>
                    <a:pt x="73680" y="51862"/>
                    <a:pt x="73660" y="51924"/>
                  </a:cubicBezTo>
                  <a:cubicBezTo>
                    <a:pt x="73656" y="51937"/>
                    <a:pt x="73654" y="51959"/>
                    <a:pt x="73663" y="51976"/>
                  </a:cubicBezTo>
                  <a:cubicBezTo>
                    <a:pt x="73697" y="52045"/>
                    <a:pt x="73753" y="52099"/>
                    <a:pt x="73782" y="52171"/>
                  </a:cubicBezTo>
                  <a:cubicBezTo>
                    <a:pt x="73827" y="52272"/>
                    <a:pt x="73833" y="52383"/>
                    <a:pt x="73792" y="52485"/>
                  </a:cubicBezTo>
                  <a:cubicBezTo>
                    <a:pt x="73721" y="52662"/>
                    <a:pt x="73543" y="52770"/>
                    <a:pt x="73362" y="52803"/>
                  </a:cubicBezTo>
                  <a:cubicBezTo>
                    <a:pt x="73254" y="52822"/>
                    <a:pt x="73022" y="52789"/>
                    <a:pt x="72951" y="52893"/>
                  </a:cubicBezTo>
                  <a:cubicBezTo>
                    <a:pt x="72901" y="52967"/>
                    <a:pt x="72953" y="53123"/>
                    <a:pt x="73026" y="53194"/>
                  </a:cubicBezTo>
                  <a:cubicBezTo>
                    <a:pt x="73163" y="53333"/>
                    <a:pt x="73364" y="53387"/>
                    <a:pt x="73550" y="53430"/>
                  </a:cubicBezTo>
                  <a:cubicBezTo>
                    <a:pt x="73604" y="53441"/>
                    <a:pt x="73665" y="53492"/>
                    <a:pt x="73676" y="53549"/>
                  </a:cubicBezTo>
                  <a:cubicBezTo>
                    <a:pt x="73734" y="53901"/>
                    <a:pt x="73507" y="54144"/>
                    <a:pt x="73243" y="54340"/>
                  </a:cubicBezTo>
                  <a:cubicBezTo>
                    <a:pt x="73122" y="54429"/>
                    <a:pt x="72992" y="54509"/>
                    <a:pt x="72903" y="54632"/>
                  </a:cubicBezTo>
                  <a:cubicBezTo>
                    <a:pt x="72812" y="54756"/>
                    <a:pt x="72827" y="54838"/>
                    <a:pt x="72905" y="54961"/>
                  </a:cubicBezTo>
                  <a:cubicBezTo>
                    <a:pt x="72990" y="55098"/>
                    <a:pt x="73022" y="55243"/>
                    <a:pt x="72972" y="55402"/>
                  </a:cubicBezTo>
                  <a:cubicBezTo>
                    <a:pt x="72934" y="55521"/>
                    <a:pt x="72840" y="55651"/>
                    <a:pt x="72869" y="55781"/>
                  </a:cubicBezTo>
                  <a:cubicBezTo>
                    <a:pt x="72946" y="56097"/>
                    <a:pt x="73384" y="56101"/>
                    <a:pt x="73636" y="56110"/>
                  </a:cubicBezTo>
                  <a:cubicBezTo>
                    <a:pt x="73771" y="56114"/>
                    <a:pt x="73846" y="56220"/>
                    <a:pt x="73829" y="56350"/>
                  </a:cubicBezTo>
                  <a:cubicBezTo>
                    <a:pt x="73738" y="57044"/>
                    <a:pt x="73026" y="57356"/>
                    <a:pt x="72592" y="57814"/>
                  </a:cubicBezTo>
                  <a:cubicBezTo>
                    <a:pt x="72481" y="57933"/>
                    <a:pt x="72393" y="58068"/>
                    <a:pt x="72336" y="58215"/>
                  </a:cubicBezTo>
                  <a:cubicBezTo>
                    <a:pt x="72406" y="58219"/>
                    <a:pt x="72481" y="58202"/>
                    <a:pt x="72538" y="58182"/>
                  </a:cubicBezTo>
                  <a:cubicBezTo>
                    <a:pt x="72693" y="58124"/>
                    <a:pt x="72834" y="58035"/>
                    <a:pt x="73000" y="58009"/>
                  </a:cubicBezTo>
                  <a:cubicBezTo>
                    <a:pt x="73174" y="57981"/>
                    <a:pt x="73375" y="58057"/>
                    <a:pt x="73481" y="58197"/>
                  </a:cubicBezTo>
                  <a:cubicBezTo>
                    <a:pt x="73708" y="58085"/>
                    <a:pt x="74002" y="58113"/>
                    <a:pt x="74188" y="58310"/>
                  </a:cubicBezTo>
                  <a:cubicBezTo>
                    <a:pt x="74411" y="58546"/>
                    <a:pt x="74391" y="58894"/>
                    <a:pt x="74218" y="59143"/>
                  </a:cubicBezTo>
                  <a:cubicBezTo>
                    <a:pt x="74485" y="59309"/>
                    <a:pt x="74800" y="59393"/>
                    <a:pt x="75114" y="59389"/>
                  </a:cubicBezTo>
                  <a:cubicBezTo>
                    <a:pt x="75187" y="59387"/>
                    <a:pt x="75257" y="59435"/>
                    <a:pt x="75278" y="59508"/>
                  </a:cubicBezTo>
                  <a:cubicBezTo>
                    <a:pt x="75358" y="59796"/>
                    <a:pt x="75334" y="60099"/>
                    <a:pt x="75214" y="60369"/>
                  </a:cubicBezTo>
                  <a:cubicBezTo>
                    <a:pt x="75289" y="60415"/>
                    <a:pt x="75380" y="60428"/>
                    <a:pt x="75464" y="60386"/>
                  </a:cubicBezTo>
                  <a:cubicBezTo>
                    <a:pt x="75570" y="60332"/>
                    <a:pt x="75672" y="60378"/>
                    <a:pt x="75717" y="60484"/>
                  </a:cubicBezTo>
                  <a:cubicBezTo>
                    <a:pt x="75836" y="60767"/>
                    <a:pt x="76089" y="60977"/>
                    <a:pt x="76107" y="61301"/>
                  </a:cubicBezTo>
                  <a:cubicBezTo>
                    <a:pt x="76115" y="61427"/>
                    <a:pt x="76083" y="61569"/>
                    <a:pt x="76014" y="61680"/>
                  </a:cubicBezTo>
                  <a:cubicBezTo>
                    <a:pt x="76120" y="61645"/>
                    <a:pt x="76221" y="61606"/>
                    <a:pt x="76334" y="61615"/>
                  </a:cubicBezTo>
                  <a:cubicBezTo>
                    <a:pt x="76567" y="61632"/>
                    <a:pt x="76741" y="61805"/>
                    <a:pt x="76825" y="62011"/>
                  </a:cubicBezTo>
                  <a:cubicBezTo>
                    <a:pt x="77005" y="62457"/>
                    <a:pt x="76689" y="62835"/>
                    <a:pt x="76351" y="63094"/>
                  </a:cubicBezTo>
                  <a:cubicBezTo>
                    <a:pt x="76442" y="63253"/>
                    <a:pt x="76542" y="63406"/>
                    <a:pt x="76648" y="63555"/>
                  </a:cubicBezTo>
                  <a:cubicBezTo>
                    <a:pt x="76713" y="63646"/>
                    <a:pt x="76782" y="63733"/>
                    <a:pt x="76855" y="63821"/>
                  </a:cubicBezTo>
                  <a:cubicBezTo>
                    <a:pt x="76890" y="63863"/>
                    <a:pt x="76937" y="63936"/>
                    <a:pt x="76991" y="63988"/>
                  </a:cubicBezTo>
                  <a:cubicBezTo>
                    <a:pt x="77050" y="63912"/>
                    <a:pt x="77165" y="63871"/>
                    <a:pt x="77238" y="63962"/>
                  </a:cubicBezTo>
                  <a:cubicBezTo>
                    <a:pt x="77323" y="64068"/>
                    <a:pt x="77320" y="64215"/>
                    <a:pt x="77230" y="64302"/>
                  </a:cubicBezTo>
                  <a:cubicBezTo>
                    <a:pt x="77199" y="64436"/>
                    <a:pt x="77180" y="64570"/>
                    <a:pt x="77177" y="64708"/>
                  </a:cubicBezTo>
                  <a:cubicBezTo>
                    <a:pt x="77216" y="64700"/>
                    <a:pt x="77253" y="64693"/>
                    <a:pt x="77292" y="64685"/>
                  </a:cubicBezTo>
                  <a:cubicBezTo>
                    <a:pt x="77368" y="64671"/>
                    <a:pt x="77446" y="64691"/>
                    <a:pt x="77489" y="64762"/>
                  </a:cubicBezTo>
                  <a:cubicBezTo>
                    <a:pt x="77526" y="64821"/>
                    <a:pt x="77524" y="64925"/>
                    <a:pt x="77465" y="64972"/>
                  </a:cubicBezTo>
                  <a:cubicBezTo>
                    <a:pt x="77444" y="64989"/>
                    <a:pt x="77426" y="65007"/>
                    <a:pt x="77411" y="65028"/>
                  </a:cubicBezTo>
                  <a:cubicBezTo>
                    <a:pt x="77258" y="65229"/>
                    <a:pt x="77405" y="65548"/>
                    <a:pt x="77688" y="65500"/>
                  </a:cubicBezTo>
                  <a:cubicBezTo>
                    <a:pt x="78054" y="65437"/>
                    <a:pt x="78049" y="64970"/>
                    <a:pt x="77757" y="64812"/>
                  </a:cubicBezTo>
                  <a:cubicBezTo>
                    <a:pt x="77634" y="64745"/>
                    <a:pt x="77647" y="64581"/>
                    <a:pt x="77751" y="64507"/>
                  </a:cubicBezTo>
                  <a:cubicBezTo>
                    <a:pt x="77909" y="64395"/>
                    <a:pt x="78069" y="64282"/>
                    <a:pt x="78227" y="64170"/>
                  </a:cubicBezTo>
                  <a:cubicBezTo>
                    <a:pt x="78145" y="64048"/>
                    <a:pt x="78116" y="63899"/>
                    <a:pt x="78138" y="63739"/>
                  </a:cubicBezTo>
                  <a:cubicBezTo>
                    <a:pt x="78153" y="63646"/>
                    <a:pt x="78268" y="63586"/>
                    <a:pt x="78354" y="63609"/>
                  </a:cubicBezTo>
                  <a:cubicBezTo>
                    <a:pt x="78519" y="63653"/>
                    <a:pt x="78676" y="63718"/>
                    <a:pt x="78821" y="63808"/>
                  </a:cubicBezTo>
                  <a:cubicBezTo>
                    <a:pt x="78817" y="63187"/>
                    <a:pt x="78917" y="62569"/>
                    <a:pt x="79118" y="61980"/>
                  </a:cubicBezTo>
                  <a:cubicBezTo>
                    <a:pt x="79139" y="61920"/>
                    <a:pt x="79181" y="61872"/>
                    <a:pt x="79235" y="61849"/>
                  </a:cubicBezTo>
                  <a:cubicBezTo>
                    <a:pt x="79239" y="61842"/>
                    <a:pt x="79243" y="61834"/>
                    <a:pt x="79248" y="61827"/>
                  </a:cubicBezTo>
                  <a:cubicBezTo>
                    <a:pt x="79408" y="61554"/>
                    <a:pt x="79775" y="61494"/>
                    <a:pt x="80065" y="61481"/>
                  </a:cubicBezTo>
                  <a:cubicBezTo>
                    <a:pt x="80394" y="61466"/>
                    <a:pt x="80745" y="61557"/>
                    <a:pt x="80946" y="61838"/>
                  </a:cubicBezTo>
                  <a:cubicBezTo>
                    <a:pt x="81056" y="61994"/>
                    <a:pt x="81103" y="62180"/>
                    <a:pt x="81073" y="62357"/>
                  </a:cubicBezTo>
                  <a:cubicBezTo>
                    <a:pt x="81181" y="62409"/>
                    <a:pt x="81272" y="62502"/>
                    <a:pt x="81328" y="62610"/>
                  </a:cubicBezTo>
                  <a:cubicBezTo>
                    <a:pt x="81460" y="62865"/>
                    <a:pt x="81415" y="63114"/>
                    <a:pt x="81292" y="63361"/>
                  </a:cubicBezTo>
                  <a:cubicBezTo>
                    <a:pt x="81181" y="63581"/>
                    <a:pt x="80995" y="63808"/>
                    <a:pt x="81084" y="64068"/>
                  </a:cubicBezTo>
                  <a:cubicBezTo>
                    <a:pt x="81175" y="64334"/>
                    <a:pt x="81484" y="64349"/>
                    <a:pt x="81616" y="64579"/>
                  </a:cubicBezTo>
                  <a:cubicBezTo>
                    <a:pt x="81763" y="64838"/>
                    <a:pt x="81694" y="65197"/>
                    <a:pt x="81601" y="65459"/>
                  </a:cubicBezTo>
                  <a:cubicBezTo>
                    <a:pt x="81502" y="65736"/>
                    <a:pt x="81348" y="65991"/>
                    <a:pt x="81259" y="66270"/>
                  </a:cubicBezTo>
                  <a:cubicBezTo>
                    <a:pt x="81197" y="66462"/>
                    <a:pt x="81162" y="66677"/>
                    <a:pt x="81214" y="66874"/>
                  </a:cubicBezTo>
                  <a:cubicBezTo>
                    <a:pt x="81268" y="67088"/>
                    <a:pt x="81411" y="67176"/>
                    <a:pt x="81607" y="67252"/>
                  </a:cubicBezTo>
                  <a:cubicBezTo>
                    <a:pt x="81893" y="67362"/>
                    <a:pt x="82157" y="67553"/>
                    <a:pt x="82107" y="67899"/>
                  </a:cubicBezTo>
                  <a:cubicBezTo>
                    <a:pt x="82071" y="68148"/>
                    <a:pt x="81880" y="68346"/>
                    <a:pt x="81681" y="68498"/>
                  </a:cubicBezTo>
                  <a:cubicBezTo>
                    <a:pt x="81575" y="68656"/>
                    <a:pt x="81469" y="68814"/>
                    <a:pt x="81363" y="68974"/>
                  </a:cubicBezTo>
                  <a:cubicBezTo>
                    <a:pt x="81445" y="68956"/>
                    <a:pt x="81547" y="68876"/>
                    <a:pt x="81595" y="68850"/>
                  </a:cubicBezTo>
                  <a:cubicBezTo>
                    <a:pt x="81735" y="68775"/>
                    <a:pt x="81885" y="68712"/>
                    <a:pt x="82047" y="68749"/>
                  </a:cubicBezTo>
                  <a:cubicBezTo>
                    <a:pt x="82226" y="68790"/>
                    <a:pt x="82358" y="68939"/>
                    <a:pt x="82416" y="69108"/>
                  </a:cubicBezTo>
                  <a:cubicBezTo>
                    <a:pt x="82469" y="69261"/>
                    <a:pt x="82455" y="69428"/>
                    <a:pt x="82430" y="69588"/>
                  </a:cubicBezTo>
                  <a:cubicBezTo>
                    <a:pt x="82522" y="69625"/>
                    <a:pt x="82613" y="69668"/>
                    <a:pt x="82702" y="69705"/>
                  </a:cubicBezTo>
                  <a:cubicBezTo>
                    <a:pt x="82758" y="69729"/>
                    <a:pt x="82812" y="69752"/>
                    <a:pt x="82867" y="69774"/>
                  </a:cubicBezTo>
                  <a:cubicBezTo>
                    <a:pt x="82910" y="69541"/>
                    <a:pt x="82953" y="69307"/>
                    <a:pt x="82996" y="69075"/>
                  </a:cubicBezTo>
                  <a:cubicBezTo>
                    <a:pt x="83005" y="69022"/>
                    <a:pt x="83014" y="68972"/>
                    <a:pt x="83024" y="68922"/>
                  </a:cubicBezTo>
                  <a:cubicBezTo>
                    <a:pt x="83061" y="68721"/>
                    <a:pt x="83312" y="68727"/>
                    <a:pt x="83416" y="68863"/>
                  </a:cubicBezTo>
                  <a:cubicBezTo>
                    <a:pt x="83617" y="69128"/>
                    <a:pt x="84091" y="69177"/>
                    <a:pt x="84348" y="68957"/>
                  </a:cubicBezTo>
                  <a:cubicBezTo>
                    <a:pt x="84482" y="68842"/>
                    <a:pt x="84670" y="68913"/>
                    <a:pt x="84690" y="69089"/>
                  </a:cubicBezTo>
                  <a:cubicBezTo>
                    <a:pt x="84694" y="69138"/>
                    <a:pt x="84697" y="69186"/>
                    <a:pt x="84697" y="69233"/>
                  </a:cubicBezTo>
                  <a:cubicBezTo>
                    <a:pt x="84703" y="69510"/>
                    <a:pt x="84634" y="69783"/>
                    <a:pt x="84547" y="70047"/>
                  </a:cubicBezTo>
                  <a:cubicBezTo>
                    <a:pt x="84746" y="70131"/>
                    <a:pt x="84889" y="70358"/>
                    <a:pt x="84902" y="70574"/>
                  </a:cubicBezTo>
                  <a:cubicBezTo>
                    <a:pt x="84911" y="70771"/>
                    <a:pt x="84833" y="70951"/>
                    <a:pt x="84781" y="71137"/>
                  </a:cubicBezTo>
                  <a:cubicBezTo>
                    <a:pt x="84770" y="71178"/>
                    <a:pt x="84753" y="71236"/>
                    <a:pt x="84744" y="71293"/>
                  </a:cubicBezTo>
                  <a:cubicBezTo>
                    <a:pt x="85047" y="71115"/>
                    <a:pt x="85397" y="70977"/>
                    <a:pt x="85737" y="71098"/>
                  </a:cubicBezTo>
                  <a:cubicBezTo>
                    <a:pt x="86131" y="71239"/>
                    <a:pt x="86436" y="71701"/>
                    <a:pt x="86202" y="72102"/>
                  </a:cubicBezTo>
                  <a:cubicBezTo>
                    <a:pt x="86198" y="72110"/>
                    <a:pt x="86195" y="72117"/>
                    <a:pt x="86189" y="72123"/>
                  </a:cubicBezTo>
                  <a:cubicBezTo>
                    <a:pt x="86304" y="72292"/>
                    <a:pt x="86513" y="72404"/>
                    <a:pt x="86713" y="72394"/>
                  </a:cubicBezTo>
                  <a:cubicBezTo>
                    <a:pt x="86896" y="72385"/>
                    <a:pt x="87085" y="72225"/>
                    <a:pt x="87296" y="72232"/>
                  </a:cubicBezTo>
                  <a:cubicBezTo>
                    <a:pt x="87593" y="72244"/>
                    <a:pt x="87768" y="72517"/>
                    <a:pt x="87792" y="72790"/>
                  </a:cubicBezTo>
                  <a:cubicBezTo>
                    <a:pt x="87809" y="73004"/>
                    <a:pt x="87734" y="73224"/>
                    <a:pt x="87623" y="73410"/>
                  </a:cubicBezTo>
                  <a:lnTo>
                    <a:pt x="0" y="51901"/>
                  </a:lnTo>
                  <a:lnTo>
                    <a:pt x="0" y="12954"/>
                  </a:lnTo>
                  <a:lnTo>
                    <a:pt x="0" y="12954"/>
                  </a:lnTo>
                  <a:close/>
                  <a:moveTo>
                    <a:pt x="65523" y="42922"/>
                  </a:moveTo>
                  <a:lnTo>
                    <a:pt x="65523" y="42922"/>
                  </a:lnTo>
                  <a:cubicBezTo>
                    <a:pt x="65534" y="42917"/>
                    <a:pt x="65536" y="42913"/>
                    <a:pt x="65523" y="42922"/>
                  </a:cubicBezTo>
                  <a:close/>
                  <a:moveTo>
                    <a:pt x="72933" y="50899"/>
                  </a:moveTo>
                  <a:lnTo>
                    <a:pt x="72933" y="50899"/>
                  </a:lnTo>
                  <a:cubicBezTo>
                    <a:pt x="72931" y="50899"/>
                    <a:pt x="72929" y="50901"/>
                    <a:pt x="72929" y="50901"/>
                  </a:cubicBezTo>
                  <a:cubicBezTo>
                    <a:pt x="72931" y="50906"/>
                    <a:pt x="72931" y="50903"/>
                    <a:pt x="72933" y="50899"/>
                  </a:cubicBezTo>
                  <a:close/>
                  <a:moveTo>
                    <a:pt x="65289" y="44689"/>
                  </a:moveTo>
                  <a:lnTo>
                    <a:pt x="65289" y="44689"/>
                  </a:lnTo>
                  <a:cubicBezTo>
                    <a:pt x="65302" y="44697"/>
                    <a:pt x="65335" y="44695"/>
                    <a:pt x="65289" y="44689"/>
                  </a:cubicBezTo>
                  <a:close/>
                  <a:moveTo>
                    <a:pt x="65252" y="42586"/>
                  </a:moveTo>
                  <a:lnTo>
                    <a:pt x="65252" y="42586"/>
                  </a:lnTo>
                  <a:cubicBezTo>
                    <a:pt x="65233" y="42586"/>
                    <a:pt x="65231" y="42601"/>
                    <a:pt x="65252" y="42586"/>
                  </a:cubicBezTo>
                  <a:close/>
                  <a:moveTo>
                    <a:pt x="52663" y="33888"/>
                  </a:moveTo>
                  <a:lnTo>
                    <a:pt x="52663" y="33888"/>
                  </a:lnTo>
                  <a:cubicBezTo>
                    <a:pt x="52682" y="33984"/>
                    <a:pt x="52758" y="34064"/>
                    <a:pt x="52832" y="34139"/>
                  </a:cubicBezTo>
                  <a:cubicBezTo>
                    <a:pt x="52853" y="34161"/>
                    <a:pt x="52875" y="34183"/>
                    <a:pt x="52895" y="34204"/>
                  </a:cubicBezTo>
                  <a:cubicBezTo>
                    <a:pt x="52908" y="33899"/>
                    <a:pt x="52918" y="33594"/>
                    <a:pt x="52925" y="33289"/>
                  </a:cubicBezTo>
                  <a:cubicBezTo>
                    <a:pt x="52894" y="33367"/>
                    <a:pt x="52855" y="33443"/>
                    <a:pt x="52812" y="33514"/>
                  </a:cubicBezTo>
                  <a:cubicBezTo>
                    <a:pt x="52747" y="33624"/>
                    <a:pt x="52641" y="33774"/>
                    <a:pt x="52663" y="33888"/>
                  </a:cubicBezTo>
                  <a:lnTo>
                    <a:pt x="52663" y="33888"/>
                  </a:lnTo>
                  <a:close/>
                  <a:moveTo>
                    <a:pt x="49831" y="31563"/>
                  </a:moveTo>
                  <a:lnTo>
                    <a:pt x="49831" y="31563"/>
                  </a:lnTo>
                  <a:cubicBezTo>
                    <a:pt x="49829" y="31557"/>
                    <a:pt x="49825" y="31552"/>
                    <a:pt x="49821" y="31548"/>
                  </a:cubicBezTo>
                  <a:cubicBezTo>
                    <a:pt x="49823" y="31550"/>
                    <a:pt x="49827" y="31561"/>
                    <a:pt x="49831" y="31563"/>
                  </a:cubicBezTo>
                  <a:close/>
                  <a:moveTo>
                    <a:pt x="43227" y="17563"/>
                  </a:moveTo>
                  <a:lnTo>
                    <a:pt x="43227" y="17563"/>
                  </a:lnTo>
                  <a:cubicBezTo>
                    <a:pt x="43219" y="17566"/>
                    <a:pt x="43223" y="17576"/>
                    <a:pt x="43227" y="17563"/>
                  </a:cubicBezTo>
                  <a:close/>
                  <a:moveTo>
                    <a:pt x="41395" y="13981"/>
                  </a:moveTo>
                  <a:lnTo>
                    <a:pt x="41395" y="13981"/>
                  </a:lnTo>
                  <a:cubicBezTo>
                    <a:pt x="41395" y="13955"/>
                    <a:pt x="41363" y="13977"/>
                    <a:pt x="41395" y="13981"/>
                  </a:cubicBezTo>
                  <a:close/>
                  <a:moveTo>
                    <a:pt x="2566" y="14632"/>
                  </a:moveTo>
                  <a:cubicBezTo>
                    <a:pt x="2570" y="14632"/>
                    <a:pt x="2579" y="14622"/>
                    <a:pt x="2581" y="14622"/>
                  </a:cubicBezTo>
                  <a:cubicBezTo>
                    <a:pt x="2576" y="14622"/>
                    <a:pt x="2570" y="14626"/>
                    <a:pt x="2566" y="14632"/>
                  </a:cubicBezTo>
                  <a:close/>
                  <a:moveTo>
                    <a:pt x="14902" y="5279"/>
                  </a:moveTo>
                  <a:cubicBezTo>
                    <a:pt x="14899" y="5292"/>
                    <a:pt x="14908" y="5286"/>
                    <a:pt x="14902" y="5279"/>
                  </a:cubicBezTo>
                  <a:close/>
                  <a:moveTo>
                    <a:pt x="18183" y="2952"/>
                  </a:moveTo>
                  <a:cubicBezTo>
                    <a:pt x="18213" y="2963"/>
                    <a:pt x="18196" y="2930"/>
                    <a:pt x="18183" y="29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0"/>
            <p:cNvSpPr/>
            <p:nvPr/>
          </p:nvSpPr>
          <p:spPr>
            <a:xfrm>
              <a:off x="765100" y="4650048"/>
              <a:ext cx="4359654" cy="1179386"/>
            </a:xfrm>
            <a:custGeom>
              <a:avLst/>
              <a:gdLst/>
              <a:ahLst/>
              <a:cxnLst/>
              <a:rect l="l" t="t" r="r" b="b"/>
              <a:pathLst>
                <a:path w="105204" h="60265" extrusionOk="0">
                  <a:moveTo>
                    <a:pt x="3460" y="60265"/>
                  </a:moveTo>
                  <a:cubicBezTo>
                    <a:pt x="2450" y="59482"/>
                    <a:pt x="1453" y="58684"/>
                    <a:pt x="465" y="57882"/>
                  </a:cubicBezTo>
                  <a:cubicBezTo>
                    <a:pt x="445" y="57893"/>
                    <a:pt x="423" y="57905"/>
                    <a:pt x="402" y="57916"/>
                  </a:cubicBezTo>
                  <a:cubicBezTo>
                    <a:pt x="186" y="58031"/>
                    <a:pt x="0" y="57713"/>
                    <a:pt x="211" y="57590"/>
                  </a:cubicBezTo>
                  <a:cubicBezTo>
                    <a:pt x="240" y="57574"/>
                    <a:pt x="270" y="57555"/>
                    <a:pt x="298" y="57538"/>
                  </a:cubicBezTo>
                  <a:cubicBezTo>
                    <a:pt x="503" y="57412"/>
                    <a:pt x="698" y="57272"/>
                    <a:pt x="897" y="57138"/>
                  </a:cubicBezTo>
                  <a:cubicBezTo>
                    <a:pt x="1109" y="56997"/>
                    <a:pt x="1315" y="56845"/>
                    <a:pt x="1511" y="56675"/>
                  </a:cubicBezTo>
                  <a:cubicBezTo>
                    <a:pt x="1894" y="56346"/>
                    <a:pt x="2232" y="55965"/>
                    <a:pt x="2463" y="55513"/>
                  </a:cubicBezTo>
                  <a:cubicBezTo>
                    <a:pt x="2697" y="55052"/>
                    <a:pt x="2755" y="54553"/>
                    <a:pt x="2777" y="54042"/>
                  </a:cubicBezTo>
                  <a:cubicBezTo>
                    <a:pt x="2790" y="53746"/>
                    <a:pt x="2794" y="53447"/>
                    <a:pt x="2837" y="53153"/>
                  </a:cubicBezTo>
                  <a:cubicBezTo>
                    <a:pt x="2878" y="52880"/>
                    <a:pt x="3069" y="52682"/>
                    <a:pt x="3357" y="52703"/>
                  </a:cubicBezTo>
                  <a:cubicBezTo>
                    <a:pt x="3636" y="52723"/>
                    <a:pt x="3921" y="52803"/>
                    <a:pt x="4196" y="52855"/>
                  </a:cubicBezTo>
                  <a:cubicBezTo>
                    <a:pt x="4350" y="52885"/>
                    <a:pt x="4507" y="52913"/>
                    <a:pt x="4663" y="52943"/>
                  </a:cubicBezTo>
                  <a:cubicBezTo>
                    <a:pt x="4668" y="52945"/>
                    <a:pt x="4732" y="52952"/>
                    <a:pt x="4776" y="52959"/>
                  </a:cubicBezTo>
                  <a:cubicBezTo>
                    <a:pt x="4799" y="52658"/>
                    <a:pt x="4795" y="52355"/>
                    <a:pt x="4804" y="52054"/>
                  </a:cubicBezTo>
                  <a:cubicBezTo>
                    <a:pt x="4814" y="51801"/>
                    <a:pt x="4877" y="51529"/>
                    <a:pt x="5165" y="51472"/>
                  </a:cubicBezTo>
                  <a:cubicBezTo>
                    <a:pt x="5306" y="51444"/>
                    <a:pt x="5433" y="51496"/>
                    <a:pt x="5572" y="51511"/>
                  </a:cubicBezTo>
                  <a:cubicBezTo>
                    <a:pt x="5641" y="51520"/>
                    <a:pt x="5671" y="51509"/>
                    <a:pt x="5716" y="51466"/>
                  </a:cubicBezTo>
                  <a:cubicBezTo>
                    <a:pt x="5849" y="51345"/>
                    <a:pt x="5844" y="51148"/>
                    <a:pt x="5794" y="50983"/>
                  </a:cubicBezTo>
                  <a:cubicBezTo>
                    <a:pt x="5719" y="50744"/>
                    <a:pt x="5576" y="50536"/>
                    <a:pt x="5487" y="50304"/>
                  </a:cubicBezTo>
                  <a:cubicBezTo>
                    <a:pt x="5403" y="50081"/>
                    <a:pt x="5368" y="49815"/>
                    <a:pt x="5444" y="49584"/>
                  </a:cubicBezTo>
                  <a:cubicBezTo>
                    <a:pt x="5533" y="49324"/>
                    <a:pt x="5768" y="49100"/>
                    <a:pt x="6060" y="49160"/>
                  </a:cubicBezTo>
                  <a:cubicBezTo>
                    <a:pt x="6264" y="49203"/>
                    <a:pt x="6411" y="49404"/>
                    <a:pt x="6586" y="49456"/>
                  </a:cubicBezTo>
                  <a:cubicBezTo>
                    <a:pt x="6777" y="49513"/>
                    <a:pt x="7008" y="49454"/>
                    <a:pt x="7161" y="49318"/>
                  </a:cubicBezTo>
                  <a:cubicBezTo>
                    <a:pt x="7157" y="49311"/>
                    <a:pt x="7153" y="49303"/>
                    <a:pt x="7151" y="49294"/>
                  </a:cubicBezTo>
                  <a:cubicBezTo>
                    <a:pt x="7019" y="48849"/>
                    <a:pt x="7427" y="48474"/>
                    <a:pt x="7843" y="48431"/>
                  </a:cubicBezTo>
                  <a:cubicBezTo>
                    <a:pt x="8202" y="48394"/>
                    <a:pt x="8509" y="48611"/>
                    <a:pt x="8760" y="48855"/>
                  </a:cubicBezTo>
                  <a:cubicBezTo>
                    <a:pt x="8766" y="48797"/>
                    <a:pt x="8764" y="48738"/>
                    <a:pt x="8762" y="48697"/>
                  </a:cubicBezTo>
                  <a:cubicBezTo>
                    <a:pt x="8754" y="48503"/>
                    <a:pt x="8723" y="48308"/>
                    <a:pt x="8780" y="48120"/>
                  </a:cubicBezTo>
                  <a:cubicBezTo>
                    <a:pt x="8844" y="47912"/>
                    <a:pt x="9037" y="47728"/>
                    <a:pt x="9249" y="47693"/>
                  </a:cubicBezTo>
                  <a:cubicBezTo>
                    <a:pt x="9229" y="47415"/>
                    <a:pt x="9227" y="47137"/>
                    <a:pt x="9297" y="46867"/>
                  </a:cubicBezTo>
                  <a:cubicBezTo>
                    <a:pt x="9309" y="46820"/>
                    <a:pt x="9323" y="46776"/>
                    <a:pt x="9340" y="46731"/>
                  </a:cubicBezTo>
                  <a:cubicBezTo>
                    <a:pt x="9400" y="46564"/>
                    <a:pt x="9601" y="46540"/>
                    <a:pt x="9703" y="46683"/>
                  </a:cubicBezTo>
                  <a:cubicBezTo>
                    <a:pt x="9900" y="46958"/>
                    <a:pt x="10371" y="47023"/>
                    <a:pt x="10631" y="46813"/>
                  </a:cubicBezTo>
                  <a:cubicBezTo>
                    <a:pt x="10763" y="46705"/>
                    <a:pt x="11008" y="46761"/>
                    <a:pt x="10997" y="46964"/>
                  </a:cubicBezTo>
                  <a:cubicBezTo>
                    <a:pt x="10994" y="47016"/>
                    <a:pt x="10992" y="47068"/>
                    <a:pt x="10988" y="47118"/>
                  </a:cubicBezTo>
                  <a:cubicBezTo>
                    <a:pt x="10975" y="47356"/>
                    <a:pt x="10960" y="47592"/>
                    <a:pt x="10945" y="47830"/>
                  </a:cubicBezTo>
                  <a:cubicBezTo>
                    <a:pt x="11005" y="47821"/>
                    <a:pt x="11062" y="47812"/>
                    <a:pt x="11122" y="47802"/>
                  </a:cubicBezTo>
                  <a:cubicBezTo>
                    <a:pt x="11219" y="47787"/>
                    <a:pt x="11315" y="47767"/>
                    <a:pt x="11414" y="47752"/>
                  </a:cubicBezTo>
                  <a:cubicBezTo>
                    <a:pt x="11429" y="47590"/>
                    <a:pt x="11455" y="47425"/>
                    <a:pt x="11542" y="47289"/>
                  </a:cubicBezTo>
                  <a:cubicBezTo>
                    <a:pt x="11639" y="47138"/>
                    <a:pt x="11803" y="47027"/>
                    <a:pt x="11987" y="47029"/>
                  </a:cubicBezTo>
                  <a:cubicBezTo>
                    <a:pt x="12152" y="47031"/>
                    <a:pt x="12282" y="47127"/>
                    <a:pt x="12401" y="47235"/>
                  </a:cubicBezTo>
                  <a:cubicBezTo>
                    <a:pt x="12442" y="47270"/>
                    <a:pt x="12522" y="47373"/>
                    <a:pt x="12597" y="47410"/>
                  </a:cubicBezTo>
                  <a:cubicBezTo>
                    <a:pt x="12532" y="47230"/>
                    <a:pt x="12466" y="47051"/>
                    <a:pt x="12401" y="46871"/>
                  </a:cubicBezTo>
                  <a:cubicBezTo>
                    <a:pt x="12245" y="46677"/>
                    <a:pt x="12106" y="46439"/>
                    <a:pt x="12130" y="46188"/>
                  </a:cubicBezTo>
                  <a:cubicBezTo>
                    <a:pt x="12165" y="45842"/>
                    <a:pt x="12466" y="45719"/>
                    <a:pt x="12770" y="45680"/>
                  </a:cubicBezTo>
                  <a:cubicBezTo>
                    <a:pt x="12978" y="45652"/>
                    <a:pt x="13138" y="45600"/>
                    <a:pt x="13242" y="45409"/>
                  </a:cubicBezTo>
                  <a:cubicBezTo>
                    <a:pt x="13339" y="45228"/>
                    <a:pt x="13355" y="45009"/>
                    <a:pt x="13342" y="44808"/>
                  </a:cubicBezTo>
                  <a:cubicBezTo>
                    <a:pt x="13324" y="44516"/>
                    <a:pt x="13233" y="44233"/>
                    <a:pt x="13205" y="43941"/>
                  </a:cubicBezTo>
                  <a:cubicBezTo>
                    <a:pt x="13177" y="43662"/>
                    <a:pt x="13194" y="43298"/>
                    <a:pt x="13398" y="43084"/>
                  </a:cubicBezTo>
                  <a:cubicBezTo>
                    <a:pt x="13582" y="42891"/>
                    <a:pt x="13885" y="42948"/>
                    <a:pt x="14038" y="42712"/>
                  </a:cubicBezTo>
                  <a:cubicBezTo>
                    <a:pt x="14187" y="42482"/>
                    <a:pt x="14060" y="42217"/>
                    <a:pt x="14005" y="41978"/>
                  </a:cubicBezTo>
                  <a:cubicBezTo>
                    <a:pt x="13943" y="41708"/>
                    <a:pt x="13960" y="41453"/>
                    <a:pt x="14150" y="41237"/>
                  </a:cubicBezTo>
                  <a:cubicBezTo>
                    <a:pt x="14230" y="41146"/>
                    <a:pt x="14339" y="41077"/>
                    <a:pt x="14455" y="41055"/>
                  </a:cubicBezTo>
                  <a:cubicBezTo>
                    <a:pt x="14469" y="40875"/>
                    <a:pt x="14559" y="40705"/>
                    <a:pt x="14704" y="40581"/>
                  </a:cubicBezTo>
                  <a:cubicBezTo>
                    <a:pt x="14964" y="40356"/>
                    <a:pt x="15329" y="40352"/>
                    <a:pt x="15645" y="40443"/>
                  </a:cubicBezTo>
                  <a:cubicBezTo>
                    <a:pt x="15922" y="40523"/>
                    <a:pt x="16264" y="40670"/>
                    <a:pt x="16355" y="40975"/>
                  </a:cubicBezTo>
                  <a:cubicBezTo>
                    <a:pt x="16357" y="40983"/>
                    <a:pt x="16359" y="40990"/>
                    <a:pt x="16361" y="40999"/>
                  </a:cubicBezTo>
                  <a:cubicBezTo>
                    <a:pt x="16407" y="41033"/>
                    <a:pt x="16439" y="41089"/>
                    <a:pt x="16445" y="41154"/>
                  </a:cubicBezTo>
                  <a:cubicBezTo>
                    <a:pt x="16500" y="41773"/>
                    <a:pt x="16450" y="42396"/>
                    <a:pt x="16298" y="42999"/>
                  </a:cubicBezTo>
                  <a:cubicBezTo>
                    <a:pt x="16459" y="42948"/>
                    <a:pt x="16627" y="42920"/>
                    <a:pt x="16798" y="42917"/>
                  </a:cubicBezTo>
                  <a:cubicBezTo>
                    <a:pt x="16887" y="42915"/>
                    <a:pt x="16986" y="43000"/>
                    <a:pt x="16976" y="43095"/>
                  </a:cubicBezTo>
                  <a:cubicBezTo>
                    <a:pt x="16962" y="43255"/>
                    <a:pt x="16895" y="43393"/>
                    <a:pt x="16787" y="43493"/>
                  </a:cubicBezTo>
                  <a:cubicBezTo>
                    <a:pt x="16915" y="43638"/>
                    <a:pt x="17042" y="43785"/>
                    <a:pt x="17170" y="43934"/>
                  </a:cubicBezTo>
                  <a:cubicBezTo>
                    <a:pt x="17254" y="44031"/>
                    <a:pt x="17227" y="44193"/>
                    <a:pt x="17092" y="44228"/>
                  </a:cubicBezTo>
                  <a:cubicBezTo>
                    <a:pt x="16770" y="44312"/>
                    <a:pt x="16653" y="44763"/>
                    <a:pt x="16995" y="44912"/>
                  </a:cubicBezTo>
                  <a:cubicBezTo>
                    <a:pt x="17257" y="45026"/>
                    <a:pt x="17477" y="44750"/>
                    <a:pt x="17376" y="44520"/>
                  </a:cubicBezTo>
                  <a:cubicBezTo>
                    <a:pt x="17367" y="44498"/>
                    <a:pt x="17354" y="44475"/>
                    <a:pt x="17335" y="44453"/>
                  </a:cubicBezTo>
                  <a:cubicBezTo>
                    <a:pt x="17291" y="44393"/>
                    <a:pt x="17313" y="44291"/>
                    <a:pt x="17363" y="44243"/>
                  </a:cubicBezTo>
                  <a:cubicBezTo>
                    <a:pt x="17421" y="44185"/>
                    <a:pt x="17503" y="44183"/>
                    <a:pt x="17573" y="44215"/>
                  </a:cubicBezTo>
                  <a:cubicBezTo>
                    <a:pt x="17609" y="44232"/>
                    <a:pt x="17644" y="44248"/>
                    <a:pt x="17679" y="44265"/>
                  </a:cubicBezTo>
                  <a:cubicBezTo>
                    <a:pt x="17709" y="44131"/>
                    <a:pt x="17724" y="43995"/>
                    <a:pt x="17724" y="43858"/>
                  </a:cubicBezTo>
                  <a:cubicBezTo>
                    <a:pt x="17659" y="43752"/>
                    <a:pt x="17691" y="43609"/>
                    <a:pt x="17798" y="43525"/>
                  </a:cubicBezTo>
                  <a:cubicBezTo>
                    <a:pt x="17890" y="43454"/>
                    <a:pt x="17992" y="43523"/>
                    <a:pt x="18033" y="43610"/>
                  </a:cubicBezTo>
                  <a:cubicBezTo>
                    <a:pt x="18096" y="43573"/>
                    <a:pt x="18159" y="43514"/>
                    <a:pt x="18204" y="43480"/>
                  </a:cubicBezTo>
                  <a:cubicBezTo>
                    <a:pt x="18295" y="43413"/>
                    <a:pt x="18382" y="43343"/>
                    <a:pt x="18466" y="43270"/>
                  </a:cubicBezTo>
                  <a:cubicBezTo>
                    <a:pt x="18606" y="43153"/>
                    <a:pt x="18741" y="43026"/>
                    <a:pt x="18866" y="42894"/>
                  </a:cubicBezTo>
                  <a:cubicBezTo>
                    <a:pt x="18600" y="42561"/>
                    <a:pt x="18382" y="42121"/>
                    <a:pt x="18663" y="41730"/>
                  </a:cubicBezTo>
                  <a:cubicBezTo>
                    <a:pt x="18793" y="41548"/>
                    <a:pt x="19005" y="41421"/>
                    <a:pt x="19234" y="41461"/>
                  </a:cubicBezTo>
                  <a:cubicBezTo>
                    <a:pt x="19348" y="41481"/>
                    <a:pt x="19435" y="41540"/>
                    <a:pt x="19530" y="41600"/>
                  </a:cubicBezTo>
                  <a:cubicBezTo>
                    <a:pt x="19491" y="41475"/>
                    <a:pt x="19493" y="41332"/>
                    <a:pt x="19530" y="41211"/>
                  </a:cubicBezTo>
                  <a:cubicBezTo>
                    <a:pt x="19625" y="40901"/>
                    <a:pt x="19920" y="40758"/>
                    <a:pt x="20103" y="40510"/>
                  </a:cubicBezTo>
                  <a:cubicBezTo>
                    <a:pt x="20173" y="40417"/>
                    <a:pt x="20283" y="40399"/>
                    <a:pt x="20374" y="40475"/>
                  </a:cubicBezTo>
                  <a:cubicBezTo>
                    <a:pt x="20445" y="40538"/>
                    <a:pt x="20538" y="40545"/>
                    <a:pt x="20620" y="40519"/>
                  </a:cubicBezTo>
                  <a:cubicBezTo>
                    <a:pt x="20568" y="40227"/>
                    <a:pt x="20616" y="39928"/>
                    <a:pt x="20763" y="39666"/>
                  </a:cubicBezTo>
                  <a:cubicBezTo>
                    <a:pt x="20800" y="39603"/>
                    <a:pt x="20880" y="39573"/>
                    <a:pt x="20951" y="39591"/>
                  </a:cubicBezTo>
                  <a:cubicBezTo>
                    <a:pt x="21256" y="39670"/>
                    <a:pt x="21581" y="39664"/>
                    <a:pt x="21879" y="39565"/>
                  </a:cubicBezTo>
                  <a:cubicBezTo>
                    <a:pt x="21771" y="39283"/>
                    <a:pt x="21834" y="38941"/>
                    <a:pt x="22108" y="38764"/>
                  </a:cubicBezTo>
                  <a:cubicBezTo>
                    <a:pt x="22334" y="38617"/>
                    <a:pt x="22626" y="38660"/>
                    <a:pt x="22822" y="38821"/>
                  </a:cubicBezTo>
                  <a:cubicBezTo>
                    <a:pt x="22956" y="38712"/>
                    <a:pt x="23169" y="38686"/>
                    <a:pt x="23331" y="38755"/>
                  </a:cubicBezTo>
                  <a:cubicBezTo>
                    <a:pt x="23487" y="38820"/>
                    <a:pt x="23603" y="38941"/>
                    <a:pt x="23740" y="39033"/>
                  </a:cubicBezTo>
                  <a:cubicBezTo>
                    <a:pt x="23791" y="39065"/>
                    <a:pt x="23859" y="39100"/>
                    <a:pt x="23928" y="39113"/>
                  </a:cubicBezTo>
                  <a:cubicBezTo>
                    <a:pt x="23908" y="38957"/>
                    <a:pt x="23856" y="38805"/>
                    <a:pt x="23774" y="38662"/>
                  </a:cubicBezTo>
                  <a:cubicBezTo>
                    <a:pt x="23463" y="38113"/>
                    <a:pt x="22846" y="37641"/>
                    <a:pt x="22922" y="36945"/>
                  </a:cubicBezTo>
                  <a:cubicBezTo>
                    <a:pt x="22937" y="36815"/>
                    <a:pt x="23034" y="36731"/>
                    <a:pt x="23168" y="36759"/>
                  </a:cubicBezTo>
                  <a:cubicBezTo>
                    <a:pt x="23415" y="36809"/>
                    <a:pt x="23841" y="36910"/>
                    <a:pt x="23990" y="36621"/>
                  </a:cubicBezTo>
                  <a:cubicBezTo>
                    <a:pt x="24051" y="36502"/>
                    <a:pt x="23988" y="36354"/>
                    <a:pt x="23980" y="36229"/>
                  </a:cubicBezTo>
                  <a:cubicBezTo>
                    <a:pt x="23971" y="36063"/>
                    <a:pt x="24036" y="35930"/>
                    <a:pt x="24151" y="35816"/>
                  </a:cubicBezTo>
                  <a:cubicBezTo>
                    <a:pt x="24257" y="35716"/>
                    <a:pt x="24291" y="35639"/>
                    <a:pt x="24233" y="35498"/>
                  </a:cubicBezTo>
                  <a:cubicBezTo>
                    <a:pt x="24174" y="35357"/>
                    <a:pt x="24068" y="35249"/>
                    <a:pt x="23971" y="35134"/>
                  </a:cubicBezTo>
                  <a:cubicBezTo>
                    <a:pt x="23761" y="34881"/>
                    <a:pt x="23599" y="34589"/>
                    <a:pt x="23739" y="34263"/>
                  </a:cubicBezTo>
                  <a:cubicBezTo>
                    <a:pt x="23763" y="34207"/>
                    <a:pt x="23835" y="34176"/>
                    <a:pt x="23889" y="34176"/>
                  </a:cubicBezTo>
                  <a:cubicBezTo>
                    <a:pt x="24079" y="34179"/>
                    <a:pt x="24287" y="34176"/>
                    <a:pt x="24455" y="34073"/>
                  </a:cubicBezTo>
                  <a:cubicBezTo>
                    <a:pt x="24542" y="34020"/>
                    <a:pt x="24631" y="33882"/>
                    <a:pt x="24600" y="33796"/>
                  </a:cubicBezTo>
                  <a:cubicBezTo>
                    <a:pt x="24555" y="33679"/>
                    <a:pt x="24322" y="33657"/>
                    <a:pt x="24222" y="33612"/>
                  </a:cubicBezTo>
                  <a:cubicBezTo>
                    <a:pt x="24055" y="33538"/>
                    <a:pt x="23906" y="33389"/>
                    <a:pt x="23880" y="33201"/>
                  </a:cubicBezTo>
                  <a:cubicBezTo>
                    <a:pt x="23865" y="33092"/>
                    <a:pt x="23897" y="32986"/>
                    <a:pt x="23964" y="32898"/>
                  </a:cubicBezTo>
                  <a:cubicBezTo>
                    <a:pt x="24010" y="32837"/>
                    <a:pt x="24077" y="32798"/>
                    <a:pt x="24125" y="32738"/>
                  </a:cubicBezTo>
                  <a:cubicBezTo>
                    <a:pt x="24138" y="32721"/>
                    <a:pt x="24144" y="32701"/>
                    <a:pt x="24142" y="32686"/>
                  </a:cubicBezTo>
                  <a:cubicBezTo>
                    <a:pt x="24137" y="32623"/>
                    <a:pt x="24110" y="32558"/>
                    <a:pt x="24088" y="32498"/>
                  </a:cubicBezTo>
                  <a:cubicBezTo>
                    <a:pt x="23986" y="32206"/>
                    <a:pt x="23915" y="31864"/>
                    <a:pt x="24226" y="31667"/>
                  </a:cubicBezTo>
                  <a:cubicBezTo>
                    <a:pt x="24391" y="31563"/>
                    <a:pt x="24559" y="31561"/>
                    <a:pt x="24719" y="31613"/>
                  </a:cubicBezTo>
                  <a:cubicBezTo>
                    <a:pt x="24760" y="31490"/>
                    <a:pt x="24840" y="31394"/>
                    <a:pt x="24919" y="31293"/>
                  </a:cubicBezTo>
                  <a:cubicBezTo>
                    <a:pt x="24994" y="31198"/>
                    <a:pt x="25076" y="31102"/>
                    <a:pt x="25024" y="30977"/>
                  </a:cubicBezTo>
                  <a:cubicBezTo>
                    <a:pt x="24964" y="30834"/>
                    <a:pt x="24853" y="30707"/>
                    <a:pt x="24771" y="30577"/>
                  </a:cubicBezTo>
                  <a:cubicBezTo>
                    <a:pt x="24611" y="30320"/>
                    <a:pt x="24494" y="30019"/>
                    <a:pt x="24600" y="29720"/>
                  </a:cubicBezTo>
                  <a:cubicBezTo>
                    <a:pt x="24678" y="29500"/>
                    <a:pt x="24836" y="29342"/>
                    <a:pt x="25024" y="29210"/>
                  </a:cubicBezTo>
                  <a:cubicBezTo>
                    <a:pt x="25204" y="29084"/>
                    <a:pt x="25401" y="28985"/>
                    <a:pt x="25583" y="28861"/>
                  </a:cubicBezTo>
                  <a:cubicBezTo>
                    <a:pt x="25782" y="28725"/>
                    <a:pt x="25801" y="28451"/>
                    <a:pt x="25769" y="28236"/>
                  </a:cubicBezTo>
                  <a:cubicBezTo>
                    <a:pt x="25725" y="27916"/>
                    <a:pt x="25604" y="27611"/>
                    <a:pt x="25721" y="27289"/>
                  </a:cubicBezTo>
                  <a:cubicBezTo>
                    <a:pt x="25773" y="27142"/>
                    <a:pt x="25864" y="27014"/>
                    <a:pt x="25998" y="26932"/>
                  </a:cubicBezTo>
                  <a:cubicBezTo>
                    <a:pt x="26104" y="26865"/>
                    <a:pt x="26251" y="26856"/>
                    <a:pt x="26312" y="26737"/>
                  </a:cubicBezTo>
                  <a:cubicBezTo>
                    <a:pt x="26443" y="26493"/>
                    <a:pt x="26290" y="26182"/>
                    <a:pt x="26236" y="25939"/>
                  </a:cubicBezTo>
                  <a:cubicBezTo>
                    <a:pt x="26166" y="25625"/>
                    <a:pt x="26195" y="25312"/>
                    <a:pt x="26350" y="25028"/>
                  </a:cubicBezTo>
                  <a:cubicBezTo>
                    <a:pt x="26638" y="24494"/>
                    <a:pt x="27317" y="24272"/>
                    <a:pt x="27836" y="24626"/>
                  </a:cubicBezTo>
                  <a:cubicBezTo>
                    <a:pt x="28077" y="24791"/>
                    <a:pt x="28245" y="25044"/>
                    <a:pt x="28260" y="25344"/>
                  </a:cubicBezTo>
                  <a:cubicBezTo>
                    <a:pt x="28269" y="25530"/>
                    <a:pt x="28213" y="25712"/>
                    <a:pt x="28118" y="25870"/>
                  </a:cubicBezTo>
                  <a:cubicBezTo>
                    <a:pt x="28081" y="25931"/>
                    <a:pt x="28033" y="25991"/>
                    <a:pt x="28007" y="26058"/>
                  </a:cubicBezTo>
                  <a:cubicBezTo>
                    <a:pt x="27999" y="26075"/>
                    <a:pt x="27996" y="26089"/>
                    <a:pt x="27994" y="26106"/>
                  </a:cubicBezTo>
                  <a:cubicBezTo>
                    <a:pt x="27992" y="26112"/>
                    <a:pt x="27992" y="26117"/>
                    <a:pt x="27992" y="26125"/>
                  </a:cubicBezTo>
                  <a:cubicBezTo>
                    <a:pt x="27992" y="26125"/>
                    <a:pt x="27994" y="26129"/>
                    <a:pt x="27994" y="26136"/>
                  </a:cubicBezTo>
                  <a:cubicBezTo>
                    <a:pt x="27996" y="26143"/>
                    <a:pt x="28005" y="26162"/>
                    <a:pt x="28005" y="26166"/>
                  </a:cubicBezTo>
                  <a:lnTo>
                    <a:pt x="28005" y="26166"/>
                  </a:lnTo>
                  <a:lnTo>
                    <a:pt x="28005" y="26168"/>
                  </a:lnTo>
                  <a:cubicBezTo>
                    <a:pt x="28009" y="26173"/>
                    <a:pt x="28012" y="26179"/>
                    <a:pt x="28016" y="26182"/>
                  </a:cubicBezTo>
                  <a:cubicBezTo>
                    <a:pt x="28020" y="26190"/>
                    <a:pt x="28023" y="26197"/>
                    <a:pt x="28029" y="26203"/>
                  </a:cubicBezTo>
                  <a:lnTo>
                    <a:pt x="28029" y="26203"/>
                  </a:lnTo>
                  <a:cubicBezTo>
                    <a:pt x="28029" y="26205"/>
                    <a:pt x="28031" y="26207"/>
                    <a:pt x="28035" y="26210"/>
                  </a:cubicBezTo>
                  <a:cubicBezTo>
                    <a:pt x="28070" y="26251"/>
                    <a:pt x="28109" y="26287"/>
                    <a:pt x="28150" y="26320"/>
                  </a:cubicBezTo>
                  <a:cubicBezTo>
                    <a:pt x="28235" y="26394"/>
                    <a:pt x="28328" y="26460"/>
                    <a:pt x="28408" y="26538"/>
                  </a:cubicBezTo>
                  <a:cubicBezTo>
                    <a:pt x="28633" y="26759"/>
                    <a:pt x="28678" y="27023"/>
                    <a:pt x="28648" y="27328"/>
                  </a:cubicBezTo>
                  <a:cubicBezTo>
                    <a:pt x="28635" y="27447"/>
                    <a:pt x="28609" y="27587"/>
                    <a:pt x="28659" y="27702"/>
                  </a:cubicBezTo>
                  <a:cubicBezTo>
                    <a:pt x="28699" y="27793"/>
                    <a:pt x="28806" y="27840"/>
                    <a:pt x="28894" y="27877"/>
                  </a:cubicBezTo>
                  <a:cubicBezTo>
                    <a:pt x="29124" y="27972"/>
                    <a:pt x="29364" y="28061"/>
                    <a:pt x="29550" y="28238"/>
                  </a:cubicBezTo>
                  <a:cubicBezTo>
                    <a:pt x="29720" y="28397"/>
                    <a:pt x="29844" y="28604"/>
                    <a:pt x="29978" y="28794"/>
                  </a:cubicBezTo>
                  <a:cubicBezTo>
                    <a:pt x="30041" y="28883"/>
                    <a:pt x="30078" y="28942"/>
                    <a:pt x="30164" y="29019"/>
                  </a:cubicBezTo>
                  <a:cubicBezTo>
                    <a:pt x="30173" y="29026"/>
                    <a:pt x="30224" y="29061"/>
                    <a:pt x="30242" y="29069"/>
                  </a:cubicBezTo>
                  <a:cubicBezTo>
                    <a:pt x="30261" y="29078"/>
                    <a:pt x="30320" y="29091"/>
                    <a:pt x="30335" y="29091"/>
                  </a:cubicBezTo>
                  <a:cubicBezTo>
                    <a:pt x="30482" y="29102"/>
                    <a:pt x="30627" y="29275"/>
                    <a:pt x="30521" y="29418"/>
                  </a:cubicBezTo>
                  <a:cubicBezTo>
                    <a:pt x="30437" y="29536"/>
                    <a:pt x="30289" y="29710"/>
                    <a:pt x="30359" y="29863"/>
                  </a:cubicBezTo>
                  <a:cubicBezTo>
                    <a:pt x="30395" y="29939"/>
                    <a:pt x="30450" y="30006"/>
                    <a:pt x="30486" y="30082"/>
                  </a:cubicBezTo>
                  <a:cubicBezTo>
                    <a:pt x="30527" y="30174"/>
                    <a:pt x="30555" y="30268"/>
                    <a:pt x="30569" y="30365"/>
                  </a:cubicBezTo>
                  <a:cubicBezTo>
                    <a:pt x="30612" y="30644"/>
                    <a:pt x="30545" y="30981"/>
                    <a:pt x="30703" y="31228"/>
                  </a:cubicBezTo>
                  <a:cubicBezTo>
                    <a:pt x="30729" y="31269"/>
                    <a:pt x="30759" y="31304"/>
                    <a:pt x="30802" y="31327"/>
                  </a:cubicBezTo>
                  <a:cubicBezTo>
                    <a:pt x="30819" y="31336"/>
                    <a:pt x="30835" y="31340"/>
                    <a:pt x="30854" y="31345"/>
                  </a:cubicBezTo>
                  <a:cubicBezTo>
                    <a:pt x="30858" y="31345"/>
                    <a:pt x="30860" y="31347"/>
                    <a:pt x="30861" y="31347"/>
                  </a:cubicBezTo>
                  <a:lnTo>
                    <a:pt x="30861" y="31347"/>
                  </a:lnTo>
                  <a:cubicBezTo>
                    <a:pt x="30871" y="31347"/>
                    <a:pt x="30882" y="31347"/>
                    <a:pt x="30893" y="31347"/>
                  </a:cubicBezTo>
                  <a:cubicBezTo>
                    <a:pt x="30900" y="31347"/>
                    <a:pt x="30910" y="31347"/>
                    <a:pt x="30919" y="31347"/>
                  </a:cubicBezTo>
                  <a:lnTo>
                    <a:pt x="30919" y="31347"/>
                  </a:lnTo>
                  <a:cubicBezTo>
                    <a:pt x="30921" y="31345"/>
                    <a:pt x="30923" y="31345"/>
                    <a:pt x="30928" y="31343"/>
                  </a:cubicBezTo>
                  <a:cubicBezTo>
                    <a:pt x="30949" y="31338"/>
                    <a:pt x="30967" y="31332"/>
                    <a:pt x="30988" y="31325"/>
                  </a:cubicBezTo>
                  <a:cubicBezTo>
                    <a:pt x="30992" y="31323"/>
                    <a:pt x="31040" y="31302"/>
                    <a:pt x="31034" y="31306"/>
                  </a:cubicBezTo>
                  <a:cubicBezTo>
                    <a:pt x="31053" y="31299"/>
                    <a:pt x="31070" y="31289"/>
                    <a:pt x="31086" y="31280"/>
                  </a:cubicBezTo>
                  <a:cubicBezTo>
                    <a:pt x="31382" y="31113"/>
                    <a:pt x="31676" y="30737"/>
                    <a:pt x="32039" y="30774"/>
                  </a:cubicBezTo>
                  <a:cubicBezTo>
                    <a:pt x="32057" y="30763"/>
                    <a:pt x="32076" y="30756"/>
                    <a:pt x="32096" y="30748"/>
                  </a:cubicBezTo>
                  <a:cubicBezTo>
                    <a:pt x="32163" y="30726"/>
                    <a:pt x="32238" y="30717"/>
                    <a:pt x="32308" y="30702"/>
                  </a:cubicBezTo>
                  <a:cubicBezTo>
                    <a:pt x="32442" y="30672"/>
                    <a:pt x="32576" y="30648"/>
                    <a:pt x="32710" y="30624"/>
                  </a:cubicBezTo>
                  <a:cubicBezTo>
                    <a:pt x="32879" y="30594"/>
                    <a:pt x="33047" y="30564"/>
                    <a:pt x="33214" y="30532"/>
                  </a:cubicBezTo>
                  <a:cubicBezTo>
                    <a:pt x="33024" y="30267"/>
                    <a:pt x="32872" y="29965"/>
                    <a:pt x="32911" y="29636"/>
                  </a:cubicBezTo>
                  <a:cubicBezTo>
                    <a:pt x="32943" y="29353"/>
                    <a:pt x="33115" y="29071"/>
                    <a:pt x="33367" y="28942"/>
                  </a:cubicBezTo>
                  <a:cubicBezTo>
                    <a:pt x="33331" y="28848"/>
                    <a:pt x="33309" y="28745"/>
                    <a:pt x="33300" y="28634"/>
                  </a:cubicBezTo>
                  <a:cubicBezTo>
                    <a:pt x="33285" y="28423"/>
                    <a:pt x="33324" y="28206"/>
                    <a:pt x="33378" y="28005"/>
                  </a:cubicBezTo>
                  <a:cubicBezTo>
                    <a:pt x="33430" y="27815"/>
                    <a:pt x="33497" y="27622"/>
                    <a:pt x="33582" y="27447"/>
                  </a:cubicBezTo>
                  <a:cubicBezTo>
                    <a:pt x="33636" y="27336"/>
                    <a:pt x="33727" y="27244"/>
                    <a:pt x="33846" y="27207"/>
                  </a:cubicBezTo>
                  <a:cubicBezTo>
                    <a:pt x="33960" y="27170"/>
                    <a:pt x="34068" y="27198"/>
                    <a:pt x="34181" y="27213"/>
                  </a:cubicBezTo>
                  <a:cubicBezTo>
                    <a:pt x="34285" y="27226"/>
                    <a:pt x="34373" y="27176"/>
                    <a:pt x="34427" y="27068"/>
                  </a:cubicBezTo>
                  <a:cubicBezTo>
                    <a:pt x="34486" y="26951"/>
                    <a:pt x="34423" y="26856"/>
                    <a:pt x="34321" y="26763"/>
                  </a:cubicBezTo>
                  <a:cubicBezTo>
                    <a:pt x="34187" y="26638"/>
                    <a:pt x="34025" y="26545"/>
                    <a:pt x="33906" y="26406"/>
                  </a:cubicBezTo>
                  <a:cubicBezTo>
                    <a:pt x="33779" y="26255"/>
                    <a:pt x="33683" y="26052"/>
                    <a:pt x="33733" y="25850"/>
                  </a:cubicBezTo>
                  <a:cubicBezTo>
                    <a:pt x="33774" y="25677"/>
                    <a:pt x="33919" y="25524"/>
                    <a:pt x="34092" y="25474"/>
                  </a:cubicBezTo>
                  <a:cubicBezTo>
                    <a:pt x="34189" y="25446"/>
                    <a:pt x="34293" y="25452"/>
                    <a:pt x="34384" y="25496"/>
                  </a:cubicBezTo>
                  <a:cubicBezTo>
                    <a:pt x="34415" y="25513"/>
                    <a:pt x="34447" y="25533"/>
                    <a:pt x="34475" y="25558"/>
                  </a:cubicBezTo>
                  <a:cubicBezTo>
                    <a:pt x="34494" y="25524"/>
                    <a:pt x="34508" y="25487"/>
                    <a:pt x="34518" y="25465"/>
                  </a:cubicBezTo>
                  <a:cubicBezTo>
                    <a:pt x="34542" y="25409"/>
                    <a:pt x="34559" y="25344"/>
                    <a:pt x="34570" y="25282"/>
                  </a:cubicBezTo>
                  <a:cubicBezTo>
                    <a:pt x="34592" y="25147"/>
                    <a:pt x="34579" y="25007"/>
                    <a:pt x="34536" y="24877"/>
                  </a:cubicBezTo>
                  <a:cubicBezTo>
                    <a:pt x="34434" y="24551"/>
                    <a:pt x="34118" y="24406"/>
                    <a:pt x="33869" y="24209"/>
                  </a:cubicBezTo>
                  <a:cubicBezTo>
                    <a:pt x="33608" y="24003"/>
                    <a:pt x="33402" y="23674"/>
                    <a:pt x="33493" y="23331"/>
                  </a:cubicBezTo>
                  <a:cubicBezTo>
                    <a:pt x="33575" y="23013"/>
                    <a:pt x="33861" y="22855"/>
                    <a:pt x="34122" y="22703"/>
                  </a:cubicBezTo>
                  <a:cubicBezTo>
                    <a:pt x="34207" y="22653"/>
                    <a:pt x="34295" y="22597"/>
                    <a:pt x="34293" y="22498"/>
                  </a:cubicBezTo>
                  <a:cubicBezTo>
                    <a:pt x="34291" y="22383"/>
                    <a:pt x="34222" y="22256"/>
                    <a:pt x="34183" y="22147"/>
                  </a:cubicBezTo>
                  <a:cubicBezTo>
                    <a:pt x="34088" y="21875"/>
                    <a:pt x="34107" y="21568"/>
                    <a:pt x="34363" y="21394"/>
                  </a:cubicBezTo>
                  <a:cubicBezTo>
                    <a:pt x="34587" y="21241"/>
                    <a:pt x="34888" y="21265"/>
                    <a:pt x="35137" y="21319"/>
                  </a:cubicBezTo>
                  <a:cubicBezTo>
                    <a:pt x="35306" y="21356"/>
                    <a:pt x="35472" y="21410"/>
                    <a:pt x="35637" y="21460"/>
                  </a:cubicBezTo>
                  <a:cubicBezTo>
                    <a:pt x="35801" y="21509"/>
                    <a:pt x="35996" y="21544"/>
                    <a:pt x="36136" y="21648"/>
                  </a:cubicBezTo>
                  <a:cubicBezTo>
                    <a:pt x="36273" y="21752"/>
                    <a:pt x="36277" y="21907"/>
                    <a:pt x="36258" y="22065"/>
                  </a:cubicBezTo>
                  <a:cubicBezTo>
                    <a:pt x="36247" y="22162"/>
                    <a:pt x="36260" y="22234"/>
                    <a:pt x="36327" y="22309"/>
                  </a:cubicBezTo>
                  <a:cubicBezTo>
                    <a:pt x="36400" y="22390"/>
                    <a:pt x="36521" y="22452"/>
                    <a:pt x="36638" y="22461"/>
                  </a:cubicBezTo>
                  <a:cubicBezTo>
                    <a:pt x="36681" y="22398"/>
                    <a:pt x="36759" y="22364"/>
                    <a:pt x="36831" y="22411"/>
                  </a:cubicBezTo>
                  <a:cubicBezTo>
                    <a:pt x="36837" y="22407"/>
                    <a:pt x="36842" y="22403"/>
                    <a:pt x="36850" y="22398"/>
                  </a:cubicBezTo>
                  <a:cubicBezTo>
                    <a:pt x="36891" y="22362"/>
                    <a:pt x="36937" y="22372"/>
                    <a:pt x="36965" y="22402"/>
                  </a:cubicBezTo>
                  <a:cubicBezTo>
                    <a:pt x="36978" y="22392"/>
                    <a:pt x="36991" y="22379"/>
                    <a:pt x="37001" y="22366"/>
                  </a:cubicBezTo>
                  <a:cubicBezTo>
                    <a:pt x="37064" y="22281"/>
                    <a:pt x="37045" y="22136"/>
                    <a:pt x="37045" y="22037"/>
                  </a:cubicBezTo>
                  <a:cubicBezTo>
                    <a:pt x="37047" y="21782"/>
                    <a:pt x="37092" y="21501"/>
                    <a:pt x="37317" y="21347"/>
                  </a:cubicBezTo>
                  <a:cubicBezTo>
                    <a:pt x="37426" y="21273"/>
                    <a:pt x="37551" y="21284"/>
                    <a:pt x="37661" y="21248"/>
                  </a:cubicBezTo>
                  <a:cubicBezTo>
                    <a:pt x="37666" y="21248"/>
                    <a:pt x="37670" y="21239"/>
                    <a:pt x="37672" y="21237"/>
                  </a:cubicBezTo>
                  <a:cubicBezTo>
                    <a:pt x="37674" y="21237"/>
                    <a:pt x="37674" y="21237"/>
                    <a:pt x="37674" y="21237"/>
                  </a:cubicBezTo>
                  <a:cubicBezTo>
                    <a:pt x="37676" y="21226"/>
                    <a:pt x="37679" y="21213"/>
                    <a:pt x="37681" y="21204"/>
                  </a:cubicBezTo>
                  <a:cubicBezTo>
                    <a:pt x="37681" y="21193"/>
                    <a:pt x="37676" y="21139"/>
                    <a:pt x="37668" y="21107"/>
                  </a:cubicBezTo>
                  <a:cubicBezTo>
                    <a:pt x="37620" y="20904"/>
                    <a:pt x="37477" y="20741"/>
                    <a:pt x="37430" y="20534"/>
                  </a:cubicBezTo>
                  <a:cubicBezTo>
                    <a:pt x="37384" y="20332"/>
                    <a:pt x="37399" y="20101"/>
                    <a:pt x="37570" y="19960"/>
                  </a:cubicBezTo>
                  <a:cubicBezTo>
                    <a:pt x="37692" y="19859"/>
                    <a:pt x="37824" y="19861"/>
                    <a:pt x="37973" y="19846"/>
                  </a:cubicBezTo>
                  <a:cubicBezTo>
                    <a:pt x="37986" y="19844"/>
                    <a:pt x="37997" y="19844"/>
                    <a:pt x="38010" y="19841"/>
                  </a:cubicBezTo>
                  <a:lnTo>
                    <a:pt x="38010" y="19841"/>
                  </a:lnTo>
                  <a:cubicBezTo>
                    <a:pt x="38012" y="19839"/>
                    <a:pt x="38031" y="19833"/>
                    <a:pt x="38038" y="19829"/>
                  </a:cubicBezTo>
                  <a:cubicBezTo>
                    <a:pt x="38038" y="19828"/>
                    <a:pt x="38066" y="19803"/>
                    <a:pt x="38066" y="19805"/>
                  </a:cubicBezTo>
                  <a:cubicBezTo>
                    <a:pt x="38163" y="19683"/>
                    <a:pt x="38196" y="19515"/>
                    <a:pt x="38276" y="19381"/>
                  </a:cubicBezTo>
                  <a:cubicBezTo>
                    <a:pt x="38390" y="19192"/>
                    <a:pt x="38570" y="19074"/>
                    <a:pt x="38797" y="19082"/>
                  </a:cubicBezTo>
                  <a:cubicBezTo>
                    <a:pt x="38909" y="19084"/>
                    <a:pt x="39039" y="19134"/>
                    <a:pt x="39147" y="19087"/>
                  </a:cubicBezTo>
                  <a:cubicBezTo>
                    <a:pt x="39199" y="19065"/>
                    <a:pt x="39243" y="19020"/>
                    <a:pt x="39277" y="18976"/>
                  </a:cubicBezTo>
                  <a:cubicBezTo>
                    <a:pt x="39400" y="18808"/>
                    <a:pt x="39420" y="18596"/>
                    <a:pt x="39433" y="18397"/>
                  </a:cubicBezTo>
                  <a:cubicBezTo>
                    <a:pt x="39465" y="17951"/>
                    <a:pt x="39537" y="17469"/>
                    <a:pt x="39987" y="17257"/>
                  </a:cubicBezTo>
                  <a:cubicBezTo>
                    <a:pt x="40343" y="17092"/>
                    <a:pt x="40781" y="17124"/>
                    <a:pt x="41086" y="17376"/>
                  </a:cubicBezTo>
                  <a:cubicBezTo>
                    <a:pt x="41166" y="17443"/>
                    <a:pt x="41231" y="17527"/>
                    <a:pt x="41284" y="17616"/>
                  </a:cubicBezTo>
                  <a:cubicBezTo>
                    <a:pt x="41330" y="17696"/>
                    <a:pt x="41365" y="17793"/>
                    <a:pt x="41443" y="17847"/>
                  </a:cubicBezTo>
                  <a:cubicBezTo>
                    <a:pt x="41548" y="17921"/>
                    <a:pt x="41663" y="17959"/>
                    <a:pt x="41748" y="18059"/>
                  </a:cubicBezTo>
                  <a:cubicBezTo>
                    <a:pt x="41815" y="18139"/>
                    <a:pt x="41856" y="18232"/>
                    <a:pt x="41873" y="18334"/>
                  </a:cubicBezTo>
                  <a:cubicBezTo>
                    <a:pt x="41910" y="18544"/>
                    <a:pt x="41843" y="18749"/>
                    <a:pt x="41866" y="18957"/>
                  </a:cubicBezTo>
                  <a:cubicBezTo>
                    <a:pt x="41875" y="19043"/>
                    <a:pt x="41921" y="19100"/>
                    <a:pt x="41975" y="19173"/>
                  </a:cubicBezTo>
                  <a:cubicBezTo>
                    <a:pt x="42055" y="19283"/>
                    <a:pt x="42091" y="19409"/>
                    <a:pt x="42068" y="19543"/>
                  </a:cubicBezTo>
                  <a:cubicBezTo>
                    <a:pt x="42050" y="19657"/>
                    <a:pt x="41994" y="19753"/>
                    <a:pt x="41947" y="19856"/>
                  </a:cubicBezTo>
                  <a:cubicBezTo>
                    <a:pt x="41918" y="19924"/>
                    <a:pt x="41907" y="19975"/>
                    <a:pt x="41936" y="20021"/>
                  </a:cubicBezTo>
                  <a:cubicBezTo>
                    <a:pt x="42013" y="20155"/>
                    <a:pt x="42217" y="20224"/>
                    <a:pt x="42357" y="20272"/>
                  </a:cubicBezTo>
                  <a:cubicBezTo>
                    <a:pt x="42468" y="20309"/>
                    <a:pt x="42544" y="20445"/>
                    <a:pt x="42472" y="20555"/>
                  </a:cubicBezTo>
                  <a:cubicBezTo>
                    <a:pt x="42301" y="20813"/>
                    <a:pt x="42161" y="21124"/>
                    <a:pt x="42106" y="21429"/>
                  </a:cubicBezTo>
                  <a:cubicBezTo>
                    <a:pt x="42085" y="21539"/>
                    <a:pt x="42087" y="21632"/>
                    <a:pt x="42210" y="21659"/>
                  </a:cubicBezTo>
                  <a:cubicBezTo>
                    <a:pt x="42340" y="21689"/>
                    <a:pt x="42465" y="21691"/>
                    <a:pt x="42584" y="21764"/>
                  </a:cubicBezTo>
                  <a:cubicBezTo>
                    <a:pt x="42799" y="21898"/>
                    <a:pt x="42911" y="22130"/>
                    <a:pt x="43026" y="22346"/>
                  </a:cubicBezTo>
                  <a:cubicBezTo>
                    <a:pt x="43099" y="22483"/>
                    <a:pt x="43221" y="22651"/>
                    <a:pt x="43374" y="22712"/>
                  </a:cubicBezTo>
                  <a:cubicBezTo>
                    <a:pt x="43422" y="22554"/>
                    <a:pt x="43495" y="22403"/>
                    <a:pt x="43590" y="22264"/>
                  </a:cubicBezTo>
                  <a:cubicBezTo>
                    <a:pt x="43441" y="21901"/>
                    <a:pt x="43420" y="21498"/>
                    <a:pt x="43521" y="21116"/>
                  </a:cubicBezTo>
                  <a:cubicBezTo>
                    <a:pt x="43552" y="21001"/>
                    <a:pt x="43670" y="20947"/>
                    <a:pt x="43781" y="20970"/>
                  </a:cubicBezTo>
                  <a:cubicBezTo>
                    <a:pt x="43982" y="21009"/>
                    <a:pt x="44216" y="21061"/>
                    <a:pt x="44415" y="20981"/>
                  </a:cubicBezTo>
                  <a:cubicBezTo>
                    <a:pt x="44538" y="20932"/>
                    <a:pt x="44670" y="20797"/>
                    <a:pt x="44629" y="20655"/>
                  </a:cubicBezTo>
                  <a:cubicBezTo>
                    <a:pt x="44605" y="20579"/>
                    <a:pt x="44547" y="20510"/>
                    <a:pt x="44512" y="20438"/>
                  </a:cubicBezTo>
                  <a:cubicBezTo>
                    <a:pt x="44469" y="20352"/>
                    <a:pt x="44440" y="20265"/>
                    <a:pt x="44436" y="20168"/>
                  </a:cubicBezTo>
                  <a:cubicBezTo>
                    <a:pt x="44430" y="20021"/>
                    <a:pt x="44495" y="19887"/>
                    <a:pt x="44590" y="19779"/>
                  </a:cubicBezTo>
                  <a:cubicBezTo>
                    <a:pt x="44754" y="19590"/>
                    <a:pt x="45031" y="19500"/>
                    <a:pt x="45169" y="19307"/>
                  </a:cubicBezTo>
                  <a:cubicBezTo>
                    <a:pt x="45252" y="19190"/>
                    <a:pt x="45237" y="18996"/>
                    <a:pt x="45265" y="18851"/>
                  </a:cubicBezTo>
                  <a:cubicBezTo>
                    <a:pt x="45301" y="18673"/>
                    <a:pt x="45407" y="18511"/>
                    <a:pt x="45567" y="18418"/>
                  </a:cubicBezTo>
                  <a:cubicBezTo>
                    <a:pt x="45754" y="18308"/>
                    <a:pt x="45978" y="18297"/>
                    <a:pt x="46195" y="18327"/>
                  </a:cubicBezTo>
                  <a:cubicBezTo>
                    <a:pt x="46214" y="18158"/>
                    <a:pt x="46296" y="17996"/>
                    <a:pt x="46422" y="17871"/>
                  </a:cubicBezTo>
                  <a:cubicBezTo>
                    <a:pt x="46669" y="17629"/>
                    <a:pt x="47032" y="17592"/>
                    <a:pt x="47359" y="17566"/>
                  </a:cubicBezTo>
                  <a:cubicBezTo>
                    <a:pt x="47488" y="17557"/>
                    <a:pt x="47597" y="17706"/>
                    <a:pt x="47557" y="17825"/>
                  </a:cubicBezTo>
                  <a:cubicBezTo>
                    <a:pt x="47555" y="17836"/>
                    <a:pt x="47551" y="17843"/>
                    <a:pt x="47549" y="17847"/>
                  </a:cubicBezTo>
                  <a:cubicBezTo>
                    <a:pt x="47557" y="17867"/>
                    <a:pt x="47573" y="17890"/>
                    <a:pt x="47586" y="17905"/>
                  </a:cubicBezTo>
                  <a:cubicBezTo>
                    <a:pt x="47627" y="17955"/>
                    <a:pt x="47677" y="17994"/>
                    <a:pt x="47726" y="18031"/>
                  </a:cubicBezTo>
                  <a:cubicBezTo>
                    <a:pt x="47839" y="18126"/>
                    <a:pt x="47953" y="18219"/>
                    <a:pt x="48066" y="18314"/>
                  </a:cubicBezTo>
                  <a:cubicBezTo>
                    <a:pt x="48302" y="18511"/>
                    <a:pt x="48538" y="18710"/>
                    <a:pt x="48775" y="18909"/>
                  </a:cubicBezTo>
                  <a:cubicBezTo>
                    <a:pt x="48821" y="18946"/>
                    <a:pt x="48832" y="19013"/>
                    <a:pt x="48823" y="19069"/>
                  </a:cubicBezTo>
                  <a:cubicBezTo>
                    <a:pt x="48873" y="18993"/>
                    <a:pt x="48933" y="18922"/>
                    <a:pt x="48989" y="18848"/>
                  </a:cubicBezTo>
                  <a:cubicBezTo>
                    <a:pt x="49024" y="18799"/>
                    <a:pt x="49076" y="18738"/>
                    <a:pt x="49080" y="18675"/>
                  </a:cubicBezTo>
                  <a:cubicBezTo>
                    <a:pt x="49083" y="18621"/>
                    <a:pt x="49044" y="18567"/>
                    <a:pt x="49015" y="18522"/>
                  </a:cubicBezTo>
                  <a:cubicBezTo>
                    <a:pt x="48914" y="18370"/>
                    <a:pt x="48810" y="18230"/>
                    <a:pt x="48810" y="18037"/>
                  </a:cubicBezTo>
                  <a:cubicBezTo>
                    <a:pt x="48810" y="17938"/>
                    <a:pt x="48845" y="17836"/>
                    <a:pt x="48914" y="17761"/>
                  </a:cubicBezTo>
                  <a:cubicBezTo>
                    <a:pt x="48983" y="17687"/>
                    <a:pt x="49072" y="17659"/>
                    <a:pt x="49163" y="17624"/>
                  </a:cubicBezTo>
                  <a:cubicBezTo>
                    <a:pt x="49247" y="17590"/>
                    <a:pt x="49305" y="17521"/>
                    <a:pt x="49314" y="17438"/>
                  </a:cubicBezTo>
                  <a:cubicBezTo>
                    <a:pt x="49318" y="17412"/>
                    <a:pt x="49316" y="17386"/>
                    <a:pt x="49308" y="17356"/>
                  </a:cubicBezTo>
                  <a:cubicBezTo>
                    <a:pt x="49260" y="17166"/>
                    <a:pt x="49500" y="17021"/>
                    <a:pt x="49641" y="17163"/>
                  </a:cubicBezTo>
                  <a:cubicBezTo>
                    <a:pt x="49662" y="17183"/>
                    <a:pt x="49682" y="17202"/>
                    <a:pt x="49703" y="17220"/>
                  </a:cubicBezTo>
                  <a:cubicBezTo>
                    <a:pt x="49851" y="17347"/>
                    <a:pt x="50034" y="17423"/>
                    <a:pt x="50231" y="17434"/>
                  </a:cubicBezTo>
                  <a:cubicBezTo>
                    <a:pt x="50313" y="17440"/>
                    <a:pt x="50406" y="17492"/>
                    <a:pt x="50422" y="17579"/>
                  </a:cubicBezTo>
                  <a:cubicBezTo>
                    <a:pt x="50538" y="18204"/>
                    <a:pt x="50822" y="18820"/>
                    <a:pt x="51272" y="19273"/>
                  </a:cubicBezTo>
                  <a:cubicBezTo>
                    <a:pt x="51412" y="19415"/>
                    <a:pt x="51626" y="19575"/>
                    <a:pt x="51828" y="19463"/>
                  </a:cubicBezTo>
                  <a:cubicBezTo>
                    <a:pt x="52059" y="19337"/>
                    <a:pt x="51797" y="19033"/>
                    <a:pt x="51748" y="18870"/>
                  </a:cubicBezTo>
                  <a:cubicBezTo>
                    <a:pt x="51685" y="18654"/>
                    <a:pt x="51739" y="18368"/>
                    <a:pt x="51947" y="18249"/>
                  </a:cubicBezTo>
                  <a:cubicBezTo>
                    <a:pt x="52089" y="18169"/>
                    <a:pt x="52239" y="18210"/>
                    <a:pt x="52375" y="18278"/>
                  </a:cubicBezTo>
                  <a:cubicBezTo>
                    <a:pt x="52392" y="18286"/>
                    <a:pt x="52438" y="18314"/>
                    <a:pt x="52442" y="18314"/>
                  </a:cubicBezTo>
                  <a:cubicBezTo>
                    <a:pt x="52490" y="18308"/>
                    <a:pt x="52578" y="18187"/>
                    <a:pt x="52613" y="18156"/>
                  </a:cubicBezTo>
                  <a:cubicBezTo>
                    <a:pt x="52742" y="18035"/>
                    <a:pt x="52870" y="17914"/>
                    <a:pt x="52998" y="17791"/>
                  </a:cubicBezTo>
                  <a:cubicBezTo>
                    <a:pt x="53099" y="17696"/>
                    <a:pt x="53218" y="17603"/>
                    <a:pt x="53301" y="17492"/>
                  </a:cubicBezTo>
                  <a:cubicBezTo>
                    <a:pt x="53448" y="17296"/>
                    <a:pt x="53283" y="17081"/>
                    <a:pt x="53201" y="16893"/>
                  </a:cubicBezTo>
                  <a:cubicBezTo>
                    <a:pt x="53099" y="16653"/>
                    <a:pt x="53065" y="16391"/>
                    <a:pt x="53229" y="16169"/>
                  </a:cubicBezTo>
                  <a:cubicBezTo>
                    <a:pt x="53331" y="16032"/>
                    <a:pt x="53480" y="15937"/>
                    <a:pt x="53644" y="15905"/>
                  </a:cubicBezTo>
                  <a:cubicBezTo>
                    <a:pt x="53627" y="15760"/>
                    <a:pt x="53642" y="15613"/>
                    <a:pt x="53701" y="15481"/>
                  </a:cubicBezTo>
                  <a:cubicBezTo>
                    <a:pt x="53805" y="15253"/>
                    <a:pt x="54036" y="15160"/>
                    <a:pt x="54237" y="15039"/>
                  </a:cubicBezTo>
                  <a:cubicBezTo>
                    <a:pt x="54549" y="14849"/>
                    <a:pt x="54964" y="14596"/>
                    <a:pt x="55059" y="14217"/>
                  </a:cubicBezTo>
                  <a:cubicBezTo>
                    <a:pt x="55152" y="13841"/>
                    <a:pt x="55018" y="13447"/>
                    <a:pt x="55113" y="13067"/>
                  </a:cubicBezTo>
                  <a:cubicBezTo>
                    <a:pt x="55213" y="12664"/>
                    <a:pt x="55544" y="12463"/>
                    <a:pt x="55860" y="12238"/>
                  </a:cubicBezTo>
                  <a:cubicBezTo>
                    <a:pt x="56026" y="12121"/>
                    <a:pt x="56255" y="11868"/>
                    <a:pt x="56236" y="11641"/>
                  </a:cubicBezTo>
                  <a:cubicBezTo>
                    <a:pt x="56204" y="11611"/>
                    <a:pt x="56186" y="11568"/>
                    <a:pt x="56201" y="11520"/>
                  </a:cubicBezTo>
                  <a:cubicBezTo>
                    <a:pt x="56186" y="11494"/>
                    <a:pt x="56169" y="11470"/>
                    <a:pt x="56145" y="11447"/>
                  </a:cubicBezTo>
                  <a:cubicBezTo>
                    <a:pt x="56074" y="11375"/>
                    <a:pt x="56173" y="11235"/>
                    <a:pt x="56258" y="11301"/>
                  </a:cubicBezTo>
                  <a:cubicBezTo>
                    <a:pt x="56264" y="11304"/>
                    <a:pt x="56268" y="11308"/>
                    <a:pt x="56271" y="11312"/>
                  </a:cubicBezTo>
                  <a:cubicBezTo>
                    <a:pt x="56329" y="11142"/>
                    <a:pt x="56389" y="10975"/>
                    <a:pt x="56452" y="10810"/>
                  </a:cubicBezTo>
                  <a:cubicBezTo>
                    <a:pt x="56537" y="10585"/>
                    <a:pt x="56610" y="10354"/>
                    <a:pt x="56662" y="10118"/>
                  </a:cubicBezTo>
                  <a:cubicBezTo>
                    <a:pt x="56757" y="9684"/>
                    <a:pt x="56790" y="9218"/>
                    <a:pt x="57062" y="8849"/>
                  </a:cubicBezTo>
                  <a:cubicBezTo>
                    <a:pt x="57166" y="8708"/>
                    <a:pt x="57294" y="8580"/>
                    <a:pt x="57452" y="8500"/>
                  </a:cubicBezTo>
                  <a:cubicBezTo>
                    <a:pt x="57609" y="8420"/>
                    <a:pt x="57772" y="8399"/>
                    <a:pt x="57947" y="8388"/>
                  </a:cubicBezTo>
                  <a:cubicBezTo>
                    <a:pt x="58049" y="8381"/>
                    <a:pt x="58220" y="8392"/>
                    <a:pt x="58293" y="8301"/>
                  </a:cubicBezTo>
                  <a:cubicBezTo>
                    <a:pt x="58352" y="8223"/>
                    <a:pt x="58304" y="8109"/>
                    <a:pt x="58267" y="8022"/>
                  </a:cubicBezTo>
                  <a:cubicBezTo>
                    <a:pt x="58152" y="7748"/>
                    <a:pt x="57981" y="7471"/>
                    <a:pt x="58127" y="7172"/>
                  </a:cubicBezTo>
                  <a:cubicBezTo>
                    <a:pt x="58207" y="7014"/>
                    <a:pt x="58362" y="6932"/>
                    <a:pt x="58319" y="6737"/>
                  </a:cubicBezTo>
                  <a:cubicBezTo>
                    <a:pt x="58276" y="6553"/>
                    <a:pt x="58233" y="6387"/>
                    <a:pt x="58269" y="6195"/>
                  </a:cubicBezTo>
                  <a:cubicBezTo>
                    <a:pt x="58328" y="5872"/>
                    <a:pt x="58591" y="5576"/>
                    <a:pt x="58933" y="5565"/>
                  </a:cubicBezTo>
                  <a:cubicBezTo>
                    <a:pt x="59262" y="5554"/>
                    <a:pt x="59600" y="5827"/>
                    <a:pt x="59597" y="6168"/>
                  </a:cubicBezTo>
                  <a:cubicBezTo>
                    <a:pt x="59595" y="6333"/>
                    <a:pt x="59513" y="6484"/>
                    <a:pt x="59431" y="6621"/>
                  </a:cubicBezTo>
                  <a:cubicBezTo>
                    <a:pt x="59390" y="6690"/>
                    <a:pt x="59271" y="6837"/>
                    <a:pt x="59316" y="6915"/>
                  </a:cubicBezTo>
                  <a:cubicBezTo>
                    <a:pt x="59364" y="6997"/>
                    <a:pt x="59533" y="6999"/>
                    <a:pt x="59615" y="7019"/>
                  </a:cubicBezTo>
                  <a:cubicBezTo>
                    <a:pt x="59771" y="7055"/>
                    <a:pt x="59902" y="7120"/>
                    <a:pt x="59995" y="7254"/>
                  </a:cubicBezTo>
                  <a:cubicBezTo>
                    <a:pt x="60026" y="7302"/>
                    <a:pt x="60030" y="7391"/>
                    <a:pt x="59995" y="7440"/>
                  </a:cubicBezTo>
                  <a:cubicBezTo>
                    <a:pt x="59690" y="7832"/>
                    <a:pt x="59526" y="8321"/>
                    <a:pt x="59546" y="8812"/>
                  </a:cubicBezTo>
                  <a:cubicBezTo>
                    <a:pt x="59669" y="8743"/>
                    <a:pt x="59807" y="8701"/>
                    <a:pt x="59948" y="8684"/>
                  </a:cubicBezTo>
                  <a:cubicBezTo>
                    <a:pt x="60075" y="8669"/>
                    <a:pt x="60194" y="8686"/>
                    <a:pt x="60318" y="8702"/>
                  </a:cubicBezTo>
                  <a:cubicBezTo>
                    <a:pt x="60391" y="8712"/>
                    <a:pt x="60512" y="8740"/>
                    <a:pt x="60567" y="8676"/>
                  </a:cubicBezTo>
                  <a:cubicBezTo>
                    <a:pt x="60621" y="8613"/>
                    <a:pt x="60603" y="8487"/>
                    <a:pt x="60599" y="8412"/>
                  </a:cubicBezTo>
                  <a:cubicBezTo>
                    <a:pt x="60592" y="8297"/>
                    <a:pt x="60586" y="8189"/>
                    <a:pt x="60612" y="8076"/>
                  </a:cubicBezTo>
                  <a:cubicBezTo>
                    <a:pt x="60659" y="7866"/>
                    <a:pt x="60815" y="7672"/>
                    <a:pt x="61045" y="7681"/>
                  </a:cubicBezTo>
                  <a:cubicBezTo>
                    <a:pt x="61129" y="7685"/>
                    <a:pt x="61198" y="7737"/>
                    <a:pt x="61222" y="7815"/>
                  </a:cubicBezTo>
                  <a:cubicBezTo>
                    <a:pt x="61272" y="7972"/>
                    <a:pt x="61499" y="8018"/>
                    <a:pt x="61635" y="7960"/>
                  </a:cubicBezTo>
                  <a:cubicBezTo>
                    <a:pt x="61698" y="7933"/>
                    <a:pt x="61780" y="7847"/>
                    <a:pt x="61756" y="7782"/>
                  </a:cubicBezTo>
                  <a:cubicBezTo>
                    <a:pt x="61735" y="7730"/>
                    <a:pt x="61616" y="7691"/>
                    <a:pt x="61546" y="7661"/>
                  </a:cubicBezTo>
                  <a:cubicBezTo>
                    <a:pt x="61300" y="7561"/>
                    <a:pt x="61038" y="7384"/>
                    <a:pt x="61111" y="7075"/>
                  </a:cubicBezTo>
                  <a:cubicBezTo>
                    <a:pt x="61159" y="6869"/>
                    <a:pt x="61341" y="6731"/>
                    <a:pt x="61536" y="6646"/>
                  </a:cubicBezTo>
                  <a:cubicBezTo>
                    <a:pt x="61529" y="6601"/>
                    <a:pt x="61527" y="6554"/>
                    <a:pt x="61531" y="6508"/>
                  </a:cubicBezTo>
                  <a:cubicBezTo>
                    <a:pt x="61555" y="6309"/>
                    <a:pt x="61672" y="6186"/>
                    <a:pt x="61823" y="6065"/>
                  </a:cubicBezTo>
                  <a:cubicBezTo>
                    <a:pt x="61929" y="5982"/>
                    <a:pt x="62020" y="5913"/>
                    <a:pt x="61970" y="5770"/>
                  </a:cubicBezTo>
                  <a:cubicBezTo>
                    <a:pt x="61916" y="5619"/>
                    <a:pt x="61817" y="5491"/>
                    <a:pt x="61793" y="5329"/>
                  </a:cubicBezTo>
                  <a:cubicBezTo>
                    <a:pt x="61769" y="5171"/>
                    <a:pt x="61819" y="5016"/>
                    <a:pt x="61934" y="4905"/>
                  </a:cubicBezTo>
                  <a:cubicBezTo>
                    <a:pt x="62037" y="4804"/>
                    <a:pt x="62169" y="4750"/>
                    <a:pt x="62286" y="4674"/>
                  </a:cubicBezTo>
                  <a:cubicBezTo>
                    <a:pt x="62424" y="4587"/>
                    <a:pt x="62405" y="4483"/>
                    <a:pt x="62422" y="4330"/>
                  </a:cubicBezTo>
                  <a:cubicBezTo>
                    <a:pt x="62440" y="4159"/>
                    <a:pt x="62515" y="4020"/>
                    <a:pt x="62656" y="3919"/>
                  </a:cubicBezTo>
                  <a:cubicBezTo>
                    <a:pt x="62803" y="3815"/>
                    <a:pt x="62998" y="3780"/>
                    <a:pt x="63171" y="3822"/>
                  </a:cubicBezTo>
                  <a:cubicBezTo>
                    <a:pt x="63186" y="3700"/>
                    <a:pt x="63201" y="3577"/>
                    <a:pt x="63214" y="3454"/>
                  </a:cubicBezTo>
                  <a:cubicBezTo>
                    <a:pt x="63227" y="3341"/>
                    <a:pt x="63314" y="3257"/>
                    <a:pt x="63435" y="3285"/>
                  </a:cubicBezTo>
                  <a:cubicBezTo>
                    <a:pt x="63644" y="3337"/>
                    <a:pt x="63854" y="3389"/>
                    <a:pt x="64064" y="3441"/>
                  </a:cubicBezTo>
                  <a:cubicBezTo>
                    <a:pt x="64155" y="3463"/>
                    <a:pt x="64248" y="3486"/>
                    <a:pt x="64339" y="3508"/>
                  </a:cubicBezTo>
                  <a:cubicBezTo>
                    <a:pt x="64333" y="3504"/>
                    <a:pt x="64326" y="3501"/>
                    <a:pt x="64320" y="3495"/>
                  </a:cubicBezTo>
                  <a:cubicBezTo>
                    <a:pt x="64207" y="3419"/>
                    <a:pt x="64131" y="3294"/>
                    <a:pt x="64107" y="3158"/>
                  </a:cubicBezTo>
                  <a:cubicBezTo>
                    <a:pt x="64082" y="3015"/>
                    <a:pt x="64097" y="2870"/>
                    <a:pt x="64131" y="2729"/>
                  </a:cubicBezTo>
                  <a:cubicBezTo>
                    <a:pt x="64162" y="2597"/>
                    <a:pt x="64201" y="2428"/>
                    <a:pt x="64322" y="2349"/>
                  </a:cubicBezTo>
                  <a:cubicBezTo>
                    <a:pt x="64495" y="2236"/>
                    <a:pt x="64692" y="2374"/>
                    <a:pt x="64849" y="2450"/>
                  </a:cubicBezTo>
                  <a:cubicBezTo>
                    <a:pt x="64975" y="2511"/>
                    <a:pt x="65103" y="2571"/>
                    <a:pt x="65230" y="2636"/>
                  </a:cubicBezTo>
                  <a:cubicBezTo>
                    <a:pt x="65267" y="2472"/>
                    <a:pt x="65306" y="2312"/>
                    <a:pt x="65353" y="2154"/>
                  </a:cubicBezTo>
                  <a:cubicBezTo>
                    <a:pt x="65284" y="2098"/>
                    <a:pt x="65247" y="1987"/>
                    <a:pt x="65321" y="1898"/>
                  </a:cubicBezTo>
                  <a:cubicBezTo>
                    <a:pt x="65394" y="1808"/>
                    <a:pt x="65462" y="1715"/>
                    <a:pt x="65524" y="1620"/>
                  </a:cubicBezTo>
                  <a:cubicBezTo>
                    <a:pt x="65712" y="1334"/>
                    <a:pt x="65853" y="1018"/>
                    <a:pt x="65946" y="685"/>
                  </a:cubicBezTo>
                  <a:cubicBezTo>
                    <a:pt x="65976" y="581"/>
                    <a:pt x="66097" y="532"/>
                    <a:pt x="66191" y="586"/>
                  </a:cubicBezTo>
                  <a:cubicBezTo>
                    <a:pt x="66251" y="620"/>
                    <a:pt x="66310" y="653"/>
                    <a:pt x="66370" y="687"/>
                  </a:cubicBezTo>
                  <a:cubicBezTo>
                    <a:pt x="66392" y="516"/>
                    <a:pt x="66416" y="343"/>
                    <a:pt x="66439" y="170"/>
                  </a:cubicBezTo>
                  <a:cubicBezTo>
                    <a:pt x="66452" y="81"/>
                    <a:pt x="66508" y="1"/>
                    <a:pt x="66606" y="2"/>
                  </a:cubicBezTo>
                  <a:cubicBezTo>
                    <a:pt x="66872" y="8"/>
                    <a:pt x="67008" y="211"/>
                    <a:pt x="67090" y="439"/>
                  </a:cubicBezTo>
                  <a:cubicBezTo>
                    <a:pt x="67147" y="603"/>
                    <a:pt x="67173" y="819"/>
                    <a:pt x="67298" y="953"/>
                  </a:cubicBezTo>
                  <a:cubicBezTo>
                    <a:pt x="67391" y="1055"/>
                    <a:pt x="67555" y="1031"/>
                    <a:pt x="67677" y="1070"/>
                  </a:cubicBezTo>
                  <a:cubicBezTo>
                    <a:pt x="67808" y="1113"/>
                    <a:pt x="67917" y="1189"/>
                    <a:pt x="68001" y="1297"/>
                  </a:cubicBezTo>
                  <a:cubicBezTo>
                    <a:pt x="68168" y="1511"/>
                    <a:pt x="68217" y="1805"/>
                    <a:pt x="68152" y="2067"/>
                  </a:cubicBezTo>
                  <a:cubicBezTo>
                    <a:pt x="68103" y="2266"/>
                    <a:pt x="68001" y="2441"/>
                    <a:pt x="67880" y="2602"/>
                  </a:cubicBezTo>
                  <a:cubicBezTo>
                    <a:pt x="68085" y="2597"/>
                    <a:pt x="68287" y="2593"/>
                    <a:pt x="68490" y="2588"/>
                  </a:cubicBezTo>
                  <a:cubicBezTo>
                    <a:pt x="68559" y="2586"/>
                    <a:pt x="68639" y="2641"/>
                    <a:pt x="68654" y="2710"/>
                  </a:cubicBezTo>
                  <a:cubicBezTo>
                    <a:pt x="68745" y="3190"/>
                    <a:pt x="68840" y="3670"/>
                    <a:pt x="68935" y="4148"/>
                  </a:cubicBezTo>
                  <a:cubicBezTo>
                    <a:pt x="69217" y="4077"/>
                    <a:pt x="69507" y="4072"/>
                    <a:pt x="69797" y="4122"/>
                  </a:cubicBezTo>
                  <a:cubicBezTo>
                    <a:pt x="69900" y="4140"/>
                    <a:pt x="69956" y="4285"/>
                    <a:pt x="69898" y="4367"/>
                  </a:cubicBezTo>
                  <a:cubicBezTo>
                    <a:pt x="69831" y="4464"/>
                    <a:pt x="69764" y="4559"/>
                    <a:pt x="69697" y="4656"/>
                  </a:cubicBezTo>
                  <a:cubicBezTo>
                    <a:pt x="70060" y="4836"/>
                    <a:pt x="70261" y="5314"/>
                    <a:pt x="70076" y="5701"/>
                  </a:cubicBezTo>
                  <a:cubicBezTo>
                    <a:pt x="70049" y="5762"/>
                    <a:pt x="70009" y="5812"/>
                    <a:pt x="69965" y="5864"/>
                  </a:cubicBezTo>
                  <a:cubicBezTo>
                    <a:pt x="69937" y="5898"/>
                    <a:pt x="69868" y="5954"/>
                    <a:pt x="69872" y="6000"/>
                  </a:cubicBezTo>
                  <a:cubicBezTo>
                    <a:pt x="69874" y="6045"/>
                    <a:pt x="69991" y="6138"/>
                    <a:pt x="70017" y="6171"/>
                  </a:cubicBezTo>
                  <a:cubicBezTo>
                    <a:pt x="70067" y="6231"/>
                    <a:pt x="70114" y="6296"/>
                    <a:pt x="70155" y="6363"/>
                  </a:cubicBezTo>
                  <a:cubicBezTo>
                    <a:pt x="70251" y="6515"/>
                    <a:pt x="70320" y="6685"/>
                    <a:pt x="70363" y="6859"/>
                  </a:cubicBezTo>
                  <a:cubicBezTo>
                    <a:pt x="70590" y="6802"/>
                    <a:pt x="70794" y="6949"/>
                    <a:pt x="70887" y="7161"/>
                  </a:cubicBezTo>
                  <a:cubicBezTo>
                    <a:pt x="70995" y="7408"/>
                    <a:pt x="70997" y="7732"/>
                    <a:pt x="70956" y="7996"/>
                  </a:cubicBezTo>
                  <a:cubicBezTo>
                    <a:pt x="70932" y="8148"/>
                    <a:pt x="70865" y="8273"/>
                    <a:pt x="70791" y="8405"/>
                  </a:cubicBezTo>
                  <a:cubicBezTo>
                    <a:pt x="70774" y="8438"/>
                    <a:pt x="70731" y="8500"/>
                    <a:pt x="70740" y="8541"/>
                  </a:cubicBezTo>
                  <a:cubicBezTo>
                    <a:pt x="70742" y="8546"/>
                    <a:pt x="70746" y="8552"/>
                    <a:pt x="70752" y="8557"/>
                  </a:cubicBezTo>
                  <a:cubicBezTo>
                    <a:pt x="70856" y="8500"/>
                    <a:pt x="71010" y="8602"/>
                    <a:pt x="71001" y="8719"/>
                  </a:cubicBezTo>
                  <a:cubicBezTo>
                    <a:pt x="70997" y="8764"/>
                    <a:pt x="70993" y="8807"/>
                    <a:pt x="70988" y="8849"/>
                  </a:cubicBezTo>
                  <a:cubicBezTo>
                    <a:pt x="70975" y="8974"/>
                    <a:pt x="70952" y="9097"/>
                    <a:pt x="70919" y="9219"/>
                  </a:cubicBezTo>
                  <a:cubicBezTo>
                    <a:pt x="71049" y="9244"/>
                    <a:pt x="71170" y="9309"/>
                    <a:pt x="71270" y="9402"/>
                  </a:cubicBezTo>
                  <a:cubicBezTo>
                    <a:pt x="71445" y="9567"/>
                    <a:pt x="71518" y="9803"/>
                    <a:pt x="71538" y="10036"/>
                  </a:cubicBezTo>
                  <a:cubicBezTo>
                    <a:pt x="71557" y="10246"/>
                    <a:pt x="71546" y="10479"/>
                    <a:pt x="71495" y="10683"/>
                  </a:cubicBezTo>
                  <a:cubicBezTo>
                    <a:pt x="71443" y="10891"/>
                    <a:pt x="71328" y="11018"/>
                    <a:pt x="71155" y="11135"/>
                  </a:cubicBezTo>
                  <a:cubicBezTo>
                    <a:pt x="71112" y="11163"/>
                    <a:pt x="71081" y="11183"/>
                    <a:pt x="71097" y="11230"/>
                  </a:cubicBezTo>
                  <a:cubicBezTo>
                    <a:pt x="71120" y="11293"/>
                    <a:pt x="71203" y="11349"/>
                    <a:pt x="71252" y="11390"/>
                  </a:cubicBezTo>
                  <a:cubicBezTo>
                    <a:pt x="71375" y="11496"/>
                    <a:pt x="71514" y="11596"/>
                    <a:pt x="71592" y="11743"/>
                  </a:cubicBezTo>
                  <a:cubicBezTo>
                    <a:pt x="71739" y="12020"/>
                    <a:pt x="71654" y="12340"/>
                    <a:pt x="71570" y="12623"/>
                  </a:cubicBezTo>
                  <a:cubicBezTo>
                    <a:pt x="71512" y="12814"/>
                    <a:pt x="71389" y="13101"/>
                    <a:pt x="71486" y="13302"/>
                  </a:cubicBezTo>
                  <a:cubicBezTo>
                    <a:pt x="71717" y="13196"/>
                    <a:pt x="71873" y="12943"/>
                    <a:pt x="72120" y="12852"/>
                  </a:cubicBezTo>
                  <a:cubicBezTo>
                    <a:pt x="72423" y="12736"/>
                    <a:pt x="72736" y="12894"/>
                    <a:pt x="72901" y="13157"/>
                  </a:cubicBezTo>
                  <a:cubicBezTo>
                    <a:pt x="73082" y="13439"/>
                    <a:pt x="73046" y="13787"/>
                    <a:pt x="72840" y="14044"/>
                  </a:cubicBezTo>
                  <a:cubicBezTo>
                    <a:pt x="72675" y="14250"/>
                    <a:pt x="72420" y="14380"/>
                    <a:pt x="72159" y="14421"/>
                  </a:cubicBezTo>
                  <a:cubicBezTo>
                    <a:pt x="72187" y="14600"/>
                    <a:pt x="72422" y="14739"/>
                    <a:pt x="72554" y="14834"/>
                  </a:cubicBezTo>
                  <a:cubicBezTo>
                    <a:pt x="72773" y="14992"/>
                    <a:pt x="72965" y="15161"/>
                    <a:pt x="73108" y="15398"/>
                  </a:cubicBezTo>
                  <a:cubicBezTo>
                    <a:pt x="73346" y="15790"/>
                    <a:pt x="73426" y="16281"/>
                    <a:pt x="73314" y="16727"/>
                  </a:cubicBezTo>
                  <a:cubicBezTo>
                    <a:pt x="73588" y="16776"/>
                    <a:pt x="73829" y="16978"/>
                    <a:pt x="73922" y="17248"/>
                  </a:cubicBezTo>
                  <a:cubicBezTo>
                    <a:pt x="74058" y="17641"/>
                    <a:pt x="73770" y="17985"/>
                    <a:pt x="73599" y="18310"/>
                  </a:cubicBezTo>
                  <a:cubicBezTo>
                    <a:pt x="73528" y="18446"/>
                    <a:pt x="73457" y="18611"/>
                    <a:pt x="73487" y="18768"/>
                  </a:cubicBezTo>
                  <a:cubicBezTo>
                    <a:pt x="73515" y="18911"/>
                    <a:pt x="73647" y="18963"/>
                    <a:pt x="73772" y="19002"/>
                  </a:cubicBezTo>
                  <a:cubicBezTo>
                    <a:pt x="74099" y="19099"/>
                    <a:pt x="74441" y="19195"/>
                    <a:pt x="74490" y="19593"/>
                  </a:cubicBezTo>
                  <a:cubicBezTo>
                    <a:pt x="74512" y="19777"/>
                    <a:pt x="74451" y="19954"/>
                    <a:pt x="74454" y="20136"/>
                  </a:cubicBezTo>
                  <a:cubicBezTo>
                    <a:pt x="74456" y="20227"/>
                    <a:pt x="74488" y="20400"/>
                    <a:pt x="74605" y="20399"/>
                  </a:cubicBezTo>
                  <a:cubicBezTo>
                    <a:pt x="74718" y="20397"/>
                    <a:pt x="74826" y="20545"/>
                    <a:pt x="74746" y="20648"/>
                  </a:cubicBezTo>
                  <a:cubicBezTo>
                    <a:pt x="74324" y="21198"/>
                    <a:pt x="74162" y="21864"/>
                    <a:pt x="74108" y="22547"/>
                  </a:cubicBezTo>
                  <a:cubicBezTo>
                    <a:pt x="74108" y="22948"/>
                    <a:pt x="74107" y="23348"/>
                    <a:pt x="74112" y="23750"/>
                  </a:cubicBezTo>
                  <a:cubicBezTo>
                    <a:pt x="74136" y="23759"/>
                    <a:pt x="74162" y="23767"/>
                    <a:pt x="74196" y="23776"/>
                  </a:cubicBezTo>
                  <a:cubicBezTo>
                    <a:pt x="74350" y="23817"/>
                    <a:pt x="74514" y="23804"/>
                    <a:pt x="74670" y="23808"/>
                  </a:cubicBezTo>
                  <a:cubicBezTo>
                    <a:pt x="74956" y="23811"/>
                    <a:pt x="75226" y="23871"/>
                    <a:pt x="75473" y="24014"/>
                  </a:cubicBezTo>
                  <a:cubicBezTo>
                    <a:pt x="75578" y="24073"/>
                    <a:pt x="75672" y="24144"/>
                    <a:pt x="75764" y="24220"/>
                  </a:cubicBezTo>
                  <a:cubicBezTo>
                    <a:pt x="76020" y="23363"/>
                    <a:pt x="76232" y="22493"/>
                    <a:pt x="76627" y="21682"/>
                  </a:cubicBezTo>
                  <a:cubicBezTo>
                    <a:pt x="76764" y="21401"/>
                    <a:pt x="76907" y="21120"/>
                    <a:pt x="77069" y="20854"/>
                  </a:cubicBezTo>
                  <a:cubicBezTo>
                    <a:pt x="77238" y="20575"/>
                    <a:pt x="77430" y="20309"/>
                    <a:pt x="77620" y="20043"/>
                  </a:cubicBezTo>
                  <a:cubicBezTo>
                    <a:pt x="77934" y="19601"/>
                    <a:pt x="78256" y="19115"/>
                    <a:pt x="78736" y="18836"/>
                  </a:cubicBezTo>
                  <a:cubicBezTo>
                    <a:pt x="78983" y="18691"/>
                    <a:pt x="79254" y="18634"/>
                    <a:pt x="79539" y="18630"/>
                  </a:cubicBezTo>
                  <a:cubicBezTo>
                    <a:pt x="79697" y="18626"/>
                    <a:pt x="79859" y="18639"/>
                    <a:pt x="80013" y="18598"/>
                  </a:cubicBezTo>
                  <a:cubicBezTo>
                    <a:pt x="80099" y="18576"/>
                    <a:pt x="80140" y="18559"/>
                    <a:pt x="80218" y="18511"/>
                  </a:cubicBezTo>
                  <a:cubicBezTo>
                    <a:pt x="80484" y="18351"/>
                    <a:pt x="80653" y="18042"/>
                    <a:pt x="80800" y="17748"/>
                  </a:cubicBezTo>
                  <a:cubicBezTo>
                    <a:pt x="81058" y="17237"/>
                    <a:pt x="81376" y="16313"/>
                    <a:pt x="82064" y="16309"/>
                  </a:cubicBezTo>
                  <a:cubicBezTo>
                    <a:pt x="82241" y="16101"/>
                    <a:pt x="82557" y="16130"/>
                    <a:pt x="82766" y="16287"/>
                  </a:cubicBezTo>
                  <a:cubicBezTo>
                    <a:pt x="82864" y="16359"/>
                    <a:pt x="82929" y="16450"/>
                    <a:pt x="82974" y="16554"/>
                  </a:cubicBezTo>
                  <a:cubicBezTo>
                    <a:pt x="83022" y="16514"/>
                    <a:pt x="83091" y="16463"/>
                    <a:pt x="83112" y="16407"/>
                  </a:cubicBezTo>
                  <a:cubicBezTo>
                    <a:pt x="83128" y="16361"/>
                    <a:pt x="83097" y="16341"/>
                    <a:pt x="83054" y="16313"/>
                  </a:cubicBezTo>
                  <a:cubicBezTo>
                    <a:pt x="82881" y="16195"/>
                    <a:pt x="82766" y="16069"/>
                    <a:pt x="82714" y="15861"/>
                  </a:cubicBezTo>
                  <a:cubicBezTo>
                    <a:pt x="82663" y="15656"/>
                    <a:pt x="82652" y="15424"/>
                    <a:pt x="82671" y="15214"/>
                  </a:cubicBezTo>
                  <a:cubicBezTo>
                    <a:pt x="82691" y="14981"/>
                    <a:pt x="82764" y="14745"/>
                    <a:pt x="82939" y="14579"/>
                  </a:cubicBezTo>
                  <a:cubicBezTo>
                    <a:pt x="83039" y="14486"/>
                    <a:pt x="83160" y="14421"/>
                    <a:pt x="83288" y="14397"/>
                  </a:cubicBezTo>
                  <a:cubicBezTo>
                    <a:pt x="83257" y="14276"/>
                    <a:pt x="83234" y="14152"/>
                    <a:pt x="83221" y="14027"/>
                  </a:cubicBezTo>
                  <a:cubicBezTo>
                    <a:pt x="83216" y="13984"/>
                    <a:pt x="83212" y="13941"/>
                    <a:pt x="83208" y="13897"/>
                  </a:cubicBezTo>
                  <a:cubicBezTo>
                    <a:pt x="83199" y="13780"/>
                    <a:pt x="83351" y="13675"/>
                    <a:pt x="83457" y="13735"/>
                  </a:cubicBezTo>
                  <a:cubicBezTo>
                    <a:pt x="83463" y="13729"/>
                    <a:pt x="83467" y="13724"/>
                    <a:pt x="83469" y="13718"/>
                  </a:cubicBezTo>
                  <a:cubicBezTo>
                    <a:pt x="83478" y="13679"/>
                    <a:pt x="83435" y="13616"/>
                    <a:pt x="83417" y="13584"/>
                  </a:cubicBezTo>
                  <a:cubicBezTo>
                    <a:pt x="83344" y="13450"/>
                    <a:pt x="83277" y="13324"/>
                    <a:pt x="83253" y="13171"/>
                  </a:cubicBezTo>
                  <a:cubicBezTo>
                    <a:pt x="83212" y="12909"/>
                    <a:pt x="83216" y="12586"/>
                    <a:pt x="83322" y="12338"/>
                  </a:cubicBezTo>
                  <a:cubicBezTo>
                    <a:pt x="83415" y="12126"/>
                    <a:pt x="83619" y="11979"/>
                    <a:pt x="83846" y="12037"/>
                  </a:cubicBezTo>
                  <a:cubicBezTo>
                    <a:pt x="83889" y="11862"/>
                    <a:pt x="83960" y="11693"/>
                    <a:pt x="84054" y="11540"/>
                  </a:cubicBezTo>
                  <a:cubicBezTo>
                    <a:pt x="84095" y="11474"/>
                    <a:pt x="84142" y="11408"/>
                    <a:pt x="84192" y="11347"/>
                  </a:cubicBezTo>
                  <a:cubicBezTo>
                    <a:pt x="84218" y="11315"/>
                    <a:pt x="84335" y="11222"/>
                    <a:pt x="84337" y="11176"/>
                  </a:cubicBezTo>
                  <a:cubicBezTo>
                    <a:pt x="84341" y="11131"/>
                    <a:pt x="84272" y="11076"/>
                    <a:pt x="84244" y="11042"/>
                  </a:cubicBezTo>
                  <a:cubicBezTo>
                    <a:pt x="84200" y="10990"/>
                    <a:pt x="84160" y="10938"/>
                    <a:pt x="84131" y="10878"/>
                  </a:cubicBezTo>
                  <a:cubicBezTo>
                    <a:pt x="83948" y="10492"/>
                    <a:pt x="84149" y="10014"/>
                    <a:pt x="84512" y="9831"/>
                  </a:cubicBezTo>
                  <a:cubicBezTo>
                    <a:pt x="84445" y="9736"/>
                    <a:pt x="84378" y="9642"/>
                    <a:pt x="84311" y="9545"/>
                  </a:cubicBezTo>
                  <a:cubicBezTo>
                    <a:pt x="84253" y="9463"/>
                    <a:pt x="84309" y="9318"/>
                    <a:pt x="84412" y="9299"/>
                  </a:cubicBezTo>
                  <a:cubicBezTo>
                    <a:pt x="84700" y="9249"/>
                    <a:pt x="84992" y="9255"/>
                    <a:pt x="85274" y="9325"/>
                  </a:cubicBezTo>
                  <a:cubicBezTo>
                    <a:pt x="85369" y="8848"/>
                    <a:pt x="85464" y="8368"/>
                    <a:pt x="85555" y="7888"/>
                  </a:cubicBezTo>
                  <a:cubicBezTo>
                    <a:pt x="85568" y="7819"/>
                    <a:pt x="85648" y="7763"/>
                    <a:pt x="85719" y="7765"/>
                  </a:cubicBezTo>
                  <a:cubicBezTo>
                    <a:pt x="85922" y="7771"/>
                    <a:pt x="86124" y="7774"/>
                    <a:pt x="86329" y="7782"/>
                  </a:cubicBezTo>
                  <a:cubicBezTo>
                    <a:pt x="86206" y="7618"/>
                    <a:pt x="86104" y="7443"/>
                    <a:pt x="86057" y="7246"/>
                  </a:cubicBezTo>
                  <a:cubicBezTo>
                    <a:pt x="85992" y="6982"/>
                    <a:pt x="86039" y="6688"/>
                    <a:pt x="86208" y="6474"/>
                  </a:cubicBezTo>
                  <a:cubicBezTo>
                    <a:pt x="86292" y="6367"/>
                    <a:pt x="86401" y="6290"/>
                    <a:pt x="86532" y="6248"/>
                  </a:cubicBezTo>
                  <a:cubicBezTo>
                    <a:pt x="86654" y="6208"/>
                    <a:pt x="86816" y="6233"/>
                    <a:pt x="86911" y="6130"/>
                  </a:cubicBezTo>
                  <a:cubicBezTo>
                    <a:pt x="87034" y="5996"/>
                    <a:pt x="87060" y="5783"/>
                    <a:pt x="87119" y="5617"/>
                  </a:cubicBezTo>
                  <a:cubicBezTo>
                    <a:pt x="87201" y="5388"/>
                    <a:pt x="87335" y="5186"/>
                    <a:pt x="87603" y="5180"/>
                  </a:cubicBezTo>
                  <a:cubicBezTo>
                    <a:pt x="87701" y="5178"/>
                    <a:pt x="87757" y="5258"/>
                    <a:pt x="87768" y="5347"/>
                  </a:cubicBezTo>
                  <a:cubicBezTo>
                    <a:pt x="87793" y="5519"/>
                    <a:pt x="87815" y="5693"/>
                    <a:pt x="87839" y="5866"/>
                  </a:cubicBezTo>
                  <a:cubicBezTo>
                    <a:pt x="87899" y="5831"/>
                    <a:pt x="87958" y="5797"/>
                    <a:pt x="88018" y="5764"/>
                  </a:cubicBezTo>
                  <a:cubicBezTo>
                    <a:pt x="88111" y="5710"/>
                    <a:pt x="88233" y="5758"/>
                    <a:pt x="88263" y="5864"/>
                  </a:cubicBezTo>
                  <a:cubicBezTo>
                    <a:pt x="88354" y="6195"/>
                    <a:pt x="88496" y="6512"/>
                    <a:pt x="88683" y="6798"/>
                  </a:cubicBezTo>
                  <a:cubicBezTo>
                    <a:pt x="88747" y="6893"/>
                    <a:pt x="88815" y="6986"/>
                    <a:pt x="88888" y="7075"/>
                  </a:cubicBezTo>
                  <a:cubicBezTo>
                    <a:pt x="88960" y="7164"/>
                    <a:pt x="88925" y="7276"/>
                    <a:pt x="88854" y="7332"/>
                  </a:cubicBezTo>
                  <a:cubicBezTo>
                    <a:pt x="88903" y="7490"/>
                    <a:pt x="88942" y="7650"/>
                    <a:pt x="88979" y="7813"/>
                  </a:cubicBezTo>
                  <a:cubicBezTo>
                    <a:pt x="89104" y="7748"/>
                    <a:pt x="89234" y="7689"/>
                    <a:pt x="89360" y="7628"/>
                  </a:cubicBezTo>
                  <a:cubicBezTo>
                    <a:pt x="89517" y="7549"/>
                    <a:pt x="89712" y="7414"/>
                    <a:pt x="89887" y="7527"/>
                  </a:cubicBezTo>
                  <a:cubicBezTo>
                    <a:pt x="90006" y="7605"/>
                    <a:pt x="90047" y="7776"/>
                    <a:pt x="90078" y="7906"/>
                  </a:cubicBezTo>
                  <a:cubicBezTo>
                    <a:pt x="90110" y="8048"/>
                    <a:pt x="90127" y="8193"/>
                    <a:pt x="90102" y="8336"/>
                  </a:cubicBezTo>
                  <a:cubicBezTo>
                    <a:pt x="90078" y="8472"/>
                    <a:pt x="90002" y="8596"/>
                    <a:pt x="89887" y="8675"/>
                  </a:cubicBezTo>
                  <a:cubicBezTo>
                    <a:pt x="89881" y="8678"/>
                    <a:pt x="89876" y="8682"/>
                    <a:pt x="89868" y="8686"/>
                  </a:cubicBezTo>
                  <a:cubicBezTo>
                    <a:pt x="89961" y="8663"/>
                    <a:pt x="90052" y="8641"/>
                    <a:pt x="90145" y="8619"/>
                  </a:cubicBezTo>
                  <a:cubicBezTo>
                    <a:pt x="90353" y="8567"/>
                    <a:pt x="90564" y="8515"/>
                    <a:pt x="90774" y="8463"/>
                  </a:cubicBezTo>
                  <a:cubicBezTo>
                    <a:pt x="90893" y="8435"/>
                    <a:pt x="90982" y="8518"/>
                    <a:pt x="90995" y="8630"/>
                  </a:cubicBezTo>
                  <a:cubicBezTo>
                    <a:pt x="91008" y="8755"/>
                    <a:pt x="91023" y="8877"/>
                    <a:pt x="91036" y="9000"/>
                  </a:cubicBezTo>
                  <a:cubicBezTo>
                    <a:pt x="91211" y="8957"/>
                    <a:pt x="91406" y="8993"/>
                    <a:pt x="91553" y="9097"/>
                  </a:cubicBezTo>
                  <a:cubicBezTo>
                    <a:pt x="91692" y="9197"/>
                    <a:pt x="91769" y="9337"/>
                    <a:pt x="91787" y="9508"/>
                  </a:cubicBezTo>
                  <a:cubicBezTo>
                    <a:pt x="91802" y="9660"/>
                    <a:pt x="91784" y="9764"/>
                    <a:pt x="91921" y="9852"/>
                  </a:cubicBezTo>
                  <a:cubicBezTo>
                    <a:pt x="92040" y="9928"/>
                    <a:pt x="92172" y="9984"/>
                    <a:pt x="92273" y="10082"/>
                  </a:cubicBezTo>
                  <a:cubicBezTo>
                    <a:pt x="92388" y="10194"/>
                    <a:pt x="92438" y="10348"/>
                    <a:pt x="92416" y="10506"/>
                  </a:cubicBezTo>
                  <a:cubicBezTo>
                    <a:pt x="92390" y="10668"/>
                    <a:pt x="92291" y="10797"/>
                    <a:pt x="92237" y="10947"/>
                  </a:cubicBezTo>
                  <a:cubicBezTo>
                    <a:pt x="92187" y="11090"/>
                    <a:pt x="92280" y="11159"/>
                    <a:pt x="92386" y="11243"/>
                  </a:cubicBezTo>
                  <a:cubicBezTo>
                    <a:pt x="92535" y="11364"/>
                    <a:pt x="92654" y="11487"/>
                    <a:pt x="92676" y="11687"/>
                  </a:cubicBezTo>
                  <a:cubicBezTo>
                    <a:pt x="92682" y="11734"/>
                    <a:pt x="92680" y="11779"/>
                    <a:pt x="92671" y="11823"/>
                  </a:cubicBezTo>
                  <a:cubicBezTo>
                    <a:pt x="92868" y="11909"/>
                    <a:pt x="93050" y="12048"/>
                    <a:pt x="93098" y="12253"/>
                  </a:cubicBezTo>
                  <a:cubicBezTo>
                    <a:pt x="93171" y="12561"/>
                    <a:pt x="92907" y="12738"/>
                    <a:pt x="92663" y="12839"/>
                  </a:cubicBezTo>
                  <a:cubicBezTo>
                    <a:pt x="92591" y="12868"/>
                    <a:pt x="92472" y="12907"/>
                    <a:pt x="92451" y="12959"/>
                  </a:cubicBezTo>
                  <a:cubicBezTo>
                    <a:pt x="92427" y="13025"/>
                    <a:pt x="92509" y="13110"/>
                    <a:pt x="92574" y="13138"/>
                  </a:cubicBezTo>
                  <a:cubicBezTo>
                    <a:pt x="92710" y="13196"/>
                    <a:pt x="92937" y="13151"/>
                    <a:pt x="92985" y="12993"/>
                  </a:cubicBezTo>
                  <a:cubicBezTo>
                    <a:pt x="93011" y="12915"/>
                    <a:pt x="93078" y="12863"/>
                    <a:pt x="93162" y="12859"/>
                  </a:cubicBezTo>
                  <a:cubicBezTo>
                    <a:pt x="93394" y="12850"/>
                    <a:pt x="93549" y="13045"/>
                    <a:pt x="93597" y="13253"/>
                  </a:cubicBezTo>
                  <a:cubicBezTo>
                    <a:pt x="93623" y="13367"/>
                    <a:pt x="93615" y="13475"/>
                    <a:pt x="93610" y="13590"/>
                  </a:cubicBezTo>
                  <a:cubicBezTo>
                    <a:pt x="93604" y="13664"/>
                    <a:pt x="93586" y="13791"/>
                    <a:pt x="93642" y="13854"/>
                  </a:cubicBezTo>
                  <a:cubicBezTo>
                    <a:pt x="93697" y="13917"/>
                    <a:pt x="93816" y="13889"/>
                    <a:pt x="93891" y="13880"/>
                  </a:cubicBezTo>
                  <a:cubicBezTo>
                    <a:pt x="94015" y="13863"/>
                    <a:pt x="94133" y="13847"/>
                    <a:pt x="94259" y="13861"/>
                  </a:cubicBezTo>
                  <a:cubicBezTo>
                    <a:pt x="94402" y="13878"/>
                    <a:pt x="94538" y="13923"/>
                    <a:pt x="94663" y="13990"/>
                  </a:cubicBezTo>
                  <a:cubicBezTo>
                    <a:pt x="94681" y="13497"/>
                    <a:pt x="94517" y="13010"/>
                    <a:pt x="94214" y="12615"/>
                  </a:cubicBezTo>
                  <a:cubicBezTo>
                    <a:pt x="94177" y="12569"/>
                    <a:pt x="94181" y="12480"/>
                    <a:pt x="94214" y="12431"/>
                  </a:cubicBezTo>
                  <a:cubicBezTo>
                    <a:pt x="94305" y="12297"/>
                    <a:pt x="94438" y="12232"/>
                    <a:pt x="94592" y="12197"/>
                  </a:cubicBezTo>
                  <a:cubicBezTo>
                    <a:pt x="94674" y="12178"/>
                    <a:pt x="94845" y="12175"/>
                    <a:pt x="94891" y="12093"/>
                  </a:cubicBezTo>
                  <a:cubicBezTo>
                    <a:pt x="94938" y="12015"/>
                    <a:pt x="94819" y="11868"/>
                    <a:pt x="94778" y="11799"/>
                  </a:cubicBezTo>
                  <a:cubicBezTo>
                    <a:pt x="94696" y="11661"/>
                    <a:pt x="94612" y="11511"/>
                    <a:pt x="94610" y="11347"/>
                  </a:cubicBezTo>
                  <a:cubicBezTo>
                    <a:pt x="94609" y="11005"/>
                    <a:pt x="94947" y="10731"/>
                    <a:pt x="95274" y="10743"/>
                  </a:cubicBezTo>
                  <a:cubicBezTo>
                    <a:pt x="95618" y="10754"/>
                    <a:pt x="95881" y="11049"/>
                    <a:pt x="95940" y="11373"/>
                  </a:cubicBezTo>
                  <a:cubicBezTo>
                    <a:pt x="95976" y="11563"/>
                    <a:pt x="95931" y="11730"/>
                    <a:pt x="95890" y="11914"/>
                  </a:cubicBezTo>
                  <a:cubicBezTo>
                    <a:pt x="95845" y="12110"/>
                    <a:pt x="96002" y="12191"/>
                    <a:pt x="96080" y="12349"/>
                  </a:cubicBezTo>
                  <a:cubicBezTo>
                    <a:pt x="96228" y="12647"/>
                    <a:pt x="96057" y="12926"/>
                    <a:pt x="95942" y="13199"/>
                  </a:cubicBezTo>
                  <a:cubicBezTo>
                    <a:pt x="95905" y="13287"/>
                    <a:pt x="95855" y="13400"/>
                    <a:pt x="95916" y="13478"/>
                  </a:cubicBezTo>
                  <a:cubicBezTo>
                    <a:pt x="95987" y="13569"/>
                    <a:pt x="96160" y="13558"/>
                    <a:pt x="96262" y="13566"/>
                  </a:cubicBezTo>
                  <a:cubicBezTo>
                    <a:pt x="96435" y="13575"/>
                    <a:pt x="96600" y="13597"/>
                    <a:pt x="96757" y="13677"/>
                  </a:cubicBezTo>
                  <a:cubicBezTo>
                    <a:pt x="96915" y="13757"/>
                    <a:pt x="97043" y="13886"/>
                    <a:pt x="97145" y="14027"/>
                  </a:cubicBezTo>
                  <a:cubicBezTo>
                    <a:pt x="97419" y="14395"/>
                    <a:pt x="97452" y="14862"/>
                    <a:pt x="97547" y="15295"/>
                  </a:cubicBezTo>
                  <a:cubicBezTo>
                    <a:pt x="97597" y="15532"/>
                    <a:pt x="97672" y="15762"/>
                    <a:pt x="97757" y="15987"/>
                  </a:cubicBezTo>
                  <a:cubicBezTo>
                    <a:pt x="97820" y="16153"/>
                    <a:pt x="97878" y="16322"/>
                    <a:pt x="97936" y="16487"/>
                  </a:cubicBezTo>
                  <a:cubicBezTo>
                    <a:pt x="97941" y="16486"/>
                    <a:pt x="97945" y="16482"/>
                    <a:pt x="97949" y="16478"/>
                  </a:cubicBezTo>
                  <a:cubicBezTo>
                    <a:pt x="98036" y="16413"/>
                    <a:pt x="98135" y="16551"/>
                    <a:pt x="98062" y="16625"/>
                  </a:cubicBezTo>
                  <a:cubicBezTo>
                    <a:pt x="98040" y="16647"/>
                    <a:pt x="98021" y="16672"/>
                    <a:pt x="98008" y="16696"/>
                  </a:cubicBezTo>
                  <a:cubicBezTo>
                    <a:pt x="98021" y="16746"/>
                    <a:pt x="98005" y="16789"/>
                    <a:pt x="97971" y="16819"/>
                  </a:cubicBezTo>
                  <a:cubicBezTo>
                    <a:pt x="97954" y="17045"/>
                    <a:pt x="98183" y="17298"/>
                    <a:pt x="98349" y="17415"/>
                  </a:cubicBezTo>
                  <a:cubicBezTo>
                    <a:pt x="98665" y="17641"/>
                    <a:pt x="98996" y="17841"/>
                    <a:pt x="99096" y="18245"/>
                  </a:cubicBezTo>
                  <a:cubicBezTo>
                    <a:pt x="99191" y="18624"/>
                    <a:pt x="99057" y="19019"/>
                    <a:pt x="99150" y="19394"/>
                  </a:cubicBezTo>
                  <a:cubicBezTo>
                    <a:pt x="99243" y="19774"/>
                    <a:pt x="99658" y="20027"/>
                    <a:pt x="99970" y="20214"/>
                  </a:cubicBezTo>
                  <a:cubicBezTo>
                    <a:pt x="100171" y="20337"/>
                    <a:pt x="100402" y="20430"/>
                    <a:pt x="100506" y="20657"/>
                  </a:cubicBezTo>
                  <a:cubicBezTo>
                    <a:pt x="100567" y="20791"/>
                    <a:pt x="100582" y="20938"/>
                    <a:pt x="100565" y="21081"/>
                  </a:cubicBezTo>
                  <a:cubicBezTo>
                    <a:pt x="100727" y="21115"/>
                    <a:pt x="100878" y="21209"/>
                    <a:pt x="100980" y="21347"/>
                  </a:cubicBezTo>
                  <a:cubicBezTo>
                    <a:pt x="101144" y="21568"/>
                    <a:pt x="101110" y="21831"/>
                    <a:pt x="101006" y="22069"/>
                  </a:cubicBezTo>
                  <a:cubicBezTo>
                    <a:pt x="100924" y="22258"/>
                    <a:pt x="100759" y="22472"/>
                    <a:pt x="100906" y="22669"/>
                  </a:cubicBezTo>
                  <a:cubicBezTo>
                    <a:pt x="100989" y="22781"/>
                    <a:pt x="101108" y="22874"/>
                    <a:pt x="101211" y="22969"/>
                  </a:cubicBezTo>
                  <a:cubicBezTo>
                    <a:pt x="101339" y="23090"/>
                    <a:pt x="101466" y="23211"/>
                    <a:pt x="101594" y="23331"/>
                  </a:cubicBezTo>
                  <a:cubicBezTo>
                    <a:pt x="101629" y="23365"/>
                    <a:pt x="101718" y="23484"/>
                    <a:pt x="101767" y="23490"/>
                  </a:cubicBezTo>
                  <a:cubicBezTo>
                    <a:pt x="101771" y="23490"/>
                    <a:pt x="101817" y="23463"/>
                    <a:pt x="101834" y="23454"/>
                  </a:cubicBezTo>
                  <a:cubicBezTo>
                    <a:pt x="101970" y="23387"/>
                    <a:pt x="102120" y="23346"/>
                    <a:pt x="102262" y="23426"/>
                  </a:cubicBezTo>
                  <a:cubicBezTo>
                    <a:pt x="102468" y="23543"/>
                    <a:pt x="102524" y="23832"/>
                    <a:pt x="102461" y="24047"/>
                  </a:cubicBezTo>
                  <a:cubicBezTo>
                    <a:pt x="102412" y="24211"/>
                    <a:pt x="102148" y="24514"/>
                    <a:pt x="102379" y="24641"/>
                  </a:cubicBezTo>
                  <a:cubicBezTo>
                    <a:pt x="102583" y="24752"/>
                    <a:pt x="102795" y="24592"/>
                    <a:pt x="102935" y="24451"/>
                  </a:cubicBezTo>
                  <a:cubicBezTo>
                    <a:pt x="103385" y="23997"/>
                    <a:pt x="103669" y="23382"/>
                    <a:pt x="103787" y="22757"/>
                  </a:cubicBezTo>
                  <a:cubicBezTo>
                    <a:pt x="103801" y="22669"/>
                    <a:pt x="103894" y="22615"/>
                    <a:pt x="103976" y="22612"/>
                  </a:cubicBezTo>
                  <a:cubicBezTo>
                    <a:pt x="104173" y="22601"/>
                    <a:pt x="104357" y="22524"/>
                    <a:pt x="104504" y="22398"/>
                  </a:cubicBezTo>
                  <a:cubicBezTo>
                    <a:pt x="104527" y="22379"/>
                    <a:pt x="104547" y="22361"/>
                    <a:pt x="104566" y="22340"/>
                  </a:cubicBezTo>
                  <a:cubicBezTo>
                    <a:pt x="104709" y="22197"/>
                    <a:pt x="104947" y="22344"/>
                    <a:pt x="104899" y="22534"/>
                  </a:cubicBezTo>
                  <a:cubicBezTo>
                    <a:pt x="104891" y="22563"/>
                    <a:pt x="104889" y="22589"/>
                    <a:pt x="104893" y="22617"/>
                  </a:cubicBezTo>
                  <a:cubicBezTo>
                    <a:pt x="104902" y="22699"/>
                    <a:pt x="104960" y="22768"/>
                    <a:pt x="105044" y="22801"/>
                  </a:cubicBezTo>
                  <a:cubicBezTo>
                    <a:pt x="105100" y="22822"/>
                    <a:pt x="105155" y="22840"/>
                    <a:pt x="105204" y="22868"/>
                  </a:cubicBezTo>
                  <a:lnTo>
                    <a:pt x="105204" y="23683"/>
                  </a:lnTo>
                  <a:lnTo>
                    <a:pt x="105193" y="23700"/>
                  </a:lnTo>
                  <a:cubicBezTo>
                    <a:pt x="105163" y="23744"/>
                    <a:pt x="105126" y="23796"/>
                    <a:pt x="105127" y="23852"/>
                  </a:cubicBezTo>
                  <a:cubicBezTo>
                    <a:pt x="105131" y="23906"/>
                    <a:pt x="105170" y="23960"/>
                    <a:pt x="105204" y="24005"/>
                  </a:cubicBezTo>
                  <a:lnTo>
                    <a:pt x="105204" y="60265"/>
                  </a:lnTo>
                  <a:lnTo>
                    <a:pt x="3460" y="60265"/>
                  </a:lnTo>
                  <a:close/>
                  <a:moveTo>
                    <a:pt x="102076" y="23772"/>
                  </a:moveTo>
                  <a:lnTo>
                    <a:pt x="102076" y="23772"/>
                  </a:lnTo>
                  <a:cubicBezTo>
                    <a:pt x="102072" y="23765"/>
                    <a:pt x="102066" y="23761"/>
                    <a:pt x="102061" y="23759"/>
                  </a:cubicBezTo>
                  <a:cubicBezTo>
                    <a:pt x="102064" y="23759"/>
                    <a:pt x="102070" y="23770"/>
                    <a:pt x="102076" y="23772"/>
                  </a:cubicBezTo>
                  <a:close/>
                  <a:moveTo>
                    <a:pt x="92323" y="11749"/>
                  </a:moveTo>
                  <a:lnTo>
                    <a:pt x="92323" y="11749"/>
                  </a:lnTo>
                  <a:cubicBezTo>
                    <a:pt x="92317" y="11754"/>
                    <a:pt x="92323" y="11762"/>
                    <a:pt x="92323" y="11749"/>
                  </a:cubicBezTo>
                  <a:close/>
                  <a:moveTo>
                    <a:pt x="89691" y="8708"/>
                  </a:moveTo>
                  <a:lnTo>
                    <a:pt x="89691" y="8708"/>
                  </a:lnTo>
                  <a:cubicBezTo>
                    <a:pt x="89684" y="8682"/>
                    <a:pt x="89660" y="8710"/>
                    <a:pt x="89691" y="8708"/>
                  </a:cubicBezTo>
                  <a:close/>
                  <a:moveTo>
                    <a:pt x="34189" y="25885"/>
                  </a:moveTo>
                  <a:cubicBezTo>
                    <a:pt x="34179" y="25872"/>
                    <a:pt x="34179" y="25877"/>
                    <a:pt x="34189" y="25885"/>
                  </a:cubicBezTo>
                  <a:close/>
                  <a:moveTo>
                    <a:pt x="3290" y="53147"/>
                  </a:moveTo>
                  <a:cubicBezTo>
                    <a:pt x="3316" y="53136"/>
                    <a:pt x="3298" y="53112"/>
                    <a:pt x="3290" y="53147"/>
                  </a:cubicBezTo>
                  <a:close/>
                  <a:moveTo>
                    <a:pt x="25092" y="31866"/>
                  </a:moveTo>
                  <a:cubicBezTo>
                    <a:pt x="25092" y="31870"/>
                    <a:pt x="25092" y="31873"/>
                    <a:pt x="25094" y="31868"/>
                  </a:cubicBezTo>
                  <a:cubicBezTo>
                    <a:pt x="25094" y="31868"/>
                    <a:pt x="25094" y="31866"/>
                    <a:pt x="25092" y="31866"/>
                  </a:cubicBezTo>
                  <a:close/>
                  <a:moveTo>
                    <a:pt x="33995" y="27655"/>
                  </a:moveTo>
                  <a:cubicBezTo>
                    <a:pt x="33949" y="27652"/>
                    <a:pt x="33980" y="27661"/>
                    <a:pt x="33995" y="27655"/>
                  </a:cubicBezTo>
                  <a:close/>
                  <a:moveTo>
                    <a:pt x="34533" y="25623"/>
                  </a:moveTo>
                  <a:cubicBezTo>
                    <a:pt x="34549" y="25641"/>
                    <a:pt x="34551" y="25626"/>
                    <a:pt x="34533" y="25623"/>
                  </a:cubicBezTo>
                  <a:close/>
                  <a:moveTo>
                    <a:pt x="48832" y="20177"/>
                  </a:moveTo>
                  <a:cubicBezTo>
                    <a:pt x="48881" y="20069"/>
                    <a:pt x="48814" y="19900"/>
                    <a:pt x="48777" y="19777"/>
                  </a:cubicBezTo>
                  <a:cubicBezTo>
                    <a:pt x="48752" y="19697"/>
                    <a:pt x="48732" y="19616"/>
                    <a:pt x="48721" y="19532"/>
                  </a:cubicBezTo>
                  <a:cubicBezTo>
                    <a:pt x="48654" y="19829"/>
                    <a:pt x="48591" y="20129"/>
                    <a:pt x="48531" y="20428"/>
                  </a:cubicBezTo>
                  <a:cubicBezTo>
                    <a:pt x="48557" y="20412"/>
                    <a:pt x="48581" y="20397"/>
                    <a:pt x="48609" y="20380"/>
                  </a:cubicBezTo>
                  <a:cubicBezTo>
                    <a:pt x="48698" y="20324"/>
                    <a:pt x="48791" y="20265"/>
                    <a:pt x="48832" y="20175"/>
                  </a:cubicBezTo>
                  <a:lnTo>
                    <a:pt x="48832" y="20175"/>
                  </a:lnTo>
                  <a:close/>
                  <a:moveTo>
                    <a:pt x="52137" y="18593"/>
                  </a:moveTo>
                  <a:cubicBezTo>
                    <a:pt x="52143" y="18593"/>
                    <a:pt x="52148" y="18582"/>
                    <a:pt x="52150" y="18582"/>
                  </a:cubicBezTo>
                  <a:cubicBezTo>
                    <a:pt x="52145" y="18583"/>
                    <a:pt x="52141" y="18587"/>
                    <a:pt x="52137" y="18593"/>
                  </a:cubicBezTo>
                  <a:close/>
                  <a:moveTo>
                    <a:pt x="61888" y="6571"/>
                  </a:moveTo>
                  <a:cubicBezTo>
                    <a:pt x="61888" y="6584"/>
                    <a:pt x="61895" y="6577"/>
                    <a:pt x="61888" y="6571"/>
                  </a:cubicBezTo>
                  <a:close/>
                  <a:moveTo>
                    <a:pt x="64519" y="3529"/>
                  </a:moveTo>
                  <a:cubicBezTo>
                    <a:pt x="64553" y="3532"/>
                    <a:pt x="64527" y="3504"/>
                    <a:pt x="64519" y="3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0"/>
            <p:cNvSpPr/>
            <p:nvPr/>
          </p:nvSpPr>
          <p:spPr>
            <a:xfrm>
              <a:off x="50" y="4798851"/>
              <a:ext cx="1835816" cy="1030536"/>
            </a:xfrm>
            <a:custGeom>
              <a:avLst/>
              <a:gdLst/>
              <a:ahLst/>
              <a:cxnLst/>
              <a:rect l="l" t="t" r="r" b="b"/>
              <a:pathLst>
                <a:path w="71073" h="59603" extrusionOk="0">
                  <a:moveTo>
                    <a:pt x="68458" y="59602"/>
                  </a:moveTo>
                  <a:cubicBezTo>
                    <a:pt x="69180" y="59035"/>
                    <a:pt x="69896" y="58458"/>
                    <a:pt x="70608" y="57882"/>
                  </a:cubicBezTo>
                  <a:cubicBezTo>
                    <a:pt x="70628" y="57893"/>
                    <a:pt x="70651" y="57904"/>
                    <a:pt x="70671" y="57915"/>
                  </a:cubicBezTo>
                  <a:cubicBezTo>
                    <a:pt x="70887" y="58031"/>
                    <a:pt x="71073" y="57713"/>
                    <a:pt x="70863" y="57590"/>
                  </a:cubicBezTo>
                  <a:cubicBezTo>
                    <a:pt x="70833" y="57573"/>
                    <a:pt x="70803" y="57555"/>
                    <a:pt x="70773" y="57538"/>
                  </a:cubicBezTo>
                  <a:cubicBezTo>
                    <a:pt x="70571" y="57411"/>
                    <a:pt x="70375" y="57272"/>
                    <a:pt x="70176" y="57138"/>
                  </a:cubicBezTo>
                  <a:cubicBezTo>
                    <a:pt x="69963" y="56997"/>
                    <a:pt x="69758" y="56844"/>
                    <a:pt x="69563" y="56677"/>
                  </a:cubicBezTo>
                  <a:cubicBezTo>
                    <a:pt x="69180" y="56346"/>
                    <a:pt x="68841" y="55964"/>
                    <a:pt x="68610" y="55513"/>
                  </a:cubicBezTo>
                  <a:cubicBezTo>
                    <a:pt x="68376" y="55053"/>
                    <a:pt x="68318" y="54553"/>
                    <a:pt x="68296" y="54043"/>
                  </a:cubicBezTo>
                  <a:cubicBezTo>
                    <a:pt x="68283" y="53748"/>
                    <a:pt x="68279" y="53446"/>
                    <a:pt x="68237" y="53154"/>
                  </a:cubicBezTo>
                  <a:cubicBezTo>
                    <a:pt x="68194" y="52881"/>
                    <a:pt x="68004" y="52682"/>
                    <a:pt x="67714" y="52702"/>
                  </a:cubicBezTo>
                  <a:cubicBezTo>
                    <a:pt x="67435" y="52723"/>
                    <a:pt x="67152" y="52803"/>
                    <a:pt x="66877" y="52855"/>
                  </a:cubicBezTo>
                  <a:cubicBezTo>
                    <a:pt x="66721" y="52885"/>
                    <a:pt x="66565" y="52913"/>
                    <a:pt x="66410" y="52942"/>
                  </a:cubicBezTo>
                  <a:cubicBezTo>
                    <a:pt x="66405" y="52944"/>
                    <a:pt x="66342" y="52952"/>
                    <a:pt x="66295" y="52959"/>
                  </a:cubicBezTo>
                  <a:cubicBezTo>
                    <a:pt x="66275" y="52658"/>
                    <a:pt x="66278" y="52355"/>
                    <a:pt x="66267" y="52053"/>
                  </a:cubicBezTo>
                  <a:cubicBezTo>
                    <a:pt x="66260" y="51800"/>
                    <a:pt x="66196" y="51529"/>
                    <a:pt x="65908" y="51471"/>
                  </a:cubicBezTo>
                  <a:cubicBezTo>
                    <a:pt x="65767" y="51443"/>
                    <a:pt x="65639" y="51495"/>
                    <a:pt x="65501" y="51510"/>
                  </a:cubicBezTo>
                  <a:cubicBezTo>
                    <a:pt x="65432" y="51520"/>
                    <a:pt x="65402" y="51508"/>
                    <a:pt x="65356" y="51466"/>
                  </a:cubicBezTo>
                  <a:cubicBezTo>
                    <a:pt x="65224" y="51345"/>
                    <a:pt x="65229" y="51148"/>
                    <a:pt x="65280" y="50982"/>
                  </a:cubicBezTo>
                  <a:cubicBezTo>
                    <a:pt x="65354" y="50744"/>
                    <a:pt x="65497" y="50536"/>
                    <a:pt x="65585" y="50303"/>
                  </a:cubicBezTo>
                  <a:cubicBezTo>
                    <a:pt x="65670" y="50080"/>
                    <a:pt x="65706" y="49814"/>
                    <a:pt x="65629" y="49584"/>
                  </a:cubicBezTo>
                  <a:cubicBezTo>
                    <a:pt x="65540" y="49323"/>
                    <a:pt x="65306" y="49100"/>
                    <a:pt x="65014" y="49160"/>
                  </a:cubicBezTo>
                  <a:cubicBezTo>
                    <a:pt x="64809" y="49202"/>
                    <a:pt x="64662" y="49403"/>
                    <a:pt x="64487" y="49455"/>
                  </a:cubicBezTo>
                  <a:cubicBezTo>
                    <a:pt x="64294" y="49513"/>
                    <a:pt x="64065" y="49453"/>
                    <a:pt x="63913" y="49318"/>
                  </a:cubicBezTo>
                  <a:cubicBezTo>
                    <a:pt x="63916" y="49310"/>
                    <a:pt x="63920" y="49303"/>
                    <a:pt x="63922" y="49293"/>
                  </a:cubicBezTo>
                  <a:cubicBezTo>
                    <a:pt x="64054" y="48849"/>
                    <a:pt x="63645" y="48473"/>
                    <a:pt x="63230" y="48431"/>
                  </a:cubicBezTo>
                  <a:cubicBezTo>
                    <a:pt x="62869" y="48393"/>
                    <a:pt x="62564" y="48611"/>
                    <a:pt x="62313" y="48855"/>
                  </a:cubicBezTo>
                  <a:cubicBezTo>
                    <a:pt x="62306" y="48797"/>
                    <a:pt x="62310" y="48737"/>
                    <a:pt x="62311" y="48695"/>
                  </a:cubicBezTo>
                  <a:cubicBezTo>
                    <a:pt x="62319" y="48503"/>
                    <a:pt x="62350" y="48308"/>
                    <a:pt x="62293" y="48118"/>
                  </a:cubicBezTo>
                  <a:cubicBezTo>
                    <a:pt x="62230" y="47912"/>
                    <a:pt x="62036" y="47728"/>
                    <a:pt x="61824" y="47692"/>
                  </a:cubicBezTo>
                  <a:cubicBezTo>
                    <a:pt x="61845" y="47415"/>
                    <a:pt x="61846" y="47134"/>
                    <a:pt x="61776" y="46866"/>
                  </a:cubicBezTo>
                  <a:cubicBezTo>
                    <a:pt x="61765" y="46820"/>
                    <a:pt x="61750" y="46775"/>
                    <a:pt x="61733" y="46729"/>
                  </a:cubicBezTo>
                  <a:cubicBezTo>
                    <a:pt x="61674" y="46563"/>
                    <a:pt x="61473" y="46539"/>
                    <a:pt x="61370" y="46682"/>
                  </a:cubicBezTo>
                  <a:cubicBezTo>
                    <a:pt x="61173" y="46958"/>
                    <a:pt x="60703" y="47023"/>
                    <a:pt x="60442" y="46811"/>
                  </a:cubicBezTo>
                  <a:cubicBezTo>
                    <a:pt x="60310" y="46705"/>
                    <a:pt x="60065" y="46760"/>
                    <a:pt x="60076" y="46963"/>
                  </a:cubicBezTo>
                  <a:cubicBezTo>
                    <a:pt x="60080" y="47015"/>
                    <a:pt x="60082" y="47065"/>
                    <a:pt x="60085" y="47118"/>
                  </a:cubicBezTo>
                  <a:cubicBezTo>
                    <a:pt x="60098" y="47354"/>
                    <a:pt x="60113" y="47592"/>
                    <a:pt x="60128" y="47828"/>
                  </a:cubicBezTo>
                  <a:cubicBezTo>
                    <a:pt x="60069" y="47821"/>
                    <a:pt x="60009" y="47809"/>
                    <a:pt x="59951" y="47802"/>
                  </a:cubicBezTo>
                  <a:cubicBezTo>
                    <a:pt x="59855" y="47787"/>
                    <a:pt x="59756" y="47767"/>
                    <a:pt x="59659" y="47752"/>
                  </a:cubicBezTo>
                  <a:cubicBezTo>
                    <a:pt x="59645" y="47590"/>
                    <a:pt x="59617" y="47424"/>
                    <a:pt x="59531" y="47289"/>
                  </a:cubicBezTo>
                  <a:cubicBezTo>
                    <a:pt x="59433" y="47138"/>
                    <a:pt x="59271" y="47026"/>
                    <a:pt x="59087" y="47028"/>
                  </a:cubicBezTo>
                  <a:cubicBezTo>
                    <a:pt x="58919" y="47032"/>
                    <a:pt x="58789" y="47127"/>
                    <a:pt x="58672" y="47233"/>
                  </a:cubicBezTo>
                  <a:cubicBezTo>
                    <a:pt x="58631" y="47270"/>
                    <a:pt x="58549" y="47372"/>
                    <a:pt x="58475" y="47410"/>
                  </a:cubicBezTo>
                  <a:cubicBezTo>
                    <a:pt x="58540" y="47229"/>
                    <a:pt x="58607" y="47051"/>
                    <a:pt x="58672" y="46870"/>
                  </a:cubicBezTo>
                  <a:cubicBezTo>
                    <a:pt x="58828" y="46677"/>
                    <a:pt x="58966" y="46439"/>
                    <a:pt x="58942" y="46190"/>
                  </a:cubicBezTo>
                  <a:cubicBezTo>
                    <a:pt x="58908" y="45842"/>
                    <a:pt x="58605" y="45719"/>
                    <a:pt x="58302" y="45680"/>
                  </a:cubicBezTo>
                  <a:cubicBezTo>
                    <a:pt x="58095" y="45652"/>
                    <a:pt x="57934" y="45600"/>
                    <a:pt x="57829" y="45408"/>
                  </a:cubicBezTo>
                  <a:cubicBezTo>
                    <a:pt x="57733" y="45228"/>
                    <a:pt x="57716" y="45009"/>
                    <a:pt x="57729" y="44808"/>
                  </a:cubicBezTo>
                  <a:cubicBezTo>
                    <a:pt x="57749" y="44518"/>
                    <a:pt x="57839" y="44233"/>
                    <a:pt x="57868" y="43941"/>
                  </a:cubicBezTo>
                  <a:cubicBezTo>
                    <a:pt x="57896" y="43664"/>
                    <a:pt x="57878" y="43298"/>
                    <a:pt x="57673" y="43084"/>
                  </a:cubicBezTo>
                  <a:cubicBezTo>
                    <a:pt x="57489" y="42890"/>
                    <a:pt x="57186" y="42950"/>
                    <a:pt x="57035" y="42712"/>
                  </a:cubicBezTo>
                  <a:cubicBezTo>
                    <a:pt x="56887" y="42481"/>
                    <a:pt x="57013" y="42217"/>
                    <a:pt x="57069" y="41975"/>
                  </a:cubicBezTo>
                  <a:cubicBezTo>
                    <a:pt x="57130" y="41706"/>
                    <a:pt x="57112" y="41453"/>
                    <a:pt x="56924" y="41237"/>
                  </a:cubicBezTo>
                  <a:cubicBezTo>
                    <a:pt x="56844" y="41148"/>
                    <a:pt x="56734" y="41079"/>
                    <a:pt x="56617" y="41055"/>
                  </a:cubicBezTo>
                  <a:cubicBezTo>
                    <a:pt x="56602" y="40876"/>
                    <a:pt x="56515" y="40705"/>
                    <a:pt x="56369" y="40580"/>
                  </a:cubicBezTo>
                  <a:cubicBezTo>
                    <a:pt x="56109" y="40355"/>
                    <a:pt x="55745" y="40352"/>
                    <a:pt x="55428" y="40443"/>
                  </a:cubicBezTo>
                  <a:cubicBezTo>
                    <a:pt x="55149" y="40523"/>
                    <a:pt x="54809" y="40670"/>
                    <a:pt x="54718" y="40975"/>
                  </a:cubicBezTo>
                  <a:cubicBezTo>
                    <a:pt x="54714" y="40982"/>
                    <a:pt x="54712" y="40990"/>
                    <a:pt x="54711" y="40999"/>
                  </a:cubicBezTo>
                  <a:cubicBezTo>
                    <a:pt x="54664" y="41032"/>
                    <a:pt x="54632" y="41088"/>
                    <a:pt x="54627" y="41153"/>
                  </a:cubicBezTo>
                  <a:cubicBezTo>
                    <a:pt x="54573" y="41773"/>
                    <a:pt x="54623" y="42396"/>
                    <a:pt x="54774" y="42998"/>
                  </a:cubicBezTo>
                  <a:cubicBezTo>
                    <a:pt x="54614" y="42948"/>
                    <a:pt x="54445" y="42920"/>
                    <a:pt x="54275" y="42916"/>
                  </a:cubicBezTo>
                  <a:cubicBezTo>
                    <a:pt x="54184" y="42916"/>
                    <a:pt x="54088" y="43000"/>
                    <a:pt x="54097" y="43095"/>
                  </a:cubicBezTo>
                  <a:cubicBezTo>
                    <a:pt x="54112" y="43255"/>
                    <a:pt x="54177" y="43392"/>
                    <a:pt x="54285" y="43493"/>
                  </a:cubicBezTo>
                  <a:cubicBezTo>
                    <a:pt x="54158" y="43640"/>
                    <a:pt x="54030" y="43787"/>
                    <a:pt x="53903" y="43932"/>
                  </a:cubicBezTo>
                  <a:cubicBezTo>
                    <a:pt x="53820" y="44030"/>
                    <a:pt x="53846" y="44192"/>
                    <a:pt x="53982" y="44227"/>
                  </a:cubicBezTo>
                  <a:cubicBezTo>
                    <a:pt x="54303" y="44311"/>
                    <a:pt x="54420" y="44763"/>
                    <a:pt x="54078" y="44912"/>
                  </a:cubicBezTo>
                  <a:cubicBezTo>
                    <a:pt x="53814" y="45027"/>
                    <a:pt x="53597" y="44750"/>
                    <a:pt x="53697" y="44519"/>
                  </a:cubicBezTo>
                  <a:cubicBezTo>
                    <a:pt x="53706" y="44497"/>
                    <a:pt x="53719" y="44475"/>
                    <a:pt x="53736" y="44452"/>
                  </a:cubicBezTo>
                  <a:cubicBezTo>
                    <a:pt x="53783" y="44393"/>
                    <a:pt x="53758" y="44291"/>
                    <a:pt x="53710" y="44242"/>
                  </a:cubicBezTo>
                  <a:cubicBezTo>
                    <a:pt x="53652" y="44185"/>
                    <a:pt x="53571" y="44183"/>
                    <a:pt x="53500" y="44214"/>
                  </a:cubicBezTo>
                  <a:cubicBezTo>
                    <a:pt x="53465" y="44231"/>
                    <a:pt x="53429" y="44248"/>
                    <a:pt x="53394" y="44265"/>
                  </a:cubicBezTo>
                  <a:cubicBezTo>
                    <a:pt x="53364" y="44131"/>
                    <a:pt x="53349" y="43995"/>
                    <a:pt x="53349" y="43857"/>
                  </a:cubicBezTo>
                  <a:cubicBezTo>
                    <a:pt x="53414" y="43751"/>
                    <a:pt x="53383" y="43606"/>
                    <a:pt x="53275" y="43524"/>
                  </a:cubicBezTo>
                  <a:cubicBezTo>
                    <a:pt x="53184" y="43454"/>
                    <a:pt x="53080" y="43523"/>
                    <a:pt x="53041" y="43610"/>
                  </a:cubicBezTo>
                  <a:cubicBezTo>
                    <a:pt x="52975" y="43573"/>
                    <a:pt x="52914" y="43513"/>
                    <a:pt x="52868" y="43478"/>
                  </a:cubicBezTo>
                  <a:cubicBezTo>
                    <a:pt x="52778" y="43413"/>
                    <a:pt x="52691" y="43342"/>
                    <a:pt x="52605" y="43270"/>
                  </a:cubicBezTo>
                  <a:cubicBezTo>
                    <a:pt x="52468" y="43152"/>
                    <a:pt x="52332" y="43026"/>
                    <a:pt x="52207" y="42894"/>
                  </a:cubicBezTo>
                  <a:cubicBezTo>
                    <a:pt x="52473" y="42561"/>
                    <a:pt x="52689" y="42120"/>
                    <a:pt x="52410" y="41730"/>
                  </a:cubicBezTo>
                  <a:cubicBezTo>
                    <a:pt x="52278" y="41548"/>
                    <a:pt x="52068" y="41423"/>
                    <a:pt x="51837" y="41462"/>
                  </a:cubicBezTo>
                  <a:cubicBezTo>
                    <a:pt x="51726" y="41481"/>
                    <a:pt x="51636" y="41542"/>
                    <a:pt x="51542" y="41600"/>
                  </a:cubicBezTo>
                  <a:cubicBezTo>
                    <a:pt x="51582" y="41475"/>
                    <a:pt x="51579" y="41332"/>
                    <a:pt x="51542" y="41211"/>
                  </a:cubicBezTo>
                  <a:cubicBezTo>
                    <a:pt x="51447" y="40900"/>
                    <a:pt x="51151" y="40757"/>
                    <a:pt x="50969" y="40510"/>
                  </a:cubicBezTo>
                  <a:cubicBezTo>
                    <a:pt x="50900" y="40417"/>
                    <a:pt x="50788" y="40398"/>
                    <a:pt x="50699" y="40476"/>
                  </a:cubicBezTo>
                  <a:cubicBezTo>
                    <a:pt x="50627" y="40538"/>
                    <a:pt x="50535" y="40545"/>
                    <a:pt x="50452" y="40519"/>
                  </a:cubicBezTo>
                  <a:cubicBezTo>
                    <a:pt x="50504" y="40229"/>
                    <a:pt x="50455" y="39928"/>
                    <a:pt x="50309" y="39667"/>
                  </a:cubicBezTo>
                  <a:cubicBezTo>
                    <a:pt x="50273" y="39602"/>
                    <a:pt x="50191" y="39572"/>
                    <a:pt x="50121" y="39589"/>
                  </a:cubicBezTo>
                  <a:cubicBezTo>
                    <a:pt x="49818" y="39669"/>
                    <a:pt x="49492" y="39662"/>
                    <a:pt x="49193" y="39565"/>
                  </a:cubicBezTo>
                  <a:cubicBezTo>
                    <a:pt x="49301" y="39282"/>
                    <a:pt x="49239" y="38940"/>
                    <a:pt x="48966" y="38763"/>
                  </a:cubicBezTo>
                  <a:cubicBezTo>
                    <a:pt x="48739" y="38617"/>
                    <a:pt x="48445" y="38659"/>
                    <a:pt x="48252" y="38821"/>
                  </a:cubicBezTo>
                  <a:cubicBezTo>
                    <a:pt x="48116" y="38711"/>
                    <a:pt x="47904" y="38685"/>
                    <a:pt x="47740" y="38754"/>
                  </a:cubicBezTo>
                  <a:cubicBezTo>
                    <a:pt x="47584" y="38819"/>
                    <a:pt x="47471" y="38940"/>
                    <a:pt x="47333" y="39031"/>
                  </a:cubicBezTo>
                  <a:cubicBezTo>
                    <a:pt x="47283" y="39065"/>
                    <a:pt x="47214" y="39100"/>
                    <a:pt x="47145" y="39113"/>
                  </a:cubicBezTo>
                  <a:cubicBezTo>
                    <a:pt x="47166" y="38957"/>
                    <a:pt x="47218" y="38804"/>
                    <a:pt x="47298" y="38661"/>
                  </a:cubicBezTo>
                  <a:cubicBezTo>
                    <a:pt x="47610" y="38114"/>
                    <a:pt x="48227" y="37640"/>
                    <a:pt x="48151" y="36945"/>
                  </a:cubicBezTo>
                  <a:cubicBezTo>
                    <a:pt x="48136" y="36816"/>
                    <a:pt x="48038" y="36731"/>
                    <a:pt x="47904" y="36759"/>
                  </a:cubicBezTo>
                  <a:cubicBezTo>
                    <a:pt x="47658" y="36809"/>
                    <a:pt x="47231" y="36909"/>
                    <a:pt x="47082" y="36621"/>
                  </a:cubicBezTo>
                  <a:cubicBezTo>
                    <a:pt x="47020" y="36502"/>
                    <a:pt x="47084" y="36353"/>
                    <a:pt x="47091" y="36229"/>
                  </a:cubicBezTo>
                  <a:cubicBezTo>
                    <a:pt x="47102" y="36063"/>
                    <a:pt x="47037" y="35929"/>
                    <a:pt x="46920" y="35816"/>
                  </a:cubicBezTo>
                  <a:cubicBezTo>
                    <a:pt x="46816" y="35715"/>
                    <a:pt x="46782" y="35639"/>
                    <a:pt x="46840" y="35498"/>
                  </a:cubicBezTo>
                  <a:cubicBezTo>
                    <a:pt x="46898" y="35356"/>
                    <a:pt x="47006" y="35248"/>
                    <a:pt x="47100" y="35133"/>
                  </a:cubicBezTo>
                  <a:cubicBezTo>
                    <a:pt x="47311" y="34880"/>
                    <a:pt x="47474" y="34588"/>
                    <a:pt x="47333" y="34263"/>
                  </a:cubicBezTo>
                  <a:cubicBezTo>
                    <a:pt x="47311" y="34209"/>
                    <a:pt x="47238" y="34175"/>
                    <a:pt x="47182" y="34175"/>
                  </a:cubicBezTo>
                  <a:cubicBezTo>
                    <a:pt x="46993" y="34179"/>
                    <a:pt x="46786" y="34175"/>
                    <a:pt x="46619" y="34073"/>
                  </a:cubicBezTo>
                  <a:cubicBezTo>
                    <a:pt x="46531" y="34019"/>
                    <a:pt x="46442" y="33882"/>
                    <a:pt x="46474" y="33796"/>
                  </a:cubicBezTo>
                  <a:cubicBezTo>
                    <a:pt x="46516" y="33679"/>
                    <a:pt x="46751" y="33656"/>
                    <a:pt x="46851" y="33612"/>
                  </a:cubicBezTo>
                  <a:cubicBezTo>
                    <a:pt x="47017" y="33537"/>
                    <a:pt x="47166" y="33389"/>
                    <a:pt x="47192" y="33201"/>
                  </a:cubicBezTo>
                  <a:cubicBezTo>
                    <a:pt x="47208" y="33091"/>
                    <a:pt x="47177" y="32985"/>
                    <a:pt x="47110" y="32898"/>
                  </a:cubicBezTo>
                  <a:cubicBezTo>
                    <a:pt x="47061" y="32836"/>
                    <a:pt x="46994" y="32797"/>
                    <a:pt x="46946" y="32738"/>
                  </a:cubicBezTo>
                  <a:cubicBezTo>
                    <a:pt x="46933" y="32721"/>
                    <a:pt x="46929" y="32701"/>
                    <a:pt x="46931" y="32686"/>
                  </a:cubicBezTo>
                  <a:cubicBezTo>
                    <a:pt x="46937" y="32622"/>
                    <a:pt x="46963" y="32557"/>
                    <a:pt x="46985" y="32498"/>
                  </a:cubicBezTo>
                  <a:cubicBezTo>
                    <a:pt x="47087" y="32206"/>
                    <a:pt x="47158" y="31864"/>
                    <a:pt x="46847" y="31667"/>
                  </a:cubicBezTo>
                  <a:cubicBezTo>
                    <a:pt x="46682" y="31562"/>
                    <a:pt x="46513" y="31561"/>
                    <a:pt x="46355" y="31613"/>
                  </a:cubicBezTo>
                  <a:cubicBezTo>
                    <a:pt x="46314" y="31490"/>
                    <a:pt x="46234" y="31393"/>
                    <a:pt x="46154" y="31293"/>
                  </a:cubicBezTo>
                  <a:cubicBezTo>
                    <a:pt x="46078" y="31198"/>
                    <a:pt x="45996" y="31101"/>
                    <a:pt x="46048" y="30977"/>
                  </a:cubicBezTo>
                  <a:cubicBezTo>
                    <a:pt x="46107" y="30835"/>
                    <a:pt x="46219" y="30707"/>
                    <a:pt x="46301" y="30577"/>
                  </a:cubicBezTo>
                  <a:cubicBezTo>
                    <a:pt x="46463" y="30320"/>
                    <a:pt x="46578" y="30019"/>
                    <a:pt x="46472" y="29719"/>
                  </a:cubicBezTo>
                  <a:cubicBezTo>
                    <a:pt x="46396" y="29500"/>
                    <a:pt x="46237" y="29342"/>
                    <a:pt x="46050" y="29210"/>
                  </a:cubicBezTo>
                  <a:cubicBezTo>
                    <a:pt x="45869" y="29083"/>
                    <a:pt x="45670" y="28985"/>
                    <a:pt x="45488" y="28860"/>
                  </a:cubicBezTo>
                  <a:cubicBezTo>
                    <a:pt x="45291" y="28724"/>
                    <a:pt x="45272" y="28451"/>
                    <a:pt x="45302" y="28235"/>
                  </a:cubicBezTo>
                  <a:cubicBezTo>
                    <a:pt x="45349" y="27915"/>
                    <a:pt x="45469" y="27610"/>
                    <a:pt x="45352" y="27289"/>
                  </a:cubicBezTo>
                  <a:cubicBezTo>
                    <a:pt x="45298" y="27142"/>
                    <a:pt x="45209" y="27015"/>
                    <a:pt x="45075" y="26930"/>
                  </a:cubicBezTo>
                  <a:cubicBezTo>
                    <a:pt x="44969" y="26865"/>
                    <a:pt x="44822" y="26855"/>
                    <a:pt x="44759" y="26736"/>
                  </a:cubicBezTo>
                  <a:cubicBezTo>
                    <a:pt x="44629" y="26493"/>
                    <a:pt x="44783" y="26184"/>
                    <a:pt x="44837" y="25938"/>
                  </a:cubicBezTo>
                  <a:cubicBezTo>
                    <a:pt x="44906" y="25626"/>
                    <a:pt x="44878" y="25312"/>
                    <a:pt x="44724" y="25027"/>
                  </a:cubicBezTo>
                  <a:cubicBezTo>
                    <a:pt x="44435" y="24493"/>
                    <a:pt x="43755" y="24272"/>
                    <a:pt x="43238" y="24625"/>
                  </a:cubicBezTo>
                  <a:cubicBezTo>
                    <a:pt x="42994" y="24793"/>
                    <a:pt x="42829" y="25046"/>
                    <a:pt x="42812" y="25343"/>
                  </a:cubicBezTo>
                  <a:cubicBezTo>
                    <a:pt x="42803" y="25529"/>
                    <a:pt x="42858" y="25713"/>
                    <a:pt x="42953" y="25870"/>
                  </a:cubicBezTo>
                  <a:cubicBezTo>
                    <a:pt x="42990" y="25931"/>
                    <a:pt x="43041" y="25991"/>
                    <a:pt x="43067" y="26057"/>
                  </a:cubicBezTo>
                  <a:cubicBezTo>
                    <a:pt x="43074" y="26074"/>
                    <a:pt x="43076" y="26089"/>
                    <a:pt x="43080" y="26106"/>
                  </a:cubicBezTo>
                  <a:cubicBezTo>
                    <a:pt x="43080" y="26111"/>
                    <a:pt x="43081" y="26119"/>
                    <a:pt x="43080" y="26124"/>
                  </a:cubicBezTo>
                  <a:cubicBezTo>
                    <a:pt x="43080" y="26124"/>
                    <a:pt x="43080" y="26128"/>
                    <a:pt x="43078" y="26136"/>
                  </a:cubicBezTo>
                  <a:cubicBezTo>
                    <a:pt x="43076" y="26143"/>
                    <a:pt x="43068" y="26163"/>
                    <a:pt x="43067" y="26165"/>
                  </a:cubicBezTo>
                  <a:lnTo>
                    <a:pt x="43067" y="26167"/>
                  </a:lnTo>
                  <a:lnTo>
                    <a:pt x="43067" y="26167"/>
                  </a:lnTo>
                  <a:cubicBezTo>
                    <a:pt x="43063" y="26173"/>
                    <a:pt x="43061" y="26178"/>
                    <a:pt x="43057" y="26184"/>
                  </a:cubicBezTo>
                  <a:cubicBezTo>
                    <a:pt x="43052" y="26189"/>
                    <a:pt x="43048" y="26197"/>
                    <a:pt x="43044" y="26203"/>
                  </a:cubicBezTo>
                  <a:lnTo>
                    <a:pt x="43044" y="26204"/>
                  </a:lnTo>
                  <a:cubicBezTo>
                    <a:pt x="43042" y="26204"/>
                    <a:pt x="43041" y="26208"/>
                    <a:pt x="43037" y="26212"/>
                  </a:cubicBezTo>
                  <a:cubicBezTo>
                    <a:pt x="43001" y="26251"/>
                    <a:pt x="42962" y="26286"/>
                    <a:pt x="42922" y="26322"/>
                  </a:cubicBezTo>
                  <a:cubicBezTo>
                    <a:pt x="42836" y="26394"/>
                    <a:pt x="42743" y="26459"/>
                    <a:pt x="42663" y="26537"/>
                  </a:cubicBezTo>
                  <a:cubicBezTo>
                    <a:pt x="42438" y="26759"/>
                    <a:pt x="42393" y="27025"/>
                    <a:pt x="42423" y="27328"/>
                  </a:cubicBezTo>
                  <a:cubicBezTo>
                    <a:pt x="42436" y="27447"/>
                    <a:pt x="42462" y="27586"/>
                    <a:pt x="42412" y="27701"/>
                  </a:cubicBezTo>
                  <a:cubicBezTo>
                    <a:pt x="42373" y="27793"/>
                    <a:pt x="42265" y="27839"/>
                    <a:pt x="42178" y="27876"/>
                  </a:cubicBezTo>
                  <a:cubicBezTo>
                    <a:pt x="41947" y="27971"/>
                    <a:pt x="41707" y="28062"/>
                    <a:pt x="41521" y="28237"/>
                  </a:cubicBezTo>
                  <a:cubicBezTo>
                    <a:pt x="41350" y="28397"/>
                    <a:pt x="41227" y="28603"/>
                    <a:pt x="41093" y="28793"/>
                  </a:cubicBezTo>
                  <a:cubicBezTo>
                    <a:pt x="41030" y="28882"/>
                    <a:pt x="40993" y="28944"/>
                    <a:pt x="40907" y="29018"/>
                  </a:cubicBezTo>
                  <a:cubicBezTo>
                    <a:pt x="40898" y="29028"/>
                    <a:pt x="40848" y="29061"/>
                    <a:pt x="40829" y="29068"/>
                  </a:cubicBezTo>
                  <a:cubicBezTo>
                    <a:pt x="40809" y="29078"/>
                    <a:pt x="40751" y="29091"/>
                    <a:pt x="40736" y="29093"/>
                  </a:cubicBezTo>
                  <a:cubicBezTo>
                    <a:pt x="40589" y="29102"/>
                    <a:pt x="40444" y="29275"/>
                    <a:pt x="40548" y="29420"/>
                  </a:cubicBezTo>
                  <a:cubicBezTo>
                    <a:pt x="40634" y="29535"/>
                    <a:pt x="40783" y="29710"/>
                    <a:pt x="40712" y="29863"/>
                  </a:cubicBezTo>
                  <a:cubicBezTo>
                    <a:pt x="40677" y="29941"/>
                    <a:pt x="40621" y="30006"/>
                    <a:pt x="40586" y="30084"/>
                  </a:cubicBezTo>
                  <a:cubicBezTo>
                    <a:pt x="40545" y="30175"/>
                    <a:pt x="40517" y="30268"/>
                    <a:pt x="40502" y="30367"/>
                  </a:cubicBezTo>
                  <a:cubicBezTo>
                    <a:pt x="40459" y="30644"/>
                    <a:pt x="40524" y="30980"/>
                    <a:pt x="40368" y="31229"/>
                  </a:cubicBezTo>
                  <a:cubicBezTo>
                    <a:pt x="40342" y="31270"/>
                    <a:pt x="40312" y="31306"/>
                    <a:pt x="40268" y="31328"/>
                  </a:cubicBezTo>
                  <a:cubicBezTo>
                    <a:pt x="40251" y="31335"/>
                    <a:pt x="40236" y="31341"/>
                    <a:pt x="40217" y="31345"/>
                  </a:cubicBezTo>
                  <a:cubicBezTo>
                    <a:pt x="40214" y="31347"/>
                    <a:pt x="40212" y="31347"/>
                    <a:pt x="40210" y="31347"/>
                  </a:cubicBezTo>
                  <a:lnTo>
                    <a:pt x="40210" y="31347"/>
                  </a:lnTo>
                  <a:cubicBezTo>
                    <a:pt x="40199" y="31349"/>
                    <a:pt x="40190" y="31349"/>
                    <a:pt x="40178" y="31349"/>
                  </a:cubicBezTo>
                  <a:cubicBezTo>
                    <a:pt x="40169" y="31349"/>
                    <a:pt x="40162" y="31349"/>
                    <a:pt x="40152" y="31347"/>
                  </a:cubicBezTo>
                  <a:lnTo>
                    <a:pt x="40152" y="31347"/>
                  </a:lnTo>
                  <a:cubicBezTo>
                    <a:pt x="40150" y="31347"/>
                    <a:pt x="40147" y="31345"/>
                    <a:pt x="40143" y="31345"/>
                  </a:cubicBezTo>
                  <a:cubicBezTo>
                    <a:pt x="40123" y="31339"/>
                    <a:pt x="40102" y="31334"/>
                    <a:pt x="40084" y="31326"/>
                  </a:cubicBezTo>
                  <a:cubicBezTo>
                    <a:pt x="40080" y="31324"/>
                    <a:pt x="40030" y="31302"/>
                    <a:pt x="40037" y="31306"/>
                  </a:cubicBezTo>
                  <a:cubicBezTo>
                    <a:pt x="40018" y="31298"/>
                    <a:pt x="40002" y="31289"/>
                    <a:pt x="39985" y="31280"/>
                  </a:cubicBezTo>
                  <a:cubicBezTo>
                    <a:pt x="39689" y="31114"/>
                    <a:pt x="39395" y="30737"/>
                    <a:pt x="39033" y="30774"/>
                  </a:cubicBezTo>
                  <a:cubicBezTo>
                    <a:pt x="39014" y="30765"/>
                    <a:pt x="38994" y="30755"/>
                    <a:pt x="38973" y="30748"/>
                  </a:cubicBezTo>
                  <a:cubicBezTo>
                    <a:pt x="38906" y="30727"/>
                    <a:pt x="38832" y="30716"/>
                    <a:pt x="38763" y="30701"/>
                  </a:cubicBezTo>
                  <a:cubicBezTo>
                    <a:pt x="38629" y="30672"/>
                    <a:pt x="38495" y="30647"/>
                    <a:pt x="38360" y="30623"/>
                  </a:cubicBezTo>
                  <a:cubicBezTo>
                    <a:pt x="38192" y="30593"/>
                    <a:pt x="38025" y="30564"/>
                    <a:pt x="37857" y="30534"/>
                  </a:cubicBezTo>
                  <a:cubicBezTo>
                    <a:pt x="38047" y="30266"/>
                    <a:pt x="38200" y="29967"/>
                    <a:pt x="38161" y="29636"/>
                  </a:cubicBezTo>
                  <a:cubicBezTo>
                    <a:pt x="38127" y="29355"/>
                    <a:pt x="37956" y="29070"/>
                    <a:pt x="37705" y="28944"/>
                  </a:cubicBezTo>
                  <a:cubicBezTo>
                    <a:pt x="37740" y="28847"/>
                    <a:pt x="37761" y="28745"/>
                    <a:pt x="37770" y="28633"/>
                  </a:cubicBezTo>
                  <a:cubicBezTo>
                    <a:pt x="37787" y="28423"/>
                    <a:pt x="37748" y="28205"/>
                    <a:pt x="37692" y="28005"/>
                  </a:cubicBezTo>
                  <a:cubicBezTo>
                    <a:pt x="37640" y="27817"/>
                    <a:pt x="37575" y="27623"/>
                    <a:pt x="37487" y="27447"/>
                  </a:cubicBezTo>
                  <a:cubicBezTo>
                    <a:pt x="37433" y="27335"/>
                    <a:pt x="37342" y="27246"/>
                    <a:pt x="37223" y="27207"/>
                  </a:cubicBezTo>
                  <a:cubicBezTo>
                    <a:pt x="37110" y="27170"/>
                    <a:pt x="37004" y="27199"/>
                    <a:pt x="36890" y="27212"/>
                  </a:cubicBezTo>
                  <a:cubicBezTo>
                    <a:pt x="36784" y="27225"/>
                    <a:pt x="36699" y="27175"/>
                    <a:pt x="36645" y="27067"/>
                  </a:cubicBezTo>
                  <a:cubicBezTo>
                    <a:pt x="36585" y="26950"/>
                    <a:pt x="36647" y="26857"/>
                    <a:pt x="36749" y="26762"/>
                  </a:cubicBezTo>
                  <a:cubicBezTo>
                    <a:pt x="36883" y="26638"/>
                    <a:pt x="37045" y="26547"/>
                    <a:pt x="37166" y="26405"/>
                  </a:cubicBezTo>
                  <a:cubicBezTo>
                    <a:pt x="37292" y="26255"/>
                    <a:pt x="37387" y="26052"/>
                    <a:pt x="37339" y="25851"/>
                  </a:cubicBezTo>
                  <a:cubicBezTo>
                    <a:pt x="37296" y="25676"/>
                    <a:pt x="37153" y="25526"/>
                    <a:pt x="36980" y="25475"/>
                  </a:cubicBezTo>
                  <a:cubicBezTo>
                    <a:pt x="36883" y="25446"/>
                    <a:pt x="36779" y="25453"/>
                    <a:pt x="36688" y="25498"/>
                  </a:cubicBezTo>
                  <a:cubicBezTo>
                    <a:pt x="36654" y="25513"/>
                    <a:pt x="36624" y="25533"/>
                    <a:pt x="36596" y="25557"/>
                  </a:cubicBezTo>
                  <a:cubicBezTo>
                    <a:pt x="36578" y="25526"/>
                    <a:pt x="36563" y="25487"/>
                    <a:pt x="36554" y="25466"/>
                  </a:cubicBezTo>
                  <a:cubicBezTo>
                    <a:pt x="36530" y="25408"/>
                    <a:pt x="36511" y="25345"/>
                    <a:pt x="36502" y="25282"/>
                  </a:cubicBezTo>
                  <a:cubicBezTo>
                    <a:pt x="36477" y="25148"/>
                    <a:pt x="36492" y="25007"/>
                    <a:pt x="36533" y="24876"/>
                  </a:cubicBezTo>
                  <a:cubicBezTo>
                    <a:pt x="36637" y="24553"/>
                    <a:pt x="36954" y="24408"/>
                    <a:pt x="37203" y="24209"/>
                  </a:cubicBezTo>
                  <a:cubicBezTo>
                    <a:pt x="37461" y="24002"/>
                    <a:pt x="37668" y="23673"/>
                    <a:pt x="37578" y="23331"/>
                  </a:cubicBezTo>
                  <a:cubicBezTo>
                    <a:pt x="37495" y="23013"/>
                    <a:pt x="37210" y="22857"/>
                    <a:pt x="36950" y="22704"/>
                  </a:cubicBezTo>
                  <a:cubicBezTo>
                    <a:pt x="36864" y="22654"/>
                    <a:pt x="36777" y="22598"/>
                    <a:pt x="36779" y="22498"/>
                  </a:cubicBezTo>
                  <a:cubicBezTo>
                    <a:pt x="36781" y="22383"/>
                    <a:pt x="36849" y="22258"/>
                    <a:pt x="36887" y="22148"/>
                  </a:cubicBezTo>
                  <a:cubicBezTo>
                    <a:pt x="36983" y="21875"/>
                    <a:pt x="36965" y="21568"/>
                    <a:pt x="36708" y="21393"/>
                  </a:cubicBezTo>
                  <a:cubicBezTo>
                    <a:pt x="36485" y="21242"/>
                    <a:pt x="36184" y="21265"/>
                    <a:pt x="35934" y="21321"/>
                  </a:cubicBezTo>
                  <a:cubicBezTo>
                    <a:pt x="35765" y="21358"/>
                    <a:pt x="35600" y="21412"/>
                    <a:pt x="35432" y="21460"/>
                  </a:cubicBezTo>
                  <a:cubicBezTo>
                    <a:pt x="35270" y="21508"/>
                    <a:pt x="35075" y="21544"/>
                    <a:pt x="34936" y="21648"/>
                  </a:cubicBezTo>
                  <a:cubicBezTo>
                    <a:pt x="34796" y="21752"/>
                    <a:pt x="34794" y="21906"/>
                    <a:pt x="34813" y="22065"/>
                  </a:cubicBezTo>
                  <a:cubicBezTo>
                    <a:pt x="34824" y="22161"/>
                    <a:pt x="34811" y="22234"/>
                    <a:pt x="34744" y="22308"/>
                  </a:cubicBezTo>
                  <a:cubicBezTo>
                    <a:pt x="34672" y="22390"/>
                    <a:pt x="34551" y="22453"/>
                    <a:pt x="34434" y="22461"/>
                  </a:cubicBezTo>
                  <a:cubicBezTo>
                    <a:pt x="34391" y="22399"/>
                    <a:pt x="34313" y="22364"/>
                    <a:pt x="34240" y="22412"/>
                  </a:cubicBezTo>
                  <a:cubicBezTo>
                    <a:pt x="34235" y="22409"/>
                    <a:pt x="34227" y="22403"/>
                    <a:pt x="34222" y="22397"/>
                  </a:cubicBezTo>
                  <a:cubicBezTo>
                    <a:pt x="34181" y="22362"/>
                    <a:pt x="34132" y="22373"/>
                    <a:pt x="34106" y="22403"/>
                  </a:cubicBezTo>
                  <a:cubicBezTo>
                    <a:pt x="34093" y="22392"/>
                    <a:pt x="34080" y="22381"/>
                    <a:pt x="34071" y="22368"/>
                  </a:cubicBezTo>
                  <a:cubicBezTo>
                    <a:pt x="34008" y="22282"/>
                    <a:pt x="34026" y="22135"/>
                    <a:pt x="34024" y="22037"/>
                  </a:cubicBezTo>
                  <a:cubicBezTo>
                    <a:pt x="34024" y="21784"/>
                    <a:pt x="33980" y="21503"/>
                    <a:pt x="33755" y="21347"/>
                  </a:cubicBezTo>
                  <a:cubicBezTo>
                    <a:pt x="33645" y="21274"/>
                    <a:pt x="33520" y="21283"/>
                    <a:pt x="33411" y="21250"/>
                  </a:cubicBezTo>
                  <a:cubicBezTo>
                    <a:pt x="33405" y="21248"/>
                    <a:pt x="33400" y="21241"/>
                    <a:pt x="33398" y="21239"/>
                  </a:cubicBezTo>
                  <a:lnTo>
                    <a:pt x="33398" y="21239"/>
                  </a:lnTo>
                  <a:cubicBezTo>
                    <a:pt x="33396" y="21228"/>
                    <a:pt x="33392" y="21215"/>
                    <a:pt x="33390" y="21205"/>
                  </a:cubicBezTo>
                  <a:cubicBezTo>
                    <a:pt x="33390" y="21194"/>
                    <a:pt x="33396" y="21140"/>
                    <a:pt x="33403" y="21109"/>
                  </a:cubicBezTo>
                  <a:cubicBezTo>
                    <a:pt x="33452" y="20904"/>
                    <a:pt x="33595" y="20740"/>
                    <a:pt x="33641" y="20534"/>
                  </a:cubicBezTo>
                  <a:cubicBezTo>
                    <a:pt x="33688" y="20333"/>
                    <a:pt x="33673" y="20101"/>
                    <a:pt x="33502" y="19959"/>
                  </a:cubicBezTo>
                  <a:cubicBezTo>
                    <a:pt x="33379" y="19859"/>
                    <a:pt x="33247" y="19863"/>
                    <a:pt x="33098" y="19846"/>
                  </a:cubicBezTo>
                  <a:cubicBezTo>
                    <a:pt x="33083" y="19846"/>
                    <a:pt x="33072" y="19844"/>
                    <a:pt x="33061" y="19842"/>
                  </a:cubicBezTo>
                  <a:lnTo>
                    <a:pt x="33061" y="19842"/>
                  </a:lnTo>
                  <a:cubicBezTo>
                    <a:pt x="33059" y="19840"/>
                    <a:pt x="33041" y="19835"/>
                    <a:pt x="33033" y="19829"/>
                  </a:cubicBezTo>
                  <a:cubicBezTo>
                    <a:pt x="33033" y="19829"/>
                    <a:pt x="33005" y="19803"/>
                    <a:pt x="33005" y="19807"/>
                  </a:cubicBezTo>
                  <a:cubicBezTo>
                    <a:pt x="32909" y="19682"/>
                    <a:pt x="32875" y="19517"/>
                    <a:pt x="32795" y="19383"/>
                  </a:cubicBezTo>
                  <a:cubicBezTo>
                    <a:pt x="32682" y="19191"/>
                    <a:pt x="32501" y="19076"/>
                    <a:pt x="32274" y="19081"/>
                  </a:cubicBezTo>
                  <a:cubicBezTo>
                    <a:pt x="32161" y="19085"/>
                    <a:pt x="32033" y="19135"/>
                    <a:pt x="31925" y="19089"/>
                  </a:cubicBezTo>
                  <a:cubicBezTo>
                    <a:pt x="31873" y="19067"/>
                    <a:pt x="31828" y="19022"/>
                    <a:pt x="31795" y="18975"/>
                  </a:cubicBezTo>
                  <a:cubicBezTo>
                    <a:pt x="31672" y="18810"/>
                    <a:pt x="31651" y="18598"/>
                    <a:pt x="31638" y="18399"/>
                  </a:cubicBezTo>
                  <a:cubicBezTo>
                    <a:pt x="31607" y="17951"/>
                    <a:pt x="31534" y="17471"/>
                    <a:pt x="31084" y="17259"/>
                  </a:cubicBezTo>
                  <a:cubicBezTo>
                    <a:pt x="30729" y="17091"/>
                    <a:pt x="30290" y="17125"/>
                    <a:pt x="29985" y="17378"/>
                  </a:cubicBezTo>
                  <a:cubicBezTo>
                    <a:pt x="29905" y="17445"/>
                    <a:pt x="29840" y="17527"/>
                    <a:pt x="29788" y="17618"/>
                  </a:cubicBezTo>
                  <a:cubicBezTo>
                    <a:pt x="29741" y="17698"/>
                    <a:pt x="29706" y="17793"/>
                    <a:pt x="29628" y="17848"/>
                  </a:cubicBezTo>
                  <a:cubicBezTo>
                    <a:pt x="29524" y="17923"/>
                    <a:pt x="29408" y="17958"/>
                    <a:pt x="29323" y="18060"/>
                  </a:cubicBezTo>
                  <a:cubicBezTo>
                    <a:pt x="29256" y="18139"/>
                    <a:pt x="29215" y="18233"/>
                    <a:pt x="29198" y="18336"/>
                  </a:cubicBezTo>
                  <a:cubicBezTo>
                    <a:pt x="29161" y="18544"/>
                    <a:pt x="29228" y="18750"/>
                    <a:pt x="29206" y="18959"/>
                  </a:cubicBezTo>
                  <a:cubicBezTo>
                    <a:pt x="29196" y="19042"/>
                    <a:pt x="29148" y="19102"/>
                    <a:pt x="29096" y="19173"/>
                  </a:cubicBezTo>
                  <a:cubicBezTo>
                    <a:pt x="29016" y="19284"/>
                    <a:pt x="28981" y="19409"/>
                    <a:pt x="29003" y="19545"/>
                  </a:cubicBezTo>
                  <a:cubicBezTo>
                    <a:pt x="29022" y="19656"/>
                    <a:pt x="29077" y="19753"/>
                    <a:pt x="29124" y="19857"/>
                  </a:cubicBezTo>
                  <a:cubicBezTo>
                    <a:pt x="29154" y="19924"/>
                    <a:pt x="29163" y="19974"/>
                    <a:pt x="29135" y="20022"/>
                  </a:cubicBezTo>
                  <a:cubicBezTo>
                    <a:pt x="29059" y="20155"/>
                    <a:pt x="28854" y="20225"/>
                    <a:pt x="28715" y="20272"/>
                  </a:cubicBezTo>
                  <a:cubicBezTo>
                    <a:pt x="28603" y="20311"/>
                    <a:pt x="28527" y="20445"/>
                    <a:pt x="28599" y="20554"/>
                  </a:cubicBezTo>
                  <a:cubicBezTo>
                    <a:pt x="28771" y="20813"/>
                    <a:pt x="28910" y="21123"/>
                    <a:pt x="28966" y="21430"/>
                  </a:cubicBezTo>
                  <a:cubicBezTo>
                    <a:pt x="28986" y="21538"/>
                    <a:pt x="28984" y="21633"/>
                    <a:pt x="28862" y="21659"/>
                  </a:cubicBezTo>
                  <a:cubicBezTo>
                    <a:pt x="28732" y="21689"/>
                    <a:pt x="28607" y="21691"/>
                    <a:pt x="28488" y="21765"/>
                  </a:cubicBezTo>
                  <a:cubicBezTo>
                    <a:pt x="28272" y="21897"/>
                    <a:pt x="28161" y="22131"/>
                    <a:pt x="28045" y="22347"/>
                  </a:cubicBezTo>
                  <a:cubicBezTo>
                    <a:pt x="27973" y="22483"/>
                    <a:pt x="27850" y="22650"/>
                    <a:pt x="27697" y="22714"/>
                  </a:cubicBezTo>
                  <a:cubicBezTo>
                    <a:pt x="27649" y="22555"/>
                    <a:pt x="27577" y="22403"/>
                    <a:pt x="27482" y="22265"/>
                  </a:cubicBezTo>
                  <a:cubicBezTo>
                    <a:pt x="27631" y="21901"/>
                    <a:pt x="27651" y="21499"/>
                    <a:pt x="27551" y="21116"/>
                  </a:cubicBezTo>
                  <a:cubicBezTo>
                    <a:pt x="27519" y="21001"/>
                    <a:pt x="27402" y="20947"/>
                    <a:pt x="27290" y="20969"/>
                  </a:cubicBezTo>
                  <a:cubicBezTo>
                    <a:pt x="27089" y="21010"/>
                    <a:pt x="26855" y="21060"/>
                    <a:pt x="26656" y="20982"/>
                  </a:cubicBezTo>
                  <a:cubicBezTo>
                    <a:pt x="26533" y="20934"/>
                    <a:pt x="26401" y="20798"/>
                    <a:pt x="26442" y="20657"/>
                  </a:cubicBezTo>
                  <a:cubicBezTo>
                    <a:pt x="26466" y="20579"/>
                    <a:pt x="26524" y="20512"/>
                    <a:pt x="26559" y="20437"/>
                  </a:cubicBezTo>
                  <a:cubicBezTo>
                    <a:pt x="26602" y="20352"/>
                    <a:pt x="26632" y="20264"/>
                    <a:pt x="26636" y="20169"/>
                  </a:cubicBezTo>
                  <a:cubicBezTo>
                    <a:pt x="26641" y="20022"/>
                    <a:pt x="26576" y="19889"/>
                    <a:pt x="26481" y="19779"/>
                  </a:cubicBezTo>
                  <a:cubicBezTo>
                    <a:pt x="26316" y="19591"/>
                    <a:pt x="26040" y="19502"/>
                    <a:pt x="25903" y="19308"/>
                  </a:cubicBezTo>
                  <a:cubicBezTo>
                    <a:pt x="25817" y="19191"/>
                    <a:pt x="25834" y="18996"/>
                    <a:pt x="25806" y="18853"/>
                  </a:cubicBezTo>
                  <a:cubicBezTo>
                    <a:pt x="25769" y="18672"/>
                    <a:pt x="25665" y="18512"/>
                    <a:pt x="25505" y="18419"/>
                  </a:cubicBezTo>
                  <a:cubicBezTo>
                    <a:pt x="25317" y="18310"/>
                    <a:pt x="25094" y="18298"/>
                    <a:pt x="24876" y="18328"/>
                  </a:cubicBezTo>
                  <a:cubicBezTo>
                    <a:pt x="24858" y="18159"/>
                    <a:pt x="24776" y="17995"/>
                    <a:pt x="24649" y="17873"/>
                  </a:cubicBezTo>
                  <a:cubicBezTo>
                    <a:pt x="24402" y="17629"/>
                    <a:pt x="24039" y="17592"/>
                    <a:pt x="23712" y="17566"/>
                  </a:cubicBezTo>
                  <a:cubicBezTo>
                    <a:pt x="23584" y="17556"/>
                    <a:pt x="23472" y="17705"/>
                    <a:pt x="23513" y="17826"/>
                  </a:cubicBezTo>
                  <a:cubicBezTo>
                    <a:pt x="23517" y="17835"/>
                    <a:pt x="23520" y="17843"/>
                    <a:pt x="23522" y="17848"/>
                  </a:cubicBezTo>
                  <a:cubicBezTo>
                    <a:pt x="23515" y="17867"/>
                    <a:pt x="23498" y="17889"/>
                    <a:pt x="23483" y="17906"/>
                  </a:cubicBezTo>
                  <a:cubicBezTo>
                    <a:pt x="23444" y="17954"/>
                    <a:pt x="23394" y="17993"/>
                    <a:pt x="23346" y="18033"/>
                  </a:cubicBezTo>
                  <a:cubicBezTo>
                    <a:pt x="23232" y="18126"/>
                    <a:pt x="23119" y="18220"/>
                    <a:pt x="23005" y="18313"/>
                  </a:cubicBezTo>
                  <a:cubicBezTo>
                    <a:pt x="22767" y="18510"/>
                    <a:pt x="22533" y="18709"/>
                    <a:pt x="22297" y="18908"/>
                  </a:cubicBezTo>
                  <a:cubicBezTo>
                    <a:pt x="22250" y="18946"/>
                    <a:pt x="22239" y="19013"/>
                    <a:pt x="22247" y="19068"/>
                  </a:cubicBezTo>
                  <a:cubicBezTo>
                    <a:pt x="22198" y="18992"/>
                    <a:pt x="22139" y="18922"/>
                    <a:pt x="22083" y="18847"/>
                  </a:cubicBezTo>
                  <a:cubicBezTo>
                    <a:pt x="22048" y="18801"/>
                    <a:pt x="21995" y="18737"/>
                    <a:pt x="21992" y="18674"/>
                  </a:cubicBezTo>
                  <a:cubicBezTo>
                    <a:pt x="21988" y="18620"/>
                    <a:pt x="22027" y="18566"/>
                    <a:pt x="22057" y="18524"/>
                  </a:cubicBezTo>
                  <a:cubicBezTo>
                    <a:pt x="22157" y="18371"/>
                    <a:pt x="22261" y="18230"/>
                    <a:pt x="22261" y="18038"/>
                  </a:cubicBezTo>
                  <a:cubicBezTo>
                    <a:pt x="22261" y="17938"/>
                    <a:pt x="22224" y="17837"/>
                    <a:pt x="22157" y="17763"/>
                  </a:cubicBezTo>
                  <a:cubicBezTo>
                    <a:pt x="22088" y="17687"/>
                    <a:pt x="21999" y="17659"/>
                    <a:pt x="21908" y="17623"/>
                  </a:cubicBezTo>
                  <a:cubicBezTo>
                    <a:pt x="21824" y="17592"/>
                    <a:pt x="21767" y="17523"/>
                    <a:pt x="21757" y="17439"/>
                  </a:cubicBezTo>
                  <a:cubicBezTo>
                    <a:pt x="21754" y="17413"/>
                    <a:pt x="21756" y="17385"/>
                    <a:pt x="21763" y="17357"/>
                  </a:cubicBezTo>
                  <a:cubicBezTo>
                    <a:pt x="21811" y="17166"/>
                    <a:pt x="21571" y="17021"/>
                    <a:pt x="21430" y="17164"/>
                  </a:cubicBezTo>
                  <a:cubicBezTo>
                    <a:pt x="21410" y="17184"/>
                    <a:pt x="21389" y="17203"/>
                    <a:pt x="21369" y="17222"/>
                  </a:cubicBezTo>
                  <a:cubicBezTo>
                    <a:pt x="21220" y="17348"/>
                    <a:pt x="21038" y="17423"/>
                    <a:pt x="20841" y="17434"/>
                  </a:cubicBezTo>
                  <a:cubicBezTo>
                    <a:pt x="20759" y="17439"/>
                    <a:pt x="20666" y="17491"/>
                    <a:pt x="20649" y="17581"/>
                  </a:cubicBezTo>
                  <a:cubicBezTo>
                    <a:pt x="20534" y="18204"/>
                    <a:pt x="20249" y="18821"/>
                    <a:pt x="19799" y="19275"/>
                  </a:cubicBezTo>
                  <a:cubicBezTo>
                    <a:pt x="19660" y="19414"/>
                    <a:pt x="19446" y="19576"/>
                    <a:pt x="19243" y="19465"/>
                  </a:cubicBezTo>
                  <a:cubicBezTo>
                    <a:pt x="19012" y="19338"/>
                    <a:pt x="19275" y="19035"/>
                    <a:pt x="19323" y="18869"/>
                  </a:cubicBezTo>
                  <a:cubicBezTo>
                    <a:pt x="19386" y="18656"/>
                    <a:pt x="19332" y="18367"/>
                    <a:pt x="19124" y="18250"/>
                  </a:cubicBezTo>
                  <a:cubicBezTo>
                    <a:pt x="18983" y="18168"/>
                    <a:pt x="18832" y="18211"/>
                    <a:pt x="18696" y="18278"/>
                  </a:cubicBezTo>
                  <a:cubicBezTo>
                    <a:pt x="18679" y="18287"/>
                    <a:pt x="18633" y="18313"/>
                    <a:pt x="18629" y="18313"/>
                  </a:cubicBezTo>
                  <a:cubicBezTo>
                    <a:pt x="18581" y="18308"/>
                    <a:pt x="18494" y="18189"/>
                    <a:pt x="18458" y="18155"/>
                  </a:cubicBezTo>
                  <a:cubicBezTo>
                    <a:pt x="18330" y="18034"/>
                    <a:pt x="18202" y="17914"/>
                    <a:pt x="18073" y="17793"/>
                  </a:cubicBezTo>
                  <a:cubicBezTo>
                    <a:pt x="17973" y="17698"/>
                    <a:pt x="17852" y="17605"/>
                    <a:pt x="17770" y="17493"/>
                  </a:cubicBezTo>
                  <a:cubicBezTo>
                    <a:pt x="17623" y="17296"/>
                    <a:pt x="17789" y="17082"/>
                    <a:pt x="17869" y="16892"/>
                  </a:cubicBezTo>
                  <a:cubicBezTo>
                    <a:pt x="17973" y="16653"/>
                    <a:pt x="18006" y="16392"/>
                    <a:pt x="17843" y="16169"/>
                  </a:cubicBezTo>
                  <a:cubicBezTo>
                    <a:pt x="17740" y="16031"/>
                    <a:pt x="17592" y="15937"/>
                    <a:pt x="17428" y="15905"/>
                  </a:cubicBezTo>
                  <a:cubicBezTo>
                    <a:pt x="17445" y="15762"/>
                    <a:pt x="17430" y="15613"/>
                    <a:pt x="17368" y="15481"/>
                  </a:cubicBezTo>
                  <a:cubicBezTo>
                    <a:pt x="17266" y="15254"/>
                    <a:pt x="17035" y="15161"/>
                    <a:pt x="16835" y="15038"/>
                  </a:cubicBezTo>
                  <a:cubicBezTo>
                    <a:pt x="16522" y="14850"/>
                    <a:pt x="16107" y="14598"/>
                    <a:pt x="16013" y="14216"/>
                  </a:cubicBezTo>
                  <a:cubicBezTo>
                    <a:pt x="15920" y="13842"/>
                    <a:pt x="16053" y="13448"/>
                    <a:pt x="15959" y="13069"/>
                  </a:cubicBezTo>
                  <a:cubicBezTo>
                    <a:pt x="15858" y="12665"/>
                    <a:pt x="15527" y="12464"/>
                    <a:pt x="15211" y="12239"/>
                  </a:cubicBezTo>
                  <a:cubicBezTo>
                    <a:pt x="15046" y="12122"/>
                    <a:pt x="14817" y="11869"/>
                    <a:pt x="14833" y="11640"/>
                  </a:cubicBezTo>
                  <a:cubicBezTo>
                    <a:pt x="14867" y="11613"/>
                    <a:pt x="14884" y="11570"/>
                    <a:pt x="14871" y="11520"/>
                  </a:cubicBezTo>
                  <a:cubicBezTo>
                    <a:pt x="14886" y="11495"/>
                    <a:pt x="14902" y="11471"/>
                    <a:pt x="14925" y="11449"/>
                  </a:cubicBezTo>
                  <a:cubicBezTo>
                    <a:pt x="14997" y="11375"/>
                    <a:pt x="14899" y="11237"/>
                    <a:pt x="14813" y="11302"/>
                  </a:cubicBezTo>
                  <a:cubicBezTo>
                    <a:pt x="14807" y="11304"/>
                    <a:pt x="14804" y="11309"/>
                    <a:pt x="14800" y="11311"/>
                  </a:cubicBezTo>
                  <a:cubicBezTo>
                    <a:pt x="14741" y="11144"/>
                    <a:pt x="14683" y="10977"/>
                    <a:pt x="14620" y="10809"/>
                  </a:cubicBezTo>
                  <a:cubicBezTo>
                    <a:pt x="14534" y="10584"/>
                    <a:pt x="14460" y="10354"/>
                    <a:pt x="14409" y="10119"/>
                  </a:cubicBezTo>
                  <a:cubicBezTo>
                    <a:pt x="14315" y="9684"/>
                    <a:pt x="14281" y="9219"/>
                    <a:pt x="14010" y="8849"/>
                  </a:cubicBezTo>
                  <a:cubicBezTo>
                    <a:pt x="13905" y="8708"/>
                    <a:pt x="13777" y="8581"/>
                    <a:pt x="13619" y="8501"/>
                  </a:cubicBezTo>
                  <a:cubicBezTo>
                    <a:pt x="13463" y="8421"/>
                    <a:pt x="13299" y="8399"/>
                    <a:pt x="13124" y="8388"/>
                  </a:cubicBezTo>
                  <a:cubicBezTo>
                    <a:pt x="13022" y="8382"/>
                    <a:pt x="12851" y="8391"/>
                    <a:pt x="12778" y="8300"/>
                  </a:cubicBezTo>
                  <a:cubicBezTo>
                    <a:pt x="12719" y="8224"/>
                    <a:pt x="12767" y="8111"/>
                    <a:pt x="12804" y="8023"/>
                  </a:cubicBezTo>
                  <a:cubicBezTo>
                    <a:pt x="12920" y="7750"/>
                    <a:pt x="13091" y="7471"/>
                    <a:pt x="12942" y="7173"/>
                  </a:cubicBezTo>
                  <a:cubicBezTo>
                    <a:pt x="12864" y="7015"/>
                    <a:pt x="12710" y="6932"/>
                    <a:pt x="12752" y="6738"/>
                  </a:cubicBezTo>
                  <a:cubicBezTo>
                    <a:pt x="12793" y="6552"/>
                    <a:pt x="12838" y="6387"/>
                    <a:pt x="12803" y="6197"/>
                  </a:cubicBezTo>
                  <a:cubicBezTo>
                    <a:pt x="12743" y="5873"/>
                    <a:pt x="12481" y="5578"/>
                    <a:pt x="12139" y="5566"/>
                  </a:cubicBezTo>
                  <a:cubicBezTo>
                    <a:pt x="11810" y="5555"/>
                    <a:pt x="11471" y="5829"/>
                    <a:pt x="11475" y="6169"/>
                  </a:cubicBezTo>
                  <a:cubicBezTo>
                    <a:pt x="11477" y="6335"/>
                    <a:pt x="11558" y="6485"/>
                    <a:pt x="11640" y="6623"/>
                  </a:cubicBezTo>
                  <a:cubicBezTo>
                    <a:pt x="11681" y="6690"/>
                    <a:pt x="11800" y="6839"/>
                    <a:pt x="11756" y="6917"/>
                  </a:cubicBezTo>
                  <a:cubicBezTo>
                    <a:pt x="11707" y="6997"/>
                    <a:pt x="11538" y="7000"/>
                    <a:pt x="11454" y="7021"/>
                  </a:cubicBezTo>
                  <a:cubicBezTo>
                    <a:pt x="11300" y="7056"/>
                    <a:pt x="11168" y="7121"/>
                    <a:pt x="11077" y="7255"/>
                  </a:cubicBezTo>
                  <a:cubicBezTo>
                    <a:pt x="11045" y="7303"/>
                    <a:pt x="11041" y="7393"/>
                    <a:pt x="11077" y="7439"/>
                  </a:cubicBezTo>
                  <a:cubicBezTo>
                    <a:pt x="11380" y="7834"/>
                    <a:pt x="11544" y="8321"/>
                    <a:pt x="11525" y="8814"/>
                  </a:cubicBezTo>
                  <a:cubicBezTo>
                    <a:pt x="11402" y="8745"/>
                    <a:pt x="11265" y="8702"/>
                    <a:pt x="11121" y="8683"/>
                  </a:cubicBezTo>
                  <a:cubicBezTo>
                    <a:pt x="10997" y="8669"/>
                    <a:pt x="10878" y="8687"/>
                    <a:pt x="10753" y="8704"/>
                  </a:cubicBezTo>
                  <a:cubicBezTo>
                    <a:pt x="10681" y="8713"/>
                    <a:pt x="10560" y="8741"/>
                    <a:pt x="10504" y="8678"/>
                  </a:cubicBezTo>
                  <a:cubicBezTo>
                    <a:pt x="10448" y="8615"/>
                    <a:pt x="10469" y="8488"/>
                    <a:pt x="10472" y="8414"/>
                  </a:cubicBezTo>
                  <a:cubicBezTo>
                    <a:pt x="10478" y="8298"/>
                    <a:pt x="10485" y="8191"/>
                    <a:pt x="10459" y="8077"/>
                  </a:cubicBezTo>
                  <a:cubicBezTo>
                    <a:pt x="10413" y="7867"/>
                    <a:pt x="10257" y="7674"/>
                    <a:pt x="10024" y="7683"/>
                  </a:cubicBezTo>
                  <a:cubicBezTo>
                    <a:pt x="9942" y="7685"/>
                    <a:pt x="9873" y="7737"/>
                    <a:pt x="9849" y="7817"/>
                  </a:cubicBezTo>
                  <a:cubicBezTo>
                    <a:pt x="9799" y="7973"/>
                    <a:pt x="9572" y="8020"/>
                    <a:pt x="9436" y="7960"/>
                  </a:cubicBezTo>
                  <a:cubicBezTo>
                    <a:pt x="9371" y="7932"/>
                    <a:pt x="9291" y="7847"/>
                    <a:pt x="9316" y="7783"/>
                  </a:cubicBezTo>
                  <a:cubicBezTo>
                    <a:pt x="9336" y="7729"/>
                    <a:pt x="9455" y="7690"/>
                    <a:pt x="9526" y="7661"/>
                  </a:cubicBezTo>
                  <a:cubicBezTo>
                    <a:pt x="9769" y="7562"/>
                    <a:pt x="10033" y="7385"/>
                    <a:pt x="9961" y="7077"/>
                  </a:cubicBezTo>
                  <a:cubicBezTo>
                    <a:pt x="9913" y="6870"/>
                    <a:pt x="9730" y="6731"/>
                    <a:pt x="9535" y="6645"/>
                  </a:cubicBezTo>
                  <a:cubicBezTo>
                    <a:pt x="9542" y="6602"/>
                    <a:pt x="9544" y="6556"/>
                    <a:pt x="9539" y="6509"/>
                  </a:cubicBezTo>
                  <a:cubicBezTo>
                    <a:pt x="9516" y="6310"/>
                    <a:pt x="9399" y="6186"/>
                    <a:pt x="9249" y="6067"/>
                  </a:cubicBezTo>
                  <a:cubicBezTo>
                    <a:pt x="9143" y="5983"/>
                    <a:pt x="9050" y="5914"/>
                    <a:pt x="9102" y="5771"/>
                  </a:cubicBezTo>
                  <a:cubicBezTo>
                    <a:pt x="9154" y="5620"/>
                    <a:pt x="9254" y="5492"/>
                    <a:pt x="9278" y="5330"/>
                  </a:cubicBezTo>
                  <a:cubicBezTo>
                    <a:pt x="9303" y="5172"/>
                    <a:pt x="9252" y="5018"/>
                    <a:pt x="9137" y="4904"/>
                  </a:cubicBezTo>
                  <a:cubicBezTo>
                    <a:pt x="9035" y="4806"/>
                    <a:pt x="8903" y="4752"/>
                    <a:pt x="8786" y="4676"/>
                  </a:cubicBezTo>
                  <a:cubicBezTo>
                    <a:pt x="8648" y="4588"/>
                    <a:pt x="8667" y="4482"/>
                    <a:pt x="8650" y="4332"/>
                  </a:cubicBezTo>
                  <a:cubicBezTo>
                    <a:pt x="8631" y="4160"/>
                    <a:pt x="8557" y="4019"/>
                    <a:pt x="8415" y="3921"/>
                  </a:cubicBezTo>
                  <a:cubicBezTo>
                    <a:pt x="8269" y="3816"/>
                    <a:pt x="8073" y="3781"/>
                    <a:pt x="7898" y="3824"/>
                  </a:cubicBezTo>
                  <a:cubicBezTo>
                    <a:pt x="7885" y="3701"/>
                    <a:pt x="7871" y="3578"/>
                    <a:pt x="7858" y="3454"/>
                  </a:cubicBezTo>
                  <a:cubicBezTo>
                    <a:pt x="7844" y="3342"/>
                    <a:pt x="7755" y="3257"/>
                    <a:pt x="7636" y="3286"/>
                  </a:cubicBezTo>
                  <a:cubicBezTo>
                    <a:pt x="7426" y="3338"/>
                    <a:pt x="7218" y="3391"/>
                    <a:pt x="7008" y="3441"/>
                  </a:cubicBezTo>
                  <a:cubicBezTo>
                    <a:pt x="6915" y="3465"/>
                    <a:pt x="6823" y="3487"/>
                    <a:pt x="6732" y="3510"/>
                  </a:cubicBezTo>
                  <a:cubicBezTo>
                    <a:pt x="6738" y="3506"/>
                    <a:pt x="6744" y="3500"/>
                    <a:pt x="6749" y="3497"/>
                  </a:cubicBezTo>
                  <a:cubicBezTo>
                    <a:pt x="6864" y="3418"/>
                    <a:pt x="6941" y="3296"/>
                    <a:pt x="6965" y="3158"/>
                  </a:cubicBezTo>
                  <a:cubicBezTo>
                    <a:pt x="6989" y="3015"/>
                    <a:pt x="6974" y="2870"/>
                    <a:pt x="6941" y="2730"/>
                  </a:cubicBezTo>
                  <a:cubicBezTo>
                    <a:pt x="6909" y="2598"/>
                    <a:pt x="6870" y="2429"/>
                    <a:pt x="6749" y="2351"/>
                  </a:cubicBezTo>
                  <a:cubicBezTo>
                    <a:pt x="6576" y="2237"/>
                    <a:pt x="6379" y="2373"/>
                    <a:pt x="6223" y="2451"/>
                  </a:cubicBezTo>
                  <a:cubicBezTo>
                    <a:pt x="6096" y="2513"/>
                    <a:pt x="5968" y="2572"/>
                    <a:pt x="5842" y="2637"/>
                  </a:cubicBezTo>
                  <a:cubicBezTo>
                    <a:pt x="5804" y="2474"/>
                    <a:pt x="5765" y="2314"/>
                    <a:pt x="5719" y="2156"/>
                  </a:cubicBezTo>
                  <a:cubicBezTo>
                    <a:pt x="5788" y="2100"/>
                    <a:pt x="5825" y="1988"/>
                    <a:pt x="5750" y="1899"/>
                  </a:cubicBezTo>
                  <a:cubicBezTo>
                    <a:pt x="5678" y="1810"/>
                    <a:pt x="5611" y="1717"/>
                    <a:pt x="5548" y="1622"/>
                  </a:cubicBezTo>
                  <a:cubicBezTo>
                    <a:pt x="5360" y="1335"/>
                    <a:pt x="5219" y="1019"/>
                    <a:pt x="5126" y="686"/>
                  </a:cubicBezTo>
                  <a:cubicBezTo>
                    <a:pt x="5096" y="582"/>
                    <a:pt x="4973" y="534"/>
                    <a:pt x="4880" y="588"/>
                  </a:cubicBezTo>
                  <a:cubicBezTo>
                    <a:pt x="4821" y="621"/>
                    <a:pt x="4761" y="655"/>
                    <a:pt x="4701" y="688"/>
                  </a:cubicBezTo>
                  <a:cubicBezTo>
                    <a:pt x="4679" y="515"/>
                    <a:pt x="4655" y="342"/>
                    <a:pt x="4633" y="171"/>
                  </a:cubicBezTo>
                  <a:cubicBezTo>
                    <a:pt x="4620" y="82"/>
                    <a:pt x="4564" y="0"/>
                    <a:pt x="4465" y="4"/>
                  </a:cubicBezTo>
                  <a:cubicBezTo>
                    <a:pt x="4199" y="9"/>
                    <a:pt x="4064" y="210"/>
                    <a:pt x="3982" y="439"/>
                  </a:cubicBezTo>
                  <a:cubicBezTo>
                    <a:pt x="3924" y="605"/>
                    <a:pt x="3898" y="820"/>
                    <a:pt x="3775" y="954"/>
                  </a:cubicBezTo>
                  <a:cubicBezTo>
                    <a:pt x="3680" y="1057"/>
                    <a:pt x="3517" y="1032"/>
                    <a:pt x="3394" y="1071"/>
                  </a:cubicBezTo>
                  <a:cubicBezTo>
                    <a:pt x="3266" y="1112"/>
                    <a:pt x="3154" y="1190"/>
                    <a:pt x="3072" y="1296"/>
                  </a:cubicBezTo>
                  <a:cubicBezTo>
                    <a:pt x="2903" y="1512"/>
                    <a:pt x="2855" y="1806"/>
                    <a:pt x="2920" y="2068"/>
                  </a:cubicBezTo>
                  <a:cubicBezTo>
                    <a:pt x="2968" y="2267"/>
                    <a:pt x="3070" y="2442"/>
                    <a:pt x="3191" y="2604"/>
                  </a:cubicBezTo>
                  <a:cubicBezTo>
                    <a:pt x="2989" y="2598"/>
                    <a:pt x="2784" y="2595"/>
                    <a:pt x="2581" y="2589"/>
                  </a:cubicBezTo>
                  <a:cubicBezTo>
                    <a:pt x="2513" y="2585"/>
                    <a:pt x="2433" y="2641"/>
                    <a:pt x="2420" y="2712"/>
                  </a:cubicBezTo>
                  <a:cubicBezTo>
                    <a:pt x="2328" y="3192"/>
                    <a:pt x="2232" y="3669"/>
                    <a:pt x="2139" y="4149"/>
                  </a:cubicBezTo>
                  <a:cubicBezTo>
                    <a:pt x="1856" y="4079"/>
                    <a:pt x="1564" y="4073"/>
                    <a:pt x="1274" y="4123"/>
                  </a:cubicBezTo>
                  <a:cubicBezTo>
                    <a:pt x="1174" y="4140"/>
                    <a:pt x="1116" y="4285"/>
                    <a:pt x="1174" y="4369"/>
                  </a:cubicBezTo>
                  <a:cubicBezTo>
                    <a:pt x="1240" y="4464"/>
                    <a:pt x="1309" y="4560"/>
                    <a:pt x="1376" y="4655"/>
                  </a:cubicBezTo>
                  <a:cubicBezTo>
                    <a:pt x="1012" y="4837"/>
                    <a:pt x="811" y="5314"/>
                    <a:pt x="995" y="5700"/>
                  </a:cubicBezTo>
                  <a:cubicBezTo>
                    <a:pt x="1023" y="5762"/>
                    <a:pt x="1064" y="5814"/>
                    <a:pt x="1107" y="5866"/>
                  </a:cubicBezTo>
                  <a:cubicBezTo>
                    <a:pt x="1134" y="5899"/>
                    <a:pt x="1205" y="5955"/>
                    <a:pt x="1201" y="6000"/>
                  </a:cubicBezTo>
                  <a:cubicBezTo>
                    <a:pt x="1198" y="6046"/>
                    <a:pt x="1082" y="6139"/>
                    <a:pt x="1054" y="6171"/>
                  </a:cubicBezTo>
                  <a:cubicBezTo>
                    <a:pt x="1006" y="6232"/>
                    <a:pt x="960" y="6295"/>
                    <a:pt x="917" y="6362"/>
                  </a:cubicBezTo>
                  <a:cubicBezTo>
                    <a:pt x="822" y="6517"/>
                    <a:pt x="751" y="6686"/>
                    <a:pt x="709" y="6861"/>
                  </a:cubicBezTo>
                  <a:cubicBezTo>
                    <a:pt x="482" y="6803"/>
                    <a:pt x="277" y="6950"/>
                    <a:pt x="186" y="7162"/>
                  </a:cubicBezTo>
                  <a:cubicBezTo>
                    <a:pt x="78" y="7410"/>
                    <a:pt x="76" y="7733"/>
                    <a:pt x="117" y="7995"/>
                  </a:cubicBezTo>
                  <a:cubicBezTo>
                    <a:pt x="139" y="8148"/>
                    <a:pt x="208" y="8274"/>
                    <a:pt x="281" y="8406"/>
                  </a:cubicBezTo>
                  <a:cubicBezTo>
                    <a:pt x="299" y="8440"/>
                    <a:pt x="342" y="8501"/>
                    <a:pt x="331" y="8542"/>
                  </a:cubicBezTo>
                  <a:cubicBezTo>
                    <a:pt x="329" y="8548"/>
                    <a:pt x="325" y="8553"/>
                    <a:pt x="320" y="8559"/>
                  </a:cubicBezTo>
                  <a:cubicBezTo>
                    <a:pt x="216" y="8499"/>
                    <a:pt x="61" y="8602"/>
                    <a:pt x="71" y="8721"/>
                  </a:cubicBezTo>
                  <a:cubicBezTo>
                    <a:pt x="74" y="8763"/>
                    <a:pt x="78" y="8806"/>
                    <a:pt x="84" y="8851"/>
                  </a:cubicBezTo>
                  <a:cubicBezTo>
                    <a:pt x="97" y="8975"/>
                    <a:pt x="119" y="9098"/>
                    <a:pt x="153" y="9221"/>
                  </a:cubicBezTo>
                  <a:cubicBezTo>
                    <a:pt x="100" y="9230"/>
                    <a:pt x="48" y="9247"/>
                    <a:pt x="0" y="9269"/>
                  </a:cubicBezTo>
                  <a:lnTo>
                    <a:pt x="0" y="59602"/>
                  </a:lnTo>
                  <a:lnTo>
                    <a:pt x="68458" y="59602"/>
                  </a:lnTo>
                  <a:close/>
                  <a:moveTo>
                    <a:pt x="36885" y="25884"/>
                  </a:moveTo>
                  <a:cubicBezTo>
                    <a:pt x="36894" y="25871"/>
                    <a:pt x="36894" y="25875"/>
                    <a:pt x="36885" y="25884"/>
                  </a:cubicBezTo>
                  <a:close/>
                  <a:moveTo>
                    <a:pt x="67783" y="53147"/>
                  </a:moveTo>
                  <a:cubicBezTo>
                    <a:pt x="67757" y="53136"/>
                    <a:pt x="67775" y="53112"/>
                    <a:pt x="67783" y="53147"/>
                  </a:cubicBezTo>
                  <a:close/>
                  <a:moveTo>
                    <a:pt x="45981" y="31866"/>
                  </a:moveTo>
                  <a:cubicBezTo>
                    <a:pt x="45981" y="31869"/>
                    <a:pt x="45981" y="31873"/>
                    <a:pt x="45979" y="31867"/>
                  </a:cubicBezTo>
                  <a:cubicBezTo>
                    <a:pt x="45979" y="31867"/>
                    <a:pt x="45979" y="31866"/>
                    <a:pt x="45981" y="31866"/>
                  </a:cubicBezTo>
                  <a:close/>
                  <a:moveTo>
                    <a:pt x="37078" y="27655"/>
                  </a:moveTo>
                  <a:cubicBezTo>
                    <a:pt x="37125" y="27651"/>
                    <a:pt x="37093" y="27661"/>
                    <a:pt x="37078" y="27655"/>
                  </a:cubicBezTo>
                  <a:close/>
                  <a:moveTo>
                    <a:pt x="36541" y="25622"/>
                  </a:moveTo>
                  <a:cubicBezTo>
                    <a:pt x="36522" y="25641"/>
                    <a:pt x="36522" y="25626"/>
                    <a:pt x="36541" y="25622"/>
                  </a:cubicBezTo>
                  <a:close/>
                  <a:moveTo>
                    <a:pt x="22241" y="20177"/>
                  </a:moveTo>
                  <a:cubicBezTo>
                    <a:pt x="22193" y="20069"/>
                    <a:pt x="22260" y="19900"/>
                    <a:pt x="22297" y="19777"/>
                  </a:cubicBezTo>
                  <a:cubicBezTo>
                    <a:pt x="22321" y="19697"/>
                    <a:pt x="22341" y="19615"/>
                    <a:pt x="22353" y="19532"/>
                  </a:cubicBezTo>
                  <a:cubicBezTo>
                    <a:pt x="22419" y="19829"/>
                    <a:pt x="22483" y="20128"/>
                    <a:pt x="22542" y="20426"/>
                  </a:cubicBezTo>
                  <a:cubicBezTo>
                    <a:pt x="22516" y="20411"/>
                    <a:pt x="22490" y="20396"/>
                    <a:pt x="22464" y="20380"/>
                  </a:cubicBezTo>
                  <a:cubicBezTo>
                    <a:pt x="22375" y="20324"/>
                    <a:pt x="22282" y="20264"/>
                    <a:pt x="22241" y="20175"/>
                  </a:cubicBezTo>
                  <a:lnTo>
                    <a:pt x="22241" y="20175"/>
                  </a:lnTo>
                  <a:close/>
                  <a:moveTo>
                    <a:pt x="18936" y="18592"/>
                  </a:moveTo>
                  <a:cubicBezTo>
                    <a:pt x="18932" y="18592"/>
                    <a:pt x="18925" y="18581"/>
                    <a:pt x="18923" y="18581"/>
                  </a:cubicBezTo>
                  <a:cubicBezTo>
                    <a:pt x="18929" y="18583"/>
                    <a:pt x="18932" y="18587"/>
                    <a:pt x="18936" y="18592"/>
                  </a:cubicBezTo>
                  <a:close/>
                  <a:moveTo>
                    <a:pt x="9185" y="6571"/>
                  </a:moveTo>
                  <a:cubicBezTo>
                    <a:pt x="9185" y="6584"/>
                    <a:pt x="9178" y="6576"/>
                    <a:pt x="9185" y="6571"/>
                  </a:cubicBezTo>
                  <a:close/>
                  <a:moveTo>
                    <a:pt x="6554" y="3528"/>
                  </a:moveTo>
                  <a:cubicBezTo>
                    <a:pt x="6520" y="3532"/>
                    <a:pt x="6546" y="3504"/>
                    <a:pt x="6554" y="35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0"/>
            <p:cNvSpPr/>
            <p:nvPr/>
          </p:nvSpPr>
          <p:spPr>
            <a:xfrm>
              <a:off x="3728524" y="4476750"/>
              <a:ext cx="5415376" cy="1352648"/>
            </a:xfrm>
            <a:custGeom>
              <a:avLst/>
              <a:gdLst/>
              <a:ahLst/>
              <a:cxnLst/>
              <a:rect l="l" t="t" r="r" b="b"/>
              <a:pathLst>
                <a:path w="105204" h="60265" extrusionOk="0">
                  <a:moveTo>
                    <a:pt x="3460" y="60265"/>
                  </a:moveTo>
                  <a:cubicBezTo>
                    <a:pt x="2450" y="59482"/>
                    <a:pt x="1453" y="58684"/>
                    <a:pt x="465" y="57882"/>
                  </a:cubicBezTo>
                  <a:cubicBezTo>
                    <a:pt x="445" y="57893"/>
                    <a:pt x="423" y="57905"/>
                    <a:pt x="402" y="57916"/>
                  </a:cubicBezTo>
                  <a:cubicBezTo>
                    <a:pt x="186" y="58031"/>
                    <a:pt x="0" y="57713"/>
                    <a:pt x="211" y="57590"/>
                  </a:cubicBezTo>
                  <a:cubicBezTo>
                    <a:pt x="240" y="57574"/>
                    <a:pt x="270" y="57555"/>
                    <a:pt x="298" y="57538"/>
                  </a:cubicBezTo>
                  <a:cubicBezTo>
                    <a:pt x="503" y="57412"/>
                    <a:pt x="698" y="57272"/>
                    <a:pt x="897" y="57138"/>
                  </a:cubicBezTo>
                  <a:cubicBezTo>
                    <a:pt x="1109" y="56997"/>
                    <a:pt x="1315" y="56845"/>
                    <a:pt x="1511" y="56675"/>
                  </a:cubicBezTo>
                  <a:cubicBezTo>
                    <a:pt x="1894" y="56346"/>
                    <a:pt x="2232" y="55965"/>
                    <a:pt x="2463" y="55513"/>
                  </a:cubicBezTo>
                  <a:cubicBezTo>
                    <a:pt x="2697" y="55052"/>
                    <a:pt x="2755" y="54553"/>
                    <a:pt x="2777" y="54042"/>
                  </a:cubicBezTo>
                  <a:cubicBezTo>
                    <a:pt x="2790" y="53746"/>
                    <a:pt x="2794" y="53447"/>
                    <a:pt x="2837" y="53153"/>
                  </a:cubicBezTo>
                  <a:cubicBezTo>
                    <a:pt x="2878" y="52880"/>
                    <a:pt x="3069" y="52682"/>
                    <a:pt x="3357" y="52703"/>
                  </a:cubicBezTo>
                  <a:cubicBezTo>
                    <a:pt x="3636" y="52723"/>
                    <a:pt x="3921" y="52803"/>
                    <a:pt x="4196" y="52855"/>
                  </a:cubicBezTo>
                  <a:cubicBezTo>
                    <a:pt x="4350" y="52885"/>
                    <a:pt x="4507" y="52913"/>
                    <a:pt x="4663" y="52943"/>
                  </a:cubicBezTo>
                  <a:cubicBezTo>
                    <a:pt x="4668" y="52945"/>
                    <a:pt x="4732" y="52952"/>
                    <a:pt x="4776" y="52959"/>
                  </a:cubicBezTo>
                  <a:cubicBezTo>
                    <a:pt x="4799" y="52658"/>
                    <a:pt x="4795" y="52355"/>
                    <a:pt x="4804" y="52054"/>
                  </a:cubicBezTo>
                  <a:cubicBezTo>
                    <a:pt x="4814" y="51801"/>
                    <a:pt x="4877" y="51529"/>
                    <a:pt x="5165" y="51472"/>
                  </a:cubicBezTo>
                  <a:cubicBezTo>
                    <a:pt x="5306" y="51444"/>
                    <a:pt x="5433" y="51496"/>
                    <a:pt x="5572" y="51511"/>
                  </a:cubicBezTo>
                  <a:cubicBezTo>
                    <a:pt x="5641" y="51520"/>
                    <a:pt x="5671" y="51509"/>
                    <a:pt x="5716" y="51466"/>
                  </a:cubicBezTo>
                  <a:cubicBezTo>
                    <a:pt x="5849" y="51345"/>
                    <a:pt x="5844" y="51148"/>
                    <a:pt x="5794" y="50983"/>
                  </a:cubicBezTo>
                  <a:cubicBezTo>
                    <a:pt x="5719" y="50744"/>
                    <a:pt x="5576" y="50536"/>
                    <a:pt x="5487" y="50304"/>
                  </a:cubicBezTo>
                  <a:cubicBezTo>
                    <a:pt x="5403" y="50081"/>
                    <a:pt x="5368" y="49815"/>
                    <a:pt x="5444" y="49584"/>
                  </a:cubicBezTo>
                  <a:cubicBezTo>
                    <a:pt x="5533" y="49324"/>
                    <a:pt x="5768" y="49100"/>
                    <a:pt x="6060" y="49160"/>
                  </a:cubicBezTo>
                  <a:cubicBezTo>
                    <a:pt x="6264" y="49203"/>
                    <a:pt x="6411" y="49404"/>
                    <a:pt x="6586" y="49456"/>
                  </a:cubicBezTo>
                  <a:cubicBezTo>
                    <a:pt x="6777" y="49513"/>
                    <a:pt x="7008" y="49454"/>
                    <a:pt x="7161" y="49318"/>
                  </a:cubicBezTo>
                  <a:cubicBezTo>
                    <a:pt x="7157" y="49311"/>
                    <a:pt x="7153" y="49303"/>
                    <a:pt x="7151" y="49294"/>
                  </a:cubicBezTo>
                  <a:cubicBezTo>
                    <a:pt x="7019" y="48849"/>
                    <a:pt x="7427" y="48474"/>
                    <a:pt x="7843" y="48431"/>
                  </a:cubicBezTo>
                  <a:cubicBezTo>
                    <a:pt x="8202" y="48394"/>
                    <a:pt x="8509" y="48611"/>
                    <a:pt x="8760" y="48855"/>
                  </a:cubicBezTo>
                  <a:cubicBezTo>
                    <a:pt x="8766" y="48797"/>
                    <a:pt x="8764" y="48738"/>
                    <a:pt x="8762" y="48697"/>
                  </a:cubicBezTo>
                  <a:cubicBezTo>
                    <a:pt x="8754" y="48503"/>
                    <a:pt x="8723" y="48308"/>
                    <a:pt x="8780" y="48120"/>
                  </a:cubicBezTo>
                  <a:cubicBezTo>
                    <a:pt x="8844" y="47912"/>
                    <a:pt x="9037" y="47728"/>
                    <a:pt x="9249" y="47693"/>
                  </a:cubicBezTo>
                  <a:cubicBezTo>
                    <a:pt x="9229" y="47415"/>
                    <a:pt x="9227" y="47137"/>
                    <a:pt x="9297" y="46867"/>
                  </a:cubicBezTo>
                  <a:cubicBezTo>
                    <a:pt x="9309" y="46820"/>
                    <a:pt x="9323" y="46776"/>
                    <a:pt x="9340" y="46731"/>
                  </a:cubicBezTo>
                  <a:cubicBezTo>
                    <a:pt x="9400" y="46564"/>
                    <a:pt x="9601" y="46540"/>
                    <a:pt x="9703" y="46683"/>
                  </a:cubicBezTo>
                  <a:cubicBezTo>
                    <a:pt x="9900" y="46958"/>
                    <a:pt x="10371" y="47023"/>
                    <a:pt x="10631" y="46813"/>
                  </a:cubicBezTo>
                  <a:cubicBezTo>
                    <a:pt x="10763" y="46705"/>
                    <a:pt x="11008" y="46761"/>
                    <a:pt x="10997" y="46964"/>
                  </a:cubicBezTo>
                  <a:cubicBezTo>
                    <a:pt x="10994" y="47016"/>
                    <a:pt x="10992" y="47068"/>
                    <a:pt x="10988" y="47118"/>
                  </a:cubicBezTo>
                  <a:cubicBezTo>
                    <a:pt x="10975" y="47356"/>
                    <a:pt x="10960" y="47592"/>
                    <a:pt x="10945" y="47830"/>
                  </a:cubicBezTo>
                  <a:cubicBezTo>
                    <a:pt x="11005" y="47821"/>
                    <a:pt x="11062" y="47812"/>
                    <a:pt x="11122" y="47802"/>
                  </a:cubicBezTo>
                  <a:cubicBezTo>
                    <a:pt x="11219" y="47787"/>
                    <a:pt x="11315" y="47767"/>
                    <a:pt x="11414" y="47752"/>
                  </a:cubicBezTo>
                  <a:cubicBezTo>
                    <a:pt x="11429" y="47590"/>
                    <a:pt x="11455" y="47425"/>
                    <a:pt x="11542" y="47289"/>
                  </a:cubicBezTo>
                  <a:cubicBezTo>
                    <a:pt x="11639" y="47138"/>
                    <a:pt x="11803" y="47027"/>
                    <a:pt x="11987" y="47029"/>
                  </a:cubicBezTo>
                  <a:cubicBezTo>
                    <a:pt x="12152" y="47031"/>
                    <a:pt x="12282" y="47127"/>
                    <a:pt x="12401" y="47235"/>
                  </a:cubicBezTo>
                  <a:cubicBezTo>
                    <a:pt x="12442" y="47270"/>
                    <a:pt x="12522" y="47373"/>
                    <a:pt x="12597" y="47410"/>
                  </a:cubicBezTo>
                  <a:cubicBezTo>
                    <a:pt x="12532" y="47230"/>
                    <a:pt x="12466" y="47051"/>
                    <a:pt x="12401" y="46871"/>
                  </a:cubicBezTo>
                  <a:cubicBezTo>
                    <a:pt x="12245" y="46677"/>
                    <a:pt x="12106" y="46439"/>
                    <a:pt x="12130" y="46188"/>
                  </a:cubicBezTo>
                  <a:cubicBezTo>
                    <a:pt x="12165" y="45842"/>
                    <a:pt x="12466" y="45719"/>
                    <a:pt x="12770" y="45680"/>
                  </a:cubicBezTo>
                  <a:cubicBezTo>
                    <a:pt x="12978" y="45652"/>
                    <a:pt x="13138" y="45600"/>
                    <a:pt x="13242" y="45409"/>
                  </a:cubicBezTo>
                  <a:cubicBezTo>
                    <a:pt x="13339" y="45228"/>
                    <a:pt x="13355" y="45009"/>
                    <a:pt x="13342" y="44808"/>
                  </a:cubicBezTo>
                  <a:cubicBezTo>
                    <a:pt x="13324" y="44516"/>
                    <a:pt x="13233" y="44233"/>
                    <a:pt x="13205" y="43941"/>
                  </a:cubicBezTo>
                  <a:cubicBezTo>
                    <a:pt x="13177" y="43662"/>
                    <a:pt x="13194" y="43298"/>
                    <a:pt x="13398" y="43084"/>
                  </a:cubicBezTo>
                  <a:cubicBezTo>
                    <a:pt x="13582" y="42891"/>
                    <a:pt x="13885" y="42948"/>
                    <a:pt x="14038" y="42712"/>
                  </a:cubicBezTo>
                  <a:cubicBezTo>
                    <a:pt x="14187" y="42482"/>
                    <a:pt x="14060" y="42217"/>
                    <a:pt x="14005" y="41978"/>
                  </a:cubicBezTo>
                  <a:cubicBezTo>
                    <a:pt x="13943" y="41708"/>
                    <a:pt x="13960" y="41453"/>
                    <a:pt x="14150" y="41237"/>
                  </a:cubicBezTo>
                  <a:cubicBezTo>
                    <a:pt x="14230" y="41146"/>
                    <a:pt x="14339" y="41077"/>
                    <a:pt x="14455" y="41055"/>
                  </a:cubicBezTo>
                  <a:cubicBezTo>
                    <a:pt x="14469" y="40875"/>
                    <a:pt x="14559" y="40705"/>
                    <a:pt x="14704" y="40581"/>
                  </a:cubicBezTo>
                  <a:cubicBezTo>
                    <a:pt x="14964" y="40356"/>
                    <a:pt x="15329" y="40352"/>
                    <a:pt x="15645" y="40443"/>
                  </a:cubicBezTo>
                  <a:cubicBezTo>
                    <a:pt x="15922" y="40523"/>
                    <a:pt x="16264" y="40670"/>
                    <a:pt x="16355" y="40975"/>
                  </a:cubicBezTo>
                  <a:cubicBezTo>
                    <a:pt x="16357" y="40983"/>
                    <a:pt x="16359" y="40990"/>
                    <a:pt x="16361" y="40999"/>
                  </a:cubicBezTo>
                  <a:cubicBezTo>
                    <a:pt x="16407" y="41033"/>
                    <a:pt x="16439" y="41089"/>
                    <a:pt x="16445" y="41154"/>
                  </a:cubicBezTo>
                  <a:cubicBezTo>
                    <a:pt x="16500" y="41773"/>
                    <a:pt x="16450" y="42396"/>
                    <a:pt x="16298" y="42999"/>
                  </a:cubicBezTo>
                  <a:cubicBezTo>
                    <a:pt x="16459" y="42948"/>
                    <a:pt x="16627" y="42920"/>
                    <a:pt x="16798" y="42917"/>
                  </a:cubicBezTo>
                  <a:cubicBezTo>
                    <a:pt x="16887" y="42915"/>
                    <a:pt x="16986" y="43000"/>
                    <a:pt x="16976" y="43095"/>
                  </a:cubicBezTo>
                  <a:cubicBezTo>
                    <a:pt x="16962" y="43255"/>
                    <a:pt x="16895" y="43393"/>
                    <a:pt x="16787" y="43493"/>
                  </a:cubicBezTo>
                  <a:cubicBezTo>
                    <a:pt x="16915" y="43638"/>
                    <a:pt x="17042" y="43785"/>
                    <a:pt x="17170" y="43934"/>
                  </a:cubicBezTo>
                  <a:cubicBezTo>
                    <a:pt x="17254" y="44031"/>
                    <a:pt x="17227" y="44193"/>
                    <a:pt x="17092" y="44228"/>
                  </a:cubicBezTo>
                  <a:cubicBezTo>
                    <a:pt x="16770" y="44312"/>
                    <a:pt x="16653" y="44763"/>
                    <a:pt x="16995" y="44912"/>
                  </a:cubicBezTo>
                  <a:cubicBezTo>
                    <a:pt x="17257" y="45026"/>
                    <a:pt x="17477" y="44750"/>
                    <a:pt x="17376" y="44520"/>
                  </a:cubicBezTo>
                  <a:cubicBezTo>
                    <a:pt x="17367" y="44498"/>
                    <a:pt x="17354" y="44475"/>
                    <a:pt x="17335" y="44453"/>
                  </a:cubicBezTo>
                  <a:cubicBezTo>
                    <a:pt x="17291" y="44393"/>
                    <a:pt x="17313" y="44291"/>
                    <a:pt x="17363" y="44243"/>
                  </a:cubicBezTo>
                  <a:cubicBezTo>
                    <a:pt x="17421" y="44185"/>
                    <a:pt x="17503" y="44183"/>
                    <a:pt x="17573" y="44215"/>
                  </a:cubicBezTo>
                  <a:cubicBezTo>
                    <a:pt x="17609" y="44232"/>
                    <a:pt x="17644" y="44248"/>
                    <a:pt x="17679" y="44265"/>
                  </a:cubicBezTo>
                  <a:cubicBezTo>
                    <a:pt x="17709" y="44131"/>
                    <a:pt x="17724" y="43995"/>
                    <a:pt x="17724" y="43858"/>
                  </a:cubicBezTo>
                  <a:cubicBezTo>
                    <a:pt x="17659" y="43752"/>
                    <a:pt x="17691" y="43609"/>
                    <a:pt x="17798" y="43525"/>
                  </a:cubicBezTo>
                  <a:cubicBezTo>
                    <a:pt x="17890" y="43454"/>
                    <a:pt x="17992" y="43523"/>
                    <a:pt x="18033" y="43610"/>
                  </a:cubicBezTo>
                  <a:cubicBezTo>
                    <a:pt x="18096" y="43573"/>
                    <a:pt x="18159" y="43514"/>
                    <a:pt x="18204" y="43480"/>
                  </a:cubicBezTo>
                  <a:cubicBezTo>
                    <a:pt x="18295" y="43413"/>
                    <a:pt x="18382" y="43343"/>
                    <a:pt x="18466" y="43270"/>
                  </a:cubicBezTo>
                  <a:cubicBezTo>
                    <a:pt x="18606" y="43153"/>
                    <a:pt x="18741" y="43026"/>
                    <a:pt x="18866" y="42894"/>
                  </a:cubicBezTo>
                  <a:cubicBezTo>
                    <a:pt x="18600" y="42561"/>
                    <a:pt x="18382" y="42121"/>
                    <a:pt x="18663" y="41730"/>
                  </a:cubicBezTo>
                  <a:cubicBezTo>
                    <a:pt x="18793" y="41548"/>
                    <a:pt x="19005" y="41421"/>
                    <a:pt x="19234" y="41461"/>
                  </a:cubicBezTo>
                  <a:cubicBezTo>
                    <a:pt x="19348" y="41481"/>
                    <a:pt x="19435" y="41540"/>
                    <a:pt x="19530" y="41600"/>
                  </a:cubicBezTo>
                  <a:cubicBezTo>
                    <a:pt x="19491" y="41475"/>
                    <a:pt x="19493" y="41332"/>
                    <a:pt x="19530" y="41211"/>
                  </a:cubicBezTo>
                  <a:cubicBezTo>
                    <a:pt x="19625" y="40901"/>
                    <a:pt x="19920" y="40758"/>
                    <a:pt x="20103" y="40510"/>
                  </a:cubicBezTo>
                  <a:cubicBezTo>
                    <a:pt x="20173" y="40417"/>
                    <a:pt x="20283" y="40399"/>
                    <a:pt x="20374" y="40475"/>
                  </a:cubicBezTo>
                  <a:cubicBezTo>
                    <a:pt x="20445" y="40538"/>
                    <a:pt x="20538" y="40545"/>
                    <a:pt x="20620" y="40519"/>
                  </a:cubicBezTo>
                  <a:cubicBezTo>
                    <a:pt x="20568" y="40227"/>
                    <a:pt x="20616" y="39928"/>
                    <a:pt x="20763" y="39666"/>
                  </a:cubicBezTo>
                  <a:cubicBezTo>
                    <a:pt x="20800" y="39603"/>
                    <a:pt x="20880" y="39573"/>
                    <a:pt x="20951" y="39591"/>
                  </a:cubicBezTo>
                  <a:cubicBezTo>
                    <a:pt x="21256" y="39670"/>
                    <a:pt x="21581" y="39664"/>
                    <a:pt x="21879" y="39565"/>
                  </a:cubicBezTo>
                  <a:cubicBezTo>
                    <a:pt x="21771" y="39283"/>
                    <a:pt x="21834" y="38941"/>
                    <a:pt x="22108" y="38764"/>
                  </a:cubicBezTo>
                  <a:cubicBezTo>
                    <a:pt x="22334" y="38617"/>
                    <a:pt x="22626" y="38660"/>
                    <a:pt x="22822" y="38821"/>
                  </a:cubicBezTo>
                  <a:cubicBezTo>
                    <a:pt x="22956" y="38712"/>
                    <a:pt x="23169" y="38686"/>
                    <a:pt x="23331" y="38755"/>
                  </a:cubicBezTo>
                  <a:cubicBezTo>
                    <a:pt x="23487" y="38820"/>
                    <a:pt x="23603" y="38941"/>
                    <a:pt x="23740" y="39033"/>
                  </a:cubicBezTo>
                  <a:cubicBezTo>
                    <a:pt x="23791" y="39065"/>
                    <a:pt x="23859" y="39100"/>
                    <a:pt x="23928" y="39113"/>
                  </a:cubicBezTo>
                  <a:cubicBezTo>
                    <a:pt x="23908" y="38957"/>
                    <a:pt x="23856" y="38805"/>
                    <a:pt x="23774" y="38662"/>
                  </a:cubicBezTo>
                  <a:cubicBezTo>
                    <a:pt x="23463" y="38113"/>
                    <a:pt x="22846" y="37641"/>
                    <a:pt x="22922" y="36945"/>
                  </a:cubicBezTo>
                  <a:cubicBezTo>
                    <a:pt x="22937" y="36815"/>
                    <a:pt x="23034" y="36731"/>
                    <a:pt x="23168" y="36759"/>
                  </a:cubicBezTo>
                  <a:cubicBezTo>
                    <a:pt x="23415" y="36809"/>
                    <a:pt x="23841" y="36910"/>
                    <a:pt x="23990" y="36621"/>
                  </a:cubicBezTo>
                  <a:cubicBezTo>
                    <a:pt x="24051" y="36502"/>
                    <a:pt x="23988" y="36354"/>
                    <a:pt x="23980" y="36229"/>
                  </a:cubicBezTo>
                  <a:cubicBezTo>
                    <a:pt x="23971" y="36063"/>
                    <a:pt x="24036" y="35930"/>
                    <a:pt x="24151" y="35816"/>
                  </a:cubicBezTo>
                  <a:cubicBezTo>
                    <a:pt x="24257" y="35716"/>
                    <a:pt x="24291" y="35639"/>
                    <a:pt x="24233" y="35498"/>
                  </a:cubicBezTo>
                  <a:cubicBezTo>
                    <a:pt x="24174" y="35357"/>
                    <a:pt x="24068" y="35249"/>
                    <a:pt x="23971" y="35134"/>
                  </a:cubicBezTo>
                  <a:cubicBezTo>
                    <a:pt x="23761" y="34881"/>
                    <a:pt x="23599" y="34589"/>
                    <a:pt x="23739" y="34263"/>
                  </a:cubicBezTo>
                  <a:cubicBezTo>
                    <a:pt x="23763" y="34207"/>
                    <a:pt x="23835" y="34176"/>
                    <a:pt x="23889" y="34176"/>
                  </a:cubicBezTo>
                  <a:cubicBezTo>
                    <a:pt x="24079" y="34179"/>
                    <a:pt x="24287" y="34176"/>
                    <a:pt x="24455" y="34073"/>
                  </a:cubicBezTo>
                  <a:cubicBezTo>
                    <a:pt x="24542" y="34020"/>
                    <a:pt x="24631" y="33882"/>
                    <a:pt x="24600" y="33796"/>
                  </a:cubicBezTo>
                  <a:cubicBezTo>
                    <a:pt x="24555" y="33679"/>
                    <a:pt x="24322" y="33657"/>
                    <a:pt x="24222" y="33612"/>
                  </a:cubicBezTo>
                  <a:cubicBezTo>
                    <a:pt x="24055" y="33538"/>
                    <a:pt x="23906" y="33389"/>
                    <a:pt x="23880" y="33201"/>
                  </a:cubicBezTo>
                  <a:cubicBezTo>
                    <a:pt x="23865" y="33092"/>
                    <a:pt x="23897" y="32986"/>
                    <a:pt x="23964" y="32898"/>
                  </a:cubicBezTo>
                  <a:cubicBezTo>
                    <a:pt x="24010" y="32837"/>
                    <a:pt x="24077" y="32798"/>
                    <a:pt x="24125" y="32738"/>
                  </a:cubicBezTo>
                  <a:cubicBezTo>
                    <a:pt x="24138" y="32721"/>
                    <a:pt x="24144" y="32701"/>
                    <a:pt x="24142" y="32686"/>
                  </a:cubicBezTo>
                  <a:cubicBezTo>
                    <a:pt x="24137" y="32623"/>
                    <a:pt x="24110" y="32558"/>
                    <a:pt x="24088" y="32498"/>
                  </a:cubicBezTo>
                  <a:cubicBezTo>
                    <a:pt x="23986" y="32206"/>
                    <a:pt x="23915" y="31864"/>
                    <a:pt x="24226" y="31667"/>
                  </a:cubicBezTo>
                  <a:cubicBezTo>
                    <a:pt x="24391" y="31563"/>
                    <a:pt x="24559" y="31561"/>
                    <a:pt x="24719" y="31613"/>
                  </a:cubicBezTo>
                  <a:cubicBezTo>
                    <a:pt x="24760" y="31490"/>
                    <a:pt x="24840" y="31394"/>
                    <a:pt x="24919" y="31293"/>
                  </a:cubicBezTo>
                  <a:cubicBezTo>
                    <a:pt x="24994" y="31198"/>
                    <a:pt x="25076" y="31102"/>
                    <a:pt x="25024" y="30977"/>
                  </a:cubicBezTo>
                  <a:cubicBezTo>
                    <a:pt x="24964" y="30834"/>
                    <a:pt x="24853" y="30707"/>
                    <a:pt x="24771" y="30577"/>
                  </a:cubicBezTo>
                  <a:cubicBezTo>
                    <a:pt x="24611" y="30320"/>
                    <a:pt x="24494" y="30019"/>
                    <a:pt x="24600" y="29720"/>
                  </a:cubicBezTo>
                  <a:cubicBezTo>
                    <a:pt x="24678" y="29500"/>
                    <a:pt x="24836" y="29342"/>
                    <a:pt x="25024" y="29210"/>
                  </a:cubicBezTo>
                  <a:cubicBezTo>
                    <a:pt x="25204" y="29084"/>
                    <a:pt x="25401" y="28985"/>
                    <a:pt x="25583" y="28861"/>
                  </a:cubicBezTo>
                  <a:cubicBezTo>
                    <a:pt x="25782" y="28725"/>
                    <a:pt x="25801" y="28451"/>
                    <a:pt x="25769" y="28236"/>
                  </a:cubicBezTo>
                  <a:cubicBezTo>
                    <a:pt x="25725" y="27916"/>
                    <a:pt x="25604" y="27611"/>
                    <a:pt x="25721" y="27289"/>
                  </a:cubicBezTo>
                  <a:cubicBezTo>
                    <a:pt x="25773" y="27142"/>
                    <a:pt x="25864" y="27014"/>
                    <a:pt x="25998" y="26932"/>
                  </a:cubicBezTo>
                  <a:cubicBezTo>
                    <a:pt x="26104" y="26865"/>
                    <a:pt x="26251" y="26856"/>
                    <a:pt x="26312" y="26737"/>
                  </a:cubicBezTo>
                  <a:cubicBezTo>
                    <a:pt x="26443" y="26493"/>
                    <a:pt x="26290" y="26182"/>
                    <a:pt x="26236" y="25939"/>
                  </a:cubicBezTo>
                  <a:cubicBezTo>
                    <a:pt x="26166" y="25625"/>
                    <a:pt x="26195" y="25312"/>
                    <a:pt x="26350" y="25028"/>
                  </a:cubicBezTo>
                  <a:cubicBezTo>
                    <a:pt x="26638" y="24494"/>
                    <a:pt x="27317" y="24272"/>
                    <a:pt x="27836" y="24626"/>
                  </a:cubicBezTo>
                  <a:cubicBezTo>
                    <a:pt x="28077" y="24791"/>
                    <a:pt x="28245" y="25044"/>
                    <a:pt x="28260" y="25344"/>
                  </a:cubicBezTo>
                  <a:cubicBezTo>
                    <a:pt x="28269" y="25530"/>
                    <a:pt x="28213" y="25712"/>
                    <a:pt x="28118" y="25870"/>
                  </a:cubicBezTo>
                  <a:cubicBezTo>
                    <a:pt x="28081" y="25931"/>
                    <a:pt x="28033" y="25991"/>
                    <a:pt x="28007" y="26058"/>
                  </a:cubicBezTo>
                  <a:cubicBezTo>
                    <a:pt x="27999" y="26075"/>
                    <a:pt x="27996" y="26089"/>
                    <a:pt x="27994" y="26106"/>
                  </a:cubicBezTo>
                  <a:cubicBezTo>
                    <a:pt x="27992" y="26112"/>
                    <a:pt x="27992" y="26117"/>
                    <a:pt x="27992" y="26125"/>
                  </a:cubicBezTo>
                  <a:cubicBezTo>
                    <a:pt x="27992" y="26125"/>
                    <a:pt x="27994" y="26129"/>
                    <a:pt x="27994" y="26136"/>
                  </a:cubicBezTo>
                  <a:cubicBezTo>
                    <a:pt x="27996" y="26143"/>
                    <a:pt x="28005" y="26162"/>
                    <a:pt x="28005" y="26166"/>
                  </a:cubicBezTo>
                  <a:lnTo>
                    <a:pt x="28005" y="26166"/>
                  </a:lnTo>
                  <a:lnTo>
                    <a:pt x="28005" y="26168"/>
                  </a:lnTo>
                  <a:cubicBezTo>
                    <a:pt x="28009" y="26173"/>
                    <a:pt x="28012" y="26179"/>
                    <a:pt x="28016" y="26182"/>
                  </a:cubicBezTo>
                  <a:cubicBezTo>
                    <a:pt x="28020" y="26190"/>
                    <a:pt x="28023" y="26197"/>
                    <a:pt x="28029" y="26203"/>
                  </a:cubicBezTo>
                  <a:lnTo>
                    <a:pt x="28029" y="26203"/>
                  </a:lnTo>
                  <a:cubicBezTo>
                    <a:pt x="28029" y="26205"/>
                    <a:pt x="28031" y="26207"/>
                    <a:pt x="28035" y="26210"/>
                  </a:cubicBezTo>
                  <a:cubicBezTo>
                    <a:pt x="28070" y="26251"/>
                    <a:pt x="28109" y="26287"/>
                    <a:pt x="28150" y="26320"/>
                  </a:cubicBezTo>
                  <a:cubicBezTo>
                    <a:pt x="28235" y="26394"/>
                    <a:pt x="28328" y="26460"/>
                    <a:pt x="28408" y="26538"/>
                  </a:cubicBezTo>
                  <a:cubicBezTo>
                    <a:pt x="28633" y="26759"/>
                    <a:pt x="28678" y="27023"/>
                    <a:pt x="28648" y="27328"/>
                  </a:cubicBezTo>
                  <a:cubicBezTo>
                    <a:pt x="28635" y="27447"/>
                    <a:pt x="28609" y="27587"/>
                    <a:pt x="28659" y="27702"/>
                  </a:cubicBezTo>
                  <a:cubicBezTo>
                    <a:pt x="28699" y="27793"/>
                    <a:pt x="28806" y="27840"/>
                    <a:pt x="28894" y="27877"/>
                  </a:cubicBezTo>
                  <a:cubicBezTo>
                    <a:pt x="29124" y="27972"/>
                    <a:pt x="29364" y="28061"/>
                    <a:pt x="29550" y="28238"/>
                  </a:cubicBezTo>
                  <a:cubicBezTo>
                    <a:pt x="29720" y="28397"/>
                    <a:pt x="29844" y="28604"/>
                    <a:pt x="29978" y="28794"/>
                  </a:cubicBezTo>
                  <a:cubicBezTo>
                    <a:pt x="30041" y="28883"/>
                    <a:pt x="30078" y="28942"/>
                    <a:pt x="30164" y="29019"/>
                  </a:cubicBezTo>
                  <a:cubicBezTo>
                    <a:pt x="30173" y="29026"/>
                    <a:pt x="30224" y="29061"/>
                    <a:pt x="30242" y="29069"/>
                  </a:cubicBezTo>
                  <a:cubicBezTo>
                    <a:pt x="30261" y="29078"/>
                    <a:pt x="30320" y="29091"/>
                    <a:pt x="30335" y="29091"/>
                  </a:cubicBezTo>
                  <a:cubicBezTo>
                    <a:pt x="30482" y="29102"/>
                    <a:pt x="30627" y="29275"/>
                    <a:pt x="30521" y="29418"/>
                  </a:cubicBezTo>
                  <a:cubicBezTo>
                    <a:pt x="30437" y="29536"/>
                    <a:pt x="30289" y="29710"/>
                    <a:pt x="30359" y="29863"/>
                  </a:cubicBezTo>
                  <a:cubicBezTo>
                    <a:pt x="30395" y="29939"/>
                    <a:pt x="30450" y="30006"/>
                    <a:pt x="30486" y="30082"/>
                  </a:cubicBezTo>
                  <a:cubicBezTo>
                    <a:pt x="30527" y="30174"/>
                    <a:pt x="30555" y="30268"/>
                    <a:pt x="30569" y="30365"/>
                  </a:cubicBezTo>
                  <a:cubicBezTo>
                    <a:pt x="30612" y="30644"/>
                    <a:pt x="30545" y="30981"/>
                    <a:pt x="30703" y="31228"/>
                  </a:cubicBezTo>
                  <a:cubicBezTo>
                    <a:pt x="30729" y="31269"/>
                    <a:pt x="30759" y="31304"/>
                    <a:pt x="30802" y="31327"/>
                  </a:cubicBezTo>
                  <a:cubicBezTo>
                    <a:pt x="30819" y="31336"/>
                    <a:pt x="30835" y="31340"/>
                    <a:pt x="30854" y="31345"/>
                  </a:cubicBezTo>
                  <a:cubicBezTo>
                    <a:pt x="30858" y="31345"/>
                    <a:pt x="30860" y="31347"/>
                    <a:pt x="30861" y="31347"/>
                  </a:cubicBezTo>
                  <a:lnTo>
                    <a:pt x="30861" y="31347"/>
                  </a:lnTo>
                  <a:cubicBezTo>
                    <a:pt x="30871" y="31347"/>
                    <a:pt x="30882" y="31347"/>
                    <a:pt x="30893" y="31347"/>
                  </a:cubicBezTo>
                  <a:cubicBezTo>
                    <a:pt x="30900" y="31347"/>
                    <a:pt x="30910" y="31347"/>
                    <a:pt x="30919" y="31347"/>
                  </a:cubicBezTo>
                  <a:lnTo>
                    <a:pt x="30919" y="31347"/>
                  </a:lnTo>
                  <a:cubicBezTo>
                    <a:pt x="30921" y="31345"/>
                    <a:pt x="30923" y="31345"/>
                    <a:pt x="30928" y="31343"/>
                  </a:cubicBezTo>
                  <a:cubicBezTo>
                    <a:pt x="30949" y="31338"/>
                    <a:pt x="30967" y="31332"/>
                    <a:pt x="30988" y="31325"/>
                  </a:cubicBezTo>
                  <a:cubicBezTo>
                    <a:pt x="30992" y="31323"/>
                    <a:pt x="31040" y="31302"/>
                    <a:pt x="31034" y="31306"/>
                  </a:cubicBezTo>
                  <a:cubicBezTo>
                    <a:pt x="31053" y="31299"/>
                    <a:pt x="31070" y="31289"/>
                    <a:pt x="31086" y="31280"/>
                  </a:cubicBezTo>
                  <a:cubicBezTo>
                    <a:pt x="31382" y="31113"/>
                    <a:pt x="31676" y="30737"/>
                    <a:pt x="32039" y="30774"/>
                  </a:cubicBezTo>
                  <a:cubicBezTo>
                    <a:pt x="32057" y="30763"/>
                    <a:pt x="32076" y="30756"/>
                    <a:pt x="32096" y="30748"/>
                  </a:cubicBezTo>
                  <a:cubicBezTo>
                    <a:pt x="32163" y="30726"/>
                    <a:pt x="32238" y="30717"/>
                    <a:pt x="32308" y="30702"/>
                  </a:cubicBezTo>
                  <a:cubicBezTo>
                    <a:pt x="32442" y="30672"/>
                    <a:pt x="32576" y="30648"/>
                    <a:pt x="32710" y="30624"/>
                  </a:cubicBezTo>
                  <a:cubicBezTo>
                    <a:pt x="32879" y="30594"/>
                    <a:pt x="33047" y="30564"/>
                    <a:pt x="33214" y="30532"/>
                  </a:cubicBezTo>
                  <a:cubicBezTo>
                    <a:pt x="33024" y="30267"/>
                    <a:pt x="32872" y="29965"/>
                    <a:pt x="32911" y="29636"/>
                  </a:cubicBezTo>
                  <a:cubicBezTo>
                    <a:pt x="32943" y="29353"/>
                    <a:pt x="33115" y="29071"/>
                    <a:pt x="33367" y="28942"/>
                  </a:cubicBezTo>
                  <a:cubicBezTo>
                    <a:pt x="33331" y="28848"/>
                    <a:pt x="33309" y="28745"/>
                    <a:pt x="33300" y="28634"/>
                  </a:cubicBezTo>
                  <a:cubicBezTo>
                    <a:pt x="33285" y="28423"/>
                    <a:pt x="33324" y="28206"/>
                    <a:pt x="33378" y="28005"/>
                  </a:cubicBezTo>
                  <a:cubicBezTo>
                    <a:pt x="33430" y="27815"/>
                    <a:pt x="33497" y="27622"/>
                    <a:pt x="33582" y="27447"/>
                  </a:cubicBezTo>
                  <a:cubicBezTo>
                    <a:pt x="33636" y="27336"/>
                    <a:pt x="33727" y="27244"/>
                    <a:pt x="33846" y="27207"/>
                  </a:cubicBezTo>
                  <a:cubicBezTo>
                    <a:pt x="33960" y="27170"/>
                    <a:pt x="34068" y="27198"/>
                    <a:pt x="34181" y="27213"/>
                  </a:cubicBezTo>
                  <a:cubicBezTo>
                    <a:pt x="34285" y="27226"/>
                    <a:pt x="34373" y="27176"/>
                    <a:pt x="34427" y="27068"/>
                  </a:cubicBezTo>
                  <a:cubicBezTo>
                    <a:pt x="34486" y="26951"/>
                    <a:pt x="34423" y="26856"/>
                    <a:pt x="34321" y="26763"/>
                  </a:cubicBezTo>
                  <a:cubicBezTo>
                    <a:pt x="34187" y="26638"/>
                    <a:pt x="34025" y="26545"/>
                    <a:pt x="33906" y="26406"/>
                  </a:cubicBezTo>
                  <a:cubicBezTo>
                    <a:pt x="33779" y="26255"/>
                    <a:pt x="33683" y="26052"/>
                    <a:pt x="33733" y="25850"/>
                  </a:cubicBezTo>
                  <a:cubicBezTo>
                    <a:pt x="33774" y="25677"/>
                    <a:pt x="33919" y="25524"/>
                    <a:pt x="34092" y="25474"/>
                  </a:cubicBezTo>
                  <a:cubicBezTo>
                    <a:pt x="34189" y="25446"/>
                    <a:pt x="34293" y="25452"/>
                    <a:pt x="34384" y="25496"/>
                  </a:cubicBezTo>
                  <a:cubicBezTo>
                    <a:pt x="34415" y="25513"/>
                    <a:pt x="34447" y="25533"/>
                    <a:pt x="34475" y="25558"/>
                  </a:cubicBezTo>
                  <a:cubicBezTo>
                    <a:pt x="34494" y="25524"/>
                    <a:pt x="34508" y="25487"/>
                    <a:pt x="34518" y="25465"/>
                  </a:cubicBezTo>
                  <a:cubicBezTo>
                    <a:pt x="34542" y="25409"/>
                    <a:pt x="34559" y="25344"/>
                    <a:pt x="34570" y="25282"/>
                  </a:cubicBezTo>
                  <a:cubicBezTo>
                    <a:pt x="34592" y="25147"/>
                    <a:pt x="34579" y="25007"/>
                    <a:pt x="34536" y="24877"/>
                  </a:cubicBezTo>
                  <a:cubicBezTo>
                    <a:pt x="34434" y="24551"/>
                    <a:pt x="34118" y="24406"/>
                    <a:pt x="33869" y="24209"/>
                  </a:cubicBezTo>
                  <a:cubicBezTo>
                    <a:pt x="33608" y="24003"/>
                    <a:pt x="33402" y="23674"/>
                    <a:pt x="33493" y="23331"/>
                  </a:cubicBezTo>
                  <a:cubicBezTo>
                    <a:pt x="33575" y="23013"/>
                    <a:pt x="33861" y="22855"/>
                    <a:pt x="34122" y="22703"/>
                  </a:cubicBezTo>
                  <a:cubicBezTo>
                    <a:pt x="34207" y="22653"/>
                    <a:pt x="34295" y="22597"/>
                    <a:pt x="34293" y="22498"/>
                  </a:cubicBezTo>
                  <a:cubicBezTo>
                    <a:pt x="34291" y="22383"/>
                    <a:pt x="34222" y="22256"/>
                    <a:pt x="34183" y="22147"/>
                  </a:cubicBezTo>
                  <a:cubicBezTo>
                    <a:pt x="34088" y="21875"/>
                    <a:pt x="34107" y="21568"/>
                    <a:pt x="34363" y="21394"/>
                  </a:cubicBezTo>
                  <a:cubicBezTo>
                    <a:pt x="34587" y="21241"/>
                    <a:pt x="34888" y="21265"/>
                    <a:pt x="35137" y="21319"/>
                  </a:cubicBezTo>
                  <a:cubicBezTo>
                    <a:pt x="35306" y="21356"/>
                    <a:pt x="35472" y="21410"/>
                    <a:pt x="35637" y="21460"/>
                  </a:cubicBezTo>
                  <a:cubicBezTo>
                    <a:pt x="35801" y="21509"/>
                    <a:pt x="35996" y="21544"/>
                    <a:pt x="36136" y="21648"/>
                  </a:cubicBezTo>
                  <a:cubicBezTo>
                    <a:pt x="36273" y="21752"/>
                    <a:pt x="36277" y="21907"/>
                    <a:pt x="36258" y="22065"/>
                  </a:cubicBezTo>
                  <a:cubicBezTo>
                    <a:pt x="36247" y="22162"/>
                    <a:pt x="36260" y="22234"/>
                    <a:pt x="36327" y="22309"/>
                  </a:cubicBezTo>
                  <a:cubicBezTo>
                    <a:pt x="36400" y="22390"/>
                    <a:pt x="36521" y="22452"/>
                    <a:pt x="36638" y="22461"/>
                  </a:cubicBezTo>
                  <a:cubicBezTo>
                    <a:pt x="36681" y="22398"/>
                    <a:pt x="36759" y="22364"/>
                    <a:pt x="36831" y="22411"/>
                  </a:cubicBezTo>
                  <a:cubicBezTo>
                    <a:pt x="36837" y="22407"/>
                    <a:pt x="36842" y="22403"/>
                    <a:pt x="36850" y="22398"/>
                  </a:cubicBezTo>
                  <a:cubicBezTo>
                    <a:pt x="36891" y="22362"/>
                    <a:pt x="36937" y="22372"/>
                    <a:pt x="36965" y="22402"/>
                  </a:cubicBezTo>
                  <a:cubicBezTo>
                    <a:pt x="36978" y="22392"/>
                    <a:pt x="36991" y="22379"/>
                    <a:pt x="37001" y="22366"/>
                  </a:cubicBezTo>
                  <a:cubicBezTo>
                    <a:pt x="37064" y="22281"/>
                    <a:pt x="37045" y="22136"/>
                    <a:pt x="37045" y="22037"/>
                  </a:cubicBezTo>
                  <a:cubicBezTo>
                    <a:pt x="37047" y="21782"/>
                    <a:pt x="37092" y="21501"/>
                    <a:pt x="37317" y="21347"/>
                  </a:cubicBezTo>
                  <a:cubicBezTo>
                    <a:pt x="37426" y="21273"/>
                    <a:pt x="37551" y="21284"/>
                    <a:pt x="37661" y="21248"/>
                  </a:cubicBezTo>
                  <a:cubicBezTo>
                    <a:pt x="37666" y="21248"/>
                    <a:pt x="37670" y="21239"/>
                    <a:pt x="37672" y="21237"/>
                  </a:cubicBezTo>
                  <a:cubicBezTo>
                    <a:pt x="37674" y="21237"/>
                    <a:pt x="37674" y="21237"/>
                    <a:pt x="37674" y="21237"/>
                  </a:cubicBezTo>
                  <a:cubicBezTo>
                    <a:pt x="37676" y="21226"/>
                    <a:pt x="37679" y="21213"/>
                    <a:pt x="37681" y="21204"/>
                  </a:cubicBezTo>
                  <a:cubicBezTo>
                    <a:pt x="37681" y="21193"/>
                    <a:pt x="37676" y="21139"/>
                    <a:pt x="37668" y="21107"/>
                  </a:cubicBezTo>
                  <a:cubicBezTo>
                    <a:pt x="37620" y="20904"/>
                    <a:pt x="37477" y="20741"/>
                    <a:pt x="37430" y="20534"/>
                  </a:cubicBezTo>
                  <a:cubicBezTo>
                    <a:pt x="37384" y="20332"/>
                    <a:pt x="37399" y="20101"/>
                    <a:pt x="37570" y="19960"/>
                  </a:cubicBezTo>
                  <a:cubicBezTo>
                    <a:pt x="37692" y="19859"/>
                    <a:pt x="37824" y="19861"/>
                    <a:pt x="37973" y="19846"/>
                  </a:cubicBezTo>
                  <a:cubicBezTo>
                    <a:pt x="37986" y="19844"/>
                    <a:pt x="37997" y="19844"/>
                    <a:pt x="38010" y="19841"/>
                  </a:cubicBezTo>
                  <a:lnTo>
                    <a:pt x="38010" y="19841"/>
                  </a:lnTo>
                  <a:cubicBezTo>
                    <a:pt x="38012" y="19839"/>
                    <a:pt x="38031" y="19833"/>
                    <a:pt x="38038" y="19829"/>
                  </a:cubicBezTo>
                  <a:cubicBezTo>
                    <a:pt x="38038" y="19828"/>
                    <a:pt x="38066" y="19803"/>
                    <a:pt x="38066" y="19805"/>
                  </a:cubicBezTo>
                  <a:cubicBezTo>
                    <a:pt x="38163" y="19683"/>
                    <a:pt x="38196" y="19515"/>
                    <a:pt x="38276" y="19381"/>
                  </a:cubicBezTo>
                  <a:cubicBezTo>
                    <a:pt x="38390" y="19192"/>
                    <a:pt x="38570" y="19074"/>
                    <a:pt x="38797" y="19082"/>
                  </a:cubicBezTo>
                  <a:cubicBezTo>
                    <a:pt x="38909" y="19084"/>
                    <a:pt x="39039" y="19134"/>
                    <a:pt x="39147" y="19087"/>
                  </a:cubicBezTo>
                  <a:cubicBezTo>
                    <a:pt x="39199" y="19065"/>
                    <a:pt x="39243" y="19020"/>
                    <a:pt x="39277" y="18976"/>
                  </a:cubicBezTo>
                  <a:cubicBezTo>
                    <a:pt x="39400" y="18808"/>
                    <a:pt x="39420" y="18596"/>
                    <a:pt x="39433" y="18397"/>
                  </a:cubicBezTo>
                  <a:cubicBezTo>
                    <a:pt x="39465" y="17951"/>
                    <a:pt x="39537" y="17469"/>
                    <a:pt x="39987" y="17257"/>
                  </a:cubicBezTo>
                  <a:cubicBezTo>
                    <a:pt x="40343" y="17092"/>
                    <a:pt x="40781" y="17124"/>
                    <a:pt x="41086" y="17376"/>
                  </a:cubicBezTo>
                  <a:cubicBezTo>
                    <a:pt x="41166" y="17443"/>
                    <a:pt x="41231" y="17527"/>
                    <a:pt x="41284" y="17616"/>
                  </a:cubicBezTo>
                  <a:cubicBezTo>
                    <a:pt x="41330" y="17696"/>
                    <a:pt x="41365" y="17793"/>
                    <a:pt x="41443" y="17847"/>
                  </a:cubicBezTo>
                  <a:cubicBezTo>
                    <a:pt x="41548" y="17921"/>
                    <a:pt x="41663" y="17959"/>
                    <a:pt x="41748" y="18059"/>
                  </a:cubicBezTo>
                  <a:cubicBezTo>
                    <a:pt x="41815" y="18139"/>
                    <a:pt x="41856" y="18232"/>
                    <a:pt x="41873" y="18334"/>
                  </a:cubicBezTo>
                  <a:cubicBezTo>
                    <a:pt x="41910" y="18544"/>
                    <a:pt x="41843" y="18749"/>
                    <a:pt x="41866" y="18957"/>
                  </a:cubicBezTo>
                  <a:cubicBezTo>
                    <a:pt x="41875" y="19043"/>
                    <a:pt x="41921" y="19100"/>
                    <a:pt x="41975" y="19173"/>
                  </a:cubicBezTo>
                  <a:cubicBezTo>
                    <a:pt x="42055" y="19283"/>
                    <a:pt x="42091" y="19409"/>
                    <a:pt x="42068" y="19543"/>
                  </a:cubicBezTo>
                  <a:cubicBezTo>
                    <a:pt x="42050" y="19657"/>
                    <a:pt x="41994" y="19753"/>
                    <a:pt x="41947" y="19856"/>
                  </a:cubicBezTo>
                  <a:cubicBezTo>
                    <a:pt x="41918" y="19924"/>
                    <a:pt x="41907" y="19975"/>
                    <a:pt x="41936" y="20021"/>
                  </a:cubicBezTo>
                  <a:cubicBezTo>
                    <a:pt x="42013" y="20155"/>
                    <a:pt x="42217" y="20224"/>
                    <a:pt x="42357" y="20272"/>
                  </a:cubicBezTo>
                  <a:cubicBezTo>
                    <a:pt x="42468" y="20309"/>
                    <a:pt x="42544" y="20445"/>
                    <a:pt x="42472" y="20555"/>
                  </a:cubicBezTo>
                  <a:cubicBezTo>
                    <a:pt x="42301" y="20813"/>
                    <a:pt x="42161" y="21124"/>
                    <a:pt x="42106" y="21429"/>
                  </a:cubicBezTo>
                  <a:cubicBezTo>
                    <a:pt x="42085" y="21539"/>
                    <a:pt x="42087" y="21632"/>
                    <a:pt x="42210" y="21659"/>
                  </a:cubicBezTo>
                  <a:cubicBezTo>
                    <a:pt x="42340" y="21689"/>
                    <a:pt x="42465" y="21691"/>
                    <a:pt x="42584" y="21764"/>
                  </a:cubicBezTo>
                  <a:cubicBezTo>
                    <a:pt x="42799" y="21898"/>
                    <a:pt x="42911" y="22130"/>
                    <a:pt x="43026" y="22346"/>
                  </a:cubicBezTo>
                  <a:cubicBezTo>
                    <a:pt x="43099" y="22483"/>
                    <a:pt x="43221" y="22651"/>
                    <a:pt x="43374" y="22712"/>
                  </a:cubicBezTo>
                  <a:cubicBezTo>
                    <a:pt x="43422" y="22554"/>
                    <a:pt x="43495" y="22403"/>
                    <a:pt x="43590" y="22264"/>
                  </a:cubicBezTo>
                  <a:cubicBezTo>
                    <a:pt x="43441" y="21901"/>
                    <a:pt x="43420" y="21498"/>
                    <a:pt x="43521" y="21116"/>
                  </a:cubicBezTo>
                  <a:cubicBezTo>
                    <a:pt x="43552" y="21001"/>
                    <a:pt x="43670" y="20947"/>
                    <a:pt x="43781" y="20970"/>
                  </a:cubicBezTo>
                  <a:cubicBezTo>
                    <a:pt x="43982" y="21009"/>
                    <a:pt x="44216" y="21061"/>
                    <a:pt x="44415" y="20981"/>
                  </a:cubicBezTo>
                  <a:cubicBezTo>
                    <a:pt x="44538" y="20932"/>
                    <a:pt x="44670" y="20797"/>
                    <a:pt x="44629" y="20655"/>
                  </a:cubicBezTo>
                  <a:cubicBezTo>
                    <a:pt x="44605" y="20579"/>
                    <a:pt x="44547" y="20510"/>
                    <a:pt x="44512" y="20438"/>
                  </a:cubicBezTo>
                  <a:cubicBezTo>
                    <a:pt x="44469" y="20352"/>
                    <a:pt x="44440" y="20265"/>
                    <a:pt x="44436" y="20168"/>
                  </a:cubicBezTo>
                  <a:cubicBezTo>
                    <a:pt x="44430" y="20021"/>
                    <a:pt x="44495" y="19887"/>
                    <a:pt x="44590" y="19779"/>
                  </a:cubicBezTo>
                  <a:cubicBezTo>
                    <a:pt x="44754" y="19590"/>
                    <a:pt x="45031" y="19500"/>
                    <a:pt x="45169" y="19307"/>
                  </a:cubicBezTo>
                  <a:cubicBezTo>
                    <a:pt x="45252" y="19190"/>
                    <a:pt x="45237" y="18996"/>
                    <a:pt x="45265" y="18851"/>
                  </a:cubicBezTo>
                  <a:cubicBezTo>
                    <a:pt x="45301" y="18673"/>
                    <a:pt x="45407" y="18511"/>
                    <a:pt x="45567" y="18418"/>
                  </a:cubicBezTo>
                  <a:cubicBezTo>
                    <a:pt x="45754" y="18308"/>
                    <a:pt x="45978" y="18297"/>
                    <a:pt x="46195" y="18327"/>
                  </a:cubicBezTo>
                  <a:cubicBezTo>
                    <a:pt x="46214" y="18158"/>
                    <a:pt x="46296" y="17996"/>
                    <a:pt x="46422" y="17871"/>
                  </a:cubicBezTo>
                  <a:cubicBezTo>
                    <a:pt x="46669" y="17629"/>
                    <a:pt x="47032" y="17592"/>
                    <a:pt x="47359" y="17566"/>
                  </a:cubicBezTo>
                  <a:cubicBezTo>
                    <a:pt x="47488" y="17557"/>
                    <a:pt x="47597" y="17706"/>
                    <a:pt x="47557" y="17825"/>
                  </a:cubicBezTo>
                  <a:cubicBezTo>
                    <a:pt x="47555" y="17836"/>
                    <a:pt x="47551" y="17843"/>
                    <a:pt x="47549" y="17847"/>
                  </a:cubicBezTo>
                  <a:cubicBezTo>
                    <a:pt x="47557" y="17867"/>
                    <a:pt x="47573" y="17890"/>
                    <a:pt x="47586" y="17905"/>
                  </a:cubicBezTo>
                  <a:cubicBezTo>
                    <a:pt x="47627" y="17955"/>
                    <a:pt x="47677" y="17994"/>
                    <a:pt x="47726" y="18031"/>
                  </a:cubicBezTo>
                  <a:cubicBezTo>
                    <a:pt x="47839" y="18126"/>
                    <a:pt x="47953" y="18219"/>
                    <a:pt x="48066" y="18314"/>
                  </a:cubicBezTo>
                  <a:cubicBezTo>
                    <a:pt x="48302" y="18511"/>
                    <a:pt x="48538" y="18710"/>
                    <a:pt x="48775" y="18909"/>
                  </a:cubicBezTo>
                  <a:cubicBezTo>
                    <a:pt x="48821" y="18946"/>
                    <a:pt x="48832" y="19013"/>
                    <a:pt x="48823" y="19069"/>
                  </a:cubicBezTo>
                  <a:cubicBezTo>
                    <a:pt x="48873" y="18993"/>
                    <a:pt x="48933" y="18922"/>
                    <a:pt x="48989" y="18848"/>
                  </a:cubicBezTo>
                  <a:cubicBezTo>
                    <a:pt x="49024" y="18799"/>
                    <a:pt x="49076" y="18738"/>
                    <a:pt x="49080" y="18675"/>
                  </a:cubicBezTo>
                  <a:cubicBezTo>
                    <a:pt x="49083" y="18621"/>
                    <a:pt x="49044" y="18567"/>
                    <a:pt x="49015" y="18522"/>
                  </a:cubicBezTo>
                  <a:cubicBezTo>
                    <a:pt x="48914" y="18370"/>
                    <a:pt x="48810" y="18230"/>
                    <a:pt x="48810" y="18037"/>
                  </a:cubicBezTo>
                  <a:cubicBezTo>
                    <a:pt x="48810" y="17938"/>
                    <a:pt x="48845" y="17836"/>
                    <a:pt x="48914" y="17761"/>
                  </a:cubicBezTo>
                  <a:cubicBezTo>
                    <a:pt x="48983" y="17687"/>
                    <a:pt x="49072" y="17659"/>
                    <a:pt x="49163" y="17624"/>
                  </a:cubicBezTo>
                  <a:cubicBezTo>
                    <a:pt x="49247" y="17590"/>
                    <a:pt x="49305" y="17521"/>
                    <a:pt x="49314" y="17438"/>
                  </a:cubicBezTo>
                  <a:cubicBezTo>
                    <a:pt x="49318" y="17412"/>
                    <a:pt x="49316" y="17386"/>
                    <a:pt x="49308" y="17356"/>
                  </a:cubicBezTo>
                  <a:cubicBezTo>
                    <a:pt x="49260" y="17166"/>
                    <a:pt x="49500" y="17021"/>
                    <a:pt x="49641" y="17163"/>
                  </a:cubicBezTo>
                  <a:cubicBezTo>
                    <a:pt x="49662" y="17183"/>
                    <a:pt x="49682" y="17202"/>
                    <a:pt x="49703" y="17220"/>
                  </a:cubicBezTo>
                  <a:cubicBezTo>
                    <a:pt x="49851" y="17347"/>
                    <a:pt x="50034" y="17423"/>
                    <a:pt x="50231" y="17434"/>
                  </a:cubicBezTo>
                  <a:cubicBezTo>
                    <a:pt x="50313" y="17440"/>
                    <a:pt x="50406" y="17492"/>
                    <a:pt x="50422" y="17579"/>
                  </a:cubicBezTo>
                  <a:cubicBezTo>
                    <a:pt x="50538" y="18204"/>
                    <a:pt x="50822" y="18820"/>
                    <a:pt x="51272" y="19273"/>
                  </a:cubicBezTo>
                  <a:cubicBezTo>
                    <a:pt x="51412" y="19415"/>
                    <a:pt x="51626" y="19575"/>
                    <a:pt x="51828" y="19463"/>
                  </a:cubicBezTo>
                  <a:cubicBezTo>
                    <a:pt x="52059" y="19337"/>
                    <a:pt x="51797" y="19033"/>
                    <a:pt x="51748" y="18870"/>
                  </a:cubicBezTo>
                  <a:cubicBezTo>
                    <a:pt x="51685" y="18654"/>
                    <a:pt x="51739" y="18368"/>
                    <a:pt x="51947" y="18249"/>
                  </a:cubicBezTo>
                  <a:cubicBezTo>
                    <a:pt x="52089" y="18169"/>
                    <a:pt x="52239" y="18210"/>
                    <a:pt x="52375" y="18278"/>
                  </a:cubicBezTo>
                  <a:cubicBezTo>
                    <a:pt x="52392" y="18286"/>
                    <a:pt x="52438" y="18314"/>
                    <a:pt x="52442" y="18314"/>
                  </a:cubicBezTo>
                  <a:cubicBezTo>
                    <a:pt x="52490" y="18308"/>
                    <a:pt x="52578" y="18187"/>
                    <a:pt x="52613" y="18156"/>
                  </a:cubicBezTo>
                  <a:cubicBezTo>
                    <a:pt x="52742" y="18035"/>
                    <a:pt x="52870" y="17914"/>
                    <a:pt x="52998" y="17791"/>
                  </a:cubicBezTo>
                  <a:cubicBezTo>
                    <a:pt x="53099" y="17696"/>
                    <a:pt x="53218" y="17603"/>
                    <a:pt x="53301" y="17492"/>
                  </a:cubicBezTo>
                  <a:cubicBezTo>
                    <a:pt x="53448" y="17296"/>
                    <a:pt x="53283" y="17081"/>
                    <a:pt x="53201" y="16893"/>
                  </a:cubicBezTo>
                  <a:cubicBezTo>
                    <a:pt x="53099" y="16653"/>
                    <a:pt x="53065" y="16391"/>
                    <a:pt x="53229" y="16169"/>
                  </a:cubicBezTo>
                  <a:cubicBezTo>
                    <a:pt x="53331" y="16032"/>
                    <a:pt x="53480" y="15937"/>
                    <a:pt x="53644" y="15905"/>
                  </a:cubicBezTo>
                  <a:cubicBezTo>
                    <a:pt x="53627" y="15760"/>
                    <a:pt x="53642" y="15613"/>
                    <a:pt x="53701" y="15481"/>
                  </a:cubicBezTo>
                  <a:cubicBezTo>
                    <a:pt x="53805" y="15253"/>
                    <a:pt x="54036" y="15160"/>
                    <a:pt x="54237" y="15039"/>
                  </a:cubicBezTo>
                  <a:cubicBezTo>
                    <a:pt x="54549" y="14849"/>
                    <a:pt x="54964" y="14596"/>
                    <a:pt x="55059" y="14217"/>
                  </a:cubicBezTo>
                  <a:cubicBezTo>
                    <a:pt x="55152" y="13841"/>
                    <a:pt x="55018" y="13447"/>
                    <a:pt x="55113" y="13067"/>
                  </a:cubicBezTo>
                  <a:cubicBezTo>
                    <a:pt x="55213" y="12664"/>
                    <a:pt x="55544" y="12463"/>
                    <a:pt x="55860" y="12238"/>
                  </a:cubicBezTo>
                  <a:cubicBezTo>
                    <a:pt x="56026" y="12121"/>
                    <a:pt x="56255" y="11868"/>
                    <a:pt x="56236" y="11641"/>
                  </a:cubicBezTo>
                  <a:cubicBezTo>
                    <a:pt x="56204" y="11611"/>
                    <a:pt x="56186" y="11568"/>
                    <a:pt x="56201" y="11520"/>
                  </a:cubicBezTo>
                  <a:cubicBezTo>
                    <a:pt x="56186" y="11494"/>
                    <a:pt x="56169" y="11470"/>
                    <a:pt x="56145" y="11447"/>
                  </a:cubicBezTo>
                  <a:cubicBezTo>
                    <a:pt x="56074" y="11375"/>
                    <a:pt x="56173" y="11235"/>
                    <a:pt x="56258" y="11301"/>
                  </a:cubicBezTo>
                  <a:cubicBezTo>
                    <a:pt x="56264" y="11304"/>
                    <a:pt x="56268" y="11308"/>
                    <a:pt x="56271" y="11312"/>
                  </a:cubicBezTo>
                  <a:cubicBezTo>
                    <a:pt x="56329" y="11142"/>
                    <a:pt x="56389" y="10975"/>
                    <a:pt x="56452" y="10810"/>
                  </a:cubicBezTo>
                  <a:cubicBezTo>
                    <a:pt x="56537" y="10585"/>
                    <a:pt x="56610" y="10354"/>
                    <a:pt x="56662" y="10118"/>
                  </a:cubicBezTo>
                  <a:cubicBezTo>
                    <a:pt x="56757" y="9684"/>
                    <a:pt x="56790" y="9218"/>
                    <a:pt x="57062" y="8849"/>
                  </a:cubicBezTo>
                  <a:cubicBezTo>
                    <a:pt x="57166" y="8708"/>
                    <a:pt x="57294" y="8580"/>
                    <a:pt x="57452" y="8500"/>
                  </a:cubicBezTo>
                  <a:cubicBezTo>
                    <a:pt x="57609" y="8420"/>
                    <a:pt x="57772" y="8399"/>
                    <a:pt x="57947" y="8388"/>
                  </a:cubicBezTo>
                  <a:cubicBezTo>
                    <a:pt x="58049" y="8381"/>
                    <a:pt x="58220" y="8392"/>
                    <a:pt x="58293" y="8301"/>
                  </a:cubicBezTo>
                  <a:cubicBezTo>
                    <a:pt x="58352" y="8223"/>
                    <a:pt x="58304" y="8109"/>
                    <a:pt x="58267" y="8022"/>
                  </a:cubicBezTo>
                  <a:cubicBezTo>
                    <a:pt x="58152" y="7748"/>
                    <a:pt x="57981" y="7471"/>
                    <a:pt x="58127" y="7172"/>
                  </a:cubicBezTo>
                  <a:cubicBezTo>
                    <a:pt x="58207" y="7014"/>
                    <a:pt x="58362" y="6932"/>
                    <a:pt x="58319" y="6737"/>
                  </a:cubicBezTo>
                  <a:cubicBezTo>
                    <a:pt x="58276" y="6553"/>
                    <a:pt x="58233" y="6387"/>
                    <a:pt x="58269" y="6195"/>
                  </a:cubicBezTo>
                  <a:cubicBezTo>
                    <a:pt x="58328" y="5872"/>
                    <a:pt x="58591" y="5576"/>
                    <a:pt x="58933" y="5565"/>
                  </a:cubicBezTo>
                  <a:cubicBezTo>
                    <a:pt x="59262" y="5554"/>
                    <a:pt x="59600" y="5827"/>
                    <a:pt x="59597" y="6168"/>
                  </a:cubicBezTo>
                  <a:cubicBezTo>
                    <a:pt x="59595" y="6333"/>
                    <a:pt x="59513" y="6484"/>
                    <a:pt x="59431" y="6621"/>
                  </a:cubicBezTo>
                  <a:cubicBezTo>
                    <a:pt x="59390" y="6690"/>
                    <a:pt x="59271" y="6837"/>
                    <a:pt x="59316" y="6915"/>
                  </a:cubicBezTo>
                  <a:cubicBezTo>
                    <a:pt x="59364" y="6997"/>
                    <a:pt x="59533" y="6999"/>
                    <a:pt x="59615" y="7019"/>
                  </a:cubicBezTo>
                  <a:cubicBezTo>
                    <a:pt x="59771" y="7055"/>
                    <a:pt x="59902" y="7120"/>
                    <a:pt x="59995" y="7254"/>
                  </a:cubicBezTo>
                  <a:cubicBezTo>
                    <a:pt x="60026" y="7302"/>
                    <a:pt x="60030" y="7391"/>
                    <a:pt x="59995" y="7440"/>
                  </a:cubicBezTo>
                  <a:cubicBezTo>
                    <a:pt x="59690" y="7832"/>
                    <a:pt x="59526" y="8321"/>
                    <a:pt x="59546" y="8812"/>
                  </a:cubicBezTo>
                  <a:cubicBezTo>
                    <a:pt x="59669" y="8743"/>
                    <a:pt x="59807" y="8701"/>
                    <a:pt x="59948" y="8684"/>
                  </a:cubicBezTo>
                  <a:cubicBezTo>
                    <a:pt x="60075" y="8669"/>
                    <a:pt x="60194" y="8686"/>
                    <a:pt x="60318" y="8702"/>
                  </a:cubicBezTo>
                  <a:cubicBezTo>
                    <a:pt x="60391" y="8712"/>
                    <a:pt x="60512" y="8740"/>
                    <a:pt x="60567" y="8676"/>
                  </a:cubicBezTo>
                  <a:cubicBezTo>
                    <a:pt x="60621" y="8613"/>
                    <a:pt x="60603" y="8487"/>
                    <a:pt x="60599" y="8412"/>
                  </a:cubicBezTo>
                  <a:cubicBezTo>
                    <a:pt x="60592" y="8297"/>
                    <a:pt x="60586" y="8189"/>
                    <a:pt x="60612" y="8076"/>
                  </a:cubicBezTo>
                  <a:cubicBezTo>
                    <a:pt x="60659" y="7866"/>
                    <a:pt x="60815" y="7672"/>
                    <a:pt x="61045" y="7681"/>
                  </a:cubicBezTo>
                  <a:cubicBezTo>
                    <a:pt x="61129" y="7685"/>
                    <a:pt x="61198" y="7737"/>
                    <a:pt x="61222" y="7815"/>
                  </a:cubicBezTo>
                  <a:cubicBezTo>
                    <a:pt x="61272" y="7972"/>
                    <a:pt x="61499" y="8018"/>
                    <a:pt x="61635" y="7960"/>
                  </a:cubicBezTo>
                  <a:cubicBezTo>
                    <a:pt x="61698" y="7933"/>
                    <a:pt x="61780" y="7847"/>
                    <a:pt x="61756" y="7782"/>
                  </a:cubicBezTo>
                  <a:cubicBezTo>
                    <a:pt x="61735" y="7730"/>
                    <a:pt x="61616" y="7691"/>
                    <a:pt x="61546" y="7661"/>
                  </a:cubicBezTo>
                  <a:cubicBezTo>
                    <a:pt x="61300" y="7561"/>
                    <a:pt x="61038" y="7384"/>
                    <a:pt x="61111" y="7075"/>
                  </a:cubicBezTo>
                  <a:cubicBezTo>
                    <a:pt x="61159" y="6869"/>
                    <a:pt x="61341" y="6731"/>
                    <a:pt x="61536" y="6646"/>
                  </a:cubicBezTo>
                  <a:cubicBezTo>
                    <a:pt x="61529" y="6601"/>
                    <a:pt x="61527" y="6554"/>
                    <a:pt x="61531" y="6508"/>
                  </a:cubicBezTo>
                  <a:cubicBezTo>
                    <a:pt x="61555" y="6309"/>
                    <a:pt x="61672" y="6186"/>
                    <a:pt x="61823" y="6065"/>
                  </a:cubicBezTo>
                  <a:cubicBezTo>
                    <a:pt x="61929" y="5982"/>
                    <a:pt x="62020" y="5913"/>
                    <a:pt x="61970" y="5770"/>
                  </a:cubicBezTo>
                  <a:cubicBezTo>
                    <a:pt x="61916" y="5619"/>
                    <a:pt x="61817" y="5491"/>
                    <a:pt x="61793" y="5329"/>
                  </a:cubicBezTo>
                  <a:cubicBezTo>
                    <a:pt x="61769" y="5171"/>
                    <a:pt x="61819" y="5016"/>
                    <a:pt x="61934" y="4905"/>
                  </a:cubicBezTo>
                  <a:cubicBezTo>
                    <a:pt x="62037" y="4804"/>
                    <a:pt x="62169" y="4750"/>
                    <a:pt x="62286" y="4674"/>
                  </a:cubicBezTo>
                  <a:cubicBezTo>
                    <a:pt x="62424" y="4587"/>
                    <a:pt x="62405" y="4483"/>
                    <a:pt x="62422" y="4330"/>
                  </a:cubicBezTo>
                  <a:cubicBezTo>
                    <a:pt x="62440" y="4159"/>
                    <a:pt x="62515" y="4020"/>
                    <a:pt x="62656" y="3919"/>
                  </a:cubicBezTo>
                  <a:cubicBezTo>
                    <a:pt x="62803" y="3815"/>
                    <a:pt x="62998" y="3780"/>
                    <a:pt x="63171" y="3822"/>
                  </a:cubicBezTo>
                  <a:cubicBezTo>
                    <a:pt x="63186" y="3700"/>
                    <a:pt x="63201" y="3577"/>
                    <a:pt x="63214" y="3454"/>
                  </a:cubicBezTo>
                  <a:cubicBezTo>
                    <a:pt x="63227" y="3341"/>
                    <a:pt x="63314" y="3257"/>
                    <a:pt x="63435" y="3285"/>
                  </a:cubicBezTo>
                  <a:cubicBezTo>
                    <a:pt x="63644" y="3337"/>
                    <a:pt x="63854" y="3389"/>
                    <a:pt x="64064" y="3441"/>
                  </a:cubicBezTo>
                  <a:cubicBezTo>
                    <a:pt x="64155" y="3463"/>
                    <a:pt x="64248" y="3486"/>
                    <a:pt x="64339" y="3508"/>
                  </a:cubicBezTo>
                  <a:cubicBezTo>
                    <a:pt x="64333" y="3504"/>
                    <a:pt x="64326" y="3501"/>
                    <a:pt x="64320" y="3495"/>
                  </a:cubicBezTo>
                  <a:cubicBezTo>
                    <a:pt x="64207" y="3419"/>
                    <a:pt x="64131" y="3294"/>
                    <a:pt x="64107" y="3158"/>
                  </a:cubicBezTo>
                  <a:cubicBezTo>
                    <a:pt x="64082" y="3015"/>
                    <a:pt x="64097" y="2870"/>
                    <a:pt x="64131" y="2729"/>
                  </a:cubicBezTo>
                  <a:cubicBezTo>
                    <a:pt x="64162" y="2597"/>
                    <a:pt x="64201" y="2428"/>
                    <a:pt x="64322" y="2349"/>
                  </a:cubicBezTo>
                  <a:cubicBezTo>
                    <a:pt x="64495" y="2236"/>
                    <a:pt x="64692" y="2374"/>
                    <a:pt x="64849" y="2450"/>
                  </a:cubicBezTo>
                  <a:cubicBezTo>
                    <a:pt x="64975" y="2511"/>
                    <a:pt x="65103" y="2571"/>
                    <a:pt x="65230" y="2636"/>
                  </a:cubicBezTo>
                  <a:cubicBezTo>
                    <a:pt x="65267" y="2472"/>
                    <a:pt x="65306" y="2312"/>
                    <a:pt x="65353" y="2154"/>
                  </a:cubicBezTo>
                  <a:cubicBezTo>
                    <a:pt x="65284" y="2098"/>
                    <a:pt x="65247" y="1987"/>
                    <a:pt x="65321" y="1898"/>
                  </a:cubicBezTo>
                  <a:cubicBezTo>
                    <a:pt x="65394" y="1808"/>
                    <a:pt x="65462" y="1715"/>
                    <a:pt x="65524" y="1620"/>
                  </a:cubicBezTo>
                  <a:cubicBezTo>
                    <a:pt x="65712" y="1334"/>
                    <a:pt x="65853" y="1018"/>
                    <a:pt x="65946" y="685"/>
                  </a:cubicBezTo>
                  <a:cubicBezTo>
                    <a:pt x="65976" y="581"/>
                    <a:pt x="66097" y="532"/>
                    <a:pt x="66191" y="586"/>
                  </a:cubicBezTo>
                  <a:cubicBezTo>
                    <a:pt x="66251" y="620"/>
                    <a:pt x="66310" y="653"/>
                    <a:pt x="66370" y="687"/>
                  </a:cubicBezTo>
                  <a:cubicBezTo>
                    <a:pt x="66392" y="516"/>
                    <a:pt x="66416" y="343"/>
                    <a:pt x="66439" y="170"/>
                  </a:cubicBezTo>
                  <a:cubicBezTo>
                    <a:pt x="66452" y="81"/>
                    <a:pt x="66508" y="1"/>
                    <a:pt x="66606" y="2"/>
                  </a:cubicBezTo>
                  <a:cubicBezTo>
                    <a:pt x="66872" y="8"/>
                    <a:pt x="67008" y="211"/>
                    <a:pt x="67090" y="439"/>
                  </a:cubicBezTo>
                  <a:cubicBezTo>
                    <a:pt x="67147" y="603"/>
                    <a:pt x="67173" y="819"/>
                    <a:pt x="67298" y="953"/>
                  </a:cubicBezTo>
                  <a:cubicBezTo>
                    <a:pt x="67391" y="1055"/>
                    <a:pt x="67555" y="1031"/>
                    <a:pt x="67677" y="1070"/>
                  </a:cubicBezTo>
                  <a:cubicBezTo>
                    <a:pt x="67808" y="1113"/>
                    <a:pt x="67917" y="1189"/>
                    <a:pt x="68001" y="1297"/>
                  </a:cubicBezTo>
                  <a:cubicBezTo>
                    <a:pt x="68168" y="1511"/>
                    <a:pt x="68217" y="1805"/>
                    <a:pt x="68152" y="2067"/>
                  </a:cubicBezTo>
                  <a:cubicBezTo>
                    <a:pt x="68103" y="2266"/>
                    <a:pt x="68001" y="2441"/>
                    <a:pt x="67880" y="2602"/>
                  </a:cubicBezTo>
                  <a:cubicBezTo>
                    <a:pt x="68085" y="2597"/>
                    <a:pt x="68287" y="2593"/>
                    <a:pt x="68490" y="2588"/>
                  </a:cubicBezTo>
                  <a:cubicBezTo>
                    <a:pt x="68559" y="2586"/>
                    <a:pt x="68639" y="2641"/>
                    <a:pt x="68654" y="2710"/>
                  </a:cubicBezTo>
                  <a:cubicBezTo>
                    <a:pt x="68745" y="3190"/>
                    <a:pt x="68840" y="3670"/>
                    <a:pt x="68935" y="4148"/>
                  </a:cubicBezTo>
                  <a:cubicBezTo>
                    <a:pt x="69217" y="4077"/>
                    <a:pt x="69507" y="4072"/>
                    <a:pt x="69797" y="4122"/>
                  </a:cubicBezTo>
                  <a:cubicBezTo>
                    <a:pt x="69900" y="4140"/>
                    <a:pt x="69956" y="4285"/>
                    <a:pt x="69898" y="4367"/>
                  </a:cubicBezTo>
                  <a:cubicBezTo>
                    <a:pt x="69831" y="4464"/>
                    <a:pt x="69764" y="4559"/>
                    <a:pt x="69697" y="4656"/>
                  </a:cubicBezTo>
                  <a:cubicBezTo>
                    <a:pt x="70060" y="4836"/>
                    <a:pt x="70261" y="5314"/>
                    <a:pt x="70076" y="5701"/>
                  </a:cubicBezTo>
                  <a:cubicBezTo>
                    <a:pt x="70049" y="5762"/>
                    <a:pt x="70009" y="5812"/>
                    <a:pt x="69965" y="5864"/>
                  </a:cubicBezTo>
                  <a:cubicBezTo>
                    <a:pt x="69937" y="5898"/>
                    <a:pt x="69868" y="5954"/>
                    <a:pt x="69872" y="6000"/>
                  </a:cubicBezTo>
                  <a:cubicBezTo>
                    <a:pt x="69874" y="6045"/>
                    <a:pt x="69991" y="6138"/>
                    <a:pt x="70017" y="6171"/>
                  </a:cubicBezTo>
                  <a:cubicBezTo>
                    <a:pt x="70067" y="6231"/>
                    <a:pt x="70114" y="6296"/>
                    <a:pt x="70155" y="6363"/>
                  </a:cubicBezTo>
                  <a:cubicBezTo>
                    <a:pt x="70251" y="6515"/>
                    <a:pt x="70320" y="6685"/>
                    <a:pt x="70363" y="6859"/>
                  </a:cubicBezTo>
                  <a:cubicBezTo>
                    <a:pt x="70590" y="6802"/>
                    <a:pt x="70794" y="6949"/>
                    <a:pt x="70887" y="7161"/>
                  </a:cubicBezTo>
                  <a:cubicBezTo>
                    <a:pt x="70995" y="7408"/>
                    <a:pt x="70997" y="7732"/>
                    <a:pt x="70956" y="7996"/>
                  </a:cubicBezTo>
                  <a:cubicBezTo>
                    <a:pt x="70932" y="8148"/>
                    <a:pt x="70865" y="8273"/>
                    <a:pt x="70791" y="8405"/>
                  </a:cubicBezTo>
                  <a:cubicBezTo>
                    <a:pt x="70774" y="8438"/>
                    <a:pt x="70731" y="8500"/>
                    <a:pt x="70740" y="8541"/>
                  </a:cubicBezTo>
                  <a:cubicBezTo>
                    <a:pt x="70742" y="8546"/>
                    <a:pt x="70746" y="8552"/>
                    <a:pt x="70752" y="8557"/>
                  </a:cubicBezTo>
                  <a:cubicBezTo>
                    <a:pt x="70856" y="8500"/>
                    <a:pt x="71010" y="8602"/>
                    <a:pt x="71001" y="8719"/>
                  </a:cubicBezTo>
                  <a:cubicBezTo>
                    <a:pt x="70997" y="8764"/>
                    <a:pt x="70993" y="8807"/>
                    <a:pt x="70988" y="8849"/>
                  </a:cubicBezTo>
                  <a:cubicBezTo>
                    <a:pt x="70975" y="8974"/>
                    <a:pt x="70952" y="9097"/>
                    <a:pt x="70919" y="9219"/>
                  </a:cubicBezTo>
                  <a:cubicBezTo>
                    <a:pt x="71049" y="9244"/>
                    <a:pt x="71170" y="9309"/>
                    <a:pt x="71270" y="9402"/>
                  </a:cubicBezTo>
                  <a:cubicBezTo>
                    <a:pt x="71445" y="9567"/>
                    <a:pt x="71518" y="9803"/>
                    <a:pt x="71538" y="10036"/>
                  </a:cubicBezTo>
                  <a:cubicBezTo>
                    <a:pt x="71557" y="10246"/>
                    <a:pt x="71546" y="10479"/>
                    <a:pt x="71495" y="10683"/>
                  </a:cubicBezTo>
                  <a:cubicBezTo>
                    <a:pt x="71443" y="10891"/>
                    <a:pt x="71328" y="11018"/>
                    <a:pt x="71155" y="11135"/>
                  </a:cubicBezTo>
                  <a:cubicBezTo>
                    <a:pt x="71112" y="11163"/>
                    <a:pt x="71081" y="11183"/>
                    <a:pt x="71097" y="11230"/>
                  </a:cubicBezTo>
                  <a:cubicBezTo>
                    <a:pt x="71120" y="11293"/>
                    <a:pt x="71203" y="11349"/>
                    <a:pt x="71252" y="11390"/>
                  </a:cubicBezTo>
                  <a:cubicBezTo>
                    <a:pt x="71375" y="11496"/>
                    <a:pt x="71514" y="11596"/>
                    <a:pt x="71592" y="11743"/>
                  </a:cubicBezTo>
                  <a:cubicBezTo>
                    <a:pt x="71739" y="12020"/>
                    <a:pt x="71654" y="12340"/>
                    <a:pt x="71570" y="12623"/>
                  </a:cubicBezTo>
                  <a:cubicBezTo>
                    <a:pt x="71512" y="12814"/>
                    <a:pt x="71389" y="13101"/>
                    <a:pt x="71486" y="13302"/>
                  </a:cubicBezTo>
                  <a:cubicBezTo>
                    <a:pt x="71717" y="13196"/>
                    <a:pt x="71873" y="12943"/>
                    <a:pt x="72120" y="12852"/>
                  </a:cubicBezTo>
                  <a:cubicBezTo>
                    <a:pt x="72423" y="12736"/>
                    <a:pt x="72736" y="12894"/>
                    <a:pt x="72901" y="13157"/>
                  </a:cubicBezTo>
                  <a:cubicBezTo>
                    <a:pt x="73082" y="13439"/>
                    <a:pt x="73046" y="13787"/>
                    <a:pt x="72840" y="14044"/>
                  </a:cubicBezTo>
                  <a:cubicBezTo>
                    <a:pt x="72675" y="14250"/>
                    <a:pt x="72420" y="14380"/>
                    <a:pt x="72159" y="14421"/>
                  </a:cubicBezTo>
                  <a:cubicBezTo>
                    <a:pt x="72187" y="14600"/>
                    <a:pt x="72422" y="14739"/>
                    <a:pt x="72554" y="14834"/>
                  </a:cubicBezTo>
                  <a:cubicBezTo>
                    <a:pt x="72773" y="14992"/>
                    <a:pt x="72965" y="15161"/>
                    <a:pt x="73108" y="15398"/>
                  </a:cubicBezTo>
                  <a:cubicBezTo>
                    <a:pt x="73346" y="15790"/>
                    <a:pt x="73426" y="16281"/>
                    <a:pt x="73314" y="16727"/>
                  </a:cubicBezTo>
                  <a:cubicBezTo>
                    <a:pt x="73588" y="16776"/>
                    <a:pt x="73829" y="16978"/>
                    <a:pt x="73922" y="17248"/>
                  </a:cubicBezTo>
                  <a:cubicBezTo>
                    <a:pt x="74058" y="17641"/>
                    <a:pt x="73770" y="17985"/>
                    <a:pt x="73599" y="18310"/>
                  </a:cubicBezTo>
                  <a:cubicBezTo>
                    <a:pt x="73528" y="18446"/>
                    <a:pt x="73457" y="18611"/>
                    <a:pt x="73487" y="18768"/>
                  </a:cubicBezTo>
                  <a:cubicBezTo>
                    <a:pt x="73515" y="18911"/>
                    <a:pt x="73647" y="18963"/>
                    <a:pt x="73772" y="19002"/>
                  </a:cubicBezTo>
                  <a:cubicBezTo>
                    <a:pt x="74099" y="19099"/>
                    <a:pt x="74441" y="19195"/>
                    <a:pt x="74490" y="19593"/>
                  </a:cubicBezTo>
                  <a:cubicBezTo>
                    <a:pt x="74512" y="19777"/>
                    <a:pt x="74451" y="19954"/>
                    <a:pt x="74454" y="20136"/>
                  </a:cubicBezTo>
                  <a:cubicBezTo>
                    <a:pt x="74456" y="20227"/>
                    <a:pt x="74488" y="20400"/>
                    <a:pt x="74605" y="20399"/>
                  </a:cubicBezTo>
                  <a:cubicBezTo>
                    <a:pt x="74718" y="20397"/>
                    <a:pt x="74826" y="20545"/>
                    <a:pt x="74746" y="20648"/>
                  </a:cubicBezTo>
                  <a:cubicBezTo>
                    <a:pt x="74324" y="21198"/>
                    <a:pt x="74162" y="21864"/>
                    <a:pt x="74108" y="22547"/>
                  </a:cubicBezTo>
                  <a:cubicBezTo>
                    <a:pt x="74108" y="22948"/>
                    <a:pt x="74107" y="23348"/>
                    <a:pt x="74112" y="23750"/>
                  </a:cubicBezTo>
                  <a:cubicBezTo>
                    <a:pt x="74136" y="23759"/>
                    <a:pt x="74162" y="23767"/>
                    <a:pt x="74196" y="23776"/>
                  </a:cubicBezTo>
                  <a:cubicBezTo>
                    <a:pt x="74350" y="23817"/>
                    <a:pt x="74514" y="23804"/>
                    <a:pt x="74670" y="23808"/>
                  </a:cubicBezTo>
                  <a:cubicBezTo>
                    <a:pt x="74956" y="23811"/>
                    <a:pt x="75226" y="23871"/>
                    <a:pt x="75473" y="24014"/>
                  </a:cubicBezTo>
                  <a:cubicBezTo>
                    <a:pt x="75578" y="24073"/>
                    <a:pt x="75672" y="24144"/>
                    <a:pt x="75764" y="24220"/>
                  </a:cubicBezTo>
                  <a:cubicBezTo>
                    <a:pt x="76020" y="23363"/>
                    <a:pt x="76232" y="22493"/>
                    <a:pt x="76627" y="21682"/>
                  </a:cubicBezTo>
                  <a:cubicBezTo>
                    <a:pt x="76764" y="21401"/>
                    <a:pt x="76907" y="21120"/>
                    <a:pt x="77069" y="20854"/>
                  </a:cubicBezTo>
                  <a:cubicBezTo>
                    <a:pt x="77238" y="20575"/>
                    <a:pt x="77430" y="20309"/>
                    <a:pt x="77620" y="20043"/>
                  </a:cubicBezTo>
                  <a:cubicBezTo>
                    <a:pt x="77934" y="19601"/>
                    <a:pt x="78256" y="19115"/>
                    <a:pt x="78736" y="18836"/>
                  </a:cubicBezTo>
                  <a:cubicBezTo>
                    <a:pt x="78983" y="18691"/>
                    <a:pt x="79254" y="18634"/>
                    <a:pt x="79539" y="18630"/>
                  </a:cubicBezTo>
                  <a:cubicBezTo>
                    <a:pt x="79697" y="18626"/>
                    <a:pt x="79859" y="18639"/>
                    <a:pt x="80013" y="18598"/>
                  </a:cubicBezTo>
                  <a:cubicBezTo>
                    <a:pt x="80099" y="18576"/>
                    <a:pt x="80140" y="18559"/>
                    <a:pt x="80218" y="18511"/>
                  </a:cubicBezTo>
                  <a:cubicBezTo>
                    <a:pt x="80484" y="18351"/>
                    <a:pt x="80653" y="18042"/>
                    <a:pt x="80800" y="17748"/>
                  </a:cubicBezTo>
                  <a:cubicBezTo>
                    <a:pt x="81058" y="17237"/>
                    <a:pt x="81376" y="16313"/>
                    <a:pt x="82064" y="16309"/>
                  </a:cubicBezTo>
                  <a:cubicBezTo>
                    <a:pt x="82241" y="16101"/>
                    <a:pt x="82557" y="16130"/>
                    <a:pt x="82766" y="16287"/>
                  </a:cubicBezTo>
                  <a:cubicBezTo>
                    <a:pt x="82864" y="16359"/>
                    <a:pt x="82929" y="16450"/>
                    <a:pt x="82974" y="16554"/>
                  </a:cubicBezTo>
                  <a:cubicBezTo>
                    <a:pt x="83022" y="16514"/>
                    <a:pt x="83091" y="16463"/>
                    <a:pt x="83112" y="16407"/>
                  </a:cubicBezTo>
                  <a:cubicBezTo>
                    <a:pt x="83128" y="16361"/>
                    <a:pt x="83097" y="16341"/>
                    <a:pt x="83054" y="16313"/>
                  </a:cubicBezTo>
                  <a:cubicBezTo>
                    <a:pt x="82881" y="16195"/>
                    <a:pt x="82766" y="16069"/>
                    <a:pt x="82714" y="15861"/>
                  </a:cubicBezTo>
                  <a:cubicBezTo>
                    <a:pt x="82663" y="15656"/>
                    <a:pt x="82652" y="15424"/>
                    <a:pt x="82671" y="15214"/>
                  </a:cubicBezTo>
                  <a:cubicBezTo>
                    <a:pt x="82691" y="14981"/>
                    <a:pt x="82764" y="14745"/>
                    <a:pt x="82939" y="14579"/>
                  </a:cubicBezTo>
                  <a:cubicBezTo>
                    <a:pt x="83039" y="14486"/>
                    <a:pt x="83160" y="14421"/>
                    <a:pt x="83288" y="14397"/>
                  </a:cubicBezTo>
                  <a:cubicBezTo>
                    <a:pt x="83257" y="14276"/>
                    <a:pt x="83234" y="14152"/>
                    <a:pt x="83221" y="14027"/>
                  </a:cubicBezTo>
                  <a:cubicBezTo>
                    <a:pt x="83216" y="13984"/>
                    <a:pt x="83212" y="13941"/>
                    <a:pt x="83208" y="13897"/>
                  </a:cubicBezTo>
                  <a:cubicBezTo>
                    <a:pt x="83199" y="13780"/>
                    <a:pt x="83351" y="13675"/>
                    <a:pt x="83457" y="13735"/>
                  </a:cubicBezTo>
                  <a:cubicBezTo>
                    <a:pt x="83463" y="13729"/>
                    <a:pt x="83467" y="13724"/>
                    <a:pt x="83469" y="13718"/>
                  </a:cubicBezTo>
                  <a:cubicBezTo>
                    <a:pt x="83478" y="13679"/>
                    <a:pt x="83435" y="13616"/>
                    <a:pt x="83417" y="13584"/>
                  </a:cubicBezTo>
                  <a:cubicBezTo>
                    <a:pt x="83344" y="13450"/>
                    <a:pt x="83277" y="13324"/>
                    <a:pt x="83253" y="13171"/>
                  </a:cubicBezTo>
                  <a:cubicBezTo>
                    <a:pt x="83212" y="12909"/>
                    <a:pt x="83216" y="12586"/>
                    <a:pt x="83322" y="12338"/>
                  </a:cubicBezTo>
                  <a:cubicBezTo>
                    <a:pt x="83415" y="12126"/>
                    <a:pt x="83619" y="11979"/>
                    <a:pt x="83846" y="12037"/>
                  </a:cubicBezTo>
                  <a:cubicBezTo>
                    <a:pt x="83889" y="11862"/>
                    <a:pt x="83960" y="11693"/>
                    <a:pt x="84054" y="11540"/>
                  </a:cubicBezTo>
                  <a:cubicBezTo>
                    <a:pt x="84095" y="11474"/>
                    <a:pt x="84142" y="11408"/>
                    <a:pt x="84192" y="11347"/>
                  </a:cubicBezTo>
                  <a:cubicBezTo>
                    <a:pt x="84218" y="11315"/>
                    <a:pt x="84335" y="11222"/>
                    <a:pt x="84337" y="11176"/>
                  </a:cubicBezTo>
                  <a:cubicBezTo>
                    <a:pt x="84341" y="11131"/>
                    <a:pt x="84272" y="11076"/>
                    <a:pt x="84244" y="11042"/>
                  </a:cubicBezTo>
                  <a:cubicBezTo>
                    <a:pt x="84200" y="10990"/>
                    <a:pt x="84160" y="10938"/>
                    <a:pt x="84131" y="10878"/>
                  </a:cubicBezTo>
                  <a:cubicBezTo>
                    <a:pt x="83948" y="10492"/>
                    <a:pt x="84149" y="10014"/>
                    <a:pt x="84512" y="9831"/>
                  </a:cubicBezTo>
                  <a:cubicBezTo>
                    <a:pt x="84445" y="9736"/>
                    <a:pt x="84378" y="9642"/>
                    <a:pt x="84311" y="9545"/>
                  </a:cubicBezTo>
                  <a:cubicBezTo>
                    <a:pt x="84253" y="9463"/>
                    <a:pt x="84309" y="9318"/>
                    <a:pt x="84412" y="9299"/>
                  </a:cubicBezTo>
                  <a:cubicBezTo>
                    <a:pt x="84700" y="9249"/>
                    <a:pt x="84992" y="9255"/>
                    <a:pt x="85274" y="9325"/>
                  </a:cubicBezTo>
                  <a:cubicBezTo>
                    <a:pt x="85369" y="8848"/>
                    <a:pt x="85464" y="8368"/>
                    <a:pt x="85555" y="7888"/>
                  </a:cubicBezTo>
                  <a:cubicBezTo>
                    <a:pt x="85568" y="7819"/>
                    <a:pt x="85648" y="7763"/>
                    <a:pt x="85719" y="7765"/>
                  </a:cubicBezTo>
                  <a:cubicBezTo>
                    <a:pt x="85922" y="7771"/>
                    <a:pt x="86124" y="7774"/>
                    <a:pt x="86329" y="7782"/>
                  </a:cubicBezTo>
                  <a:cubicBezTo>
                    <a:pt x="86206" y="7618"/>
                    <a:pt x="86104" y="7443"/>
                    <a:pt x="86057" y="7246"/>
                  </a:cubicBezTo>
                  <a:cubicBezTo>
                    <a:pt x="85992" y="6982"/>
                    <a:pt x="86039" y="6688"/>
                    <a:pt x="86208" y="6474"/>
                  </a:cubicBezTo>
                  <a:cubicBezTo>
                    <a:pt x="86292" y="6367"/>
                    <a:pt x="86401" y="6290"/>
                    <a:pt x="86532" y="6248"/>
                  </a:cubicBezTo>
                  <a:cubicBezTo>
                    <a:pt x="86654" y="6208"/>
                    <a:pt x="86816" y="6233"/>
                    <a:pt x="86911" y="6130"/>
                  </a:cubicBezTo>
                  <a:cubicBezTo>
                    <a:pt x="87034" y="5996"/>
                    <a:pt x="87060" y="5783"/>
                    <a:pt x="87119" y="5617"/>
                  </a:cubicBezTo>
                  <a:cubicBezTo>
                    <a:pt x="87201" y="5388"/>
                    <a:pt x="87335" y="5186"/>
                    <a:pt x="87603" y="5180"/>
                  </a:cubicBezTo>
                  <a:cubicBezTo>
                    <a:pt x="87701" y="5178"/>
                    <a:pt x="87757" y="5258"/>
                    <a:pt x="87768" y="5347"/>
                  </a:cubicBezTo>
                  <a:cubicBezTo>
                    <a:pt x="87793" y="5519"/>
                    <a:pt x="87815" y="5693"/>
                    <a:pt x="87839" y="5866"/>
                  </a:cubicBezTo>
                  <a:cubicBezTo>
                    <a:pt x="87899" y="5831"/>
                    <a:pt x="87958" y="5797"/>
                    <a:pt x="88018" y="5764"/>
                  </a:cubicBezTo>
                  <a:cubicBezTo>
                    <a:pt x="88111" y="5710"/>
                    <a:pt x="88233" y="5758"/>
                    <a:pt x="88263" y="5864"/>
                  </a:cubicBezTo>
                  <a:cubicBezTo>
                    <a:pt x="88354" y="6195"/>
                    <a:pt x="88496" y="6512"/>
                    <a:pt x="88683" y="6798"/>
                  </a:cubicBezTo>
                  <a:cubicBezTo>
                    <a:pt x="88747" y="6893"/>
                    <a:pt x="88815" y="6986"/>
                    <a:pt x="88888" y="7075"/>
                  </a:cubicBezTo>
                  <a:cubicBezTo>
                    <a:pt x="88960" y="7164"/>
                    <a:pt x="88925" y="7276"/>
                    <a:pt x="88854" y="7332"/>
                  </a:cubicBezTo>
                  <a:cubicBezTo>
                    <a:pt x="88903" y="7490"/>
                    <a:pt x="88942" y="7650"/>
                    <a:pt x="88979" y="7813"/>
                  </a:cubicBezTo>
                  <a:cubicBezTo>
                    <a:pt x="89104" y="7748"/>
                    <a:pt x="89234" y="7689"/>
                    <a:pt x="89360" y="7628"/>
                  </a:cubicBezTo>
                  <a:cubicBezTo>
                    <a:pt x="89517" y="7549"/>
                    <a:pt x="89712" y="7414"/>
                    <a:pt x="89887" y="7527"/>
                  </a:cubicBezTo>
                  <a:cubicBezTo>
                    <a:pt x="90006" y="7605"/>
                    <a:pt x="90047" y="7776"/>
                    <a:pt x="90078" y="7906"/>
                  </a:cubicBezTo>
                  <a:cubicBezTo>
                    <a:pt x="90110" y="8048"/>
                    <a:pt x="90127" y="8193"/>
                    <a:pt x="90102" y="8336"/>
                  </a:cubicBezTo>
                  <a:cubicBezTo>
                    <a:pt x="90078" y="8472"/>
                    <a:pt x="90002" y="8596"/>
                    <a:pt x="89887" y="8675"/>
                  </a:cubicBezTo>
                  <a:cubicBezTo>
                    <a:pt x="89881" y="8678"/>
                    <a:pt x="89876" y="8682"/>
                    <a:pt x="89868" y="8686"/>
                  </a:cubicBezTo>
                  <a:cubicBezTo>
                    <a:pt x="89961" y="8663"/>
                    <a:pt x="90052" y="8641"/>
                    <a:pt x="90145" y="8619"/>
                  </a:cubicBezTo>
                  <a:cubicBezTo>
                    <a:pt x="90353" y="8567"/>
                    <a:pt x="90564" y="8515"/>
                    <a:pt x="90774" y="8463"/>
                  </a:cubicBezTo>
                  <a:cubicBezTo>
                    <a:pt x="90893" y="8435"/>
                    <a:pt x="90982" y="8518"/>
                    <a:pt x="90995" y="8630"/>
                  </a:cubicBezTo>
                  <a:cubicBezTo>
                    <a:pt x="91008" y="8755"/>
                    <a:pt x="91023" y="8877"/>
                    <a:pt x="91036" y="9000"/>
                  </a:cubicBezTo>
                  <a:cubicBezTo>
                    <a:pt x="91211" y="8957"/>
                    <a:pt x="91406" y="8993"/>
                    <a:pt x="91553" y="9097"/>
                  </a:cubicBezTo>
                  <a:cubicBezTo>
                    <a:pt x="91692" y="9197"/>
                    <a:pt x="91769" y="9337"/>
                    <a:pt x="91787" y="9508"/>
                  </a:cubicBezTo>
                  <a:cubicBezTo>
                    <a:pt x="91802" y="9660"/>
                    <a:pt x="91784" y="9764"/>
                    <a:pt x="91921" y="9852"/>
                  </a:cubicBezTo>
                  <a:cubicBezTo>
                    <a:pt x="92040" y="9928"/>
                    <a:pt x="92172" y="9984"/>
                    <a:pt x="92273" y="10082"/>
                  </a:cubicBezTo>
                  <a:cubicBezTo>
                    <a:pt x="92388" y="10194"/>
                    <a:pt x="92438" y="10348"/>
                    <a:pt x="92416" y="10506"/>
                  </a:cubicBezTo>
                  <a:cubicBezTo>
                    <a:pt x="92390" y="10668"/>
                    <a:pt x="92291" y="10797"/>
                    <a:pt x="92237" y="10947"/>
                  </a:cubicBezTo>
                  <a:cubicBezTo>
                    <a:pt x="92187" y="11090"/>
                    <a:pt x="92280" y="11159"/>
                    <a:pt x="92386" y="11243"/>
                  </a:cubicBezTo>
                  <a:cubicBezTo>
                    <a:pt x="92535" y="11364"/>
                    <a:pt x="92654" y="11487"/>
                    <a:pt x="92676" y="11687"/>
                  </a:cubicBezTo>
                  <a:cubicBezTo>
                    <a:pt x="92682" y="11734"/>
                    <a:pt x="92680" y="11779"/>
                    <a:pt x="92671" y="11823"/>
                  </a:cubicBezTo>
                  <a:cubicBezTo>
                    <a:pt x="92868" y="11909"/>
                    <a:pt x="93050" y="12048"/>
                    <a:pt x="93098" y="12253"/>
                  </a:cubicBezTo>
                  <a:cubicBezTo>
                    <a:pt x="93171" y="12561"/>
                    <a:pt x="92907" y="12738"/>
                    <a:pt x="92663" y="12839"/>
                  </a:cubicBezTo>
                  <a:cubicBezTo>
                    <a:pt x="92591" y="12868"/>
                    <a:pt x="92472" y="12907"/>
                    <a:pt x="92451" y="12959"/>
                  </a:cubicBezTo>
                  <a:cubicBezTo>
                    <a:pt x="92427" y="13025"/>
                    <a:pt x="92509" y="13110"/>
                    <a:pt x="92574" y="13138"/>
                  </a:cubicBezTo>
                  <a:cubicBezTo>
                    <a:pt x="92710" y="13196"/>
                    <a:pt x="92937" y="13151"/>
                    <a:pt x="92985" y="12993"/>
                  </a:cubicBezTo>
                  <a:cubicBezTo>
                    <a:pt x="93011" y="12915"/>
                    <a:pt x="93078" y="12863"/>
                    <a:pt x="93162" y="12859"/>
                  </a:cubicBezTo>
                  <a:cubicBezTo>
                    <a:pt x="93394" y="12850"/>
                    <a:pt x="93549" y="13045"/>
                    <a:pt x="93597" y="13253"/>
                  </a:cubicBezTo>
                  <a:cubicBezTo>
                    <a:pt x="93623" y="13367"/>
                    <a:pt x="93615" y="13475"/>
                    <a:pt x="93610" y="13590"/>
                  </a:cubicBezTo>
                  <a:cubicBezTo>
                    <a:pt x="93604" y="13664"/>
                    <a:pt x="93586" y="13791"/>
                    <a:pt x="93642" y="13854"/>
                  </a:cubicBezTo>
                  <a:cubicBezTo>
                    <a:pt x="93697" y="13917"/>
                    <a:pt x="93816" y="13889"/>
                    <a:pt x="93891" y="13880"/>
                  </a:cubicBezTo>
                  <a:cubicBezTo>
                    <a:pt x="94015" y="13863"/>
                    <a:pt x="94133" y="13847"/>
                    <a:pt x="94259" y="13861"/>
                  </a:cubicBezTo>
                  <a:cubicBezTo>
                    <a:pt x="94402" y="13878"/>
                    <a:pt x="94538" y="13923"/>
                    <a:pt x="94663" y="13990"/>
                  </a:cubicBezTo>
                  <a:cubicBezTo>
                    <a:pt x="94681" y="13497"/>
                    <a:pt x="94517" y="13010"/>
                    <a:pt x="94214" y="12615"/>
                  </a:cubicBezTo>
                  <a:cubicBezTo>
                    <a:pt x="94177" y="12569"/>
                    <a:pt x="94181" y="12480"/>
                    <a:pt x="94214" y="12431"/>
                  </a:cubicBezTo>
                  <a:cubicBezTo>
                    <a:pt x="94305" y="12297"/>
                    <a:pt x="94438" y="12232"/>
                    <a:pt x="94592" y="12197"/>
                  </a:cubicBezTo>
                  <a:cubicBezTo>
                    <a:pt x="94674" y="12178"/>
                    <a:pt x="94845" y="12175"/>
                    <a:pt x="94891" y="12093"/>
                  </a:cubicBezTo>
                  <a:cubicBezTo>
                    <a:pt x="94938" y="12015"/>
                    <a:pt x="94819" y="11868"/>
                    <a:pt x="94778" y="11799"/>
                  </a:cubicBezTo>
                  <a:cubicBezTo>
                    <a:pt x="94696" y="11661"/>
                    <a:pt x="94612" y="11511"/>
                    <a:pt x="94610" y="11347"/>
                  </a:cubicBezTo>
                  <a:cubicBezTo>
                    <a:pt x="94609" y="11005"/>
                    <a:pt x="94947" y="10731"/>
                    <a:pt x="95274" y="10743"/>
                  </a:cubicBezTo>
                  <a:cubicBezTo>
                    <a:pt x="95618" y="10754"/>
                    <a:pt x="95881" y="11049"/>
                    <a:pt x="95940" y="11373"/>
                  </a:cubicBezTo>
                  <a:cubicBezTo>
                    <a:pt x="95976" y="11563"/>
                    <a:pt x="95931" y="11730"/>
                    <a:pt x="95890" y="11914"/>
                  </a:cubicBezTo>
                  <a:cubicBezTo>
                    <a:pt x="95845" y="12110"/>
                    <a:pt x="96002" y="12191"/>
                    <a:pt x="96080" y="12349"/>
                  </a:cubicBezTo>
                  <a:cubicBezTo>
                    <a:pt x="96228" y="12647"/>
                    <a:pt x="96057" y="12926"/>
                    <a:pt x="95942" y="13199"/>
                  </a:cubicBezTo>
                  <a:cubicBezTo>
                    <a:pt x="95905" y="13287"/>
                    <a:pt x="95855" y="13400"/>
                    <a:pt x="95916" y="13478"/>
                  </a:cubicBezTo>
                  <a:cubicBezTo>
                    <a:pt x="95987" y="13569"/>
                    <a:pt x="96160" y="13558"/>
                    <a:pt x="96262" y="13566"/>
                  </a:cubicBezTo>
                  <a:cubicBezTo>
                    <a:pt x="96435" y="13575"/>
                    <a:pt x="96600" y="13597"/>
                    <a:pt x="96757" y="13677"/>
                  </a:cubicBezTo>
                  <a:cubicBezTo>
                    <a:pt x="96915" y="13757"/>
                    <a:pt x="97043" y="13886"/>
                    <a:pt x="97145" y="14027"/>
                  </a:cubicBezTo>
                  <a:cubicBezTo>
                    <a:pt x="97419" y="14395"/>
                    <a:pt x="97452" y="14862"/>
                    <a:pt x="97547" y="15295"/>
                  </a:cubicBezTo>
                  <a:cubicBezTo>
                    <a:pt x="97597" y="15532"/>
                    <a:pt x="97672" y="15762"/>
                    <a:pt x="97757" y="15987"/>
                  </a:cubicBezTo>
                  <a:cubicBezTo>
                    <a:pt x="97820" y="16153"/>
                    <a:pt x="97878" y="16322"/>
                    <a:pt x="97936" y="16487"/>
                  </a:cubicBezTo>
                  <a:cubicBezTo>
                    <a:pt x="97941" y="16486"/>
                    <a:pt x="97945" y="16482"/>
                    <a:pt x="97949" y="16478"/>
                  </a:cubicBezTo>
                  <a:cubicBezTo>
                    <a:pt x="98036" y="16413"/>
                    <a:pt x="98135" y="16551"/>
                    <a:pt x="98062" y="16625"/>
                  </a:cubicBezTo>
                  <a:cubicBezTo>
                    <a:pt x="98040" y="16647"/>
                    <a:pt x="98021" y="16672"/>
                    <a:pt x="98008" y="16696"/>
                  </a:cubicBezTo>
                  <a:cubicBezTo>
                    <a:pt x="98021" y="16746"/>
                    <a:pt x="98005" y="16789"/>
                    <a:pt x="97971" y="16819"/>
                  </a:cubicBezTo>
                  <a:cubicBezTo>
                    <a:pt x="97954" y="17045"/>
                    <a:pt x="98183" y="17298"/>
                    <a:pt x="98349" y="17415"/>
                  </a:cubicBezTo>
                  <a:cubicBezTo>
                    <a:pt x="98665" y="17641"/>
                    <a:pt x="98996" y="17841"/>
                    <a:pt x="99096" y="18245"/>
                  </a:cubicBezTo>
                  <a:cubicBezTo>
                    <a:pt x="99191" y="18624"/>
                    <a:pt x="99057" y="19019"/>
                    <a:pt x="99150" y="19394"/>
                  </a:cubicBezTo>
                  <a:cubicBezTo>
                    <a:pt x="99243" y="19774"/>
                    <a:pt x="99658" y="20027"/>
                    <a:pt x="99970" y="20214"/>
                  </a:cubicBezTo>
                  <a:cubicBezTo>
                    <a:pt x="100171" y="20337"/>
                    <a:pt x="100402" y="20430"/>
                    <a:pt x="100506" y="20657"/>
                  </a:cubicBezTo>
                  <a:cubicBezTo>
                    <a:pt x="100567" y="20791"/>
                    <a:pt x="100582" y="20938"/>
                    <a:pt x="100565" y="21081"/>
                  </a:cubicBezTo>
                  <a:cubicBezTo>
                    <a:pt x="100727" y="21115"/>
                    <a:pt x="100878" y="21209"/>
                    <a:pt x="100980" y="21347"/>
                  </a:cubicBezTo>
                  <a:cubicBezTo>
                    <a:pt x="101144" y="21568"/>
                    <a:pt x="101110" y="21831"/>
                    <a:pt x="101006" y="22069"/>
                  </a:cubicBezTo>
                  <a:cubicBezTo>
                    <a:pt x="100924" y="22258"/>
                    <a:pt x="100759" y="22472"/>
                    <a:pt x="100906" y="22669"/>
                  </a:cubicBezTo>
                  <a:cubicBezTo>
                    <a:pt x="100989" y="22781"/>
                    <a:pt x="101108" y="22874"/>
                    <a:pt x="101211" y="22969"/>
                  </a:cubicBezTo>
                  <a:cubicBezTo>
                    <a:pt x="101339" y="23090"/>
                    <a:pt x="101466" y="23211"/>
                    <a:pt x="101594" y="23331"/>
                  </a:cubicBezTo>
                  <a:cubicBezTo>
                    <a:pt x="101629" y="23365"/>
                    <a:pt x="101718" y="23484"/>
                    <a:pt x="101767" y="23490"/>
                  </a:cubicBezTo>
                  <a:cubicBezTo>
                    <a:pt x="101771" y="23490"/>
                    <a:pt x="101817" y="23463"/>
                    <a:pt x="101834" y="23454"/>
                  </a:cubicBezTo>
                  <a:cubicBezTo>
                    <a:pt x="101970" y="23387"/>
                    <a:pt x="102120" y="23346"/>
                    <a:pt x="102262" y="23426"/>
                  </a:cubicBezTo>
                  <a:cubicBezTo>
                    <a:pt x="102468" y="23543"/>
                    <a:pt x="102524" y="23832"/>
                    <a:pt x="102461" y="24047"/>
                  </a:cubicBezTo>
                  <a:cubicBezTo>
                    <a:pt x="102412" y="24211"/>
                    <a:pt x="102148" y="24514"/>
                    <a:pt x="102379" y="24641"/>
                  </a:cubicBezTo>
                  <a:cubicBezTo>
                    <a:pt x="102583" y="24752"/>
                    <a:pt x="102795" y="24592"/>
                    <a:pt x="102935" y="24451"/>
                  </a:cubicBezTo>
                  <a:cubicBezTo>
                    <a:pt x="103385" y="23997"/>
                    <a:pt x="103669" y="23382"/>
                    <a:pt x="103787" y="22757"/>
                  </a:cubicBezTo>
                  <a:cubicBezTo>
                    <a:pt x="103801" y="22669"/>
                    <a:pt x="103894" y="22615"/>
                    <a:pt x="103976" y="22612"/>
                  </a:cubicBezTo>
                  <a:cubicBezTo>
                    <a:pt x="104173" y="22601"/>
                    <a:pt x="104357" y="22524"/>
                    <a:pt x="104504" y="22398"/>
                  </a:cubicBezTo>
                  <a:cubicBezTo>
                    <a:pt x="104527" y="22379"/>
                    <a:pt x="104547" y="22361"/>
                    <a:pt x="104566" y="22340"/>
                  </a:cubicBezTo>
                  <a:cubicBezTo>
                    <a:pt x="104709" y="22197"/>
                    <a:pt x="104947" y="22344"/>
                    <a:pt x="104899" y="22534"/>
                  </a:cubicBezTo>
                  <a:cubicBezTo>
                    <a:pt x="104891" y="22563"/>
                    <a:pt x="104889" y="22589"/>
                    <a:pt x="104893" y="22617"/>
                  </a:cubicBezTo>
                  <a:cubicBezTo>
                    <a:pt x="104902" y="22699"/>
                    <a:pt x="104960" y="22768"/>
                    <a:pt x="105044" y="22801"/>
                  </a:cubicBezTo>
                  <a:cubicBezTo>
                    <a:pt x="105100" y="22822"/>
                    <a:pt x="105155" y="22840"/>
                    <a:pt x="105204" y="22868"/>
                  </a:cubicBezTo>
                  <a:lnTo>
                    <a:pt x="105204" y="23683"/>
                  </a:lnTo>
                  <a:lnTo>
                    <a:pt x="105193" y="23700"/>
                  </a:lnTo>
                  <a:cubicBezTo>
                    <a:pt x="105163" y="23744"/>
                    <a:pt x="105126" y="23796"/>
                    <a:pt x="105127" y="23852"/>
                  </a:cubicBezTo>
                  <a:cubicBezTo>
                    <a:pt x="105131" y="23906"/>
                    <a:pt x="105170" y="23960"/>
                    <a:pt x="105204" y="24005"/>
                  </a:cubicBezTo>
                  <a:lnTo>
                    <a:pt x="105204" y="60265"/>
                  </a:lnTo>
                  <a:lnTo>
                    <a:pt x="3460" y="60265"/>
                  </a:lnTo>
                  <a:close/>
                  <a:moveTo>
                    <a:pt x="102076" y="23772"/>
                  </a:moveTo>
                  <a:lnTo>
                    <a:pt x="102076" y="23772"/>
                  </a:lnTo>
                  <a:cubicBezTo>
                    <a:pt x="102072" y="23765"/>
                    <a:pt x="102066" y="23761"/>
                    <a:pt x="102061" y="23759"/>
                  </a:cubicBezTo>
                  <a:cubicBezTo>
                    <a:pt x="102064" y="23759"/>
                    <a:pt x="102070" y="23770"/>
                    <a:pt x="102076" y="23772"/>
                  </a:cubicBezTo>
                  <a:close/>
                  <a:moveTo>
                    <a:pt x="92323" y="11749"/>
                  </a:moveTo>
                  <a:lnTo>
                    <a:pt x="92323" y="11749"/>
                  </a:lnTo>
                  <a:cubicBezTo>
                    <a:pt x="92317" y="11754"/>
                    <a:pt x="92323" y="11762"/>
                    <a:pt x="92323" y="11749"/>
                  </a:cubicBezTo>
                  <a:close/>
                  <a:moveTo>
                    <a:pt x="89691" y="8708"/>
                  </a:moveTo>
                  <a:lnTo>
                    <a:pt x="89691" y="8708"/>
                  </a:lnTo>
                  <a:cubicBezTo>
                    <a:pt x="89684" y="8682"/>
                    <a:pt x="89660" y="8710"/>
                    <a:pt x="89691" y="8708"/>
                  </a:cubicBezTo>
                  <a:close/>
                  <a:moveTo>
                    <a:pt x="34189" y="25885"/>
                  </a:moveTo>
                  <a:cubicBezTo>
                    <a:pt x="34179" y="25872"/>
                    <a:pt x="34179" y="25877"/>
                    <a:pt x="34189" y="25885"/>
                  </a:cubicBezTo>
                  <a:close/>
                  <a:moveTo>
                    <a:pt x="3290" y="53147"/>
                  </a:moveTo>
                  <a:cubicBezTo>
                    <a:pt x="3316" y="53136"/>
                    <a:pt x="3298" y="53112"/>
                    <a:pt x="3290" y="53147"/>
                  </a:cubicBezTo>
                  <a:close/>
                  <a:moveTo>
                    <a:pt x="25092" y="31866"/>
                  </a:moveTo>
                  <a:cubicBezTo>
                    <a:pt x="25092" y="31870"/>
                    <a:pt x="25092" y="31873"/>
                    <a:pt x="25094" y="31868"/>
                  </a:cubicBezTo>
                  <a:cubicBezTo>
                    <a:pt x="25094" y="31868"/>
                    <a:pt x="25094" y="31866"/>
                    <a:pt x="25092" y="31866"/>
                  </a:cubicBezTo>
                  <a:close/>
                  <a:moveTo>
                    <a:pt x="33995" y="27655"/>
                  </a:moveTo>
                  <a:cubicBezTo>
                    <a:pt x="33949" y="27652"/>
                    <a:pt x="33980" y="27661"/>
                    <a:pt x="33995" y="27655"/>
                  </a:cubicBezTo>
                  <a:close/>
                  <a:moveTo>
                    <a:pt x="34533" y="25623"/>
                  </a:moveTo>
                  <a:cubicBezTo>
                    <a:pt x="34549" y="25641"/>
                    <a:pt x="34551" y="25626"/>
                    <a:pt x="34533" y="25623"/>
                  </a:cubicBezTo>
                  <a:close/>
                  <a:moveTo>
                    <a:pt x="48832" y="20177"/>
                  </a:moveTo>
                  <a:cubicBezTo>
                    <a:pt x="48881" y="20069"/>
                    <a:pt x="48814" y="19900"/>
                    <a:pt x="48777" y="19777"/>
                  </a:cubicBezTo>
                  <a:cubicBezTo>
                    <a:pt x="48752" y="19697"/>
                    <a:pt x="48732" y="19616"/>
                    <a:pt x="48721" y="19532"/>
                  </a:cubicBezTo>
                  <a:cubicBezTo>
                    <a:pt x="48654" y="19829"/>
                    <a:pt x="48591" y="20129"/>
                    <a:pt x="48531" y="20428"/>
                  </a:cubicBezTo>
                  <a:cubicBezTo>
                    <a:pt x="48557" y="20412"/>
                    <a:pt x="48581" y="20397"/>
                    <a:pt x="48609" y="20380"/>
                  </a:cubicBezTo>
                  <a:cubicBezTo>
                    <a:pt x="48698" y="20324"/>
                    <a:pt x="48791" y="20265"/>
                    <a:pt x="48832" y="20175"/>
                  </a:cubicBezTo>
                  <a:lnTo>
                    <a:pt x="48832" y="20175"/>
                  </a:lnTo>
                  <a:close/>
                  <a:moveTo>
                    <a:pt x="52137" y="18593"/>
                  </a:moveTo>
                  <a:cubicBezTo>
                    <a:pt x="52143" y="18593"/>
                    <a:pt x="52148" y="18582"/>
                    <a:pt x="52150" y="18582"/>
                  </a:cubicBezTo>
                  <a:cubicBezTo>
                    <a:pt x="52145" y="18583"/>
                    <a:pt x="52141" y="18587"/>
                    <a:pt x="52137" y="18593"/>
                  </a:cubicBezTo>
                  <a:close/>
                  <a:moveTo>
                    <a:pt x="61888" y="6571"/>
                  </a:moveTo>
                  <a:cubicBezTo>
                    <a:pt x="61888" y="6584"/>
                    <a:pt x="61895" y="6577"/>
                    <a:pt x="61888" y="6571"/>
                  </a:cubicBezTo>
                  <a:close/>
                  <a:moveTo>
                    <a:pt x="64519" y="3529"/>
                  </a:moveTo>
                  <a:cubicBezTo>
                    <a:pt x="64553" y="3532"/>
                    <a:pt x="64527" y="3504"/>
                    <a:pt x="64519" y="3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967;p40">
            <a:extLst>
              <a:ext uri="{FF2B5EF4-FFF2-40B4-BE49-F238E27FC236}">
                <a16:creationId xmlns:a16="http://schemas.microsoft.com/office/drawing/2014/main" id="{EC37F144-B52E-7322-F6E6-A91B899E20C3}"/>
              </a:ext>
            </a:extLst>
          </p:cNvPr>
          <p:cNvSpPr txBox="1"/>
          <p:nvPr/>
        </p:nvSpPr>
        <p:spPr>
          <a:xfrm>
            <a:off x="5235388" y="856384"/>
            <a:ext cx="2949387" cy="171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p</a:t>
            </a:r>
            <a:r>
              <a:rPr lang="es-GT" baseline="-25000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1</a:t>
            </a: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 = new Hoja(id, entrada-a);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p</a:t>
            </a:r>
            <a:r>
              <a:rPr lang="es-GT" baseline="-25000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2</a:t>
            </a: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 = new Hoja(</a:t>
            </a:r>
            <a:r>
              <a:rPr lang="es-GT" dirty="0" err="1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num</a:t>
            </a: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, 4);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p</a:t>
            </a:r>
            <a:r>
              <a:rPr lang="es-GT" baseline="-25000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3</a:t>
            </a: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 = new Nodo('−', p</a:t>
            </a:r>
            <a:r>
              <a:rPr lang="es-GT" baseline="-25000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1</a:t>
            </a: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, p</a:t>
            </a:r>
            <a:r>
              <a:rPr lang="es-GT" baseline="-25000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2</a:t>
            </a: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);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p</a:t>
            </a:r>
            <a:r>
              <a:rPr lang="es-GT" baseline="-25000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4</a:t>
            </a: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 = new Hoja(id, entrada-c);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p</a:t>
            </a:r>
            <a:r>
              <a:rPr lang="es-GT" baseline="-25000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5</a:t>
            </a: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 = new Nodo('+', p</a:t>
            </a:r>
            <a:r>
              <a:rPr lang="es-GT" baseline="-25000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3</a:t>
            </a: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, p</a:t>
            </a:r>
            <a:r>
              <a:rPr lang="es-GT" baseline="-25000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4</a:t>
            </a:r>
            <a:r>
              <a:rPr lang="es-GT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);</a:t>
            </a:r>
            <a:endParaRPr dirty="0">
              <a:solidFill>
                <a:schemeClr val="dk1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27B2ACF-A242-9A71-1724-00EF5CC71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85" y="856384"/>
            <a:ext cx="3905250" cy="31718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3"/>
          <p:cNvSpPr txBox="1">
            <a:spLocks noGrp="1"/>
          </p:cNvSpPr>
          <p:nvPr>
            <p:ph type="title"/>
          </p:nvPr>
        </p:nvSpPr>
        <p:spPr>
          <a:xfrm>
            <a:off x="4072475" y="539499"/>
            <a:ext cx="4366500" cy="20322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/>
              <a:t>Construcción de árboles de análisis sintáctico con atributos heredados</a:t>
            </a:r>
          </a:p>
        </p:txBody>
      </p:sp>
      <p:sp>
        <p:nvSpPr>
          <p:cNvPr id="1029" name="Google Shape;1029;p43"/>
          <p:cNvSpPr/>
          <p:nvPr/>
        </p:nvSpPr>
        <p:spPr>
          <a:xfrm>
            <a:off x="3085325" y="1986575"/>
            <a:ext cx="83150" cy="31675"/>
          </a:xfrm>
          <a:custGeom>
            <a:avLst/>
            <a:gdLst/>
            <a:ahLst/>
            <a:cxnLst/>
            <a:rect l="l" t="t" r="r" b="b"/>
            <a:pathLst>
              <a:path w="3326" h="1267" extrusionOk="0">
                <a:moveTo>
                  <a:pt x="0" y="0"/>
                </a:moveTo>
                <a:lnTo>
                  <a:pt x="3325" y="1267"/>
                </a:lnTo>
                <a:lnTo>
                  <a:pt x="3325" y="0"/>
                </a:lnTo>
                <a:close/>
              </a:path>
            </a:pathLst>
          </a:custGeom>
          <a:solidFill>
            <a:srgbClr val="1C0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43"/>
          <p:cNvSpPr/>
          <p:nvPr/>
        </p:nvSpPr>
        <p:spPr>
          <a:xfrm>
            <a:off x="3163850" y="1978575"/>
            <a:ext cx="9200" cy="225375"/>
          </a:xfrm>
          <a:custGeom>
            <a:avLst/>
            <a:gdLst/>
            <a:ahLst/>
            <a:cxnLst/>
            <a:rect l="l" t="t" r="r" b="b"/>
            <a:pathLst>
              <a:path w="368" h="9015" extrusionOk="0">
                <a:moveTo>
                  <a:pt x="1" y="0"/>
                </a:moveTo>
                <a:lnTo>
                  <a:pt x="1" y="9015"/>
                </a:lnTo>
                <a:lnTo>
                  <a:pt x="367" y="9015"/>
                </a:lnTo>
                <a:lnTo>
                  <a:pt x="367" y="0"/>
                </a:lnTo>
                <a:close/>
              </a:path>
            </a:pathLst>
          </a:custGeom>
          <a:solidFill>
            <a:srgbClr val="1C0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43"/>
          <p:cNvSpPr/>
          <p:nvPr/>
        </p:nvSpPr>
        <p:spPr>
          <a:xfrm>
            <a:off x="2628500" y="2070975"/>
            <a:ext cx="83150" cy="31700"/>
          </a:xfrm>
          <a:custGeom>
            <a:avLst/>
            <a:gdLst/>
            <a:ahLst/>
            <a:cxnLst/>
            <a:rect l="l" t="t" r="r" b="b"/>
            <a:pathLst>
              <a:path w="3326" h="1268" extrusionOk="0">
                <a:moveTo>
                  <a:pt x="1" y="1"/>
                </a:moveTo>
                <a:lnTo>
                  <a:pt x="3326" y="1267"/>
                </a:lnTo>
                <a:lnTo>
                  <a:pt x="3326" y="1"/>
                </a:lnTo>
                <a:close/>
              </a:path>
            </a:pathLst>
          </a:custGeom>
          <a:solidFill>
            <a:srgbClr val="1C0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43"/>
          <p:cNvSpPr/>
          <p:nvPr/>
        </p:nvSpPr>
        <p:spPr>
          <a:xfrm>
            <a:off x="2707050" y="2062950"/>
            <a:ext cx="9150" cy="225400"/>
          </a:xfrm>
          <a:custGeom>
            <a:avLst/>
            <a:gdLst/>
            <a:ahLst/>
            <a:cxnLst/>
            <a:rect l="l" t="t" r="r" b="b"/>
            <a:pathLst>
              <a:path w="366" h="9016" extrusionOk="0">
                <a:moveTo>
                  <a:pt x="0" y="0"/>
                </a:moveTo>
                <a:lnTo>
                  <a:pt x="0" y="9016"/>
                </a:lnTo>
                <a:lnTo>
                  <a:pt x="365" y="9016"/>
                </a:lnTo>
                <a:lnTo>
                  <a:pt x="365" y="0"/>
                </a:lnTo>
                <a:close/>
              </a:path>
            </a:pathLst>
          </a:custGeom>
          <a:solidFill>
            <a:srgbClr val="1C0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43"/>
          <p:cNvSpPr/>
          <p:nvPr/>
        </p:nvSpPr>
        <p:spPr>
          <a:xfrm>
            <a:off x="1862925" y="2079050"/>
            <a:ext cx="48050" cy="18300"/>
          </a:xfrm>
          <a:custGeom>
            <a:avLst/>
            <a:gdLst/>
            <a:ahLst/>
            <a:cxnLst/>
            <a:rect l="l" t="t" r="r" b="b"/>
            <a:pathLst>
              <a:path w="1922" h="732" extrusionOk="0">
                <a:moveTo>
                  <a:pt x="1" y="1"/>
                </a:moveTo>
                <a:lnTo>
                  <a:pt x="1921" y="732"/>
                </a:lnTo>
                <a:lnTo>
                  <a:pt x="1921" y="1"/>
                </a:lnTo>
                <a:close/>
              </a:path>
            </a:pathLst>
          </a:custGeom>
          <a:solidFill>
            <a:srgbClr val="1C0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43"/>
          <p:cNvSpPr/>
          <p:nvPr/>
        </p:nvSpPr>
        <p:spPr>
          <a:xfrm>
            <a:off x="1906375" y="2074425"/>
            <a:ext cx="9175" cy="130175"/>
          </a:xfrm>
          <a:custGeom>
            <a:avLst/>
            <a:gdLst/>
            <a:ahLst/>
            <a:cxnLst/>
            <a:rect l="l" t="t" r="r" b="b"/>
            <a:pathLst>
              <a:path w="367" h="5207" extrusionOk="0">
                <a:moveTo>
                  <a:pt x="0" y="1"/>
                </a:moveTo>
                <a:lnTo>
                  <a:pt x="0" y="5206"/>
                </a:lnTo>
                <a:lnTo>
                  <a:pt x="367" y="5206"/>
                </a:lnTo>
                <a:lnTo>
                  <a:pt x="367" y="1"/>
                </a:lnTo>
                <a:close/>
              </a:path>
            </a:pathLst>
          </a:custGeom>
          <a:solidFill>
            <a:srgbClr val="1C0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43"/>
          <p:cNvSpPr/>
          <p:nvPr/>
        </p:nvSpPr>
        <p:spPr>
          <a:xfrm>
            <a:off x="1011550" y="2167575"/>
            <a:ext cx="3060925" cy="2203200"/>
          </a:xfrm>
          <a:custGeom>
            <a:avLst/>
            <a:gdLst/>
            <a:ahLst/>
            <a:cxnLst/>
            <a:rect l="l" t="t" r="r" b="b"/>
            <a:pathLst>
              <a:path w="122437" h="88128" extrusionOk="0">
                <a:moveTo>
                  <a:pt x="91848" y="7799"/>
                </a:moveTo>
                <a:lnTo>
                  <a:pt x="91848" y="8746"/>
                </a:lnTo>
                <a:lnTo>
                  <a:pt x="91207" y="8746"/>
                </a:lnTo>
                <a:lnTo>
                  <a:pt x="91207" y="7799"/>
                </a:lnTo>
                <a:close/>
                <a:moveTo>
                  <a:pt x="92884" y="7799"/>
                </a:moveTo>
                <a:lnTo>
                  <a:pt x="92884" y="8746"/>
                </a:lnTo>
                <a:lnTo>
                  <a:pt x="92275" y="8746"/>
                </a:lnTo>
                <a:lnTo>
                  <a:pt x="92275" y="7799"/>
                </a:lnTo>
                <a:close/>
                <a:moveTo>
                  <a:pt x="91848" y="9080"/>
                </a:moveTo>
                <a:lnTo>
                  <a:pt x="91848" y="9996"/>
                </a:lnTo>
                <a:lnTo>
                  <a:pt x="91207" y="9996"/>
                </a:lnTo>
                <a:lnTo>
                  <a:pt x="91207" y="9080"/>
                </a:lnTo>
                <a:close/>
                <a:moveTo>
                  <a:pt x="92884" y="9080"/>
                </a:moveTo>
                <a:lnTo>
                  <a:pt x="92884" y="9996"/>
                </a:lnTo>
                <a:lnTo>
                  <a:pt x="92275" y="9996"/>
                </a:lnTo>
                <a:lnTo>
                  <a:pt x="92275" y="9080"/>
                </a:lnTo>
                <a:close/>
                <a:moveTo>
                  <a:pt x="28123" y="14175"/>
                </a:moveTo>
                <a:lnTo>
                  <a:pt x="28123" y="15091"/>
                </a:lnTo>
                <a:lnTo>
                  <a:pt x="27481" y="15091"/>
                </a:lnTo>
                <a:lnTo>
                  <a:pt x="27481" y="14175"/>
                </a:lnTo>
                <a:close/>
                <a:moveTo>
                  <a:pt x="30106" y="14175"/>
                </a:moveTo>
                <a:lnTo>
                  <a:pt x="30106" y="15091"/>
                </a:lnTo>
                <a:lnTo>
                  <a:pt x="29464" y="15091"/>
                </a:lnTo>
                <a:lnTo>
                  <a:pt x="29464" y="14175"/>
                </a:lnTo>
                <a:close/>
                <a:moveTo>
                  <a:pt x="32209" y="14175"/>
                </a:moveTo>
                <a:lnTo>
                  <a:pt x="32209" y="15091"/>
                </a:lnTo>
                <a:lnTo>
                  <a:pt x="31478" y="15091"/>
                </a:lnTo>
                <a:lnTo>
                  <a:pt x="31478" y="14175"/>
                </a:lnTo>
                <a:close/>
                <a:moveTo>
                  <a:pt x="34162" y="14175"/>
                </a:moveTo>
                <a:lnTo>
                  <a:pt x="34162" y="15091"/>
                </a:lnTo>
                <a:lnTo>
                  <a:pt x="33339" y="15091"/>
                </a:lnTo>
                <a:lnTo>
                  <a:pt x="33339" y="14175"/>
                </a:lnTo>
                <a:close/>
                <a:moveTo>
                  <a:pt x="36084" y="14175"/>
                </a:moveTo>
                <a:lnTo>
                  <a:pt x="36084" y="15091"/>
                </a:lnTo>
                <a:lnTo>
                  <a:pt x="35260" y="15091"/>
                </a:lnTo>
                <a:lnTo>
                  <a:pt x="35260" y="14175"/>
                </a:lnTo>
                <a:close/>
                <a:moveTo>
                  <a:pt x="37914" y="14175"/>
                </a:moveTo>
                <a:lnTo>
                  <a:pt x="38250" y="14236"/>
                </a:lnTo>
                <a:lnTo>
                  <a:pt x="38250" y="15091"/>
                </a:lnTo>
                <a:lnTo>
                  <a:pt x="37914" y="15091"/>
                </a:lnTo>
                <a:lnTo>
                  <a:pt x="37914" y="14175"/>
                </a:lnTo>
                <a:close/>
                <a:moveTo>
                  <a:pt x="38875" y="14374"/>
                </a:moveTo>
                <a:lnTo>
                  <a:pt x="39211" y="14435"/>
                </a:lnTo>
                <a:lnTo>
                  <a:pt x="39211" y="15288"/>
                </a:lnTo>
                <a:lnTo>
                  <a:pt x="38875" y="15288"/>
                </a:lnTo>
                <a:lnTo>
                  <a:pt x="38875" y="14374"/>
                </a:lnTo>
                <a:close/>
                <a:moveTo>
                  <a:pt x="39790" y="14480"/>
                </a:moveTo>
                <a:lnTo>
                  <a:pt x="40126" y="14541"/>
                </a:lnTo>
                <a:lnTo>
                  <a:pt x="40126" y="15396"/>
                </a:lnTo>
                <a:lnTo>
                  <a:pt x="39790" y="15396"/>
                </a:lnTo>
                <a:lnTo>
                  <a:pt x="39790" y="14480"/>
                </a:lnTo>
                <a:close/>
                <a:moveTo>
                  <a:pt x="40706" y="14633"/>
                </a:moveTo>
                <a:lnTo>
                  <a:pt x="41042" y="14694"/>
                </a:lnTo>
                <a:lnTo>
                  <a:pt x="41042" y="15547"/>
                </a:lnTo>
                <a:lnTo>
                  <a:pt x="40706" y="15547"/>
                </a:lnTo>
                <a:lnTo>
                  <a:pt x="40706" y="14633"/>
                </a:lnTo>
                <a:close/>
                <a:moveTo>
                  <a:pt x="91848" y="15518"/>
                </a:moveTo>
                <a:lnTo>
                  <a:pt x="91848" y="16463"/>
                </a:lnTo>
                <a:lnTo>
                  <a:pt x="91207" y="16463"/>
                </a:lnTo>
                <a:lnTo>
                  <a:pt x="91207" y="15518"/>
                </a:lnTo>
                <a:close/>
                <a:moveTo>
                  <a:pt x="92884" y="15518"/>
                </a:moveTo>
                <a:lnTo>
                  <a:pt x="92884" y="16463"/>
                </a:lnTo>
                <a:lnTo>
                  <a:pt x="92275" y="16463"/>
                </a:lnTo>
                <a:lnTo>
                  <a:pt x="92275" y="15518"/>
                </a:lnTo>
                <a:close/>
                <a:moveTo>
                  <a:pt x="71562" y="16371"/>
                </a:moveTo>
                <a:lnTo>
                  <a:pt x="71562" y="17165"/>
                </a:lnTo>
                <a:lnTo>
                  <a:pt x="71195" y="17165"/>
                </a:lnTo>
                <a:lnTo>
                  <a:pt x="71195" y="16371"/>
                </a:lnTo>
                <a:close/>
                <a:moveTo>
                  <a:pt x="72356" y="16371"/>
                </a:moveTo>
                <a:lnTo>
                  <a:pt x="72356" y="17165"/>
                </a:lnTo>
                <a:lnTo>
                  <a:pt x="71928" y="17165"/>
                </a:lnTo>
                <a:lnTo>
                  <a:pt x="71928" y="16371"/>
                </a:lnTo>
                <a:close/>
                <a:moveTo>
                  <a:pt x="91848" y="16799"/>
                </a:moveTo>
                <a:lnTo>
                  <a:pt x="91848" y="18629"/>
                </a:lnTo>
                <a:lnTo>
                  <a:pt x="91207" y="18629"/>
                </a:lnTo>
                <a:lnTo>
                  <a:pt x="91207" y="16799"/>
                </a:lnTo>
                <a:close/>
                <a:moveTo>
                  <a:pt x="92884" y="16799"/>
                </a:moveTo>
                <a:lnTo>
                  <a:pt x="92884" y="18629"/>
                </a:lnTo>
                <a:lnTo>
                  <a:pt x="92275" y="18629"/>
                </a:lnTo>
                <a:lnTo>
                  <a:pt x="92275" y="16799"/>
                </a:lnTo>
                <a:close/>
                <a:moveTo>
                  <a:pt x="71562" y="17530"/>
                </a:moveTo>
                <a:lnTo>
                  <a:pt x="71562" y="18690"/>
                </a:lnTo>
                <a:lnTo>
                  <a:pt x="71195" y="18690"/>
                </a:lnTo>
                <a:lnTo>
                  <a:pt x="71195" y="17530"/>
                </a:lnTo>
                <a:close/>
                <a:moveTo>
                  <a:pt x="72356" y="17530"/>
                </a:moveTo>
                <a:lnTo>
                  <a:pt x="72356" y="18690"/>
                </a:lnTo>
                <a:lnTo>
                  <a:pt x="71928" y="18690"/>
                </a:lnTo>
                <a:lnTo>
                  <a:pt x="71928" y="17530"/>
                </a:lnTo>
                <a:close/>
                <a:moveTo>
                  <a:pt x="71562" y="27171"/>
                </a:moveTo>
                <a:lnTo>
                  <a:pt x="71562" y="27963"/>
                </a:lnTo>
                <a:lnTo>
                  <a:pt x="71195" y="27963"/>
                </a:lnTo>
                <a:lnTo>
                  <a:pt x="71195" y="27171"/>
                </a:lnTo>
                <a:close/>
                <a:moveTo>
                  <a:pt x="72356" y="27171"/>
                </a:moveTo>
                <a:lnTo>
                  <a:pt x="72356" y="27963"/>
                </a:lnTo>
                <a:lnTo>
                  <a:pt x="71928" y="27963"/>
                </a:lnTo>
                <a:lnTo>
                  <a:pt x="71928" y="27171"/>
                </a:lnTo>
                <a:close/>
                <a:moveTo>
                  <a:pt x="71562" y="28330"/>
                </a:moveTo>
                <a:lnTo>
                  <a:pt x="71562" y="29488"/>
                </a:lnTo>
                <a:lnTo>
                  <a:pt x="71195" y="29488"/>
                </a:lnTo>
                <a:lnTo>
                  <a:pt x="71195" y="28330"/>
                </a:lnTo>
                <a:close/>
                <a:moveTo>
                  <a:pt x="72356" y="28330"/>
                </a:moveTo>
                <a:lnTo>
                  <a:pt x="72356" y="29488"/>
                </a:lnTo>
                <a:lnTo>
                  <a:pt x="71928" y="29488"/>
                </a:lnTo>
                <a:lnTo>
                  <a:pt x="71928" y="28330"/>
                </a:lnTo>
                <a:close/>
                <a:moveTo>
                  <a:pt x="91848" y="31868"/>
                </a:moveTo>
                <a:lnTo>
                  <a:pt x="91848" y="32813"/>
                </a:lnTo>
                <a:lnTo>
                  <a:pt x="91207" y="32813"/>
                </a:lnTo>
                <a:lnTo>
                  <a:pt x="91207" y="31868"/>
                </a:lnTo>
                <a:close/>
                <a:moveTo>
                  <a:pt x="92884" y="31868"/>
                </a:moveTo>
                <a:lnTo>
                  <a:pt x="92884" y="32813"/>
                </a:lnTo>
                <a:lnTo>
                  <a:pt x="92275" y="32813"/>
                </a:lnTo>
                <a:lnTo>
                  <a:pt x="92275" y="31868"/>
                </a:lnTo>
                <a:close/>
                <a:moveTo>
                  <a:pt x="91848" y="33149"/>
                </a:moveTo>
                <a:lnTo>
                  <a:pt x="91848" y="34980"/>
                </a:lnTo>
                <a:lnTo>
                  <a:pt x="91207" y="34980"/>
                </a:lnTo>
                <a:lnTo>
                  <a:pt x="91207" y="33149"/>
                </a:lnTo>
                <a:close/>
                <a:moveTo>
                  <a:pt x="92884" y="33149"/>
                </a:moveTo>
                <a:lnTo>
                  <a:pt x="92884" y="34980"/>
                </a:lnTo>
                <a:lnTo>
                  <a:pt x="92275" y="34980"/>
                </a:lnTo>
                <a:lnTo>
                  <a:pt x="92275" y="33149"/>
                </a:lnTo>
                <a:close/>
                <a:moveTo>
                  <a:pt x="35933" y="0"/>
                </a:moveTo>
                <a:lnTo>
                  <a:pt x="34610" y="3600"/>
                </a:lnTo>
                <a:lnTo>
                  <a:pt x="34945" y="3600"/>
                </a:lnTo>
                <a:lnTo>
                  <a:pt x="34956" y="6894"/>
                </a:lnTo>
                <a:lnTo>
                  <a:pt x="32312" y="6894"/>
                </a:lnTo>
                <a:lnTo>
                  <a:pt x="28082" y="13077"/>
                </a:lnTo>
                <a:lnTo>
                  <a:pt x="25805" y="14459"/>
                </a:lnTo>
                <a:lnTo>
                  <a:pt x="26456" y="14459"/>
                </a:lnTo>
                <a:lnTo>
                  <a:pt x="26456" y="17143"/>
                </a:lnTo>
                <a:lnTo>
                  <a:pt x="27351" y="18851"/>
                </a:lnTo>
                <a:lnTo>
                  <a:pt x="27351" y="32355"/>
                </a:lnTo>
                <a:lnTo>
                  <a:pt x="20436" y="32355"/>
                </a:lnTo>
                <a:lnTo>
                  <a:pt x="20436" y="35610"/>
                </a:lnTo>
                <a:lnTo>
                  <a:pt x="16613" y="39351"/>
                </a:lnTo>
                <a:lnTo>
                  <a:pt x="16613" y="42281"/>
                </a:lnTo>
                <a:lnTo>
                  <a:pt x="14904" y="42281"/>
                </a:lnTo>
                <a:lnTo>
                  <a:pt x="9291" y="46429"/>
                </a:lnTo>
                <a:lnTo>
                  <a:pt x="5386" y="47893"/>
                </a:lnTo>
                <a:lnTo>
                  <a:pt x="5143" y="49521"/>
                </a:lnTo>
                <a:cubicBezTo>
                  <a:pt x="5461" y="50607"/>
                  <a:pt x="4172" y="51962"/>
                  <a:pt x="3777" y="53035"/>
                </a:cubicBezTo>
                <a:cubicBezTo>
                  <a:pt x="3396" y="54075"/>
                  <a:pt x="3811" y="56441"/>
                  <a:pt x="2308" y="56609"/>
                </a:cubicBezTo>
                <a:cubicBezTo>
                  <a:pt x="1797" y="58001"/>
                  <a:pt x="2636" y="58914"/>
                  <a:pt x="2702" y="60180"/>
                </a:cubicBezTo>
                <a:cubicBezTo>
                  <a:pt x="2726" y="60662"/>
                  <a:pt x="2678" y="61337"/>
                  <a:pt x="2519" y="61865"/>
                </a:cubicBezTo>
                <a:cubicBezTo>
                  <a:pt x="2334" y="62475"/>
                  <a:pt x="1823" y="62838"/>
                  <a:pt x="1807" y="63512"/>
                </a:cubicBezTo>
                <a:cubicBezTo>
                  <a:pt x="1795" y="64028"/>
                  <a:pt x="2049" y="64809"/>
                  <a:pt x="2130" y="65382"/>
                </a:cubicBezTo>
                <a:cubicBezTo>
                  <a:pt x="2249" y="66228"/>
                  <a:pt x="2572" y="66393"/>
                  <a:pt x="2311" y="67211"/>
                </a:cubicBezTo>
                <a:cubicBezTo>
                  <a:pt x="2024" y="68106"/>
                  <a:pt x="2363" y="68687"/>
                  <a:pt x="2295" y="69611"/>
                </a:cubicBezTo>
                <a:cubicBezTo>
                  <a:pt x="2252" y="70188"/>
                  <a:pt x="1759" y="70546"/>
                  <a:pt x="1643" y="70991"/>
                </a:cubicBezTo>
                <a:cubicBezTo>
                  <a:pt x="1476" y="71634"/>
                  <a:pt x="1704" y="71861"/>
                  <a:pt x="1299" y="72378"/>
                </a:cubicBezTo>
                <a:cubicBezTo>
                  <a:pt x="1013" y="72744"/>
                  <a:pt x="531" y="73064"/>
                  <a:pt x="114" y="73227"/>
                </a:cubicBezTo>
                <a:cubicBezTo>
                  <a:pt x="0" y="74371"/>
                  <a:pt x="879" y="74893"/>
                  <a:pt x="1260" y="75854"/>
                </a:cubicBezTo>
                <a:cubicBezTo>
                  <a:pt x="1537" y="76553"/>
                  <a:pt x="986" y="76682"/>
                  <a:pt x="1008" y="77177"/>
                </a:cubicBezTo>
                <a:cubicBezTo>
                  <a:pt x="1048" y="78035"/>
                  <a:pt x="1857" y="78299"/>
                  <a:pt x="1066" y="79215"/>
                </a:cubicBezTo>
                <a:cubicBezTo>
                  <a:pt x="1405" y="79575"/>
                  <a:pt x="1982" y="79610"/>
                  <a:pt x="2215" y="80023"/>
                </a:cubicBezTo>
                <a:cubicBezTo>
                  <a:pt x="2297" y="80168"/>
                  <a:pt x="2144" y="80444"/>
                  <a:pt x="2213" y="80595"/>
                </a:cubicBezTo>
                <a:cubicBezTo>
                  <a:pt x="2397" y="80995"/>
                  <a:pt x="2665" y="81148"/>
                  <a:pt x="3030" y="81428"/>
                </a:cubicBezTo>
                <a:cubicBezTo>
                  <a:pt x="3799" y="82022"/>
                  <a:pt x="4497" y="83133"/>
                  <a:pt x="5379" y="83457"/>
                </a:cubicBezTo>
                <a:cubicBezTo>
                  <a:pt x="5114" y="83681"/>
                  <a:pt x="4555" y="83629"/>
                  <a:pt x="4179" y="83862"/>
                </a:cubicBezTo>
                <a:cubicBezTo>
                  <a:pt x="4147" y="83938"/>
                  <a:pt x="4078" y="84230"/>
                  <a:pt x="4076" y="84246"/>
                </a:cubicBezTo>
                <a:cubicBezTo>
                  <a:pt x="4566" y="85055"/>
                  <a:pt x="5026" y="85109"/>
                  <a:pt x="5934" y="85149"/>
                </a:cubicBezTo>
                <a:cubicBezTo>
                  <a:pt x="5970" y="85151"/>
                  <a:pt x="6005" y="85152"/>
                  <a:pt x="6040" y="85152"/>
                </a:cubicBezTo>
                <a:cubicBezTo>
                  <a:pt x="6929" y="85152"/>
                  <a:pt x="7397" y="84637"/>
                  <a:pt x="8166" y="84637"/>
                </a:cubicBezTo>
                <a:cubicBezTo>
                  <a:pt x="8192" y="84637"/>
                  <a:pt x="8218" y="84637"/>
                  <a:pt x="8245" y="84638"/>
                </a:cubicBezTo>
                <a:cubicBezTo>
                  <a:pt x="9151" y="84679"/>
                  <a:pt x="10117" y="85125"/>
                  <a:pt x="11023" y="85254"/>
                </a:cubicBezTo>
                <a:cubicBezTo>
                  <a:pt x="11378" y="85304"/>
                  <a:pt x="11738" y="85317"/>
                  <a:pt x="12101" y="85317"/>
                </a:cubicBezTo>
                <a:cubicBezTo>
                  <a:pt x="12475" y="85317"/>
                  <a:pt x="12851" y="85303"/>
                  <a:pt x="13225" y="85303"/>
                </a:cubicBezTo>
                <a:cubicBezTo>
                  <a:pt x="13349" y="85303"/>
                  <a:pt x="13472" y="85305"/>
                  <a:pt x="13595" y="85309"/>
                </a:cubicBezTo>
                <a:cubicBezTo>
                  <a:pt x="16444" y="85399"/>
                  <a:pt x="19388" y="85426"/>
                  <a:pt x="22226" y="85656"/>
                </a:cubicBezTo>
                <a:cubicBezTo>
                  <a:pt x="23123" y="85730"/>
                  <a:pt x="24008" y="85988"/>
                  <a:pt x="24905" y="86106"/>
                </a:cubicBezTo>
                <a:cubicBezTo>
                  <a:pt x="26385" y="86299"/>
                  <a:pt x="27870" y="86220"/>
                  <a:pt x="29307" y="86673"/>
                </a:cubicBezTo>
                <a:cubicBezTo>
                  <a:pt x="31325" y="87311"/>
                  <a:pt x="32960" y="87679"/>
                  <a:pt x="35075" y="87771"/>
                </a:cubicBezTo>
                <a:cubicBezTo>
                  <a:pt x="37363" y="87872"/>
                  <a:pt x="39661" y="88052"/>
                  <a:pt x="41953" y="88082"/>
                </a:cubicBezTo>
                <a:cubicBezTo>
                  <a:pt x="42576" y="88091"/>
                  <a:pt x="43216" y="88127"/>
                  <a:pt x="43853" y="88127"/>
                </a:cubicBezTo>
                <a:cubicBezTo>
                  <a:pt x="44799" y="88127"/>
                  <a:pt x="45738" y="88047"/>
                  <a:pt x="46602" y="87677"/>
                </a:cubicBezTo>
                <a:cubicBezTo>
                  <a:pt x="47602" y="87250"/>
                  <a:pt x="48216" y="86845"/>
                  <a:pt x="49310" y="86760"/>
                </a:cubicBezTo>
                <a:cubicBezTo>
                  <a:pt x="50427" y="86671"/>
                  <a:pt x="51541" y="86559"/>
                  <a:pt x="52655" y="86453"/>
                </a:cubicBezTo>
                <a:cubicBezTo>
                  <a:pt x="53330" y="86388"/>
                  <a:pt x="54016" y="86371"/>
                  <a:pt x="54707" y="86371"/>
                </a:cubicBezTo>
                <a:cubicBezTo>
                  <a:pt x="55438" y="86371"/>
                  <a:pt x="56174" y="86390"/>
                  <a:pt x="56906" y="86390"/>
                </a:cubicBezTo>
                <a:cubicBezTo>
                  <a:pt x="57273" y="86390"/>
                  <a:pt x="57639" y="86385"/>
                  <a:pt x="58003" y="86371"/>
                </a:cubicBezTo>
                <a:cubicBezTo>
                  <a:pt x="58704" y="86344"/>
                  <a:pt x="58747" y="86218"/>
                  <a:pt x="59332" y="85900"/>
                </a:cubicBezTo>
                <a:cubicBezTo>
                  <a:pt x="60295" y="85377"/>
                  <a:pt x="61454" y="85295"/>
                  <a:pt x="62585" y="85295"/>
                </a:cubicBezTo>
                <a:cubicBezTo>
                  <a:pt x="63100" y="85295"/>
                  <a:pt x="63609" y="85312"/>
                  <a:pt x="64092" y="85312"/>
                </a:cubicBezTo>
                <a:cubicBezTo>
                  <a:pt x="64099" y="85312"/>
                  <a:pt x="64106" y="85312"/>
                  <a:pt x="64113" y="85312"/>
                </a:cubicBezTo>
                <a:cubicBezTo>
                  <a:pt x="64966" y="85312"/>
                  <a:pt x="66033" y="85423"/>
                  <a:pt x="67075" y="85423"/>
                </a:cubicBezTo>
                <a:cubicBezTo>
                  <a:pt x="68016" y="85423"/>
                  <a:pt x="68936" y="85333"/>
                  <a:pt x="69662" y="84987"/>
                </a:cubicBezTo>
                <a:cubicBezTo>
                  <a:pt x="70249" y="84709"/>
                  <a:pt x="70599" y="84497"/>
                  <a:pt x="71261" y="84317"/>
                </a:cubicBezTo>
                <a:cubicBezTo>
                  <a:pt x="71853" y="84156"/>
                  <a:pt x="71910" y="84057"/>
                  <a:pt x="72343" y="83668"/>
                </a:cubicBezTo>
                <a:cubicBezTo>
                  <a:pt x="72425" y="83592"/>
                  <a:pt x="72518" y="83387"/>
                  <a:pt x="72643" y="83277"/>
                </a:cubicBezTo>
                <a:cubicBezTo>
                  <a:pt x="72708" y="83226"/>
                  <a:pt x="73273" y="83096"/>
                  <a:pt x="73383" y="83055"/>
                </a:cubicBezTo>
                <a:cubicBezTo>
                  <a:pt x="73770" y="82911"/>
                  <a:pt x="73959" y="82739"/>
                  <a:pt x="74360" y="82739"/>
                </a:cubicBezTo>
                <a:cubicBezTo>
                  <a:pt x="74404" y="82739"/>
                  <a:pt x="74451" y="82741"/>
                  <a:pt x="74501" y="82745"/>
                </a:cubicBezTo>
                <a:cubicBezTo>
                  <a:pt x="75330" y="82821"/>
                  <a:pt x="76026" y="83470"/>
                  <a:pt x="76825" y="83669"/>
                </a:cubicBezTo>
                <a:cubicBezTo>
                  <a:pt x="76956" y="83702"/>
                  <a:pt x="77094" y="83713"/>
                  <a:pt x="77235" y="83713"/>
                </a:cubicBezTo>
                <a:cubicBezTo>
                  <a:pt x="77456" y="83713"/>
                  <a:pt x="77684" y="83688"/>
                  <a:pt x="77905" y="83688"/>
                </a:cubicBezTo>
                <a:cubicBezTo>
                  <a:pt x="77994" y="83688"/>
                  <a:pt x="78082" y="83692"/>
                  <a:pt x="78168" y="83703"/>
                </a:cubicBezTo>
                <a:cubicBezTo>
                  <a:pt x="78869" y="83794"/>
                  <a:pt x="79438" y="84095"/>
                  <a:pt x="80132" y="84095"/>
                </a:cubicBezTo>
                <a:cubicBezTo>
                  <a:pt x="80225" y="84095"/>
                  <a:pt x="80321" y="84090"/>
                  <a:pt x="80420" y="84078"/>
                </a:cubicBezTo>
                <a:cubicBezTo>
                  <a:pt x="81236" y="83977"/>
                  <a:pt x="82012" y="83847"/>
                  <a:pt x="82771" y="83847"/>
                </a:cubicBezTo>
                <a:cubicBezTo>
                  <a:pt x="83398" y="83847"/>
                  <a:pt x="84014" y="83936"/>
                  <a:pt x="84630" y="84205"/>
                </a:cubicBezTo>
                <a:cubicBezTo>
                  <a:pt x="85417" y="84546"/>
                  <a:pt x="86227" y="84683"/>
                  <a:pt x="87056" y="84683"/>
                </a:cubicBezTo>
                <a:cubicBezTo>
                  <a:pt x="87486" y="84683"/>
                  <a:pt x="87922" y="84646"/>
                  <a:pt x="88362" y="84582"/>
                </a:cubicBezTo>
                <a:cubicBezTo>
                  <a:pt x="89227" y="84457"/>
                  <a:pt x="89926" y="83890"/>
                  <a:pt x="90800" y="83742"/>
                </a:cubicBezTo>
                <a:cubicBezTo>
                  <a:pt x="91191" y="83675"/>
                  <a:pt x="91585" y="83648"/>
                  <a:pt x="91981" y="83648"/>
                </a:cubicBezTo>
                <a:cubicBezTo>
                  <a:pt x="93305" y="83648"/>
                  <a:pt x="94648" y="83951"/>
                  <a:pt x="95944" y="84092"/>
                </a:cubicBezTo>
                <a:cubicBezTo>
                  <a:pt x="98652" y="84388"/>
                  <a:pt x="101376" y="84854"/>
                  <a:pt x="104084" y="84992"/>
                </a:cubicBezTo>
                <a:cubicBezTo>
                  <a:pt x="105373" y="85058"/>
                  <a:pt x="106570" y="84963"/>
                  <a:pt x="107829" y="85233"/>
                </a:cubicBezTo>
                <a:cubicBezTo>
                  <a:pt x="108195" y="85312"/>
                  <a:pt x="108489" y="85350"/>
                  <a:pt x="108795" y="85350"/>
                </a:cubicBezTo>
                <a:cubicBezTo>
                  <a:pt x="109019" y="85350"/>
                  <a:pt x="109248" y="85330"/>
                  <a:pt x="109516" y="85291"/>
                </a:cubicBezTo>
                <a:cubicBezTo>
                  <a:pt x="110260" y="85183"/>
                  <a:pt x="111171" y="85072"/>
                  <a:pt x="111875" y="84764"/>
                </a:cubicBezTo>
                <a:cubicBezTo>
                  <a:pt x="112968" y="84282"/>
                  <a:pt x="112287" y="83997"/>
                  <a:pt x="112192" y="83096"/>
                </a:cubicBezTo>
                <a:cubicBezTo>
                  <a:pt x="112044" y="81693"/>
                  <a:pt x="112968" y="82001"/>
                  <a:pt x="113807" y="81473"/>
                </a:cubicBezTo>
                <a:cubicBezTo>
                  <a:pt x="114477" y="81051"/>
                  <a:pt x="114697" y="80082"/>
                  <a:pt x="114961" y="79456"/>
                </a:cubicBezTo>
                <a:cubicBezTo>
                  <a:pt x="115729" y="77625"/>
                  <a:pt x="118790" y="77842"/>
                  <a:pt x="119011" y="75793"/>
                </a:cubicBezTo>
                <a:cubicBezTo>
                  <a:pt x="119144" y="74540"/>
                  <a:pt x="118475" y="74434"/>
                  <a:pt x="117580" y="73702"/>
                </a:cubicBezTo>
                <a:cubicBezTo>
                  <a:pt x="117074" y="73289"/>
                  <a:pt x="116428" y="72568"/>
                  <a:pt x="116997" y="71893"/>
                </a:cubicBezTo>
                <a:cubicBezTo>
                  <a:pt x="117148" y="71713"/>
                  <a:pt x="117285" y="71672"/>
                  <a:pt x="117428" y="71672"/>
                </a:cubicBezTo>
                <a:cubicBezTo>
                  <a:pt x="117544" y="71672"/>
                  <a:pt x="117665" y="71699"/>
                  <a:pt x="117801" y="71699"/>
                </a:cubicBezTo>
                <a:cubicBezTo>
                  <a:pt x="117891" y="71699"/>
                  <a:pt x="117987" y="71687"/>
                  <a:pt x="118093" y="71648"/>
                </a:cubicBezTo>
                <a:cubicBezTo>
                  <a:pt x="118488" y="71502"/>
                  <a:pt x="118580" y="71293"/>
                  <a:pt x="118871" y="70914"/>
                </a:cubicBezTo>
                <a:cubicBezTo>
                  <a:pt x="119136" y="70568"/>
                  <a:pt x="119467" y="70371"/>
                  <a:pt x="119745" y="70078"/>
                </a:cubicBezTo>
                <a:cubicBezTo>
                  <a:pt x="120132" y="69669"/>
                  <a:pt x="120095" y="69497"/>
                  <a:pt x="120325" y="68961"/>
                </a:cubicBezTo>
                <a:cubicBezTo>
                  <a:pt x="120719" y="68047"/>
                  <a:pt x="121685" y="67578"/>
                  <a:pt x="122104" y="66765"/>
                </a:cubicBezTo>
                <a:cubicBezTo>
                  <a:pt x="122437" y="66125"/>
                  <a:pt x="122302" y="64990"/>
                  <a:pt x="122197" y="64304"/>
                </a:cubicBezTo>
                <a:lnTo>
                  <a:pt x="122197" y="64304"/>
                </a:lnTo>
                <a:lnTo>
                  <a:pt x="122196" y="64306"/>
                </a:lnTo>
                <a:cubicBezTo>
                  <a:pt x="122074" y="63488"/>
                  <a:pt x="121784" y="63261"/>
                  <a:pt x="121304" y="62638"/>
                </a:cubicBezTo>
                <a:cubicBezTo>
                  <a:pt x="120867" y="62072"/>
                  <a:pt x="120611" y="61432"/>
                  <a:pt x="120428" y="60683"/>
                </a:cubicBezTo>
                <a:cubicBezTo>
                  <a:pt x="120185" y="59692"/>
                  <a:pt x="120491" y="59449"/>
                  <a:pt x="119833" y="58710"/>
                </a:cubicBezTo>
                <a:cubicBezTo>
                  <a:pt x="119183" y="57977"/>
                  <a:pt x="118794" y="57280"/>
                  <a:pt x="118278" y="56436"/>
                </a:cubicBezTo>
                <a:cubicBezTo>
                  <a:pt x="117269" y="54784"/>
                  <a:pt x="115776" y="53789"/>
                  <a:pt x="114636" y="52349"/>
                </a:cubicBezTo>
                <a:cubicBezTo>
                  <a:pt x="113943" y="51476"/>
                  <a:pt x="112423" y="49868"/>
                  <a:pt x="112614" y="48638"/>
                </a:cubicBezTo>
                <a:cubicBezTo>
                  <a:pt x="112692" y="48622"/>
                  <a:pt x="112756" y="48630"/>
                  <a:pt x="112831" y="48613"/>
                </a:cubicBezTo>
                <a:cubicBezTo>
                  <a:pt x="113156" y="47844"/>
                  <a:pt x="112698" y="47554"/>
                  <a:pt x="112195" y="47366"/>
                </a:cubicBezTo>
                <a:cubicBezTo>
                  <a:pt x="112170" y="47356"/>
                  <a:pt x="112148" y="47353"/>
                  <a:pt x="112127" y="47353"/>
                </a:cubicBezTo>
                <a:cubicBezTo>
                  <a:pt x="112032" y="47353"/>
                  <a:pt x="111966" y="47427"/>
                  <a:pt x="111850" y="47427"/>
                </a:cubicBezTo>
                <a:cubicBezTo>
                  <a:pt x="111792" y="47427"/>
                  <a:pt x="111721" y="47408"/>
                  <a:pt x="111628" y="47351"/>
                </a:cubicBezTo>
                <a:cubicBezTo>
                  <a:pt x="111340" y="47174"/>
                  <a:pt x="111240" y="46777"/>
                  <a:pt x="111221" y="46462"/>
                </a:cubicBezTo>
                <a:cubicBezTo>
                  <a:pt x="110959" y="46538"/>
                  <a:pt x="110972" y="46422"/>
                  <a:pt x="110794" y="46647"/>
                </a:cubicBezTo>
                <a:cubicBezTo>
                  <a:pt x="110782" y="46631"/>
                  <a:pt x="110686" y="46462"/>
                  <a:pt x="110734" y="46461"/>
                </a:cubicBezTo>
                <a:cubicBezTo>
                  <a:pt x="110549" y="46236"/>
                  <a:pt x="110183" y="45999"/>
                  <a:pt x="109837" y="45942"/>
                </a:cubicBezTo>
                <a:lnTo>
                  <a:pt x="109837" y="44132"/>
                </a:lnTo>
                <a:lnTo>
                  <a:pt x="108962" y="44132"/>
                </a:lnTo>
                <a:lnTo>
                  <a:pt x="108962" y="43033"/>
                </a:lnTo>
                <a:lnTo>
                  <a:pt x="108047" y="43033"/>
                </a:lnTo>
                <a:lnTo>
                  <a:pt x="108047" y="43888"/>
                </a:lnTo>
                <a:lnTo>
                  <a:pt x="107192" y="43888"/>
                </a:lnTo>
                <a:lnTo>
                  <a:pt x="107192" y="43033"/>
                </a:lnTo>
                <a:lnTo>
                  <a:pt x="106400" y="43033"/>
                </a:lnTo>
                <a:lnTo>
                  <a:pt x="106400" y="43827"/>
                </a:lnTo>
                <a:lnTo>
                  <a:pt x="105850" y="43827"/>
                </a:lnTo>
                <a:lnTo>
                  <a:pt x="105850" y="43033"/>
                </a:lnTo>
                <a:lnTo>
                  <a:pt x="105056" y="43033"/>
                </a:lnTo>
                <a:lnTo>
                  <a:pt x="105056" y="43827"/>
                </a:lnTo>
                <a:lnTo>
                  <a:pt x="104264" y="43827"/>
                </a:lnTo>
                <a:lnTo>
                  <a:pt x="104264" y="43033"/>
                </a:lnTo>
                <a:lnTo>
                  <a:pt x="103714" y="43033"/>
                </a:lnTo>
                <a:lnTo>
                  <a:pt x="103714" y="43888"/>
                </a:lnTo>
                <a:lnTo>
                  <a:pt x="102983" y="43888"/>
                </a:lnTo>
                <a:lnTo>
                  <a:pt x="102983" y="43033"/>
                </a:lnTo>
                <a:lnTo>
                  <a:pt x="102311" y="43033"/>
                </a:lnTo>
                <a:lnTo>
                  <a:pt x="102311" y="43888"/>
                </a:lnTo>
                <a:lnTo>
                  <a:pt x="101458" y="43888"/>
                </a:lnTo>
                <a:lnTo>
                  <a:pt x="101458" y="43033"/>
                </a:lnTo>
                <a:lnTo>
                  <a:pt x="100786" y="43033"/>
                </a:lnTo>
                <a:lnTo>
                  <a:pt x="100786" y="43888"/>
                </a:lnTo>
                <a:lnTo>
                  <a:pt x="100177" y="43888"/>
                </a:lnTo>
                <a:lnTo>
                  <a:pt x="100177" y="42729"/>
                </a:lnTo>
                <a:lnTo>
                  <a:pt x="99383" y="42729"/>
                </a:lnTo>
                <a:lnTo>
                  <a:pt x="97125" y="40593"/>
                </a:lnTo>
                <a:lnTo>
                  <a:pt x="94686" y="40593"/>
                </a:lnTo>
                <a:lnTo>
                  <a:pt x="94686" y="42605"/>
                </a:lnTo>
                <a:lnTo>
                  <a:pt x="94320" y="42605"/>
                </a:lnTo>
                <a:lnTo>
                  <a:pt x="94320" y="5938"/>
                </a:lnTo>
                <a:lnTo>
                  <a:pt x="95295" y="4535"/>
                </a:lnTo>
                <a:lnTo>
                  <a:pt x="95295" y="1058"/>
                </a:lnTo>
                <a:cubicBezTo>
                  <a:pt x="95295" y="1058"/>
                  <a:pt x="95147" y="1019"/>
                  <a:pt x="94869" y="958"/>
                </a:cubicBezTo>
                <a:lnTo>
                  <a:pt x="94869" y="2064"/>
                </a:lnTo>
                <a:lnTo>
                  <a:pt x="94472" y="2064"/>
                </a:lnTo>
                <a:lnTo>
                  <a:pt x="94472" y="874"/>
                </a:lnTo>
                <a:cubicBezTo>
                  <a:pt x="94059" y="789"/>
                  <a:pt x="93505" y="685"/>
                  <a:pt x="92825" y="575"/>
                </a:cubicBezTo>
                <a:lnTo>
                  <a:pt x="92825" y="1790"/>
                </a:lnTo>
                <a:lnTo>
                  <a:pt x="92184" y="1790"/>
                </a:lnTo>
                <a:lnTo>
                  <a:pt x="92184" y="479"/>
                </a:lnTo>
                <a:cubicBezTo>
                  <a:pt x="91428" y="370"/>
                  <a:pt x="90556" y="264"/>
                  <a:pt x="89592" y="179"/>
                </a:cubicBezTo>
                <a:lnTo>
                  <a:pt x="89592" y="1485"/>
                </a:lnTo>
                <a:lnTo>
                  <a:pt x="88614" y="1485"/>
                </a:lnTo>
                <a:lnTo>
                  <a:pt x="88614" y="103"/>
                </a:lnTo>
                <a:cubicBezTo>
                  <a:pt x="87700" y="42"/>
                  <a:pt x="86718" y="3"/>
                  <a:pt x="85686" y="2"/>
                </a:cubicBezTo>
                <a:lnTo>
                  <a:pt x="85686" y="1485"/>
                </a:lnTo>
                <a:lnTo>
                  <a:pt x="84497" y="1485"/>
                </a:lnTo>
                <a:lnTo>
                  <a:pt x="84497" y="15"/>
                </a:lnTo>
                <a:cubicBezTo>
                  <a:pt x="83473" y="39"/>
                  <a:pt x="82411" y="103"/>
                  <a:pt x="81325" y="215"/>
                </a:cubicBezTo>
                <a:lnTo>
                  <a:pt x="81325" y="1210"/>
                </a:lnTo>
                <a:lnTo>
                  <a:pt x="80317" y="1210"/>
                </a:lnTo>
                <a:lnTo>
                  <a:pt x="80317" y="333"/>
                </a:lnTo>
                <a:cubicBezTo>
                  <a:pt x="79632" y="421"/>
                  <a:pt x="78940" y="529"/>
                  <a:pt x="78242" y="662"/>
                </a:cubicBezTo>
                <a:lnTo>
                  <a:pt x="78242" y="2064"/>
                </a:lnTo>
                <a:lnTo>
                  <a:pt x="77511" y="2064"/>
                </a:lnTo>
                <a:lnTo>
                  <a:pt x="77511" y="812"/>
                </a:lnTo>
                <a:cubicBezTo>
                  <a:pt x="77156" y="889"/>
                  <a:pt x="76799" y="969"/>
                  <a:pt x="76442" y="1058"/>
                </a:cubicBezTo>
                <a:lnTo>
                  <a:pt x="76442" y="5146"/>
                </a:lnTo>
                <a:lnTo>
                  <a:pt x="77358" y="6671"/>
                </a:lnTo>
                <a:lnTo>
                  <a:pt x="77358" y="31807"/>
                </a:lnTo>
                <a:lnTo>
                  <a:pt x="75955" y="31807"/>
                </a:lnTo>
                <a:lnTo>
                  <a:pt x="75955" y="12649"/>
                </a:lnTo>
                <a:lnTo>
                  <a:pt x="76931" y="10758"/>
                </a:lnTo>
                <a:lnTo>
                  <a:pt x="76931" y="8502"/>
                </a:lnTo>
                <a:lnTo>
                  <a:pt x="76017" y="8502"/>
                </a:lnTo>
                <a:lnTo>
                  <a:pt x="76017" y="9172"/>
                </a:lnTo>
                <a:lnTo>
                  <a:pt x="75284" y="9172"/>
                </a:lnTo>
                <a:lnTo>
                  <a:pt x="75284" y="8257"/>
                </a:lnTo>
                <a:lnTo>
                  <a:pt x="73820" y="8257"/>
                </a:lnTo>
                <a:lnTo>
                  <a:pt x="73820" y="9050"/>
                </a:lnTo>
                <a:lnTo>
                  <a:pt x="72843" y="9050"/>
                </a:lnTo>
                <a:lnTo>
                  <a:pt x="72843" y="7769"/>
                </a:lnTo>
                <a:lnTo>
                  <a:pt x="71623" y="7769"/>
                </a:lnTo>
                <a:lnTo>
                  <a:pt x="71623" y="8805"/>
                </a:lnTo>
                <a:lnTo>
                  <a:pt x="70769" y="8805"/>
                </a:lnTo>
                <a:lnTo>
                  <a:pt x="70769" y="7463"/>
                </a:lnTo>
                <a:lnTo>
                  <a:pt x="70220" y="7463"/>
                </a:lnTo>
                <a:lnTo>
                  <a:pt x="68023" y="3802"/>
                </a:lnTo>
                <a:lnTo>
                  <a:pt x="65156" y="7708"/>
                </a:lnTo>
                <a:lnTo>
                  <a:pt x="63814" y="7708"/>
                </a:lnTo>
                <a:lnTo>
                  <a:pt x="63814" y="8989"/>
                </a:lnTo>
                <a:lnTo>
                  <a:pt x="63142" y="8989"/>
                </a:lnTo>
                <a:lnTo>
                  <a:pt x="63142" y="7952"/>
                </a:lnTo>
                <a:lnTo>
                  <a:pt x="61434" y="7952"/>
                </a:lnTo>
                <a:lnTo>
                  <a:pt x="61434" y="9233"/>
                </a:lnTo>
                <a:lnTo>
                  <a:pt x="60764" y="9233"/>
                </a:lnTo>
                <a:lnTo>
                  <a:pt x="60764" y="8440"/>
                </a:lnTo>
                <a:lnTo>
                  <a:pt x="59178" y="8561"/>
                </a:lnTo>
                <a:lnTo>
                  <a:pt x="59178" y="9538"/>
                </a:lnTo>
                <a:lnTo>
                  <a:pt x="58506" y="9538"/>
                </a:lnTo>
                <a:lnTo>
                  <a:pt x="58628" y="8683"/>
                </a:lnTo>
                <a:lnTo>
                  <a:pt x="57347" y="8683"/>
                </a:lnTo>
                <a:lnTo>
                  <a:pt x="57347" y="11124"/>
                </a:lnTo>
                <a:lnTo>
                  <a:pt x="58506" y="13260"/>
                </a:lnTo>
                <a:lnTo>
                  <a:pt x="58506" y="29366"/>
                </a:lnTo>
                <a:lnTo>
                  <a:pt x="57103" y="29366"/>
                </a:lnTo>
                <a:lnTo>
                  <a:pt x="57103" y="30465"/>
                </a:lnTo>
                <a:lnTo>
                  <a:pt x="56433" y="30465"/>
                </a:lnTo>
                <a:lnTo>
                  <a:pt x="56433" y="29366"/>
                </a:lnTo>
                <a:lnTo>
                  <a:pt x="55089" y="29366"/>
                </a:lnTo>
                <a:lnTo>
                  <a:pt x="55089" y="30465"/>
                </a:lnTo>
                <a:lnTo>
                  <a:pt x="54480" y="30465"/>
                </a:lnTo>
                <a:lnTo>
                  <a:pt x="54480" y="29366"/>
                </a:lnTo>
                <a:lnTo>
                  <a:pt x="53016" y="29366"/>
                </a:lnTo>
                <a:lnTo>
                  <a:pt x="53016" y="30586"/>
                </a:lnTo>
                <a:lnTo>
                  <a:pt x="52528" y="30586"/>
                </a:lnTo>
                <a:lnTo>
                  <a:pt x="52528" y="29549"/>
                </a:lnTo>
                <a:lnTo>
                  <a:pt x="50819" y="29549"/>
                </a:lnTo>
                <a:lnTo>
                  <a:pt x="50819" y="30708"/>
                </a:lnTo>
                <a:lnTo>
                  <a:pt x="50331" y="30708"/>
                </a:lnTo>
                <a:lnTo>
                  <a:pt x="50331" y="29733"/>
                </a:lnTo>
                <a:lnTo>
                  <a:pt x="48989" y="29733"/>
                </a:lnTo>
                <a:lnTo>
                  <a:pt x="48989" y="30891"/>
                </a:lnTo>
                <a:lnTo>
                  <a:pt x="48378" y="30891"/>
                </a:lnTo>
                <a:lnTo>
                  <a:pt x="48378" y="29733"/>
                </a:lnTo>
                <a:lnTo>
                  <a:pt x="46792" y="29733"/>
                </a:lnTo>
                <a:lnTo>
                  <a:pt x="46792" y="31136"/>
                </a:lnTo>
                <a:lnTo>
                  <a:pt x="46366" y="31136"/>
                </a:lnTo>
                <a:lnTo>
                  <a:pt x="46366" y="29794"/>
                </a:lnTo>
                <a:lnTo>
                  <a:pt x="44780" y="29794"/>
                </a:lnTo>
                <a:lnTo>
                  <a:pt x="44780" y="31197"/>
                </a:lnTo>
                <a:lnTo>
                  <a:pt x="44352" y="31197"/>
                </a:lnTo>
                <a:lnTo>
                  <a:pt x="44352" y="29977"/>
                </a:lnTo>
                <a:lnTo>
                  <a:pt x="42888" y="29977"/>
                </a:lnTo>
                <a:lnTo>
                  <a:pt x="42888" y="31380"/>
                </a:lnTo>
                <a:lnTo>
                  <a:pt x="42461" y="31380"/>
                </a:lnTo>
                <a:lnTo>
                  <a:pt x="42461" y="30281"/>
                </a:lnTo>
                <a:lnTo>
                  <a:pt x="40630" y="30281"/>
                </a:lnTo>
                <a:lnTo>
                  <a:pt x="40630" y="18750"/>
                </a:lnTo>
                <a:lnTo>
                  <a:pt x="41667" y="16858"/>
                </a:lnTo>
                <a:lnTo>
                  <a:pt x="41667" y="14480"/>
                </a:lnTo>
                <a:lnTo>
                  <a:pt x="39531" y="12772"/>
                </a:lnTo>
                <a:lnTo>
                  <a:pt x="36786" y="7952"/>
                </a:lnTo>
                <a:lnTo>
                  <a:pt x="36786" y="3619"/>
                </a:lnTo>
                <a:lnTo>
                  <a:pt x="37092" y="3619"/>
                </a:lnTo>
                <a:lnTo>
                  <a:pt x="3593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43;p35">
            <a:extLst>
              <a:ext uri="{FF2B5EF4-FFF2-40B4-BE49-F238E27FC236}">
                <a16:creationId xmlns:a16="http://schemas.microsoft.com/office/drawing/2014/main" id="{E59FB216-914B-CA6B-6EF4-449D9F9574F2}"/>
              </a:ext>
            </a:extLst>
          </p:cNvPr>
          <p:cNvSpPr/>
          <p:nvPr/>
        </p:nvSpPr>
        <p:spPr>
          <a:xfrm rot="474227" flipH="1">
            <a:off x="1329286" y="819415"/>
            <a:ext cx="1632587" cy="856685"/>
          </a:xfrm>
          <a:custGeom>
            <a:avLst/>
            <a:gdLst/>
            <a:ahLst/>
            <a:cxnLst/>
            <a:rect l="l" t="t" r="r" b="b"/>
            <a:pathLst>
              <a:path w="83081" h="43596" extrusionOk="0">
                <a:moveTo>
                  <a:pt x="43566" y="0"/>
                </a:moveTo>
                <a:cubicBezTo>
                  <a:pt x="43460" y="0"/>
                  <a:pt x="43351" y="5"/>
                  <a:pt x="43240" y="15"/>
                </a:cubicBezTo>
                <a:lnTo>
                  <a:pt x="43240" y="15"/>
                </a:lnTo>
                <a:cubicBezTo>
                  <a:pt x="43748" y="15"/>
                  <a:pt x="44063" y="43"/>
                  <a:pt x="44063" y="43"/>
                </a:cubicBezTo>
                <a:cubicBezTo>
                  <a:pt x="43908" y="14"/>
                  <a:pt x="43740" y="0"/>
                  <a:pt x="43566" y="0"/>
                </a:cubicBezTo>
                <a:close/>
                <a:moveTo>
                  <a:pt x="57381" y="19755"/>
                </a:moveTo>
                <a:lnTo>
                  <a:pt x="57381" y="19755"/>
                </a:lnTo>
                <a:cubicBezTo>
                  <a:pt x="57381" y="19755"/>
                  <a:pt x="57381" y="19755"/>
                  <a:pt x="57381" y="19755"/>
                </a:cubicBezTo>
                <a:cubicBezTo>
                  <a:pt x="57381" y="19755"/>
                  <a:pt x="57381" y="19755"/>
                  <a:pt x="57381" y="19755"/>
                </a:cubicBezTo>
                <a:close/>
                <a:moveTo>
                  <a:pt x="10092" y="30023"/>
                </a:moveTo>
                <a:lnTo>
                  <a:pt x="10091" y="30024"/>
                </a:lnTo>
                <a:lnTo>
                  <a:pt x="10093" y="30024"/>
                </a:lnTo>
                <a:lnTo>
                  <a:pt x="10092" y="30023"/>
                </a:lnTo>
                <a:close/>
                <a:moveTo>
                  <a:pt x="43220" y="15"/>
                </a:moveTo>
                <a:cubicBezTo>
                  <a:pt x="41630" y="15"/>
                  <a:pt x="38205" y="281"/>
                  <a:pt x="36611" y="2448"/>
                </a:cubicBezTo>
                <a:cubicBezTo>
                  <a:pt x="34591" y="5197"/>
                  <a:pt x="32357" y="9398"/>
                  <a:pt x="30830" y="9398"/>
                </a:cubicBezTo>
                <a:cubicBezTo>
                  <a:pt x="30761" y="9398"/>
                  <a:pt x="30693" y="9389"/>
                  <a:pt x="30627" y="9371"/>
                </a:cubicBezTo>
                <a:cubicBezTo>
                  <a:pt x="30627" y="9371"/>
                  <a:pt x="29864" y="8902"/>
                  <a:pt x="31274" y="8022"/>
                </a:cubicBezTo>
                <a:cubicBezTo>
                  <a:pt x="31274" y="8022"/>
                  <a:pt x="31146" y="7985"/>
                  <a:pt x="30953" y="7985"/>
                </a:cubicBezTo>
                <a:cubicBezTo>
                  <a:pt x="30417" y="7985"/>
                  <a:pt x="29376" y="8271"/>
                  <a:pt x="29160" y="10427"/>
                </a:cubicBezTo>
                <a:cubicBezTo>
                  <a:pt x="28867" y="13360"/>
                  <a:pt x="29395" y="18876"/>
                  <a:pt x="29395" y="18876"/>
                </a:cubicBezTo>
                <a:cubicBezTo>
                  <a:pt x="29395" y="18876"/>
                  <a:pt x="29415" y="18872"/>
                  <a:pt x="29446" y="18872"/>
                </a:cubicBezTo>
                <a:cubicBezTo>
                  <a:pt x="29630" y="18872"/>
                  <a:pt x="30205" y="19000"/>
                  <a:pt x="29453" y="20754"/>
                </a:cubicBezTo>
                <a:cubicBezTo>
                  <a:pt x="29160" y="21439"/>
                  <a:pt x="29036" y="21667"/>
                  <a:pt x="29002" y="21667"/>
                </a:cubicBezTo>
                <a:cubicBezTo>
                  <a:pt x="28932" y="21667"/>
                  <a:pt x="29219" y="20754"/>
                  <a:pt x="29219" y="20754"/>
                </a:cubicBezTo>
                <a:cubicBezTo>
                  <a:pt x="29219" y="20754"/>
                  <a:pt x="26051" y="11483"/>
                  <a:pt x="20653" y="11424"/>
                </a:cubicBezTo>
                <a:cubicBezTo>
                  <a:pt x="20653" y="11424"/>
                  <a:pt x="16664" y="9606"/>
                  <a:pt x="16193" y="8491"/>
                </a:cubicBezTo>
                <a:lnTo>
                  <a:pt x="14140" y="8550"/>
                </a:lnTo>
                <a:cubicBezTo>
                  <a:pt x="14140" y="8550"/>
                  <a:pt x="11409" y="6245"/>
                  <a:pt x="5586" y="6245"/>
                </a:cubicBezTo>
                <a:cubicBezTo>
                  <a:pt x="5315" y="6245"/>
                  <a:pt x="5038" y="6250"/>
                  <a:pt x="4753" y="6261"/>
                </a:cubicBezTo>
                <a:lnTo>
                  <a:pt x="2112" y="6437"/>
                </a:lnTo>
                <a:lnTo>
                  <a:pt x="1" y="7612"/>
                </a:lnTo>
                <a:cubicBezTo>
                  <a:pt x="1" y="7612"/>
                  <a:pt x="2217" y="7271"/>
                  <a:pt x="4424" y="7271"/>
                </a:cubicBezTo>
                <a:cubicBezTo>
                  <a:pt x="6420" y="7271"/>
                  <a:pt x="8408" y="7550"/>
                  <a:pt x="8742" y="8609"/>
                </a:cubicBezTo>
                <a:cubicBezTo>
                  <a:pt x="8742" y="8609"/>
                  <a:pt x="8869" y="8561"/>
                  <a:pt x="9094" y="8561"/>
                </a:cubicBezTo>
                <a:cubicBezTo>
                  <a:pt x="9574" y="8561"/>
                  <a:pt x="10501" y="8778"/>
                  <a:pt x="11618" y="10134"/>
                </a:cubicBezTo>
                <a:cubicBezTo>
                  <a:pt x="13261" y="12128"/>
                  <a:pt x="15431" y="14242"/>
                  <a:pt x="15431" y="14242"/>
                </a:cubicBezTo>
                <a:cubicBezTo>
                  <a:pt x="15431" y="14242"/>
                  <a:pt x="15283" y="14495"/>
                  <a:pt x="14949" y="14495"/>
                </a:cubicBezTo>
                <a:cubicBezTo>
                  <a:pt x="14727" y="14495"/>
                  <a:pt x="14422" y="14382"/>
                  <a:pt x="14023" y="14007"/>
                </a:cubicBezTo>
                <a:cubicBezTo>
                  <a:pt x="13857" y="13851"/>
                  <a:pt x="13753" y="13785"/>
                  <a:pt x="13703" y="13785"/>
                </a:cubicBezTo>
                <a:cubicBezTo>
                  <a:pt x="13453" y="13785"/>
                  <a:pt x="14570" y="15434"/>
                  <a:pt x="16135" y="15532"/>
                </a:cubicBezTo>
                <a:cubicBezTo>
                  <a:pt x="16135" y="15532"/>
                  <a:pt x="19949" y="20930"/>
                  <a:pt x="21826" y="20930"/>
                </a:cubicBezTo>
                <a:cubicBezTo>
                  <a:pt x="21826" y="20930"/>
                  <a:pt x="21768" y="25740"/>
                  <a:pt x="19715" y="27500"/>
                </a:cubicBezTo>
                <a:lnTo>
                  <a:pt x="18893" y="27500"/>
                </a:lnTo>
                <a:lnTo>
                  <a:pt x="20008" y="26268"/>
                </a:lnTo>
                <a:lnTo>
                  <a:pt x="17720" y="27324"/>
                </a:lnTo>
                <a:lnTo>
                  <a:pt x="18307" y="26151"/>
                </a:lnTo>
                <a:lnTo>
                  <a:pt x="16487" y="26620"/>
                </a:lnTo>
                <a:cubicBezTo>
                  <a:pt x="16487" y="26620"/>
                  <a:pt x="16840" y="25330"/>
                  <a:pt x="19715" y="24156"/>
                </a:cubicBezTo>
                <a:lnTo>
                  <a:pt x="21357" y="22925"/>
                </a:lnTo>
                <a:lnTo>
                  <a:pt x="19715" y="23511"/>
                </a:lnTo>
                <a:lnTo>
                  <a:pt x="17720" y="24039"/>
                </a:lnTo>
                <a:lnTo>
                  <a:pt x="15959" y="25447"/>
                </a:lnTo>
                <a:lnTo>
                  <a:pt x="15548" y="24743"/>
                </a:lnTo>
                <a:lnTo>
                  <a:pt x="18307" y="23042"/>
                </a:lnTo>
                <a:lnTo>
                  <a:pt x="20360" y="22397"/>
                </a:lnTo>
                <a:lnTo>
                  <a:pt x="18248" y="22631"/>
                </a:lnTo>
                <a:lnTo>
                  <a:pt x="16606" y="23042"/>
                </a:lnTo>
                <a:lnTo>
                  <a:pt x="15138" y="24156"/>
                </a:lnTo>
                <a:lnTo>
                  <a:pt x="13437" y="25623"/>
                </a:lnTo>
                <a:lnTo>
                  <a:pt x="12205" y="25857"/>
                </a:lnTo>
                <a:lnTo>
                  <a:pt x="9230" y="28758"/>
                </a:lnTo>
                <a:lnTo>
                  <a:pt x="8616" y="27990"/>
                </a:lnTo>
                <a:lnTo>
                  <a:pt x="8709" y="29248"/>
                </a:lnTo>
                <a:lnTo>
                  <a:pt x="10092" y="30023"/>
                </a:lnTo>
                <a:lnTo>
                  <a:pt x="10443" y="29261"/>
                </a:lnTo>
                <a:lnTo>
                  <a:pt x="11088" y="29672"/>
                </a:lnTo>
                <a:lnTo>
                  <a:pt x="12967" y="29203"/>
                </a:lnTo>
                <a:cubicBezTo>
                  <a:pt x="12967" y="29203"/>
                  <a:pt x="17953" y="31080"/>
                  <a:pt x="20888" y="31138"/>
                </a:cubicBezTo>
                <a:lnTo>
                  <a:pt x="24114" y="33428"/>
                </a:lnTo>
                <a:cubicBezTo>
                  <a:pt x="24114" y="33428"/>
                  <a:pt x="25411" y="32766"/>
                  <a:pt x="26749" y="32766"/>
                </a:cubicBezTo>
                <a:cubicBezTo>
                  <a:pt x="27444" y="32766"/>
                  <a:pt x="28150" y="32945"/>
                  <a:pt x="28691" y="33486"/>
                </a:cubicBezTo>
                <a:cubicBezTo>
                  <a:pt x="29987" y="34782"/>
                  <a:pt x="33168" y="34900"/>
                  <a:pt x="34283" y="34900"/>
                </a:cubicBezTo>
                <a:cubicBezTo>
                  <a:pt x="34530" y="34900"/>
                  <a:pt x="34676" y="34894"/>
                  <a:pt x="34676" y="34894"/>
                </a:cubicBezTo>
                <a:cubicBezTo>
                  <a:pt x="34676" y="34894"/>
                  <a:pt x="36963" y="35070"/>
                  <a:pt x="36963" y="36889"/>
                </a:cubicBezTo>
                <a:cubicBezTo>
                  <a:pt x="36963" y="38707"/>
                  <a:pt x="39253" y="39997"/>
                  <a:pt x="39253" y="39997"/>
                </a:cubicBezTo>
                <a:lnTo>
                  <a:pt x="41247" y="39880"/>
                </a:lnTo>
                <a:lnTo>
                  <a:pt x="40426" y="39587"/>
                </a:lnTo>
                <a:cubicBezTo>
                  <a:pt x="40954" y="39352"/>
                  <a:pt x="40133" y="38942"/>
                  <a:pt x="40133" y="38942"/>
                </a:cubicBezTo>
                <a:cubicBezTo>
                  <a:pt x="40133" y="38942"/>
                  <a:pt x="38078" y="38296"/>
                  <a:pt x="38725" y="36947"/>
                </a:cubicBezTo>
                <a:cubicBezTo>
                  <a:pt x="38776" y="36841"/>
                  <a:pt x="38868" y="36792"/>
                  <a:pt x="38996" y="36792"/>
                </a:cubicBezTo>
                <a:cubicBezTo>
                  <a:pt x="40497" y="36792"/>
                  <a:pt x="46994" y="43469"/>
                  <a:pt x="51748" y="43577"/>
                </a:cubicBezTo>
                <a:cubicBezTo>
                  <a:pt x="52258" y="43589"/>
                  <a:pt x="52741" y="43595"/>
                  <a:pt x="53204" y="43595"/>
                </a:cubicBezTo>
                <a:cubicBezTo>
                  <a:pt x="57438" y="43595"/>
                  <a:pt x="60025" y="43058"/>
                  <a:pt x="65947" y="40995"/>
                </a:cubicBezTo>
                <a:cubicBezTo>
                  <a:pt x="67519" y="40447"/>
                  <a:pt x="69020" y="40239"/>
                  <a:pt x="70394" y="40239"/>
                </a:cubicBezTo>
                <a:cubicBezTo>
                  <a:pt x="74767" y="40239"/>
                  <a:pt x="77858" y="42345"/>
                  <a:pt x="77858" y="42345"/>
                </a:cubicBezTo>
                <a:cubicBezTo>
                  <a:pt x="77858" y="42345"/>
                  <a:pt x="78646" y="42429"/>
                  <a:pt x="79636" y="42429"/>
                </a:cubicBezTo>
                <a:cubicBezTo>
                  <a:pt x="80839" y="42429"/>
                  <a:pt x="82340" y="42305"/>
                  <a:pt x="83080" y="41757"/>
                </a:cubicBezTo>
                <a:lnTo>
                  <a:pt x="81143" y="40760"/>
                </a:lnTo>
                <a:cubicBezTo>
                  <a:pt x="81143" y="40760"/>
                  <a:pt x="81050" y="40739"/>
                  <a:pt x="80869" y="40739"/>
                </a:cubicBezTo>
                <a:cubicBezTo>
                  <a:pt x="80440" y="40739"/>
                  <a:pt x="79513" y="40855"/>
                  <a:pt x="78151" y="41640"/>
                </a:cubicBezTo>
                <a:cubicBezTo>
                  <a:pt x="78151" y="41640"/>
                  <a:pt x="73457" y="39469"/>
                  <a:pt x="70641" y="39176"/>
                </a:cubicBezTo>
                <a:cubicBezTo>
                  <a:pt x="70520" y="39164"/>
                  <a:pt x="70390" y="39158"/>
                  <a:pt x="70251" y="39158"/>
                </a:cubicBezTo>
                <a:cubicBezTo>
                  <a:pt x="67685" y="39158"/>
                  <a:pt x="62221" y="41213"/>
                  <a:pt x="56245" y="41213"/>
                </a:cubicBezTo>
                <a:cubicBezTo>
                  <a:pt x="55054" y="41213"/>
                  <a:pt x="53843" y="41132"/>
                  <a:pt x="52630" y="40936"/>
                </a:cubicBezTo>
                <a:cubicBezTo>
                  <a:pt x="52630" y="40936"/>
                  <a:pt x="47994" y="39352"/>
                  <a:pt x="46938" y="38296"/>
                </a:cubicBezTo>
                <a:lnTo>
                  <a:pt x="48522" y="38120"/>
                </a:lnTo>
                <a:lnTo>
                  <a:pt x="46059" y="37358"/>
                </a:lnTo>
                <a:lnTo>
                  <a:pt x="47818" y="36947"/>
                </a:lnTo>
                <a:lnTo>
                  <a:pt x="44651" y="35833"/>
                </a:lnTo>
                <a:lnTo>
                  <a:pt x="46117" y="35305"/>
                </a:lnTo>
                <a:lnTo>
                  <a:pt x="43007" y="34540"/>
                </a:lnTo>
                <a:lnTo>
                  <a:pt x="44827" y="33895"/>
                </a:lnTo>
                <a:lnTo>
                  <a:pt x="41188" y="33191"/>
                </a:lnTo>
                <a:lnTo>
                  <a:pt x="42948" y="32487"/>
                </a:lnTo>
                <a:lnTo>
                  <a:pt x="39663" y="31842"/>
                </a:lnTo>
                <a:lnTo>
                  <a:pt x="41364" y="30962"/>
                </a:lnTo>
                <a:lnTo>
                  <a:pt x="38138" y="30845"/>
                </a:lnTo>
                <a:cubicBezTo>
                  <a:pt x="38138" y="30845"/>
                  <a:pt x="39077" y="17937"/>
                  <a:pt x="46997" y="16881"/>
                </a:cubicBezTo>
                <a:cubicBezTo>
                  <a:pt x="47935" y="16756"/>
                  <a:pt x="48797" y="16701"/>
                  <a:pt x="49586" y="16701"/>
                </a:cubicBezTo>
                <a:cubicBezTo>
                  <a:pt x="55436" y="16701"/>
                  <a:pt x="57361" y="19723"/>
                  <a:pt x="57381" y="19755"/>
                </a:cubicBezTo>
                <a:lnTo>
                  <a:pt x="57381" y="19755"/>
                </a:lnTo>
                <a:cubicBezTo>
                  <a:pt x="57347" y="19701"/>
                  <a:pt x="51875" y="11007"/>
                  <a:pt x="54448" y="8785"/>
                </a:cubicBezTo>
                <a:cubicBezTo>
                  <a:pt x="55410" y="7954"/>
                  <a:pt x="56591" y="7693"/>
                  <a:pt x="57695" y="7693"/>
                </a:cubicBezTo>
                <a:cubicBezTo>
                  <a:pt x="59555" y="7693"/>
                  <a:pt x="61196" y="8433"/>
                  <a:pt x="61196" y="8433"/>
                </a:cubicBezTo>
                <a:cubicBezTo>
                  <a:pt x="61196" y="8433"/>
                  <a:pt x="58615" y="4149"/>
                  <a:pt x="48288" y="2859"/>
                </a:cubicBezTo>
                <a:cubicBezTo>
                  <a:pt x="48288" y="2859"/>
                  <a:pt x="47881" y="2215"/>
                  <a:pt x="49179" y="2215"/>
                </a:cubicBezTo>
                <a:cubicBezTo>
                  <a:pt x="49589" y="2215"/>
                  <a:pt x="50169" y="2279"/>
                  <a:pt x="50986" y="2448"/>
                </a:cubicBezTo>
                <a:cubicBezTo>
                  <a:pt x="50986" y="2448"/>
                  <a:pt x="50715" y="1366"/>
                  <a:pt x="47069" y="1366"/>
                </a:cubicBezTo>
                <a:cubicBezTo>
                  <a:pt x="46223" y="1366"/>
                  <a:pt x="45194" y="1424"/>
                  <a:pt x="43945" y="1568"/>
                </a:cubicBezTo>
                <a:cubicBezTo>
                  <a:pt x="43116" y="1663"/>
                  <a:pt x="42463" y="1705"/>
                  <a:pt x="41958" y="1705"/>
                </a:cubicBezTo>
                <a:cubicBezTo>
                  <a:pt x="38886" y="1705"/>
                  <a:pt x="41307" y="179"/>
                  <a:pt x="43240" y="15"/>
                </a:cubicBezTo>
                <a:lnTo>
                  <a:pt x="43240" y="15"/>
                </a:lnTo>
                <a:cubicBezTo>
                  <a:pt x="43234" y="15"/>
                  <a:pt x="43227" y="15"/>
                  <a:pt x="43220" y="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790;p32">
            <a:extLst>
              <a:ext uri="{FF2B5EF4-FFF2-40B4-BE49-F238E27FC236}">
                <a16:creationId xmlns:a16="http://schemas.microsoft.com/office/drawing/2014/main" id="{46603FC5-C4AD-065D-266B-FA54FCA2E325}"/>
              </a:ext>
            </a:extLst>
          </p:cNvPr>
          <p:cNvSpPr/>
          <p:nvPr/>
        </p:nvSpPr>
        <p:spPr>
          <a:xfrm>
            <a:off x="7285778" y="539750"/>
            <a:ext cx="712288" cy="712288"/>
          </a:xfrm>
          <a:custGeom>
            <a:avLst/>
            <a:gdLst/>
            <a:ahLst/>
            <a:cxnLst/>
            <a:rect l="l" t="t" r="r" b="b"/>
            <a:pathLst>
              <a:path w="27576" h="27576" extrusionOk="0">
                <a:moveTo>
                  <a:pt x="13787" y="0"/>
                </a:moveTo>
                <a:cubicBezTo>
                  <a:pt x="10130" y="0"/>
                  <a:pt x="6623" y="1453"/>
                  <a:pt x="4038" y="4038"/>
                </a:cubicBezTo>
                <a:cubicBezTo>
                  <a:pt x="1453" y="6623"/>
                  <a:pt x="0" y="10131"/>
                  <a:pt x="0" y="13787"/>
                </a:cubicBezTo>
                <a:cubicBezTo>
                  <a:pt x="0" y="17445"/>
                  <a:pt x="1453" y="20951"/>
                  <a:pt x="4038" y="23538"/>
                </a:cubicBezTo>
                <a:cubicBezTo>
                  <a:pt x="6623" y="26123"/>
                  <a:pt x="10130" y="27575"/>
                  <a:pt x="13787" y="27575"/>
                </a:cubicBezTo>
                <a:cubicBezTo>
                  <a:pt x="17443" y="27575"/>
                  <a:pt x="20951" y="26123"/>
                  <a:pt x="23536" y="23538"/>
                </a:cubicBezTo>
                <a:cubicBezTo>
                  <a:pt x="26123" y="20951"/>
                  <a:pt x="27575" y="17445"/>
                  <a:pt x="27575" y="13787"/>
                </a:cubicBezTo>
                <a:cubicBezTo>
                  <a:pt x="27575" y="10131"/>
                  <a:pt x="26123" y="6623"/>
                  <a:pt x="23536" y="4038"/>
                </a:cubicBezTo>
                <a:cubicBezTo>
                  <a:pt x="20951" y="1453"/>
                  <a:pt x="17443" y="0"/>
                  <a:pt x="137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3D7250F-7FCC-DDD3-4C1E-651635F02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863" y="539750"/>
            <a:ext cx="4324350" cy="1895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1A34C8-A8E8-7F2B-B7BC-87153DA61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89" y="1663112"/>
            <a:ext cx="3859212" cy="23608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Google Shape;967;p40">
            <a:extLst>
              <a:ext uri="{FF2B5EF4-FFF2-40B4-BE49-F238E27FC236}">
                <a16:creationId xmlns:a16="http://schemas.microsoft.com/office/drawing/2014/main" id="{14FB1687-B712-4881-D914-AE7955B6B488}"/>
              </a:ext>
            </a:extLst>
          </p:cNvPr>
          <p:cNvSpPr txBox="1"/>
          <p:nvPr/>
        </p:nvSpPr>
        <p:spPr>
          <a:xfrm>
            <a:off x="5124754" y="2776569"/>
            <a:ext cx="2517168" cy="41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Cadena de entrada: a – 4 + c</a:t>
            </a:r>
            <a:endParaRPr dirty="0">
              <a:solidFill>
                <a:schemeClr val="dk1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2"/>
          <p:cNvSpPr/>
          <p:nvPr/>
        </p:nvSpPr>
        <p:spPr>
          <a:xfrm>
            <a:off x="551938" y="539506"/>
            <a:ext cx="712288" cy="712288"/>
          </a:xfrm>
          <a:custGeom>
            <a:avLst/>
            <a:gdLst/>
            <a:ahLst/>
            <a:cxnLst/>
            <a:rect l="l" t="t" r="r" b="b"/>
            <a:pathLst>
              <a:path w="27576" h="27576" extrusionOk="0">
                <a:moveTo>
                  <a:pt x="13787" y="0"/>
                </a:moveTo>
                <a:cubicBezTo>
                  <a:pt x="10130" y="0"/>
                  <a:pt x="6623" y="1453"/>
                  <a:pt x="4038" y="4038"/>
                </a:cubicBezTo>
                <a:cubicBezTo>
                  <a:pt x="1453" y="6623"/>
                  <a:pt x="0" y="10131"/>
                  <a:pt x="0" y="13787"/>
                </a:cubicBezTo>
                <a:cubicBezTo>
                  <a:pt x="0" y="17445"/>
                  <a:pt x="1453" y="20951"/>
                  <a:pt x="4038" y="23538"/>
                </a:cubicBezTo>
                <a:cubicBezTo>
                  <a:pt x="6623" y="26123"/>
                  <a:pt x="10130" y="27575"/>
                  <a:pt x="13787" y="27575"/>
                </a:cubicBezTo>
                <a:cubicBezTo>
                  <a:pt x="17443" y="27575"/>
                  <a:pt x="20951" y="26123"/>
                  <a:pt x="23536" y="23538"/>
                </a:cubicBezTo>
                <a:cubicBezTo>
                  <a:pt x="26123" y="20951"/>
                  <a:pt x="27575" y="17445"/>
                  <a:pt x="27575" y="13787"/>
                </a:cubicBezTo>
                <a:cubicBezTo>
                  <a:pt x="27575" y="10131"/>
                  <a:pt x="26123" y="6623"/>
                  <a:pt x="23536" y="4038"/>
                </a:cubicBezTo>
                <a:cubicBezTo>
                  <a:pt x="20951" y="1453"/>
                  <a:pt x="17443" y="0"/>
                  <a:pt x="137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7879540" y="943769"/>
            <a:ext cx="198994" cy="73951"/>
          </a:xfrm>
          <a:custGeom>
            <a:avLst/>
            <a:gdLst/>
            <a:ahLst/>
            <a:cxnLst/>
            <a:rect l="l" t="t" r="r" b="b"/>
            <a:pathLst>
              <a:path w="7704" h="2863" extrusionOk="0">
                <a:moveTo>
                  <a:pt x="2809" y="590"/>
                </a:moveTo>
                <a:cubicBezTo>
                  <a:pt x="1697" y="761"/>
                  <a:pt x="946" y="1695"/>
                  <a:pt x="1" y="1207"/>
                </a:cubicBezTo>
                <a:cubicBezTo>
                  <a:pt x="135" y="1698"/>
                  <a:pt x="393" y="1738"/>
                  <a:pt x="962" y="1842"/>
                </a:cubicBezTo>
                <a:cubicBezTo>
                  <a:pt x="1712" y="1979"/>
                  <a:pt x="1576" y="1890"/>
                  <a:pt x="2257" y="1760"/>
                </a:cubicBezTo>
                <a:cubicBezTo>
                  <a:pt x="2452" y="1723"/>
                  <a:pt x="3490" y="1725"/>
                  <a:pt x="3748" y="1736"/>
                </a:cubicBezTo>
                <a:cubicBezTo>
                  <a:pt x="4354" y="1764"/>
                  <a:pt x="4367" y="2080"/>
                  <a:pt x="4550" y="2547"/>
                </a:cubicBezTo>
                <a:cubicBezTo>
                  <a:pt x="4565" y="2550"/>
                  <a:pt x="4591" y="2515"/>
                  <a:pt x="4596" y="2532"/>
                </a:cubicBezTo>
                <a:cubicBezTo>
                  <a:pt x="4689" y="2863"/>
                  <a:pt x="4656" y="2507"/>
                  <a:pt x="4695" y="2507"/>
                </a:cubicBezTo>
                <a:lnTo>
                  <a:pt x="5011" y="2608"/>
                </a:lnTo>
                <a:cubicBezTo>
                  <a:pt x="5374" y="2814"/>
                  <a:pt x="4871" y="2822"/>
                  <a:pt x="5104" y="2664"/>
                </a:cubicBezTo>
                <a:lnTo>
                  <a:pt x="5400" y="2602"/>
                </a:lnTo>
                <a:cubicBezTo>
                  <a:pt x="5528" y="2587"/>
                  <a:pt x="5589" y="2595"/>
                  <a:pt x="5734" y="2576"/>
                </a:cubicBezTo>
                <a:cubicBezTo>
                  <a:pt x="6002" y="2543"/>
                  <a:pt x="6129" y="2507"/>
                  <a:pt x="6292" y="2414"/>
                </a:cubicBezTo>
                <a:cubicBezTo>
                  <a:pt x="6198" y="1896"/>
                  <a:pt x="5710" y="1899"/>
                  <a:pt x="5275" y="1529"/>
                </a:cubicBezTo>
                <a:cubicBezTo>
                  <a:pt x="7033" y="1466"/>
                  <a:pt x="7382" y="1654"/>
                  <a:pt x="7704" y="687"/>
                </a:cubicBezTo>
                <a:cubicBezTo>
                  <a:pt x="6824" y="700"/>
                  <a:pt x="6359" y="1146"/>
                  <a:pt x="5292" y="651"/>
                </a:cubicBezTo>
                <a:cubicBezTo>
                  <a:pt x="4905" y="473"/>
                  <a:pt x="3428" y="30"/>
                  <a:pt x="3066" y="0"/>
                </a:cubicBezTo>
                <a:cubicBezTo>
                  <a:pt x="2984" y="146"/>
                  <a:pt x="3036" y="82"/>
                  <a:pt x="2967" y="244"/>
                </a:cubicBezTo>
                <a:lnTo>
                  <a:pt x="2811" y="58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3D0B5B2-5957-5890-4629-1C332A7D0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934" y="754903"/>
            <a:ext cx="5150131" cy="22574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44"/>
          <p:cNvSpPr txBox="1">
            <a:spLocks noGrp="1"/>
          </p:cNvSpPr>
          <p:nvPr>
            <p:ph type="title" idx="2"/>
          </p:nvPr>
        </p:nvSpPr>
        <p:spPr>
          <a:xfrm>
            <a:off x="3916300" y="1895926"/>
            <a:ext cx="4514700" cy="94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Estructura de tipos</a:t>
            </a:r>
            <a:endParaRPr sz="2800" dirty="0"/>
          </a:p>
        </p:txBody>
      </p:sp>
      <p:sp>
        <p:nvSpPr>
          <p:cNvPr id="1044" name="Google Shape;1044;p44"/>
          <p:cNvSpPr/>
          <p:nvPr/>
        </p:nvSpPr>
        <p:spPr>
          <a:xfrm flipH="1">
            <a:off x="0" y="1527275"/>
            <a:ext cx="4512150" cy="3616225"/>
          </a:xfrm>
          <a:custGeom>
            <a:avLst/>
            <a:gdLst/>
            <a:ahLst/>
            <a:cxnLst/>
            <a:rect l="l" t="t" r="r" b="b"/>
            <a:pathLst>
              <a:path w="180486" h="144649" extrusionOk="0">
                <a:moveTo>
                  <a:pt x="180483" y="62928"/>
                </a:moveTo>
                <a:cubicBezTo>
                  <a:pt x="180216" y="63378"/>
                  <a:pt x="179937" y="63821"/>
                  <a:pt x="179646" y="64256"/>
                </a:cubicBezTo>
                <a:cubicBezTo>
                  <a:pt x="179622" y="64291"/>
                  <a:pt x="179611" y="64326"/>
                  <a:pt x="179611" y="64360"/>
                </a:cubicBezTo>
                <a:cubicBezTo>
                  <a:pt x="179604" y="64373"/>
                  <a:pt x="179598" y="64386"/>
                  <a:pt x="179594" y="64401"/>
                </a:cubicBezTo>
                <a:cubicBezTo>
                  <a:pt x="179539" y="64622"/>
                  <a:pt x="179453" y="64873"/>
                  <a:pt x="179561" y="65093"/>
                </a:cubicBezTo>
                <a:cubicBezTo>
                  <a:pt x="179604" y="65178"/>
                  <a:pt x="179676" y="65245"/>
                  <a:pt x="179762" y="65282"/>
                </a:cubicBezTo>
                <a:cubicBezTo>
                  <a:pt x="179758" y="65386"/>
                  <a:pt x="179782" y="65489"/>
                  <a:pt x="179855" y="65576"/>
                </a:cubicBezTo>
                <a:cubicBezTo>
                  <a:pt x="179914" y="65647"/>
                  <a:pt x="180000" y="65697"/>
                  <a:pt x="180087" y="65705"/>
                </a:cubicBezTo>
                <a:cubicBezTo>
                  <a:pt x="180072" y="65863"/>
                  <a:pt x="180080" y="66030"/>
                  <a:pt x="180074" y="66181"/>
                </a:cubicBezTo>
                <a:cubicBezTo>
                  <a:pt x="180065" y="66400"/>
                  <a:pt x="180056" y="66620"/>
                  <a:pt x="180048" y="66839"/>
                </a:cubicBezTo>
                <a:cubicBezTo>
                  <a:pt x="180030" y="67278"/>
                  <a:pt x="180022" y="67717"/>
                  <a:pt x="180017" y="68156"/>
                </a:cubicBezTo>
                <a:cubicBezTo>
                  <a:pt x="180013" y="68595"/>
                  <a:pt x="180004" y="69034"/>
                  <a:pt x="180005" y="69472"/>
                </a:cubicBezTo>
                <a:cubicBezTo>
                  <a:pt x="180005" y="69692"/>
                  <a:pt x="180005" y="69911"/>
                  <a:pt x="180005" y="70131"/>
                </a:cubicBezTo>
                <a:cubicBezTo>
                  <a:pt x="180005" y="70241"/>
                  <a:pt x="179992" y="70382"/>
                  <a:pt x="180007" y="70510"/>
                </a:cubicBezTo>
                <a:cubicBezTo>
                  <a:pt x="179764" y="70544"/>
                  <a:pt x="179607" y="70793"/>
                  <a:pt x="179581" y="71025"/>
                </a:cubicBezTo>
                <a:cubicBezTo>
                  <a:pt x="179565" y="71159"/>
                  <a:pt x="179578" y="71295"/>
                  <a:pt x="179589" y="71429"/>
                </a:cubicBezTo>
                <a:cubicBezTo>
                  <a:pt x="179602" y="71593"/>
                  <a:pt x="179611" y="71754"/>
                  <a:pt x="179680" y="71905"/>
                </a:cubicBezTo>
                <a:cubicBezTo>
                  <a:pt x="179697" y="71946"/>
                  <a:pt x="179730" y="71968"/>
                  <a:pt x="179765" y="71978"/>
                </a:cubicBezTo>
                <a:cubicBezTo>
                  <a:pt x="179844" y="72097"/>
                  <a:pt x="180017" y="72165"/>
                  <a:pt x="180126" y="72251"/>
                </a:cubicBezTo>
                <a:cubicBezTo>
                  <a:pt x="180245" y="72342"/>
                  <a:pt x="180342" y="72442"/>
                  <a:pt x="180368" y="72595"/>
                </a:cubicBezTo>
                <a:cubicBezTo>
                  <a:pt x="180429" y="72963"/>
                  <a:pt x="180247" y="73341"/>
                  <a:pt x="180271" y="73711"/>
                </a:cubicBezTo>
                <a:cubicBezTo>
                  <a:pt x="180162" y="73718"/>
                  <a:pt x="180054" y="73741"/>
                  <a:pt x="179970" y="73793"/>
                </a:cubicBezTo>
                <a:cubicBezTo>
                  <a:pt x="179959" y="73798"/>
                  <a:pt x="179950" y="73808"/>
                  <a:pt x="179942" y="73815"/>
                </a:cubicBezTo>
                <a:cubicBezTo>
                  <a:pt x="179890" y="73847"/>
                  <a:pt x="179849" y="73901"/>
                  <a:pt x="179844" y="73977"/>
                </a:cubicBezTo>
                <a:cubicBezTo>
                  <a:pt x="179823" y="74304"/>
                  <a:pt x="179812" y="74631"/>
                  <a:pt x="179816" y="74959"/>
                </a:cubicBezTo>
                <a:cubicBezTo>
                  <a:pt x="179818" y="75167"/>
                  <a:pt x="179812" y="75400"/>
                  <a:pt x="179849" y="75617"/>
                </a:cubicBezTo>
                <a:cubicBezTo>
                  <a:pt x="179773" y="75621"/>
                  <a:pt x="179697" y="75625"/>
                  <a:pt x="179619" y="75630"/>
                </a:cubicBezTo>
                <a:cubicBezTo>
                  <a:pt x="179557" y="75632"/>
                  <a:pt x="179487" y="75634"/>
                  <a:pt x="179416" y="75643"/>
                </a:cubicBezTo>
                <a:cubicBezTo>
                  <a:pt x="179412" y="75532"/>
                  <a:pt x="179394" y="75418"/>
                  <a:pt x="179386" y="75327"/>
                </a:cubicBezTo>
                <a:cubicBezTo>
                  <a:pt x="179366" y="75085"/>
                  <a:pt x="179358" y="74842"/>
                  <a:pt x="179367" y="74598"/>
                </a:cubicBezTo>
                <a:cubicBezTo>
                  <a:pt x="179373" y="74377"/>
                  <a:pt x="179427" y="74124"/>
                  <a:pt x="179347" y="73912"/>
                </a:cubicBezTo>
                <a:cubicBezTo>
                  <a:pt x="179289" y="73755"/>
                  <a:pt x="179094" y="73629"/>
                  <a:pt x="178932" y="73676"/>
                </a:cubicBezTo>
                <a:cubicBezTo>
                  <a:pt x="178670" y="73599"/>
                  <a:pt x="178393" y="73562"/>
                  <a:pt x="178123" y="73540"/>
                </a:cubicBezTo>
                <a:cubicBezTo>
                  <a:pt x="177984" y="73530"/>
                  <a:pt x="177848" y="73527"/>
                  <a:pt x="177709" y="73530"/>
                </a:cubicBezTo>
                <a:cubicBezTo>
                  <a:pt x="177569" y="73534"/>
                  <a:pt x="177409" y="73530"/>
                  <a:pt x="177286" y="73609"/>
                </a:cubicBezTo>
                <a:cubicBezTo>
                  <a:pt x="177245" y="73635"/>
                  <a:pt x="177221" y="73683"/>
                  <a:pt x="177219" y="73729"/>
                </a:cubicBezTo>
                <a:cubicBezTo>
                  <a:pt x="177206" y="73746"/>
                  <a:pt x="177197" y="73767"/>
                  <a:pt x="177193" y="73789"/>
                </a:cubicBezTo>
                <a:cubicBezTo>
                  <a:pt x="177139" y="74111"/>
                  <a:pt x="177173" y="74455"/>
                  <a:pt x="177171" y="74780"/>
                </a:cubicBezTo>
                <a:cubicBezTo>
                  <a:pt x="177171" y="74942"/>
                  <a:pt x="177171" y="75102"/>
                  <a:pt x="177175" y="75264"/>
                </a:cubicBezTo>
                <a:cubicBezTo>
                  <a:pt x="177177" y="75338"/>
                  <a:pt x="177173" y="75416"/>
                  <a:pt x="177177" y="75494"/>
                </a:cubicBezTo>
                <a:cubicBezTo>
                  <a:pt x="177019" y="75483"/>
                  <a:pt x="176851" y="75468"/>
                  <a:pt x="176695" y="75483"/>
                </a:cubicBezTo>
                <a:cubicBezTo>
                  <a:pt x="176701" y="75403"/>
                  <a:pt x="176695" y="75321"/>
                  <a:pt x="176691" y="75247"/>
                </a:cubicBezTo>
                <a:cubicBezTo>
                  <a:pt x="176686" y="75065"/>
                  <a:pt x="176673" y="74884"/>
                  <a:pt x="176671" y="74704"/>
                </a:cubicBezTo>
                <a:cubicBezTo>
                  <a:pt x="176667" y="74529"/>
                  <a:pt x="176667" y="74356"/>
                  <a:pt x="176671" y="74183"/>
                </a:cubicBezTo>
                <a:cubicBezTo>
                  <a:pt x="176673" y="74003"/>
                  <a:pt x="176699" y="73821"/>
                  <a:pt x="176689" y="73640"/>
                </a:cubicBezTo>
                <a:cubicBezTo>
                  <a:pt x="176684" y="73527"/>
                  <a:pt x="176600" y="73439"/>
                  <a:pt x="176485" y="73436"/>
                </a:cubicBezTo>
                <a:cubicBezTo>
                  <a:pt x="176176" y="73423"/>
                  <a:pt x="175875" y="73376"/>
                  <a:pt x="175570" y="73339"/>
                </a:cubicBezTo>
                <a:cubicBezTo>
                  <a:pt x="175553" y="73313"/>
                  <a:pt x="175535" y="73285"/>
                  <a:pt x="175518" y="73259"/>
                </a:cubicBezTo>
                <a:cubicBezTo>
                  <a:pt x="175391" y="73054"/>
                  <a:pt x="175267" y="72850"/>
                  <a:pt x="175146" y="72643"/>
                </a:cubicBezTo>
                <a:cubicBezTo>
                  <a:pt x="174898" y="72217"/>
                  <a:pt x="174655" y="71790"/>
                  <a:pt x="174432" y="71353"/>
                </a:cubicBezTo>
                <a:cubicBezTo>
                  <a:pt x="173983" y="70479"/>
                  <a:pt x="173591" y="69577"/>
                  <a:pt x="173266" y="68650"/>
                </a:cubicBezTo>
                <a:cubicBezTo>
                  <a:pt x="172611" y="66802"/>
                  <a:pt x="172202" y="64858"/>
                  <a:pt x="172051" y="62904"/>
                </a:cubicBezTo>
                <a:cubicBezTo>
                  <a:pt x="172008" y="62349"/>
                  <a:pt x="171982" y="61795"/>
                  <a:pt x="171977" y="61239"/>
                </a:cubicBezTo>
                <a:cubicBezTo>
                  <a:pt x="171973" y="60962"/>
                  <a:pt x="171975" y="60685"/>
                  <a:pt x="171979" y="60408"/>
                </a:cubicBezTo>
                <a:cubicBezTo>
                  <a:pt x="171984" y="60131"/>
                  <a:pt x="171977" y="59852"/>
                  <a:pt x="171979" y="59575"/>
                </a:cubicBezTo>
                <a:cubicBezTo>
                  <a:pt x="171979" y="59551"/>
                  <a:pt x="171975" y="59528"/>
                  <a:pt x="171967" y="59510"/>
                </a:cubicBezTo>
                <a:cubicBezTo>
                  <a:pt x="172122" y="59370"/>
                  <a:pt x="172317" y="59272"/>
                  <a:pt x="172462" y="59113"/>
                </a:cubicBezTo>
                <a:cubicBezTo>
                  <a:pt x="172685" y="58870"/>
                  <a:pt x="172788" y="58550"/>
                  <a:pt x="172804" y="58225"/>
                </a:cubicBezTo>
                <a:cubicBezTo>
                  <a:pt x="172812" y="58040"/>
                  <a:pt x="172789" y="57854"/>
                  <a:pt x="172750" y="57676"/>
                </a:cubicBezTo>
                <a:cubicBezTo>
                  <a:pt x="172741" y="57635"/>
                  <a:pt x="172732" y="57590"/>
                  <a:pt x="172721" y="57546"/>
                </a:cubicBezTo>
                <a:cubicBezTo>
                  <a:pt x="172871" y="57514"/>
                  <a:pt x="173005" y="57419"/>
                  <a:pt x="173096" y="57293"/>
                </a:cubicBezTo>
                <a:cubicBezTo>
                  <a:pt x="173228" y="57109"/>
                  <a:pt x="173245" y="56874"/>
                  <a:pt x="173200" y="56659"/>
                </a:cubicBezTo>
                <a:cubicBezTo>
                  <a:pt x="173137" y="56344"/>
                  <a:pt x="172899" y="56039"/>
                  <a:pt x="172590" y="55937"/>
                </a:cubicBezTo>
                <a:cubicBezTo>
                  <a:pt x="172613" y="55825"/>
                  <a:pt x="172613" y="55708"/>
                  <a:pt x="172620" y="55595"/>
                </a:cubicBezTo>
                <a:cubicBezTo>
                  <a:pt x="172631" y="55437"/>
                  <a:pt x="172643" y="55279"/>
                  <a:pt x="172654" y="55121"/>
                </a:cubicBezTo>
                <a:cubicBezTo>
                  <a:pt x="172665" y="54970"/>
                  <a:pt x="172678" y="54819"/>
                  <a:pt x="172685" y="54669"/>
                </a:cubicBezTo>
                <a:cubicBezTo>
                  <a:pt x="172693" y="54518"/>
                  <a:pt x="172713" y="54365"/>
                  <a:pt x="172691" y="54215"/>
                </a:cubicBezTo>
                <a:cubicBezTo>
                  <a:pt x="172657" y="53988"/>
                  <a:pt x="172466" y="53830"/>
                  <a:pt x="172269" y="53739"/>
                </a:cubicBezTo>
                <a:cubicBezTo>
                  <a:pt x="172179" y="53698"/>
                  <a:pt x="172085" y="53666"/>
                  <a:pt x="171997" y="53622"/>
                </a:cubicBezTo>
                <a:cubicBezTo>
                  <a:pt x="171977" y="53610"/>
                  <a:pt x="171956" y="53597"/>
                  <a:pt x="171936" y="53584"/>
                </a:cubicBezTo>
                <a:cubicBezTo>
                  <a:pt x="171938" y="53532"/>
                  <a:pt x="171936" y="53482"/>
                  <a:pt x="171938" y="53436"/>
                </a:cubicBezTo>
                <a:cubicBezTo>
                  <a:pt x="171940" y="53244"/>
                  <a:pt x="171936" y="53054"/>
                  <a:pt x="171936" y="52863"/>
                </a:cubicBezTo>
                <a:cubicBezTo>
                  <a:pt x="171936" y="52483"/>
                  <a:pt x="171934" y="52102"/>
                  <a:pt x="171934" y="51721"/>
                </a:cubicBezTo>
                <a:cubicBezTo>
                  <a:pt x="171932" y="51373"/>
                  <a:pt x="171979" y="50970"/>
                  <a:pt x="171813" y="50650"/>
                </a:cubicBezTo>
                <a:cubicBezTo>
                  <a:pt x="171696" y="50425"/>
                  <a:pt x="171471" y="50291"/>
                  <a:pt x="171248" y="50190"/>
                </a:cubicBezTo>
                <a:cubicBezTo>
                  <a:pt x="171129" y="50134"/>
                  <a:pt x="171008" y="50084"/>
                  <a:pt x="170893" y="50025"/>
                </a:cubicBezTo>
                <a:cubicBezTo>
                  <a:pt x="170816" y="49984"/>
                  <a:pt x="170755" y="49932"/>
                  <a:pt x="170690" y="49880"/>
                </a:cubicBezTo>
                <a:cubicBezTo>
                  <a:pt x="170725" y="49740"/>
                  <a:pt x="170703" y="49578"/>
                  <a:pt x="170697" y="49441"/>
                </a:cubicBezTo>
                <a:cubicBezTo>
                  <a:pt x="170688" y="49286"/>
                  <a:pt x="170679" y="49121"/>
                  <a:pt x="170627" y="48974"/>
                </a:cubicBezTo>
                <a:cubicBezTo>
                  <a:pt x="170669" y="48970"/>
                  <a:pt x="170712" y="48967"/>
                  <a:pt x="170749" y="48965"/>
                </a:cubicBezTo>
                <a:cubicBezTo>
                  <a:pt x="170917" y="48954"/>
                  <a:pt x="171084" y="48952"/>
                  <a:pt x="171250" y="48931"/>
                </a:cubicBezTo>
                <a:cubicBezTo>
                  <a:pt x="171357" y="48916"/>
                  <a:pt x="171436" y="48868"/>
                  <a:pt x="171471" y="48762"/>
                </a:cubicBezTo>
                <a:cubicBezTo>
                  <a:pt x="171581" y="48433"/>
                  <a:pt x="171590" y="48048"/>
                  <a:pt x="171397" y="47745"/>
                </a:cubicBezTo>
                <a:cubicBezTo>
                  <a:pt x="171266" y="47540"/>
                  <a:pt x="171052" y="47380"/>
                  <a:pt x="170816" y="47328"/>
                </a:cubicBezTo>
                <a:cubicBezTo>
                  <a:pt x="170816" y="47315"/>
                  <a:pt x="170818" y="47300"/>
                  <a:pt x="170818" y="47287"/>
                </a:cubicBezTo>
                <a:cubicBezTo>
                  <a:pt x="171015" y="47298"/>
                  <a:pt x="171203" y="47246"/>
                  <a:pt x="171317" y="47051"/>
                </a:cubicBezTo>
                <a:cubicBezTo>
                  <a:pt x="171465" y="46792"/>
                  <a:pt x="171259" y="46532"/>
                  <a:pt x="171108" y="46333"/>
                </a:cubicBezTo>
                <a:cubicBezTo>
                  <a:pt x="170952" y="46129"/>
                  <a:pt x="170783" y="45933"/>
                  <a:pt x="170588" y="45764"/>
                </a:cubicBezTo>
                <a:cubicBezTo>
                  <a:pt x="170485" y="45677"/>
                  <a:pt x="170374" y="45615"/>
                  <a:pt x="170262" y="45541"/>
                </a:cubicBezTo>
                <a:cubicBezTo>
                  <a:pt x="170210" y="45507"/>
                  <a:pt x="170154" y="45470"/>
                  <a:pt x="170097" y="45448"/>
                </a:cubicBezTo>
                <a:cubicBezTo>
                  <a:pt x="170110" y="45312"/>
                  <a:pt x="170110" y="45176"/>
                  <a:pt x="170111" y="45041"/>
                </a:cubicBezTo>
                <a:cubicBezTo>
                  <a:pt x="170115" y="44827"/>
                  <a:pt x="170119" y="44613"/>
                  <a:pt x="170123" y="44399"/>
                </a:cubicBezTo>
                <a:cubicBezTo>
                  <a:pt x="170130" y="43971"/>
                  <a:pt x="170136" y="43543"/>
                  <a:pt x="170139" y="43116"/>
                </a:cubicBezTo>
                <a:cubicBezTo>
                  <a:pt x="170147" y="42260"/>
                  <a:pt x="170149" y="41407"/>
                  <a:pt x="170149" y="40551"/>
                </a:cubicBezTo>
                <a:cubicBezTo>
                  <a:pt x="170150" y="38848"/>
                  <a:pt x="170149" y="37146"/>
                  <a:pt x="170136" y="35442"/>
                </a:cubicBezTo>
                <a:cubicBezTo>
                  <a:pt x="170130" y="34964"/>
                  <a:pt x="170119" y="34484"/>
                  <a:pt x="170106" y="34007"/>
                </a:cubicBezTo>
                <a:cubicBezTo>
                  <a:pt x="170100" y="33763"/>
                  <a:pt x="170093" y="33519"/>
                  <a:pt x="170087" y="33276"/>
                </a:cubicBezTo>
                <a:cubicBezTo>
                  <a:pt x="170080" y="33034"/>
                  <a:pt x="170057" y="32803"/>
                  <a:pt x="170020" y="32563"/>
                </a:cubicBezTo>
                <a:cubicBezTo>
                  <a:pt x="170013" y="32519"/>
                  <a:pt x="169974" y="32495"/>
                  <a:pt x="169931" y="32493"/>
                </a:cubicBezTo>
                <a:cubicBezTo>
                  <a:pt x="169965" y="32377"/>
                  <a:pt x="169875" y="32270"/>
                  <a:pt x="169816" y="32169"/>
                </a:cubicBezTo>
                <a:cubicBezTo>
                  <a:pt x="169739" y="32035"/>
                  <a:pt x="169663" y="31901"/>
                  <a:pt x="169585" y="31767"/>
                </a:cubicBezTo>
                <a:cubicBezTo>
                  <a:pt x="169511" y="31641"/>
                  <a:pt x="169438" y="31513"/>
                  <a:pt x="169358" y="31390"/>
                </a:cubicBezTo>
                <a:cubicBezTo>
                  <a:pt x="169310" y="31314"/>
                  <a:pt x="169262" y="31230"/>
                  <a:pt x="169198" y="31161"/>
                </a:cubicBezTo>
                <a:cubicBezTo>
                  <a:pt x="169208" y="31066"/>
                  <a:pt x="169152" y="30962"/>
                  <a:pt x="169027" y="30966"/>
                </a:cubicBezTo>
                <a:cubicBezTo>
                  <a:pt x="168741" y="30973"/>
                  <a:pt x="168454" y="30983"/>
                  <a:pt x="168166" y="30992"/>
                </a:cubicBezTo>
                <a:cubicBezTo>
                  <a:pt x="168027" y="30996"/>
                  <a:pt x="167887" y="31007"/>
                  <a:pt x="167748" y="31016"/>
                </a:cubicBezTo>
                <a:cubicBezTo>
                  <a:pt x="167642" y="31023"/>
                  <a:pt x="167528" y="31027"/>
                  <a:pt x="167424" y="31055"/>
                </a:cubicBezTo>
                <a:cubicBezTo>
                  <a:pt x="167402" y="30914"/>
                  <a:pt x="167370" y="30774"/>
                  <a:pt x="167346" y="30635"/>
                </a:cubicBezTo>
                <a:cubicBezTo>
                  <a:pt x="167311" y="30417"/>
                  <a:pt x="167272" y="30201"/>
                  <a:pt x="167234" y="29984"/>
                </a:cubicBezTo>
                <a:cubicBezTo>
                  <a:pt x="167195" y="29768"/>
                  <a:pt x="167160" y="29551"/>
                  <a:pt x="167115" y="29335"/>
                </a:cubicBezTo>
                <a:cubicBezTo>
                  <a:pt x="167076" y="29154"/>
                  <a:pt x="167048" y="28978"/>
                  <a:pt x="166968" y="28814"/>
                </a:cubicBezTo>
                <a:cubicBezTo>
                  <a:pt x="166968" y="28349"/>
                  <a:pt x="166963" y="27884"/>
                  <a:pt x="166963" y="27421"/>
                </a:cubicBezTo>
                <a:cubicBezTo>
                  <a:pt x="166963" y="27021"/>
                  <a:pt x="166961" y="26623"/>
                  <a:pt x="166955" y="26225"/>
                </a:cubicBezTo>
                <a:cubicBezTo>
                  <a:pt x="166954" y="26019"/>
                  <a:pt x="166941" y="25812"/>
                  <a:pt x="166924" y="25606"/>
                </a:cubicBezTo>
                <a:cubicBezTo>
                  <a:pt x="166914" y="25498"/>
                  <a:pt x="166898" y="25398"/>
                  <a:pt x="166872" y="25293"/>
                </a:cubicBezTo>
                <a:cubicBezTo>
                  <a:pt x="166855" y="25219"/>
                  <a:pt x="166844" y="25137"/>
                  <a:pt x="166779" y="25093"/>
                </a:cubicBezTo>
                <a:cubicBezTo>
                  <a:pt x="166747" y="25018"/>
                  <a:pt x="166652" y="25018"/>
                  <a:pt x="166619" y="25093"/>
                </a:cubicBezTo>
                <a:cubicBezTo>
                  <a:pt x="166569" y="25130"/>
                  <a:pt x="166552" y="25189"/>
                  <a:pt x="166535" y="25251"/>
                </a:cubicBezTo>
                <a:cubicBezTo>
                  <a:pt x="166511" y="25340"/>
                  <a:pt x="166490" y="25427"/>
                  <a:pt x="166483" y="25519"/>
                </a:cubicBezTo>
                <a:cubicBezTo>
                  <a:pt x="166464" y="25708"/>
                  <a:pt x="166455" y="25902"/>
                  <a:pt x="166446" y="26093"/>
                </a:cubicBezTo>
                <a:cubicBezTo>
                  <a:pt x="166431" y="26447"/>
                  <a:pt x="166437" y="26802"/>
                  <a:pt x="166437" y="27155"/>
                </a:cubicBezTo>
                <a:cubicBezTo>
                  <a:pt x="166437" y="27572"/>
                  <a:pt x="166437" y="27988"/>
                  <a:pt x="166437" y="28405"/>
                </a:cubicBezTo>
                <a:cubicBezTo>
                  <a:pt x="166370" y="28331"/>
                  <a:pt x="166301" y="28256"/>
                  <a:pt x="166239" y="28178"/>
                </a:cubicBezTo>
                <a:cubicBezTo>
                  <a:pt x="166104" y="28007"/>
                  <a:pt x="165972" y="27830"/>
                  <a:pt x="165847" y="27652"/>
                </a:cubicBezTo>
                <a:cubicBezTo>
                  <a:pt x="165655" y="27375"/>
                  <a:pt x="165484" y="27081"/>
                  <a:pt x="165315" y="26789"/>
                </a:cubicBezTo>
                <a:cubicBezTo>
                  <a:pt x="165319" y="26058"/>
                  <a:pt x="165317" y="25325"/>
                  <a:pt x="165306" y="24594"/>
                </a:cubicBezTo>
                <a:cubicBezTo>
                  <a:pt x="165302" y="24315"/>
                  <a:pt x="165296" y="24036"/>
                  <a:pt x="165289" y="23757"/>
                </a:cubicBezTo>
                <a:cubicBezTo>
                  <a:pt x="165280" y="23501"/>
                  <a:pt x="165302" y="23186"/>
                  <a:pt x="165155" y="22963"/>
                </a:cubicBezTo>
                <a:cubicBezTo>
                  <a:pt x="165116" y="22906"/>
                  <a:pt x="165036" y="22906"/>
                  <a:pt x="164999" y="22963"/>
                </a:cubicBezTo>
                <a:cubicBezTo>
                  <a:pt x="164980" y="22991"/>
                  <a:pt x="164965" y="23021"/>
                  <a:pt x="164951" y="23051"/>
                </a:cubicBezTo>
                <a:cubicBezTo>
                  <a:pt x="164926" y="23051"/>
                  <a:pt x="164904" y="23065"/>
                  <a:pt x="164895" y="23095"/>
                </a:cubicBezTo>
                <a:cubicBezTo>
                  <a:pt x="164841" y="23259"/>
                  <a:pt x="164837" y="23426"/>
                  <a:pt x="164835" y="23597"/>
                </a:cubicBezTo>
                <a:cubicBezTo>
                  <a:pt x="164833" y="23774"/>
                  <a:pt x="164830" y="23953"/>
                  <a:pt x="164830" y="24129"/>
                </a:cubicBezTo>
                <a:cubicBezTo>
                  <a:pt x="164828" y="24490"/>
                  <a:pt x="164830" y="24851"/>
                  <a:pt x="164830" y="25214"/>
                </a:cubicBezTo>
                <a:lnTo>
                  <a:pt x="164830" y="26274"/>
                </a:lnTo>
                <a:cubicBezTo>
                  <a:pt x="164830" y="26452"/>
                  <a:pt x="164832" y="26629"/>
                  <a:pt x="164833" y="26805"/>
                </a:cubicBezTo>
                <a:cubicBezTo>
                  <a:pt x="164835" y="26898"/>
                  <a:pt x="164826" y="27001"/>
                  <a:pt x="164835" y="27099"/>
                </a:cubicBezTo>
                <a:lnTo>
                  <a:pt x="164835" y="27239"/>
                </a:lnTo>
                <a:cubicBezTo>
                  <a:pt x="164820" y="27350"/>
                  <a:pt x="164809" y="27460"/>
                  <a:pt x="164796" y="27572"/>
                </a:cubicBezTo>
                <a:cubicBezTo>
                  <a:pt x="164794" y="27598"/>
                  <a:pt x="164791" y="27622"/>
                  <a:pt x="164789" y="27646"/>
                </a:cubicBezTo>
                <a:cubicBezTo>
                  <a:pt x="164774" y="27709"/>
                  <a:pt x="164761" y="27774"/>
                  <a:pt x="164748" y="27838"/>
                </a:cubicBezTo>
                <a:cubicBezTo>
                  <a:pt x="164726" y="27942"/>
                  <a:pt x="164703" y="28048"/>
                  <a:pt x="164688" y="28156"/>
                </a:cubicBezTo>
                <a:cubicBezTo>
                  <a:pt x="164683" y="28184"/>
                  <a:pt x="164675" y="28211"/>
                  <a:pt x="164670" y="28239"/>
                </a:cubicBezTo>
                <a:cubicBezTo>
                  <a:pt x="164597" y="28565"/>
                  <a:pt x="164527" y="28890"/>
                  <a:pt x="164454" y="29216"/>
                </a:cubicBezTo>
                <a:cubicBezTo>
                  <a:pt x="164309" y="29882"/>
                  <a:pt x="164160" y="30545"/>
                  <a:pt x="164004" y="31208"/>
                </a:cubicBezTo>
                <a:cubicBezTo>
                  <a:pt x="163693" y="32521"/>
                  <a:pt x="163385" y="33834"/>
                  <a:pt x="163054" y="35141"/>
                </a:cubicBezTo>
                <a:cubicBezTo>
                  <a:pt x="162996" y="35360"/>
                  <a:pt x="162940" y="35582"/>
                  <a:pt x="162883" y="35801"/>
                </a:cubicBezTo>
                <a:cubicBezTo>
                  <a:pt x="162563" y="35822"/>
                  <a:pt x="162245" y="35859"/>
                  <a:pt x="161927" y="35887"/>
                </a:cubicBezTo>
                <a:cubicBezTo>
                  <a:pt x="161497" y="35926"/>
                  <a:pt x="161067" y="35961"/>
                  <a:pt x="160638" y="35998"/>
                </a:cubicBezTo>
                <a:cubicBezTo>
                  <a:pt x="159773" y="36073"/>
                  <a:pt x="158906" y="36138"/>
                  <a:pt x="158038" y="36197"/>
                </a:cubicBezTo>
                <a:cubicBezTo>
                  <a:pt x="157790" y="36214"/>
                  <a:pt x="157543" y="36233"/>
                  <a:pt x="157294" y="36251"/>
                </a:cubicBezTo>
                <a:cubicBezTo>
                  <a:pt x="157177" y="36261"/>
                  <a:pt x="157061" y="36274"/>
                  <a:pt x="156944" y="36287"/>
                </a:cubicBezTo>
                <a:cubicBezTo>
                  <a:pt x="156911" y="36290"/>
                  <a:pt x="156875" y="36296"/>
                  <a:pt x="156842" y="36301"/>
                </a:cubicBezTo>
                <a:cubicBezTo>
                  <a:pt x="156762" y="36069"/>
                  <a:pt x="156652" y="35844"/>
                  <a:pt x="156557" y="35626"/>
                </a:cubicBezTo>
                <a:cubicBezTo>
                  <a:pt x="156412" y="35288"/>
                  <a:pt x="156265" y="34949"/>
                  <a:pt x="156120" y="34611"/>
                </a:cubicBezTo>
                <a:cubicBezTo>
                  <a:pt x="155823" y="33919"/>
                  <a:pt x="155525" y="33229"/>
                  <a:pt x="155228" y="32539"/>
                </a:cubicBezTo>
                <a:cubicBezTo>
                  <a:pt x="154640" y="31174"/>
                  <a:pt x="154052" y="29807"/>
                  <a:pt x="153439" y="28451"/>
                </a:cubicBezTo>
                <a:cubicBezTo>
                  <a:pt x="153091" y="27683"/>
                  <a:pt x="152780" y="26891"/>
                  <a:pt x="152377" y="26151"/>
                </a:cubicBezTo>
                <a:cubicBezTo>
                  <a:pt x="152360" y="26119"/>
                  <a:pt x="152325" y="26114"/>
                  <a:pt x="152297" y="26127"/>
                </a:cubicBezTo>
                <a:cubicBezTo>
                  <a:pt x="152241" y="26110"/>
                  <a:pt x="152170" y="26130"/>
                  <a:pt x="152142" y="26201"/>
                </a:cubicBezTo>
                <a:cubicBezTo>
                  <a:pt x="152008" y="26545"/>
                  <a:pt x="151889" y="26897"/>
                  <a:pt x="151765" y="27244"/>
                </a:cubicBezTo>
                <a:cubicBezTo>
                  <a:pt x="151681" y="27481"/>
                  <a:pt x="151590" y="27713"/>
                  <a:pt x="151521" y="27953"/>
                </a:cubicBezTo>
                <a:cubicBezTo>
                  <a:pt x="151454" y="27813"/>
                  <a:pt x="151387" y="27674"/>
                  <a:pt x="151315" y="27536"/>
                </a:cubicBezTo>
                <a:cubicBezTo>
                  <a:pt x="151194" y="27302"/>
                  <a:pt x="151067" y="27068"/>
                  <a:pt x="150934" y="26839"/>
                </a:cubicBezTo>
                <a:cubicBezTo>
                  <a:pt x="150807" y="26623"/>
                  <a:pt x="150684" y="26361"/>
                  <a:pt x="150491" y="26195"/>
                </a:cubicBezTo>
                <a:cubicBezTo>
                  <a:pt x="150495" y="26190"/>
                  <a:pt x="150498" y="26182"/>
                  <a:pt x="150502" y="26173"/>
                </a:cubicBezTo>
                <a:cubicBezTo>
                  <a:pt x="150545" y="26067"/>
                  <a:pt x="150376" y="26004"/>
                  <a:pt x="150318" y="26097"/>
                </a:cubicBezTo>
                <a:cubicBezTo>
                  <a:pt x="149940" y="26726"/>
                  <a:pt x="149641" y="27408"/>
                  <a:pt x="149334" y="28074"/>
                </a:cubicBezTo>
                <a:cubicBezTo>
                  <a:pt x="149027" y="28747"/>
                  <a:pt x="148733" y="29428"/>
                  <a:pt x="148454" y="30114"/>
                </a:cubicBezTo>
                <a:cubicBezTo>
                  <a:pt x="148378" y="30304"/>
                  <a:pt x="148302" y="30495"/>
                  <a:pt x="148228" y="30685"/>
                </a:cubicBezTo>
                <a:cubicBezTo>
                  <a:pt x="148164" y="30847"/>
                  <a:pt x="148083" y="31018"/>
                  <a:pt x="148051" y="31191"/>
                </a:cubicBezTo>
                <a:cubicBezTo>
                  <a:pt x="147649" y="31200"/>
                  <a:pt x="147461" y="31847"/>
                  <a:pt x="147843" y="32031"/>
                </a:cubicBezTo>
                <a:cubicBezTo>
                  <a:pt x="147850" y="32035"/>
                  <a:pt x="147859" y="32039"/>
                  <a:pt x="147869" y="32041"/>
                </a:cubicBezTo>
                <a:cubicBezTo>
                  <a:pt x="147844" y="32217"/>
                  <a:pt x="147850" y="32394"/>
                  <a:pt x="147850" y="32571"/>
                </a:cubicBezTo>
                <a:cubicBezTo>
                  <a:pt x="147848" y="32790"/>
                  <a:pt x="147848" y="33010"/>
                  <a:pt x="147848" y="33229"/>
                </a:cubicBezTo>
                <a:cubicBezTo>
                  <a:pt x="147848" y="33683"/>
                  <a:pt x="147850" y="34137"/>
                  <a:pt x="147850" y="34590"/>
                </a:cubicBezTo>
                <a:cubicBezTo>
                  <a:pt x="147850" y="35044"/>
                  <a:pt x="147850" y="35498"/>
                  <a:pt x="147850" y="35952"/>
                </a:cubicBezTo>
                <a:cubicBezTo>
                  <a:pt x="147850" y="36171"/>
                  <a:pt x="147850" y="36391"/>
                  <a:pt x="147854" y="36610"/>
                </a:cubicBezTo>
                <a:cubicBezTo>
                  <a:pt x="147856" y="36727"/>
                  <a:pt x="147854" y="36845"/>
                  <a:pt x="147857" y="36960"/>
                </a:cubicBezTo>
                <a:cubicBezTo>
                  <a:pt x="147861" y="37012"/>
                  <a:pt x="147861" y="37066"/>
                  <a:pt x="147869" y="37116"/>
                </a:cubicBezTo>
                <a:cubicBezTo>
                  <a:pt x="147776" y="37107"/>
                  <a:pt x="147677" y="37125"/>
                  <a:pt x="147584" y="37133"/>
                </a:cubicBezTo>
                <a:cubicBezTo>
                  <a:pt x="147448" y="37144"/>
                  <a:pt x="147311" y="37151"/>
                  <a:pt x="147173" y="37159"/>
                </a:cubicBezTo>
                <a:cubicBezTo>
                  <a:pt x="147037" y="37164"/>
                  <a:pt x="146900" y="37168"/>
                  <a:pt x="146764" y="37170"/>
                </a:cubicBezTo>
                <a:cubicBezTo>
                  <a:pt x="146684" y="37172"/>
                  <a:pt x="146602" y="37168"/>
                  <a:pt x="146524" y="37174"/>
                </a:cubicBezTo>
                <a:lnTo>
                  <a:pt x="146524" y="36248"/>
                </a:lnTo>
                <a:cubicBezTo>
                  <a:pt x="146524" y="35954"/>
                  <a:pt x="146520" y="35660"/>
                  <a:pt x="146518" y="35366"/>
                </a:cubicBezTo>
                <a:cubicBezTo>
                  <a:pt x="146517" y="35212"/>
                  <a:pt x="146513" y="35057"/>
                  <a:pt x="146507" y="34903"/>
                </a:cubicBezTo>
                <a:cubicBezTo>
                  <a:pt x="146505" y="34829"/>
                  <a:pt x="146511" y="34736"/>
                  <a:pt x="146492" y="34654"/>
                </a:cubicBezTo>
                <a:cubicBezTo>
                  <a:pt x="146760" y="34587"/>
                  <a:pt x="146961" y="34315"/>
                  <a:pt x="146957" y="34040"/>
                </a:cubicBezTo>
                <a:cubicBezTo>
                  <a:pt x="146955" y="33804"/>
                  <a:pt x="146799" y="33551"/>
                  <a:pt x="146572" y="33467"/>
                </a:cubicBezTo>
                <a:cubicBezTo>
                  <a:pt x="146574" y="33244"/>
                  <a:pt x="146563" y="33021"/>
                  <a:pt x="146559" y="32798"/>
                </a:cubicBezTo>
                <a:cubicBezTo>
                  <a:pt x="146556" y="32682"/>
                  <a:pt x="146554" y="32567"/>
                  <a:pt x="146548" y="32452"/>
                </a:cubicBezTo>
                <a:cubicBezTo>
                  <a:pt x="146544" y="32381"/>
                  <a:pt x="146544" y="32305"/>
                  <a:pt x="146537" y="32232"/>
                </a:cubicBezTo>
                <a:cubicBezTo>
                  <a:pt x="146842" y="32000"/>
                  <a:pt x="147099" y="31686"/>
                  <a:pt x="147298" y="31366"/>
                </a:cubicBezTo>
                <a:cubicBezTo>
                  <a:pt x="147406" y="31187"/>
                  <a:pt x="147500" y="30999"/>
                  <a:pt x="147575" y="30804"/>
                </a:cubicBezTo>
                <a:cubicBezTo>
                  <a:pt x="147614" y="30704"/>
                  <a:pt x="147645" y="30598"/>
                  <a:pt x="147671" y="30493"/>
                </a:cubicBezTo>
                <a:cubicBezTo>
                  <a:pt x="147690" y="30417"/>
                  <a:pt x="147712" y="30337"/>
                  <a:pt x="147711" y="30257"/>
                </a:cubicBezTo>
                <a:cubicBezTo>
                  <a:pt x="147750" y="30068"/>
                  <a:pt x="147725" y="29863"/>
                  <a:pt x="147722" y="29671"/>
                </a:cubicBezTo>
                <a:cubicBezTo>
                  <a:pt x="147718" y="29465"/>
                  <a:pt x="147714" y="29260"/>
                  <a:pt x="147711" y="29054"/>
                </a:cubicBezTo>
                <a:cubicBezTo>
                  <a:pt x="147705" y="28652"/>
                  <a:pt x="147698" y="28249"/>
                  <a:pt x="147688" y="27845"/>
                </a:cubicBezTo>
                <a:cubicBezTo>
                  <a:pt x="147677" y="27442"/>
                  <a:pt x="147668" y="27038"/>
                  <a:pt x="147657" y="26636"/>
                </a:cubicBezTo>
                <a:cubicBezTo>
                  <a:pt x="147651" y="26430"/>
                  <a:pt x="147647" y="26225"/>
                  <a:pt x="147636" y="26019"/>
                </a:cubicBezTo>
                <a:cubicBezTo>
                  <a:pt x="147631" y="25917"/>
                  <a:pt x="147621" y="25814"/>
                  <a:pt x="147610" y="25712"/>
                </a:cubicBezTo>
                <a:cubicBezTo>
                  <a:pt x="147606" y="25675"/>
                  <a:pt x="147603" y="25636"/>
                  <a:pt x="147597" y="25597"/>
                </a:cubicBezTo>
                <a:cubicBezTo>
                  <a:pt x="147610" y="25580"/>
                  <a:pt x="147619" y="25558"/>
                  <a:pt x="147621" y="25535"/>
                </a:cubicBezTo>
                <a:cubicBezTo>
                  <a:pt x="147636" y="25426"/>
                  <a:pt x="147579" y="25336"/>
                  <a:pt x="147536" y="25238"/>
                </a:cubicBezTo>
                <a:cubicBezTo>
                  <a:pt x="147493" y="25137"/>
                  <a:pt x="147448" y="25035"/>
                  <a:pt x="147406" y="24933"/>
                </a:cubicBezTo>
                <a:cubicBezTo>
                  <a:pt x="147322" y="24732"/>
                  <a:pt x="147240" y="24527"/>
                  <a:pt x="147162" y="24323"/>
                </a:cubicBezTo>
                <a:cubicBezTo>
                  <a:pt x="147006" y="23914"/>
                  <a:pt x="146864" y="23501"/>
                  <a:pt x="146734" y="23082"/>
                </a:cubicBezTo>
                <a:cubicBezTo>
                  <a:pt x="146476" y="22245"/>
                  <a:pt x="146273" y="21394"/>
                  <a:pt x="146124" y="20531"/>
                </a:cubicBezTo>
                <a:cubicBezTo>
                  <a:pt x="146083" y="20294"/>
                  <a:pt x="146046" y="20058"/>
                  <a:pt x="146009" y="19822"/>
                </a:cubicBezTo>
                <a:cubicBezTo>
                  <a:pt x="145990" y="19701"/>
                  <a:pt x="145970" y="19580"/>
                  <a:pt x="145949" y="19459"/>
                </a:cubicBezTo>
                <a:cubicBezTo>
                  <a:pt x="145931" y="19359"/>
                  <a:pt x="145920" y="19253"/>
                  <a:pt x="145881" y="19158"/>
                </a:cubicBezTo>
                <a:cubicBezTo>
                  <a:pt x="145879" y="19136"/>
                  <a:pt x="145877" y="19115"/>
                  <a:pt x="145875" y="19093"/>
                </a:cubicBezTo>
                <a:cubicBezTo>
                  <a:pt x="145862" y="18989"/>
                  <a:pt x="145735" y="18970"/>
                  <a:pt x="145693" y="19069"/>
                </a:cubicBezTo>
                <a:cubicBezTo>
                  <a:pt x="145609" y="19272"/>
                  <a:pt x="145589" y="19504"/>
                  <a:pt x="145553" y="19720"/>
                </a:cubicBezTo>
                <a:cubicBezTo>
                  <a:pt x="145518" y="19941"/>
                  <a:pt x="145481" y="20161"/>
                  <a:pt x="145440" y="20382"/>
                </a:cubicBezTo>
                <a:cubicBezTo>
                  <a:pt x="145362" y="20821"/>
                  <a:pt x="145271" y="21258"/>
                  <a:pt x="145170" y="21693"/>
                </a:cubicBezTo>
                <a:cubicBezTo>
                  <a:pt x="144971" y="22565"/>
                  <a:pt x="144729" y="23426"/>
                  <a:pt x="144460" y="24278"/>
                </a:cubicBezTo>
                <a:cubicBezTo>
                  <a:pt x="144385" y="24511"/>
                  <a:pt x="144307" y="24743"/>
                  <a:pt x="144229" y="24974"/>
                </a:cubicBezTo>
                <a:cubicBezTo>
                  <a:pt x="144186" y="25091"/>
                  <a:pt x="144149" y="25212"/>
                  <a:pt x="144110" y="25331"/>
                </a:cubicBezTo>
                <a:cubicBezTo>
                  <a:pt x="144069" y="25455"/>
                  <a:pt x="144049" y="25587"/>
                  <a:pt x="144006" y="25714"/>
                </a:cubicBezTo>
                <a:cubicBezTo>
                  <a:pt x="143995" y="25747"/>
                  <a:pt x="144015" y="25779"/>
                  <a:pt x="144043" y="25794"/>
                </a:cubicBezTo>
                <a:cubicBezTo>
                  <a:pt x="144017" y="25892"/>
                  <a:pt x="144036" y="26004"/>
                  <a:pt x="144039" y="26104"/>
                </a:cubicBezTo>
                <a:cubicBezTo>
                  <a:pt x="144043" y="26240"/>
                  <a:pt x="144047" y="26376"/>
                  <a:pt x="144051" y="26514"/>
                </a:cubicBezTo>
                <a:cubicBezTo>
                  <a:pt x="144058" y="26744"/>
                  <a:pt x="144065" y="26973"/>
                  <a:pt x="144077" y="27202"/>
                </a:cubicBezTo>
                <a:cubicBezTo>
                  <a:pt x="144000" y="27207"/>
                  <a:pt x="143926" y="27213"/>
                  <a:pt x="143852" y="27224"/>
                </a:cubicBezTo>
                <a:cubicBezTo>
                  <a:pt x="143798" y="27205"/>
                  <a:pt x="143740" y="27205"/>
                  <a:pt x="143669" y="27209"/>
                </a:cubicBezTo>
                <a:cubicBezTo>
                  <a:pt x="143565" y="27211"/>
                  <a:pt x="143463" y="27215"/>
                  <a:pt x="143361" y="27218"/>
                </a:cubicBezTo>
                <a:cubicBezTo>
                  <a:pt x="143141" y="27224"/>
                  <a:pt x="142920" y="27230"/>
                  <a:pt x="142700" y="27231"/>
                </a:cubicBezTo>
                <a:cubicBezTo>
                  <a:pt x="142481" y="27235"/>
                  <a:pt x="142260" y="27235"/>
                  <a:pt x="142040" y="27235"/>
                </a:cubicBezTo>
                <a:cubicBezTo>
                  <a:pt x="141856" y="27237"/>
                  <a:pt x="141596" y="27190"/>
                  <a:pt x="141434" y="27293"/>
                </a:cubicBezTo>
                <a:cubicBezTo>
                  <a:pt x="141393" y="27321"/>
                  <a:pt x="141395" y="27371"/>
                  <a:pt x="141428" y="27401"/>
                </a:cubicBezTo>
                <a:cubicBezTo>
                  <a:pt x="141419" y="27414"/>
                  <a:pt x="141413" y="27427"/>
                  <a:pt x="141412" y="27445"/>
                </a:cubicBezTo>
                <a:cubicBezTo>
                  <a:pt x="141369" y="27840"/>
                  <a:pt x="141367" y="28238"/>
                  <a:pt x="141356" y="28634"/>
                </a:cubicBezTo>
                <a:cubicBezTo>
                  <a:pt x="141346" y="29037"/>
                  <a:pt x="141335" y="29439"/>
                  <a:pt x="141322" y="29842"/>
                </a:cubicBezTo>
                <a:cubicBezTo>
                  <a:pt x="141311" y="30239"/>
                  <a:pt x="141298" y="30635"/>
                  <a:pt x="141287" y="31031"/>
                </a:cubicBezTo>
                <a:cubicBezTo>
                  <a:pt x="141281" y="31228"/>
                  <a:pt x="141278" y="31427"/>
                  <a:pt x="141274" y="31624"/>
                </a:cubicBezTo>
                <a:cubicBezTo>
                  <a:pt x="141274" y="31682"/>
                  <a:pt x="141270" y="31743"/>
                  <a:pt x="141268" y="31805"/>
                </a:cubicBezTo>
                <a:cubicBezTo>
                  <a:pt x="141201" y="31810"/>
                  <a:pt x="141133" y="31818"/>
                  <a:pt x="141067" y="31829"/>
                </a:cubicBezTo>
                <a:cubicBezTo>
                  <a:pt x="140999" y="31842"/>
                  <a:pt x="140922" y="31857"/>
                  <a:pt x="140854" y="31883"/>
                </a:cubicBezTo>
                <a:cubicBezTo>
                  <a:pt x="140854" y="31877"/>
                  <a:pt x="140854" y="31872"/>
                  <a:pt x="140854" y="31866"/>
                </a:cubicBezTo>
                <a:cubicBezTo>
                  <a:pt x="140848" y="31764"/>
                  <a:pt x="140842" y="31659"/>
                  <a:pt x="140835" y="31557"/>
                </a:cubicBezTo>
                <a:cubicBezTo>
                  <a:pt x="140822" y="31368"/>
                  <a:pt x="140811" y="31178"/>
                  <a:pt x="140800" y="30986"/>
                </a:cubicBezTo>
                <a:cubicBezTo>
                  <a:pt x="140775" y="30585"/>
                  <a:pt x="140755" y="30181"/>
                  <a:pt x="140733" y="29777"/>
                </a:cubicBezTo>
                <a:cubicBezTo>
                  <a:pt x="140710" y="29383"/>
                  <a:pt x="140690" y="28987"/>
                  <a:pt x="140671" y="28591"/>
                </a:cubicBezTo>
                <a:cubicBezTo>
                  <a:pt x="140655" y="28265"/>
                  <a:pt x="140649" y="27933"/>
                  <a:pt x="140591" y="27611"/>
                </a:cubicBezTo>
                <a:cubicBezTo>
                  <a:pt x="140593" y="27596"/>
                  <a:pt x="140593" y="27581"/>
                  <a:pt x="140593" y="27568"/>
                </a:cubicBezTo>
                <a:cubicBezTo>
                  <a:pt x="140599" y="27332"/>
                  <a:pt x="140599" y="27096"/>
                  <a:pt x="140599" y="26859"/>
                </a:cubicBezTo>
                <a:cubicBezTo>
                  <a:pt x="140601" y="26402"/>
                  <a:pt x="140601" y="25944"/>
                  <a:pt x="140601" y="25489"/>
                </a:cubicBezTo>
                <a:cubicBezTo>
                  <a:pt x="140599" y="25031"/>
                  <a:pt x="140599" y="24574"/>
                  <a:pt x="140597" y="24116"/>
                </a:cubicBezTo>
                <a:cubicBezTo>
                  <a:pt x="140597" y="24055"/>
                  <a:pt x="140597" y="23994"/>
                  <a:pt x="140597" y="23932"/>
                </a:cubicBezTo>
                <a:cubicBezTo>
                  <a:pt x="140597" y="23757"/>
                  <a:pt x="140595" y="23582"/>
                  <a:pt x="140593" y="23410"/>
                </a:cubicBezTo>
                <a:cubicBezTo>
                  <a:pt x="140591" y="23183"/>
                  <a:pt x="140608" y="22945"/>
                  <a:pt x="140549" y="22727"/>
                </a:cubicBezTo>
                <a:cubicBezTo>
                  <a:pt x="140536" y="22682"/>
                  <a:pt x="140489" y="22667"/>
                  <a:pt x="140454" y="22679"/>
                </a:cubicBezTo>
                <a:cubicBezTo>
                  <a:pt x="140428" y="22673"/>
                  <a:pt x="140398" y="22681"/>
                  <a:pt x="140385" y="22707"/>
                </a:cubicBezTo>
                <a:cubicBezTo>
                  <a:pt x="140316" y="22846"/>
                  <a:pt x="140327" y="23023"/>
                  <a:pt x="140327" y="23175"/>
                </a:cubicBezTo>
                <a:cubicBezTo>
                  <a:pt x="140325" y="23350"/>
                  <a:pt x="140324" y="23525"/>
                  <a:pt x="140318" y="23700"/>
                </a:cubicBezTo>
                <a:cubicBezTo>
                  <a:pt x="140309" y="24040"/>
                  <a:pt x="140307" y="24382"/>
                  <a:pt x="140292" y="24724"/>
                </a:cubicBezTo>
                <a:cubicBezTo>
                  <a:pt x="140277" y="25067"/>
                  <a:pt x="140255" y="25407"/>
                  <a:pt x="140225" y="25747"/>
                </a:cubicBezTo>
                <a:cubicBezTo>
                  <a:pt x="140210" y="25922"/>
                  <a:pt x="140192" y="26095"/>
                  <a:pt x="140173" y="26270"/>
                </a:cubicBezTo>
                <a:cubicBezTo>
                  <a:pt x="140167" y="26335"/>
                  <a:pt x="140151" y="26407"/>
                  <a:pt x="140141" y="26482"/>
                </a:cubicBezTo>
                <a:cubicBezTo>
                  <a:pt x="140093" y="26484"/>
                  <a:pt x="140046" y="26486"/>
                  <a:pt x="140000" y="26489"/>
                </a:cubicBezTo>
                <a:cubicBezTo>
                  <a:pt x="139942" y="26489"/>
                  <a:pt x="139883" y="26493"/>
                  <a:pt x="139827" y="26502"/>
                </a:cubicBezTo>
                <a:cubicBezTo>
                  <a:pt x="139769" y="26504"/>
                  <a:pt x="139712" y="26508"/>
                  <a:pt x="139654" y="26514"/>
                </a:cubicBezTo>
                <a:cubicBezTo>
                  <a:pt x="139498" y="26474"/>
                  <a:pt x="139330" y="26495"/>
                  <a:pt x="139167" y="26497"/>
                </a:cubicBezTo>
                <a:cubicBezTo>
                  <a:pt x="138949" y="26499"/>
                  <a:pt x="138732" y="26500"/>
                  <a:pt x="138514" y="26504"/>
                </a:cubicBezTo>
                <a:cubicBezTo>
                  <a:pt x="138296" y="26506"/>
                  <a:pt x="138079" y="26508"/>
                  <a:pt x="137861" y="26512"/>
                </a:cubicBezTo>
                <a:cubicBezTo>
                  <a:pt x="137768" y="26514"/>
                  <a:pt x="137673" y="26514"/>
                  <a:pt x="137579" y="26519"/>
                </a:cubicBezTo>
                <a:lnTo>
                  <a:pt x="137579" y="25511"/>
                </a:lnTo>
                <a:cubicBezTo>
                  <a:pt x="137579" y="24683"/>
                  <a:pt x="137580" y="23856"/>
                  <a:pt x="137575" y="23026"/>
                </a:cubicBezTo>
                <a:cubicBezTo>
                  <a:pt x="137573" y="22800"/>
                  <a:pt x="137571" y="22573"/>
                  <a:pt x="137571" y="22346"/>
                </a:cubicBezTo>
                <a:cubicBezTo>
                  <a:pt x="137569" y="22206"/>
                  <a:pt x="137577" y="22059"/>
                  <a:pt x="137569" y="21916"/>
                </a:cubicBezTo>
                <a:cubicBezTo>
                  <a:pt x="137619" y="21868"/>
                  <a:pt x="137668" y="21819"/>
                  <a:pt x="137718" y="21769"/>
                </a:cubicBezTo>
                <a:cubicBezTo>
                  <a:pt x="137794" y="21693"/>
                  <a:pt x="137871" y="21617"/>
                  <a:pt x="137945" y="21540"/>
                </a:cubicBezTo>
                <a:cubicBezTo>
                  <a:pt x="138021" y="21464"/>
                  <a:pt x="138110" y="21392"/>
                  <a:pt x="138166" y="21301"/>
                </a:cubicBezTo>
                <a:cubicBezTo>
                  <a:pt x="138190" y="21262"/>
                  <a:pt x="138181" y="21221"/>
                  <a:pt x="138157" y="21193"/>
                </a:cubicBezTo>
                <a:cubicBezTo>
                  <a:pt x="138185" y="21085"/>
                  <a:pt x="138187" y="20973"/>
                  <a:pt x="138189" y="20860"/>
                </a:cubicBezTo>
                <a:cubicBezTo>
                  <a:pt x="138239" y="20860"/>
                  <a:pt x="138287" y="20858"/>
                  <a:pt x="138328" y="20860"/>
                </a:cubicBezTo>
                <a:cubicBezTo>
                  <a:pt x="138497" y="20867"/>
                  <a:pt x="138661" y="20897"/>
                  <a:pt x="138830" y="20908"/>
                </a:cubicBezTo>
                <a:cubicBezTo>
                  <a:pt x="138990" y="20916"/>
                  <a:pt x="139150" y="20929"/>
                  <a:pt x="139310" y="20925"/>
                </a:cubicBezTo>
                <a:cubicBezTo>
                  <a:pt x="139481" y="20921"/>
                  <a:pt x="139630" y="20888"/>
                  <a:pt x="139784" y="20817"/>
                </a:cubicBezTo>
                <a:cubicBezTo>
                  <a:pt x="139827" y="20798"/>
                  <a:pt x="139833" y="20731"/>
                  <a:pt x="139801" y="20700"/>
                </a:cubicBezTo>
                <a:cubicBezTo>
                  <a:pt x="139814" y="20666"/>
                  <a:pt x="139803" y="20627"/>
                  <a:pt x="139767" y="20603"/>
                </a:cubicBezTo>
                <a:cubicBezTo>
                  <a:pt x="139693" y="20551"/>
                  <a:pt x="139598" y="20564"/>
                  <a:pt x="139509" y="20557"/>
                </a:cubicBezTo>
                <a:cubicBezTo>
                  <a:pt x="139423" y="20549"/>
                  <a:pt x="139334" y="20542"/>
                  <a:pt x="139249" y="20532"/>
                </a:cubicBezTo>
                <a:cubicBezTo>
                  <a:pt x="139050" y="20512"/>
                  <a:pt x="138856" y="20508"/>
                  <a:pt x="138657" y="20508"/>
                </a:cubicBezTo>
                <a:cubicBezTo>
                  <a:pt x="138603" y="20508"/>
                  <a:pt x="138395" y="20501"/>
                  <a:pt x="138194" y="20514"/>
                </a:cubicBezTo>
                <a:cubicBezTo>
                  <a:pt x="138194" y="20430"/>
                  <a:pt x="138194" y="20348"/>
                  <a:pt x="138194" y="20265"/>
                </a:cubicBezTo>
                <a:cubicBezTo>
                  <a:pt x="138194" y="20097"/>
                  <a:pt x="138200" y="19930"/>
                  <a:pt x="138192" y="19763"/>
                </a:cubicBezTo>
                <a:cubicBezTo>
                  <a:pt x="138187" y="19643"/>
                  <a:pt x="138200" y="19495"/>
                  <a:pt x="138148" y="19383"/>
                </a:cubicBezTo>
                <a:cubicBezTo>
                  <a:pt x="138174" y="19324"/>
                  <a:pt x="138166" y="19247"/>
                  <a:pt x="138099" y="19214"/>
                </a:cubicBezTo>
                <a:cubicBezTo>
                  <a:pt x="137945" y="19136"/>
                  <a:pt x="137779" y="19069"/>
                  <a:pt x="137618" y="19006"/>
                </a:cubicBezTo>
                <a:cubicBezTo>
                  <a:pt x="137513" y="18965"/>
                  <a:pt x="137400" y="18914"/>
                  <a:pt x="137287" y="18888"/>
                </a:cubicBezTo>
                <a:cubicBezTo>
                  <a:pt x="137307" y="18807"/>
                  <a:pt x="137290" y="18708"/>
                  <a:pt x="137290" y="18632"/>
                </a:cubicBezTo>
                <a:cubicBezTo>
                  <a:pt x="137290" y="18556"/>
                  <a:pt x="137285" y="18483"/>
                  <a:pt x="137275" y="18412"/>
                </a:cubicBezTo>
                <a:cubicBezTo>
                  <a:pt x="137285" y="18280"/>
                  <a:pt x="137283" y="18148"/>
                  <a:pt x="137281" y="18014"/>
                </a:cubicBezTo>
                <a:cubicBezTo>
                  <a:pt x="137279" y="17745"/>
                  <a:pt x="137275" y="17473"/>
                  <a:pt x="137274" y="17203"/>
                </a:cubicBezTo>
                <a:cubicBezTo>
                  <a:pt x="137268" y="16690"/>
                  <a:pt x="137285" y="16171"/>
                  <a:pt x="137231" y="15658"/>
                </a:cubicBezTo>
                <a:cubicBezTo>
                  <a:pt x="137236" y="15658"/>
                  <a:pt x="137242" y="15656"/>
                  <a:pt x="137249" y="15654"/>
                </a:cubicBezTo>
                <a:cubicBezTo>
                  <a:pt x="137437" y="15597"/>
                  <a:pt x="137629" y="15686"/>
                  <a:pt x="137820" y="15665"/>
                </a:cubicBezTo>
                <a:cubicBezTo>
                  <a:pt x="137999" y="15645"/>
                  <a:pt x="138168" y="15533"/>
                  <a:pt x="138209" y="15349"/>
                </a:cubicBezTo>
                <a:cubicBezTo>
                  <a:pt x="138248" y="15173"/>
                  <a:pt x="138131" y="15022"/>
                  <a:pt x="137975" y="14951"/>
                </a:cubicBezTo>
                <a:cubicBezTo>
                  <a:pt x="137891" y="14914"/>
                  <a:pt x="137802" y="14901"/>
                  <a:pt x="137709" y="14897"/>
                </a:cubicBezTo>
                <a:cubicBezTo>
                  <a:pt x="137618" y="14894"/>
                  <a:pt x="137532" y="14884"/>
                  <a:pt x="137443" y="14873"/>
                </a:cubicBezTo>
                <a:cubicBezTo>
                  <a:pt x="136768" y="13038"/>
                  <a:pt x="136221" y="11154"/>
                  <a:pt x="135808" y="9242"/>
                </a:cubicBezTo>
                <a:cubicBezTo>
                  <a:pt x="135391" y="7306"/>
                  <a:pt x="135120" y="5338"/>
                  <a:pt x="134992" y="3361"/>
                </a:cubicBezTo>
                <a:cubicBezTo>
                  <a:pt x="134956" y="2807"/>
                  <a:pt x="134932" y="2253"/>
                  <a:pt x="134917" y="1697"/>
                </a:cubicBezTo>
                <a:cubicBezTo>
                  <a:pt x="134912" y="1427"/>
                  <a:pt x="134906" y="1155"/>
                  <a:pt x="134902" y="886"/>
                </a:cubicBezTo>
                <a:cubicBezTo>
                  <a:pt x="134899" y="607"/>
                  <a:pt x="134912" y="332"/>
                  <a:pt x="134858" y="58"/>
                </a:cubicBezTo>
                <a:cubicBezTo>
                  <a:pt x="134847" y="1"/>
                  <a:pt x="134757" y="2"/>
                  <a:pt x="134744" y="58"/>
                </a:cubicBezTo>
                <a:cubicBezTo>
                  <a:pt x="134729" y="120"/>
                  <a:pt x="134718" y="183"/>
                  <a:pt x="134711" y="246"/>
                </a:cubicBezTo>
                <a:cubicBezTo>
                  <a:pt x="134705" y="185"/>
                  <a:pt x="134698" y="125"/>
                  <a:pt x="134692" y="64"/>
                </a:cubicBezTo>
                <a:cubicBezTo>
                  <a:pt x="134687" y="12"/>
                  <a:pt x="134610" y="10"/>
                  <a:pt x="134609" y="64"/>
                </a:cubicBezTo>
                <a:cubicBezTo>
                  <a:pt x="134584" y="1077"/>
                  <a:pt x="134627" y="2093"/>
                  <a:pt x="134614" y="3106"/>
                </a:cubicBezTo>
                <a:cubicBezTo>
                  <a:pt x="134603" y="4122"/>
                  <a:pt x="134564" y="5134"/>
                  <a:pt x="134484" y="6145"/>
                </a:cubicBezTo>
                <a:cubicBezTo>
                  <a:pt x="134333" y="8072"/>
                  <a:pt x="134008" y="9984"/>
                  <a:pt x="133485" y="11845"/>
                </a:cubicBezTo>
                <a:cubicBezTo>
                  <a:pt x="133197" y="12876"/>
                  <a:pt x="132827" y="13873"/>
                  <a:pt x="132407" y="14856"/>
                </a:cubicBezTo>
                <a:cubicBezTo>
                  <a:pt x="132405" y="14860"/>
                  <a:pt x="132405" y="14866"/>
                  <a:pt x="132403" y="14869"/>
                </a:cubicBezTo>
                <a:cubicBezTo>
                  <a:pt x="132319" y="14881"/>
                  <a:pt x="132237" y="14905"/>
                  <a:pt x="132155" y="14922"/>
                </a:cubicBezTo>
                <a:cubicBezTo>
                  <a:pt x="132029" y="14949"/>
                  <a:pt x="131899" y="14964"/>
                  <a:pt x="131769" y="14972"/>
                </a:cubicBezTo>
                <a:cubicBezTo>
                  <a:pt x="131726" y="14975"/>
                  <a:pt x="131692" y="14994"/>
                  <a:pt x="131670" y="15018"/>
                </a:cubicBezTo>
                <a:cubicBezTo>
                  <a:pt x="131412" y="15072"/>
                  <a:pt x="131209" y="15429"/>
                  <a:pt x="131467" y="15617"/>
                </a:cubicBezTo>
                <a:cubicBezTo>
                  <a:pt x="131607" y="15719"/>
                  <a:pt x="131830" y="15682"/>
                  <a:pt x="131994" y="15686"/>
                </a:cubicBezTo>
                <a:cubicBezTo>
                  <a:pt x="132092" y="15688"/>
                  <a:pt x="132193" y="15691"/>
                  <a:pt x="132291" y="15695"/>
                </a:cubicBezTo>
                <a:cubicBezTo>
                  <a:pt x="132276" y="15796"/>
                  <a:pt x="132278" y="15903"/>
                  <a:pt x="132275" y="16000"/>
                </a:cubicBezTo>
                <a:cubicBezTo>
                  <a:pt x="132271" y="16155"/>
                  <a:pt x="132269" y="16307"/>
                  <a:pt x="132265" y="16461"/>
                </a:cubicBezTo>
                <a:cubicBezTo>
                  <a:pt x="132260" y="16766"/>
                  <a:pt x="132258" y="17073"/>
                  <a:pt x="132254" y="17380"/>
                </a:cubicBezTo>
                <a:cubicBezTo>
                  <a:pt x="132252" y="17680"/>
                  <a:pt x="132248" y="17979"/>
                  <a:pt x="132245" y="18278"/>
                </a:cubicBezTo>
                <a:cubicBezTo>
                  <a:pt x="132245" y="18431"/>
                  <a:pt x="132243" y="18585"/>
                  <a:pt x="132245" y="18738"/>
                </a:cubicBezTo>
                <a:cubicBezTo>
                  <a:pt x="132245" y="18818"/>
                  <a:pt x="132245" y="18898"/>
                  <a:pt x="132250" y="18978"/>
                </a:cubicBezTo>
                <a:cubicBezTo>
                  <a:pt x="132129" y="19019"/>
                  <a:pt x="132009" y="19063"/>
                  <a:pt x="131888" y="19104"/>
                </a:cubicBezTo>
                <a:cubicBezTo>
                  <a:pt x="131704" y="19166"/>
                  <a:pt x="131499" y="19214"/>
                  <a:pt x="131337" y="19324"/>
                </a:cubicBezTo>
                <a:lnTo>
                  <a:pt x="131335" y="19325"/>
                </a:lnTo>
                <a:cubicBezTo>
                  <a:pt x="131328" y="19325"/>
                  <a:pt x="131320" y="19329"/>
                  <a:pt x="131311" y="19337"/>
                </a:cubicBezTo>
                <a:cubicBezTo>
                  <a:pt x="131257" y="19379"/>
                  <a:pt x="131259" y="19433"/>
                  <a:pt x="131253" y="19500"/>
                </a:cubicBezTo>
                <a:cubicBezTo>
                  <a:pt x="131246" y="19588"/>
                  <a:pt x="131242" y="19675"/>
                  <a:pt x="131237" y="19763"/>
                </a:cubicBezTo>
                <a:cubicBezTo>
                  <a:pt x="131227" y="19937"/>
                  <a:pt x="131233" y="20114"/>
                  <a:pt x="131233" y="20289"/>
                </a:cubicBezTo>
                <a:cubicBezTo>
                  <a:pt x="131231" y="20399"/>
                  <a:pt x="131231" y="20506"/>
                  <a:pt x="131235" y="20614"/>
                </a:cubicBezTo>
                <a:cubicBezTo>
                  <a:pt x="131179" y="20614"/>
                  <a:pt x="131121" y="20614"/>
                  <a:pt x="131066" y="20616"/>
                </a:cubicBezTo>
                <a:cubicBezTo>
                  <a:pt x="130846" y="20616"/>
                  <a:pt x="130625" y="20614"/>
                  <a:pt x="130405" y="20616"/>
                </a:cubicBezTo>
                <a:cubicBezTo>
                  <a:pt x="130303" y="20618"/>
                  <a:pt x="130199" y="20620"/>
                  <a:pt x="130097" y="20627"/>
                </a:cubicBezTo>
                <a:cubicBezTo>
                  <a:pt x="129998" y="20637"/>
                  <a:pt x="129875" y="20640"/>
                  <a:pt x="129792" y="20700"/>
                </a:cubicBezTo>
                <a:cubicBezTo>
                  <a:pt x="129742" y="20735"/>
                  <a:pt x="129742" y="20798"/>
                  <a:pt x="129792" y="20836"/>
                </a:cubicBezTo>
                <a:cubicBezTo>
                  <a:pt x="129799" y="20839"/>
                  <a:pt x="129808" y="20845"/>
                  <a:pt x="129816" y="20849"/>
                </a:cubicBezTo>
                <a:cubicBezTo>
                  <a:pt x="129812" y="20865"/>
                  <a:pt x="129820" y="20884"/>
                  <a:pt x="129838" y="20890"/>
                </a:cubicBezTo>
                <a:cubicBezTo>
                  <a:pt x="130045" y="20947"/>
                  <a:pt x="130251" y="20947"/>
                  <a:pt x="130463" y="20951"/>
                </a:cubicBezTo>
                <a:cubicBezTo>
                  <a:pt x="130688" y="20955"/>
                  <a:pt x="130915" y="20955"/>
                  <a:pt x="131142" y="20955"/>
                </a:cubicBezTo>
                <a:cubicBezTo>
                  <a:pt x="131177" y="20955"/>
                  <a:pt x="131214" y="20955"/>
                  <a:pt x="131250" y="20956"/>
                </a:cubicBezTo>
                <a:cubicBezTo>
                  <a:pt x="131255" y="21063"/>
                  <a:pt x="131263" y="21169"/>
                  <a:pt x="131287" y="21271"/>
                </a:cubicBezTo>
                <a:cubicBezTo>
                  <a:pt x="131281" y="21289"/>
                  <a:pt x="131281" y="21312"/>
                  <a:pt x="131289" y="21328"/>
                </a:cubicBezTo>
                <a:cubicBezTo>
                  <a:pt x="131339" y="21446"/>
                  <a:pt x="131436" y="21546"/>
                  <a:pt x="131516" y="21645"/>
                </a:cubicBezTo>
                <a:cubicBezTo>
                  <a:pt x="131594" y="21739"/>
                  <a:pt x="131676" y="21831"/>
                  <a:pt x="131759" y="21922"/>
                </a:cubicBezTo>
                <a:cubicBezTo>
                  <a:pt x="131759" y="22091"/>
                  <a:pt x="131771" y="22264"/>
                  <a:pt x="131771" y="22426"/>
                </a:cubicBezTo>
                <a:cubicBezTo>
                  <a:pt x="131771" y="22749"/>
                  <a:pt x="131769" y="23073"/>
                  <a:pt x="131771" y="23398"/>
                </a:cubicBezTo>
                <a:cubicBezTo>
                  <a:pt x="131771" y="24031"/>
                  <a:pt x="131771" y="24663"/>
                  <a:pt x="131772" y="25297"/>
                </a:cubicBezTo>
                <a:cubicBezTo>
                  <a:pt x="131772" y="26577"/>
                  <a:pt x="131772" y="27858"/>
                  <a:pt x="131776" y="29140"/>
                </a:cubicBezTo>
                <a:cubicBezTo>
                  <a:pt x="131776" y="29493"/>
                  <a:pt x="131776" y="29846"/>
                  <a:pt x="131778" y="30200"/>
                </a:cubicBezTo>
                <a:cubicBezTo>
                  <a:pt x="131778" y="30417"/>
                  <a:pt x="131776" y="30635"/>
                  <a:pt x="131791" y="30852"/>
                </a:cubicBezTo>
                <a:cubicBezTo>
                  <a:pt x="131646" y="30875"/>
                  <a:pt x="131495" y="30957"/>
                  <a:pt x="131367" y="31003"/>
                </a:cubicBezTo>
                <a:cubicBezTo>
                  <a:pt x="131233" y="31053"/>
                  <a:pt x="131058" y="31090"/>
                  <a:pt x="130976" y="31222"/>
                </a:cubicBezTo>
                <a:cubicBezTo>
                  <a:pt x="130893" y="31360"/>
                  <a:pt x="130926" y="31563"/>
                  <a:pt x="130932" y="31715"/>
                </a:cubicBezTo>
                <a:cubicBezTo>
                  <a:pt x="130934" y="31805"/>
                  <a:pt x="130932" y="31892"/>
                  <a:pt x="130939" y="31979"/>
                </a:cubicBezTo>
                <a:cubicBezTo>
                  <a:pt x="130945" y="32056"/>
                  <a:pt x="130948" y="32171"/>
                  <a:pt x="130995" y="32232"/>
                </a:cubicBezTo>
                <a:cubicBezTo>
                  <a:pt x="131028" y="32277"/>
                  <a:pt x="131084" y="32294"/>
                  <a:pt x="131134" y="32273"/>
                </a:cubicBezTo>
                <a:cubicBezTo>
                  <a:pt x="131136" y="32273"/>
                  <a:pt x="131136" y="32273"/>
                  <a:pt x="131138" y="32271"/>
                </a:cubicBezTo>
                <a:cubicBezTo>
                  <a:pt x="131214" y="32340"/>
                  <a:pt x="131307" y="32394"/>
                  <a:pt x="131391" y="32448"/>
                </a:cubicBezTo>
                <a:cubicBezTo>
                  <a:pt x="131493" y="32517"/>
                  <a:pt x="131596" y="32582"/>
                  <a:pt x="131700" y="32647"/>
                </a:cubicBezTo>
                <a:cubicBezTo>
                  <a:pt x="131638" y="32820"/>
                  <a:pt x="131653" y="33043"/>
                  <a:pt x="131638" y="33225"/>
                </a:cubicBezTo>
                <a:cubicBezTo>
                  <a:pt x="131625" y="33410"/>
                  <a:pt x="131612" y="33594"/>
                  <a:pt x="131594" y="33778"/>
                </a:cubicBezTo>
                <a:cubicBezTo>
                  <a:pt x="131558" y="34152"/>
                  <a:pt x="131510" y="34524"/>
                  <a:pt x="131454" y="34894"/>
                </a:cubicBezTo>
                <a:cubicBezTo>
                  <a:pt x="131399" y="35266"/>
                  <a:pt x="131332" y="35638"/>
                  <a:pt x="131253" y="36004"/>
                </a:cubicBezTo>
                <a:cubicBezTo>
                  <a:pt x="131214" y="36186"/>
                  <a:pt x="131175" y="36365"/>
                  <a:pt x="131133" y="36545"/>
                </a:cubicBezTo>
                <a:cubicBezTo>
                  <a:pt x="131105" y="36666"/>
                  <a:pt x="131071" y="36787"/>
                  <a:pt x="131043" y="36910"/>
                </a:cubicBezTo>
                <a:cubicBezTo>
                  <a:pt x="130932" y="36910"/>
                  <a:pt x="130802" y="36954"/>
                  <a:pt x="130712" y="36977"/>
                </a:cubicBezTo>
                <a:cubicBezTo>
                  <a:pt x="130537" y="37018"/>
                  <a:pt x="130361" y="37060"/>
                  <a:pt x="130184" y="37103"/>
                </a:cubicBezTo>
                <a:cubicBezTo>
                  <a:pt x="130000" y="37150"/>
                  <a:pt x="129818" y="37196"/>
                  <a:pt x="129635" y="37243"/>
                </a:cubicBezTo>
                <a:cubicBezTo>
                  <a:pt x="129481" y="37282"/>
                  <a:pt x="129316" y="37317"/>
                  <a:pt x="129251" y="37482"/>
                </a:cubicBezTo>
                <a:cubicBezTo>
                  <a:pt x="129221" y="37559"/>
                  <a:pt x="129206" y="37681"/>
                  <a:pt x="129213" y="37782"/>
                </a:cubicBezTo>
                <a:cubicBezTo>
                  <a:pt x="129208" y="37784"/>
                  <a:pt x="129200" y="37784"/>
                  <a:pt x="129195" y="37786"/>
                </a:cubicBezTo>
                <a:cubicBezTo>
                  <a:pt x="129098" y="37802"/>
                  <a:pt x="129003" y="37825"/>
                  <a:pt x="128906" y="37843"/>
                </a:cubicBezTo>
                <a:cubicBezTo>
                  <a:pt x="128707" y="37882"/>
                  <a:pt x="128508" y="37908"/>
                  <a:pt x="128306" y="37918"/>
                </a:cubicBezTo>
                <a:cubicBezTo>
                  <a:pt x="128148" y="37923"/>
                  <a:pt x="127938" y="37888"/>
                  <a:pt x="127813" y="38012"/>
                </a:cubicBezTo>
                <a:cubicBezTo>
                  <a:pt x="127726" y="38100"/>
                  <a:pt x="127714" y="38238"/>
                  <a:pt x="127778" y="38334"/>
                </a:cubicBezTo>
                <a:cubicBezTo>
                  <a:pt x="127779" y="38344"/>
                  <a:pt x="127783" y="38355"/>
                  <a:pt x="127789" y="38364"/>
                </a:cubicBezTo>
                <a:cubicBezTo>
                  <a:pt x="127811" y="38414"/>
                  <a:pt x="127876" y="38444"/>
                  <a:pt x="127928" y="38459"/>
                </a:cubicBezTo>
                <a:cubicBezTo>
                  <a:pt x="128073" y="38500"/>
                  <a:pt x="128250" y="38489"/>
                  <a:pt x="128399" y="38494"/>
                </a:cubicBezTo>
                <a:cubicBezTo>
                  <a:pt x="128559" y="38500"/>
                  <a:pt x="128720" y="38502"/>
                  <a:pt x="128880" y="38502"/>
                </a:cubicBezTo>
                <a:cubicBezTo>
                  <a:pt x="128918" y="38502"/>
                  <a:pt x="128959" y="38503"/>
                  <a:pt x="128999" y="38503"/>
                </a:cubicBezTo>
                <a:cubicBezTo>
                  <a:pt x="129061" y="38829"/>
                  <a:pt x="129425" y="39032"/>
                  <a:pt x="129676" y="39238"/>
                </a:cubicBezTo>
                <a:cubicBezTo>
                  <a:pt x="129836" y="39370"/>
                  <a:pt x="129987" y="39513"/>
                  <a:pt x="130138" y="39658"/>
                </a:cubicBezTo>
                <a:cubicBezTo>
                  <a:pt x="130216" y="39736"/>
                  <a:pt x="130290" y="39816"/>
                  <a:pt x="130370" y="39895"/>
                </a:cubicBezTo>
                <a:cubicBezTo>
                  <a:pt x="130409" y="39932"/>
                  <a:pt x="130448" y="39975"/>
                  <a:pt x="130489" y="40015"/>
                </a:cubicBezTo>
                <a:cubicBezTo>
                  <a:pt x="130381" y="40458"/>
                  <a:pt x="130320" y="40916"/>
                  <a:pt x="130240" y="41364"/>
                </a:cubicBezTo>
                <a:cubicBezTo>
                  <a:pt x="130147" y="41883"/>
                  <a:pt x="130045" y="42398"/>
                  <a:pt x="129935" y="42911"/>
                </a:cubicBezTo>
                <a:cubicBezTo>
                  <a:pt x="129714" y="43940"/>
                  <a:pt x="129459" y="44961"/>
                  <a:pt x="129171" y="45970"/>
                </a:cubicBezTo>
                <a:cubicBezTo>
                  <a:pt x="129089" y="46259"/>
                  <a:pt x="129003" y="46545"/>
                  <a:pt x="128918" y="46830"/>
                </a:cubicBezTo>
                <a:cubicBezTo>
                  <a:pt x="128888" y="46925"/>
                  <a:pt x="128856" y="47021"/>
                  <a:pt x="128828" y="47118"/>
                </a:cubicBezTo>
                <a:cubicBezTo>
                  <a:pt x="128734" y="47105"/>
                  <a:pt x="128633" y="47118"/>
                  <a:pt x="128540" y="47124"/>
                </a:cubicBezTo>
                <a:cubicBezTo>
                  <a:pt x="128486" y="47125"/>
                  <a:pt x="128430" y="47127"/>
                  <a:pt x="128376" y="47135"/>
                </a:cubicBezTo>
                <a:cubicBezTo>
                  <a:pt x="128326" y="46884"/>
                  <a:pt x="128233" y="46636"/>
                  <a:pt x="128164" y="46393"/>
                </a:cubicBezTo>
                <a:cubicBezTo>
                  <a:pt x="128073" y="46080"/>
                  <a:pt x="127988" y="45766"/>
                  <a:pt x="127902" y="45452"/>
                </a:cubicBezTo>
                <a:cubicBezTo>
                  <a:pt x="127729" y="44823"/>
                  <a:pt x="127567" y="44193"/>
                  <a:pt x="127411" y="43560"/>
                </a:cubicBezTo>
                <a:cubicBezTo>
                  <a:pt x="127099" y="42296"/>
                  <a:pt x="126846" y="41020"/>
                  <a:pt x="126625" y="39736"/>
                </a:cubicBezTo>
                <a:cubicBezTo>
                  <a:pt x="126563" y="39374"/>
                  <a:pt x="126507" y="39011"/>
                  <a:pt x="126450" y="38647"/>
                </a:cubicBezTo>
                <a:cubicBezTo>
                  <a:pt x="126390" y="38286"/>
                  <a:pt x="126344" y="37923"/>
                  <a:pt x="126249" y="37568"/>
                </a:cubicBezTo>
                <a:cubicBezTo>
                  <a:pt x="126230" y="37503"/>
                  <a:pt x="126132" y="37518"/>
                  <a:pt x="126130" y="37585"/>
                </a:cubicBezTo>
                <a:cubicBezTo>
                  <a:pt x="126130" y="37594"/>
                  <a:pt x="126130" y="37601"/>
                  <a:pt x="126130" y="37611"/>
                </a:cubicBezTo>
                <a:cubicBezTo>
                  <a:pt x="126089" y="37590"/>
                  <a:pt x="126037" y="37600"/>
                  <a:pt x="126026" y="37657"/>
                </a:cubicBezTo>
                <a:cubicBezTo>
                  <a:pt x="125922" y="38256"/>
                  <a:pt x="125897" y="38870"/>
                  <a:pt x="125830" y="39474"/>
                </a:cubicBezTo>
                <a:cubicBezTo>
                  <a:pt x="125762" y="40086"/>
                  <a:pt x="125674" y="40694"/>
                  <a:pt x="125564" y="41299"/>
                </a:cubicBezTo>
                <a:cubicBezTo>
                  <a:pt x="125349" y="42495"/>
                  <a:pt x="125055" y="43675"/>
                  <a:pt x="124687" y="44832"/>
                </a:cubicBezTo>
                <a:cubicBezTo>
                  <a:pt x="124583" y="45161"/>
                  <a:pt x="124471" y="45489"/>
                  <a:pt x="124354" y="45812"/>
                </a:cubicBezTo>
                <a:cubicBezTo>
                  <a:pt x="124298" y="45969"/>
                  <a:pt x="124240" y="46123"/>
                  <a:pt x="124183" y="46279"/>
                </a:cubicBezTo>
                <a:cubicBezTo>
                  <a:pt x="124145" y="46376"/>
                  <a:pt x="124103" y="46473"/>
                  <a:pt x="124067" y="46569"/>
                </a:cubicBezTo>
                <a:cubicBezTo>
                  <a:pt x="124030" y="46612"/>
                  <a:pt x="123991" y="46649"/>
                  <a:pt x="123946" y="46686"/>
                </a:cubicBezTo>
                <a:cubicBezTo>
                  <a:pt x="123822" y="46787"/>
                  <a:pt x="123647" y="46856"/>
                  <a:pt x="123560" y="46995"/>
                </a:cubicBezTo>
                <a:cubicBezTo>
                  <a:pt x="123424" y="47211"/>
                  <a:pt x="123370" y="47780"/>
                  <a:pt x="123708" y="47804"/>
                </a:cubicBezTo>
                <a:cubicBezTo>
                  <a:pt x="123701" y="47923"/>
                  <a:pt x="123708" y="48044"/>
                  <a:pt x="123708" y="48159"/>
                </a:cubicBezTo>
                <a:lnTo>
                  <a:pt x="123708" y="48730"/>
                </a:lnTo>
                <a:cubicBezTo>
                  <a:pt x="123708" y="49112"/>
                  <a:pt x="123708" y="49493"/>
                  <a:pt x="123708" y="49874"/>
                </a:cubicBezTo>
                <a:lnTo>
                  <a:pt x="123708" y="51018"/>
                </a:lnTo>
                <a:cubicBezTo>
                  <a:pt x="123708" y="51319"/>
                  <a:pt x="123675" y="51652"/>
                  <a:pt x="123734" y="51955"/>
                </a:cubicBezTo>
                <a:cubicBezTo>
                  <a:pt x="123686" y="51979"/>
                  <a:pt x="123640" y="52020"/>
                  <a:pt x="123608" y="52057"/>
                </a:cubicBezTo>
                <a:cubicBezTo>
                  <a:pt x="123500" y="52184"/>
                  <a:pt x="123459" y="52340"/>
                  <a:pt x="123429" y="52500"/>
                </a:cubicBezTo>
                <a:cubicBezTo>
                  <a:pt x="123402" y="52654"/>
                  <a:pt x="123381" y="52814"/>
                  <a:pt x="123482" y="52950"/>
                </a:cubicBezTo>
                <a:cubicBezTo>
                  <a:pt x="123524" y="53010"/>
                  <a:pt x="123586" y="53054"/>
                  <a:pt x="123658" y="53073"/>
                </a:cubicBezTo>
                <a:cubicBezTo>
                  <a:pt x="123684" y="53080"/>
                  <a:pt x="123733" y="53075"/>
                  <a:pt x="123774" y="53071"/>
                </a:cubicBezTo>
                <a:cubicBezTo>
                  <a:pt x="123766" y="53123"/>
                  <a:pt x="123766" y="53177"/>
                  <a:pt x="123762" y="53229"/>
                </a:cubicBezTo>
                <a:cubicBezTo>
                  <a:pt x="123757" y="53369"/>
                  <a:pt x="123755" y="53508"/>
                  <a:pt x="123755" y="53648"/>
                </a:cubicBezTo>
                <a:cubicBezTo>
                  <a:pt x="123753" y="53778"/>
                  <a:pt x="123747" y="53908"/>
                  <a:pt x="123762" y="54038"/>
                </a:cubicBezTo>
                <a:cubicBezTo>
                  <a:pt x="123775" y="54144"/>
                  <a:pt x="123785" y="54261"/>
                  <a:pt x="123813" y="54367"/>
                </a:cubicBezTo>
                <a:cubicBezTo>
                  <a:pt x="123727" y="54419"/>
                  <a:pt x="123660" y="54518"/>
                  <a:pt x="123608" y="54598"/>
                </a:cubicBezTo>
                <a:cubicBezTo>
                  <a:pt x="123521" y="54730"/>
                  <a:pt x="123463" y="54879"/>
                  <a:pt x="123452" y="55037"/>
                </a:cubicBezTo>
                <a:cubicBezTo>
                  <a:pt x="123437" y="55288"/>
                  <a:pt x="123614" y="55519"/>
                  <a:pt x="123857" y="55532"/>
                </a:cubicBezTo>
                <a:cubicBezTo>
                  <a:pt x="123853" y="55636"/>
                  <a:pt x="123863" y="55744"/>
                  <a:pt x="123872" y="55840"/>
                </a:cubicBezTo>
                <a:cubicBezTo>
                  <a:pt x="123883" y="55989"/>
                  <a:pt x="123928" y="56125"/>
                  <a:pt x="124025" y="56240"/>
                </a:cubicBezTo>
                <a:cubicBezTo>
                  <a:pt x="124106" y="56335"/>
                  <a:pt x="124218" y="56406"/>
                  <a:pt x="124337" y="56445"/>
                </a:cubicBezTo>
                <a:cubicBezTo>
                  <a:pt x="124389" y="56461"/>
                  <a:pt x="124456" y="56474"/>
                  <a:pt x="124521" y="56474"/>
                </a:cubicBezTo>
                <a:cubicBezTo>
                  <a:pt x="124527" y="56547"/>
                  <a:pt x="124538" y="56620"/>
                  <a:pt x="124542" y="56688"/>
                </a:cubicBezTo>
                <a:cubicBezTo>
                  <a:pt x="124549" y="56809"/>
                  <a:pt x="124551" y="56928"/>
                  <a:pt x="124547" y="57049"/>
                </a:cubicBezTo>
                <a:cubicBezTo>
                  <a:pt x="124540" y="57244"/>
                  <a:pt x="124478" y="57490"/>
                  <a:pt x="124692" y="57600"/>
                </a:cubicBezTo>
                <a:cubicBezTo>
                  <a:pt x="124767" y="57639"/>
                  <a:pt x="124850" y="57635"/>
                  <a:pt x="124932" y="57639"/>
                </a:cubicBezTo>
                <a:cubicBezTo>
                  <a:pt x="124947" y="57641"/>
                  <a:pt x="124962" y="57642"/>
                  <a:pt x="124977" y="57642"/>
                </a:cubicBezTo>
                <a:lnTo>
                  <a:pt x="124977" y="57642"/>
                </a:lnTo>
                <a:cubicBezTo>
                  <a:pt x="124982" y="57670"/>
                  <a:pt x="124979" y="57696"/>
                  <a:pt x="124975" y="57724"/>
                </a:cubicBezTo>
                <a:cubicBezTo>
                  <a:pt x="124956" y="57834"/>
                  <a:pt x="124928" y="57940"/>
                  <a:pt x="124966" y="58048"/>
                </a:cubicBezTo>
                <a:cubicBezTo>
                  <a:pt x="124971" y="58068"/>
                  <a:pt x="124981" y="58087"/>
                  <a:pt x="124988" y="58104"/>
                </a:cubicBezTo>
                <a:cubicBezTo>
                  <a:pt x="124975" y="58174"/>
                  <a:pt x="124975" y="58249"/>
                  <a:pt x="124973" y="58327"/>
                </a:cubicBezTo>
                <a:cubicBezTo>
                  <a:pt x="124971" y="58466"/>
                  <a:pt x="124969" y="58606"/>
                  <a:pt x="124969" y="58745"/>
                </a:cubicBezTo>
                <a:cubicBezTo>
                  <a:pt x="124966" y="59017"/>
                  <a:pt x="124967" y="59288"/>
                  <a:pt x="124967" y="59560"/>
                </a:cubicBezTo>
                <a:lnTo>
                  <a:pt x="124967" y="63017"/>
                </a:lnTo>
                <a:cubicBezTo>
                  <a:pt x="124874" y="63002"/>
                  <a:pt x="124774" y="63010"/>
                  <a:pt x="124683" y="63012"/>
                </a:cubicBezTo>
                <a:cubicBezTo>
                  <a:pt x="124573" y="63015"/>
                  <a:pt x="124463" y="63026"/>
                  <a:pt x="124354" y="63041"/>
                </a:cubicBezTo>
                <a:cubicBezTo>
                  <a:pt x="124378" y="62898"/>
                  <a:pt x="124384" y="62755"/>
                  <a:pt x="124240" y="62666"/>
                </a:cubicBezTo>
                <a:cubicBezTo>
                  <a:pt x="124145" y="62606"/>
                  <a:pt x="124010" y="62625"/>
                  <a:pt x="123904" y="62625"/>
                </a:cubicBezTo>
                <a:cubicBezTo>
                  <a:pt x="123800" y="62625"/>
                  <a:pt x="123673" y="62608"/>
                  <a:pt x="123576" y="62656"/>
                </a:cubicBezTo>
                <a:cubicBezTo>
                  <a:pt x="123349" y="62772"/>
                  <a:pt x="123409" y="63123"/>
                  <a:pt x="123403" y="63335"/>
                </a:cubicBezTo>
                <a:cubicBezTo>
                  <a:pt x="123402" y="63449"/>
                  <a:pt x="123398" y="63562"/>
                  <a:pt x="123396" y="63676"/>
                </a:cubicBezTo>
                <a:cubicBezTo>
                  <a:pt x="123364" y="63709"/>
                  <a:pt x="123333" y="63744"/>
                  <a:pt x="123303" y="63778"/>
                </a:cubicBezTo>
                <a:cubicBezTo>
                  <a:pt x="123223" y="63863"/>
                  <a:pt x="123145" y="63951"/>
                  <a:pt x="123067" y="64038"/>
                </a:cubicBezTo>
                <a:cubicBezTo>
                  <a:pt x="122912" y="64217"/>
                  <a:pt x="122766" y="64399"/>
                  <a:pt x="122613" y="64579"/>
                </a:cubicBezTo>
                <a:cubicBezTo>
                  <a:pt x="122462" y="64760"/>
                  <a:pt x="122312" y="64940"/>
                  <a:pt x="122161" y="65121"/>
                </a:cubicBezTo>
                <a:cubicBezTo>
                  <a:pt x="122096" y="65201"/>
                  <a:pt x="122033" y="65279"/>
                  <a:pt x="121966" y="65357"/>
                </a:cubicBezTo>
                <a:cubicBezTo>
                  <a:pt x="121973" y="65241"/>
                  <a:pt x="121988" y="65122"/>
                  <a:pt x="121891" y="65037"/>
                </a:cubicBezTo>
                <a:cubicBezTo>
                  <a:pt x="121793" y="64951"/>
                  <a:pt x="121648" y="64989"/>
                  <a:pt x="121531" y="65000"/>
                </a:cubicBezTo>
                <a:cubicBezTo>
                  <a:pt x="121371" y="65015"/>
                  <a:pt x="121211" y="65024"/>
                  <a:pt x="121055" y="65048"/>
                </a:cubicBezTo>
                <a:cubicBezTo>
                  <a:pt x="120969" y="65059"/>
                  <a:pt x="120934" y="65137"/>
                  <a:pt x="120941" y="65212"/>
                </a:cubicBezTo>
                <a:cubicBezTo>
                  <a:pt x="120941" y="65212"/>
                  <a:pt x="120939" y="65214"/>
                  <a:pt x="120939" y="65215"/>
                </a:cubicBezTo>
                <a:cubicBezTo>
                  <a:pt x="120856" y="65385"/>
                  <a:pt x="120882" y="65623"/>
                  <a:pt x="120880" y="65807"/>
                </a:cubicBezTo>
                <a:cubicBezTo>
                  <a:pt x="120876" y="66021"/>
                  <a:pt x="120872" y="66235"/>
                  <a:pt x="120870" y="66447"/>
                </a:cubicBezTo>
                <a:cubicBezTo>
                  <a:pt x="120869" y="66859"/>
                  <a:pt x="120867" y="67272"/>
                  <a:pt x="120865" y="67685"/>
                </a:cubicBezTo>
                <a:cubicBezTo>
                  <a:pt x="120863" y="68098"/>
                  <a:pt x="120857" y="68511"/>
                  <a:pt x="120856" y="68922"/>
                </a:cubicBezTo>
                <a:lnTo>
                  <a:pt x="120856" y="69541"/>
                </a:lnTo>
                <a:cubicBezTo>
                  <a:pt x="120856" y="69683"/>
                  <a:pt x="120848" y="69820"/>
                  <a:pt x="120867" y="69956"/>
                </a:cubicBezTo>
                <a:cubicBezTo>
                  <a:pt x="120710" y="69935"/>
                  <a:pt x="120536" y="69956"/>
                  <a:pt x="120385" y="69960"/>
                </a:cubicBezTo>
                <a:cubicBezTo>
                  <a:pt x="120180" y="69963"/>
                  <a:pt x="119974" y="69967"/>
                  <a:pt x="119768" y="69973"/>
                </a:cubicBezTo>
                <a:cubicBezTo>
                  <a:pt x="119355" y="69986"/>
                  <a:pt x="118944" y="69997"/>
                  <a:pt x="118531" y="70008"/>
                </a:cubicBezTo>
                <a:cubicBezTo>
                  <a:pt x="118458" y="70010"/>
                  <a:pt x="118410" y="70053"/>
                  <a:pt x="118391" y="70107"/>
                </a:cubicBezTo>
                <a:cubicBezTo>
                  <a:pt x="118345" y="70107"/>
                  <a:pt x="118298" y="70133"/>
                  <a:pt x="118285" y="70187"/>
                </a:cubicBezTo>
                <a:cubicBezTo>
                  <a:pt x="118239" y="70369"/>
                  <a:pt x="118263" y="70583"/>
                  <a:pt x="118265" y="70771"/>
                </a:cubicBezTo>
                <a:cubicBezTo>
                  <a:pt x="118269" y="70970"/>
                  <a:pt x="118270" y="71169"/>
                  <a:pt x="118274" y="71368"/>
                </a:cubicBezTo>
                <a:cubicBezTo>
                  <a:pt x="118280" y="71766"/>
                  <a:pt x="118285" y="72164"/>
                  <a:pt x="118295" y="72561"/>
                </a:cubicBezTo>
                <a:cubicBezTo>
                  <a:pt x="118295" y="72601"/>
                  <a:pt x="118293" y="72658"/>
                  <a:pt x="118293" y="72720"/>
                </a:cubicBezTo>
                <a:cubicBezTo>
                  <a:pt x="118250" y="72718"/>
                  <a:pt x="118205" y="72725"/>
                  <a:pt x="118157" y="72733"/>
                </a:cubicBezTo>
                <a:cubicBezTo>
                  <a:pt x="118116" y="72740"/>
                  <a:pt x="118084" y="72785"/>
                  <a:pt x="118079" y="72824"/>
                </a:cubicBezTo>
                <a:cubicBezTo>
                  <a:pt x="118075" y="72852"/>
                  <a:pt x="118083" y="72883"/>
                  <a:pt x="118101" y="72906"/>
                </a:cubicBezTo>
                <a:cubicBezTo>
                  <a:pt x="118098" y="72911"/>
                  <a:pt x="118098" y="72915"/>
                  <a:pt x="118094" y="72920"/>
                </a:cubicBezTo>
                <a:cubicBezTo>
                  <a:pt x="118031" y="73119"/>
                  <a:pt x="118053" y="73352"/>
                  <a:pt x="118053" y="73558"/>
                </a:cubicBezTo>
                <a:cubicBezTo>
                  <a:pt x="118051" y="73770"/>
                  <a:pt x="118051" y="73982"/>
                  <a:pt x="118051" y="74194"/>
                </a:cubicBezTo>
                <a:cubicBezTo>
                  <a:pt x="118051" y="74406"/>
                  <a:pt x="118049" y="74618"/>
                  <a:pt x="118049" y="74830"/>
                </a:cubicBezTo>
                <a:lnTo>
                  <a:pt x="118049" y="74847"/>
                </a:lnTo>
                <a:cubicBezTo>
                  <a:pt x="118036" y="74845"/>
                  <a:pt x="118023" y="74843"/>
                  <a:pt x="118010" y="74842"/>
                </a:cubicBezTo>
                <a:cubicBezTo>
                  <a:pt x="117908" y="74840"/>
                  <a:pt x="117794" y="74840"/>
                  <a:pt x="117687" y="74855"/>
                </a:cubicBezTo>
                <a:cubicBezTo>
                  <a:pt x="117687" y="74814"/>
                  <a:pt x="117688" y="74773"/>
                  <a:pt x="117690" y="74732"/>
                </a:cubicBezTo>
                <a:cubicBezTo>
                  <a:pt x="117698" y="74522"/>
                  <a:pt x="117701" y="74310"/>
                  <a:pt x="117698" y="74100"/>
                </a:cubicBezTo>
                <a:cubicBezTo>
                  <a:pt x="117694" y="73895"/>
                  <a:pt x="117687" y="73690"/>
                  <a:pt x="117673" y="73488"/>
                </a:cubicBezTo>
                <a:cubicBezTo>
                  <a:pt x="117660" y="73311"/>
                  <a:pt x="117651" y="73123"/>
                  <a:pt x="117590" y="72956"/>
                </a:cubicBezTo>
                <a:cubicBezTo>
                  <a:pt x="117592" y="72954"/>
                  <a:pt x="117594" y="72952"/>
                  <a:pt x="117594" y="72950"/>
                </a:cubicBezTo>
                <a:cubicBezTo>
                  <a:pt x="117607" y="72928"/>
                  <a:pt x="117608" y="72893"/>
                  <a:pt x="117594" y="72872"/>
                </a:cubicBezTo>
                <a:cubicBezTo>
                  <a:pt x="117512" y="72759"/>
                  <a:pt x="117350" y="72777"/>
                  <a:pt x="117222" y="72777"/>
                </a:cubicBezTo>
                <a:cubicBezTo>
                  <a:pt x="117069" y="72777"/>
                  <a:pt x="116917" y="72775"/>
                  <a:pt x="116764" y="72779"/>
                </a:cubicBezTo>
                <a:cubicBezTo>
                  <a:pt x="116612" y="72781"/>
                  <a:pt x="116459" y="72781"/>
                  <a:pt x="116307" y="72787"/>
                </a:cubicBezTo>
                <a:cubicBezTo>
                  <a:pt x="116202" y="72788"/>
                  <a:pt x="116087" y="72779"/>
                  <a:pt x="115987" y="72805"/>
                </a:cubicBezTo>
                <a:cubicBezTo>
                  <a:pt x="116016" y="72653"/>
                  <a:pt x="116022" y="72487"/>
                  <a:pt x="116015" y="72340"/>
                </a:cubicBezTo>
                <a:cubicBezTo>
                  <a:pt x="116005" y="72132"/>
                  <a:pt x="115948" y="71924"/>
                  <a:pt x="115823" y="71752"/>
                </a:cubicBezTo>
                <a:cubicBezTo>
                  <a:pt x="115695" y="71576"/>
                  <a:pt x="115524" y="71433"/>
                  <a:pt x="115364" y="71284"/>
                </a:cubicBezTo>
                <a:cubicBezTo>
                  <a:pt x="115280" y="71206"/>
                  <a:pt x="115196" y="71128"/>
                  <a:pt x="115113" y="71050"/>
                </a:cubicBezTo>
                <a:cubicBezTo>
                  <a:pt x="115085" y="71025"/>
                  <a:pt x="115057" y="70999"/>
                  <a:pt x="115029" y="70977"/>
                </a:cubicBezTo>
                <a:cubicBezTo>
                  <a:pt x="115051" y="70916"/>
                  <a:pt x="115055" y="70847"/>
                  <a:pt x="115059" y="70778"/>
                </a:cubicBezTo>
                <a:cubicBezTo>
                  <a:pt x="115066" y="70661"/>
                  <a:pt x="115066" y="70544"/>
                  <a:pt x="115068" y="70426"/>
                </a:cubicBezTo>
                <a:cubicBezTo>
                  <a:pt x="115072" y="70179"/>
                  <a:pt x="115070" y="69930"/>
                  <a:pt x="115070" y="69683"/>
                </a:cubicBezTo>
                <a:cubicBezTo>
                  <a:pt x="115068" y="69441"/>
                  <a:pt x="115062" y="69201"/>
                  <a:pt x="115055" y="68959"/>
                </a:cubicBezTo>
                <a:cubicBezTo>
                  <a:pt x="115049" y="68721"/>
                  <a:pt x="115062" y="68466"/>
                  <a:pt x="114995" y="68238"/>
                </a:cubicBezTo>
                <a:cubicBezTo>
                  <a:pt x="114988" y="68208"/>
                  <a:pt x="114966" y="68191"/>
                  <a:pt x="114943" y="68184"/>
                </a:cubicBezTo>
                <a:cubicBezTo>
                  <a:pt x="114930" y="68070"/>
                  <a:pt x="114906" y="67964"/>
                  <a:pt x="114854" y="67862"/>
                </a:cubicBezTo>
                <a:cubicBezTo>
                  <a:pt x="114746" y="67644"/>
                  <a:pt x="114527" y="67482"/>
                  <a:pt x="114285" y="67460"/>
                </a:cubicBezTo>
                <a:cubicBezTo>
                  <a:pt x="114036" y="67438"/>
                  <a:pt x="113805" y="67592"/>
                  <a:pt x="113684" y="67804"/>
                </a:cubicBezTo>
                <a:cubicBezTo>
                  <a:pt x="113675" y="67819"/>
                  <a:pt x="113666" y="67836"/>
                  <a:pt x="113658" y="67853"/>
                </a:cubicBezTo>
                <a:cubicBezTo>
                  <a:pt x="113658" y="67486"/>
                  <a:pt x="113658" y="67122"/>
                  <a:pt x="113656" y="66755"/>
                </a:cubicBezTo>
                <a:cubicBezTo>
                  <a:pt x="113655" y="66300"/>
                  <a:pt x="113651" y="65844"/>
                  <a:pt x="113649" y="65388"/>
                </a:cubicBezTo>
                <a:cubicBezTo>
                  <a:pt x="113647" y="65154"/>
                  <a:pt x="113643" y="64920"/>
                  <a:pt x="113640" y="64683"/>
                </a:cubicBezTo>
                <a:cubicBezTo>
                  <a:pt x="113636" y="64548"/>
                  <a:pt x="113645" y="64380"/>
                  <a:pt x="113621" y="64232"/>
                </a:cubicBezTo>
                <a:cubicBezTo>
                  <a:pt x="113749" y="64239"/>
                  <a:pt x="113894" y="64179"/>
                  <a:pt x="113986" y="64109"/>
                </a:cubicBezTo>
                <a:cubicBezTo>
                  <a:pt x="114153" y="63977"/>
                  <a:pt x="114212" y="63761"/>
                  <a:pt x="114181" y="63555"/>
                </a:cubicBezTo>
                <a:cubicBezTo>
                  <a:pt x="114147" y="63350"/>
                  <a:pt x="114013" y="63175"/>
                  <a:pt x="113852" y="63051"/>
                </a:cubicBezTo>
                <a:cubicBezTo>
                  <a:pt x="113761" y="62980"/>
                  <a:pt x="113662" y="62926"/>
                  <a:pt x="113558" y="62880"/>
                </a:cubicBezTo>
                <a:cubicBezTo>
                  <a:pt x="113508" y="62857"/>
                  <a:pt x="113457" y="62831"/>
                  <a:pt x="113405" y="62816"/>
                </a:cubicBezTo>
                <a:cubicBezTo>
                  <a:pt x="112712" y="61280"/>
                  <a:pt x="112042" y="59733"/>
                  <a:pt x="111425" y="58161"/>
                </a:cubicBezTo>
                <a:cubicBezTo>
                  <a:pt x="111110" y="57360"/>
                  <a:pt x="110807" y="56553"/>
                  <a:pt x="110517" y="55742"/>
                </a:cubicBezTo>
                <a:cubicBezTo>
                  <a:pt x="110233" y="54951"/>
                  <a:pt x="109948" y="54159"/>
                  <a:pt x="109730" y="53348"/>
                </a:cubicBezTo>
                <a:cubicBezTo>
                  <a:pt x="109608" y="52893"/>
                  <a:pt x="109505" y="52431"/>
                  <a:pt x="109437" y="51965"/>
                </a:cubicBezTo>
                <a:cubicBezTo>
                  <a:pt x="109403" y="51736"/>
                  <a:pt x="109379" y="51503"/>
                  <a:pt x="109360" y="51273"/>
                </a:cubicBezTo>
                <a:cubicBezTo>
                  <a:pt x="109349" y="51137"/>
                  <a:pt x="109344" y="51001"/>
                  <a:pt x="109336" y="50867"/>
                </a:cubicBezTo>
                <a:cubicBezTo>
                  <a:pt x="109398" y="50644"/>
                  <a:pt x="109329" y="50397"/>
                  <a:pt x="109070" y="50328"/>
                </a:cubicBezTo>
                <a:cubicBezTo>
                  <a:pt x="109026" y="50315"/>
                  <a:pt x="108977" y="50307"/>
                  <a:pt x="108927" y="50302"/>
                </a:cubicBezTo>
                <a:cubicBezTo>
                  <a:pt x="108962" y="50015"/>
                  <a:pt x="108936" y="49714"/>
                  <a:pt x="108925" y="49426"/>
                </a:cubicBezTo>
                <a:cubicBezTo>
                  <a:pt x="108912" y="49047"/>
                  <a:pt x="108881" y="48667"/>
                  <a:pt x="108854" y="48288"/>
                </a:cubicBezTo>
                <a:cubicBezTo>
                  <a:pt x="108802" y="47535"/>
                  <a:pt x="108739" y="46783"/>
                  <a:pt x="108670" y="46032"/>
                </a:cubicBezTo>
                <a:cubicBezTo>
                  <a:pt x="108650" y="45820"/>
                  <a:pt x="108624" y="45610"/>
                  <a:pt x="108600" y="45398"/>
                </a:cubicBezTo>
                <a:cubicBezTo>
                  <a:pt x="108587" y="45295"/>
                  <a:pt x="108576" y="45193"/>
                  <a:pt x="108564" y="45091"/>
                </a:cubicBezTo>
                <a:cubicBezTo>
                  <a:pt x="108553" y="44988"/>
                  <a:pt x="108559" y="44871"/>
                  <a:pt x="108496" y="44786"/>
                </a:cubicBezTo>
                <a:cubicBezTo>
                  <a:pt x="108486" y="44773"/>
                  <a:pt x="108473" y="44762"/>
                  <a:pt x="108460" y="44754"/>
                </a:cubicBezTo>
                <a:cubicBezTo>
                  <a:pt x="108453" y="44739"/>
                  <a:pt x="108442" y="44726"/>
                  <a:pt x="108425" y="44715"/>
                </a:cubicBezTo>
                <a:cubicBezTo>
                  <a:pt x="108356" y="44672"/>
                  <a:pt x="108271" y="44683"/>
                  <a:pt x="108192" y="44687"/>
                </a:cubicBezTo>
                <a:cubicBezTo>
                  <a:pt x="108099" y="44693"/>
                  <a:pt x="108025" y="44700"/>
                  <a:pt x="107952" y="44763"/>
                </a:cubicBezTo>
                <a:cubicBezTo>
                  <a:pt x="107945" y="44769"/>
                  <a:pt x="107939" y="44776"/>
                  <a:pt x="107936" y="44784"/>
                </a:cubicBezTo>
                <a:cubicBezTo>
                  <a:pt x="107906" y="44756"/>
                  <a:pt x="107846" y="44771"/>
                  <a:pt x="107832" y="44814"/>
                </a:cubicBezTo>
                <a:cubicBezTo>
                  <a:pt x="107703" y="45195"/>
                  <a:pt x="107685" y="45608"/>
                  <a:pt x="107647" y="46008"/>
                </a:cubicBezTo>
                <a:cubicBezTo>
                  <a:pt x="107607" y="46421"/>
                  <a:pt x="107566" y="46835"/>
                  <a:pt x="107521" y="47248"/>
                </a:cubicBezTo>
                <a:cubicBezTo>
                  <a:pt x="107435" y="48068"/>
                  <a:pt x="107326" y="48885"/>
                  <a:pt x="107225" y="49703"/>
                </a:cubicBezTo>
                <a:cubicBezTo>
                  <a:pt x="107199" y="49911"/>
                  <a:pt x="107173" y="50120"/>
                  <a:pt x="107145" y="50326"/>
                </a:cubicBezTo>
                <a:cubicBezTo>
                  <a:pt x="107095" y="50339"/>
                  <a:pt x="107047" y="50358"/>
                  <a:pt x="106998" y="50382"/>
                </a:cubicBezTo>
                <a:cubicBezTo>
                  <a:pt x="106876" y="50443"/>
                  <a:pt x="106794" y="50555"/>
                  <a:pt x="106753" y="50685"/>
                </a:cubicBezTo>
                <a:cubicBezTo>
                  <a:pt x="106732" y="50754"/>
                  <a:pt x="106723" y="50830"/>
                  <a:pt x="106723" y="50903"/>
                </a:cubicBezTo>
                <a:cubicBezTo>
                  <a:pt x="106721" y="50949"/>
                  <a:pt x="106729" y="50986"/>
                  <a:pt x="106740" y="51025"/>
                </a:cubicBezTo>
                <a:cubicBezTo>
                  <a:pt x="106680" y="51388"/>
                  <a:pt x="106673" y="51760"/>
                  <a:pt x="106613" y="52123"/>
                </a:cubicBezTo>
                <a:cubicBezTo>
                  <a:pt x="106547" y="52522"/>
                  <a:pt x="106448" y="52919"/>
                  <a:pt x="106331" y="53309"/>
                </a:cubicBezTo>
                <a:cubicBezTo>
                  <a:pt x="106095" y="54090"/>
                  <a:pt x="105780" y="54847"/>
                  <a:pt x="105460" y="55597"/>
                </a:cubicBezTo>
                <a:cubicBezTo>
                  <a:pt x="104789" y="57172"/>
                  <a:pt x="104120" y="58753"/>
                  <a:pt x="103404" y="60309"/>
                </a:cubicBezTo>
                <a:cubicBezTo>
                  <a:pt x="103013" y="61157"/>
                  <a:pt x="102591" y="61989"/>
                  <a:pt x="102154" y="62814"/>
                </a:cubicBezTo>
                <a:cubicBezTo>
                  <a:pt x="102011" y="62774"/>
                  <a:pt x="101836" y="62811"/>
                  <a:pt x="101700" y="62842"/>
                </a:cubicBezTo>
                <a:cubicBezTo>
                  <a:pt x="101521" y="62887"/>
                  <a:pt x="101347" y="62959"/>
                  <a:pt x="101189" y="63058"/>
                </a:cubicBezTo>
                <a:cubicBezTo>
                  <a:pt x="101092" y="63118"/>
                  <a:pt x="101084" y="63224"/>
                  <a:pt x="101123" y="63305"/>
                </a:cubicBezTo>
                <a:cubicBezTo>
                  <a:pt x="101101" y="63400"/>
                  <a:pt x="101109" y="63514"/>
                  <a:pt x="101107" y="63597"/>
                </a:cubicBezTo>
                <a:cubicBezTo>
                  <a:pt x="101103" y="63780"/>
                  <a:pt x="101101" y="63962"/>
                  <a:pt x="101099" y="64146"/>
                </a:cubicBezTo>
                <a:cubicBezTo>
                  <a:pt x="101094" y="64503"/>
                  <a:pt x="101094" y="64862"/>
                  <a:pt x="101094" y="65221"/>
                </a:cubicBezTo>
                <a:cubicBezTo>
                  <a:pt x="101092" y="65578"/>
                  <a:pt x="101092" y="65937"/>
                  <a:pt x="101090" y="66296"/>
                </a:cubicBezTo>
                <a:cubicBezTo>
                  <a:pt x="101090" y="66471"/>
                  <a:pt x="101090" y="66646"/>
                  <a:pt x="101090" y="66822"/>
                </a:cubicBezTo>
                <a:cubicBezTo>
                  <a:pt x="101090" y="66861"/>
                  <a:pt x="101092" y="66898"/>
                  <a:pt x="101096" y="66936"/>
                </a:cubicBezTo>
                <a:cubicBezTo>
                  <a:pt x="100982" y="66912"/>
                  <a:pt x="100850" y="66919"/>
                  <a:pt x="100753" y="66928"/>
                </a:cubicBezTo>
                <a:cubicBezTo>
                  <a:pt x="100597" y="66941"/>
                  <a:pt x="100441" y="66971"/>
                  <a:pt x="100294" y="67025"/>
                </a:cubicBezTo>
                <a:cubicBezTo>
                  <a:pt x="100171" y="67071"/>
                  <a:pt x="100058" y="67133"/>
                  <a:pt x="99950" y="67207"/>
                </a:cubicBezTo>
                <a:lnTo>
                  <a:pt x="99929" y="67176"/>
                </a:lnTo>
                <a:cubicBezTo>
                  <a:pt x="99967" y="67155"/>
                  <a:pt x="99991" y="67112"/>
                  <a:pt x="99974" y="67057"/>
                </a:cubicBezTo>
                <a:cubicBezTo>
                  <a:pt x="99831" y="66610"/>
                  <a:pt x="99617" y="66186"/>
                  <a:pt x="99435" y="65755"/>
                </a:cubicBezTo>
                <a:cubicBezTo>
                  <a:pt x="99251" y="65321"/>
                  <a:pt x="99068" y="64886"/>
                  <a:pt x="98897" y="64449"/>
                </a:cubicBezTo>
                <a:cubicBezTo>
                  <a:pt x="98551" y="63569"/>
                  <a:pt x="98245" y="62677"/>
                  <a:pt x="97973" y="61773"/>
                </a:cubicBezTo>
                <a:cubicBezTo>
                  <a:pt x="97434" y="59978"/>
                  <a:pt x="97034" y="58145"/>
                  <a:pt x="96766" y="56288"/>
                </a:cubicBezTo>
                <a:cubicBezTo>
                  <a:pt x="96692" y="55760"/>
                  <a:pt x="96628" y="55230"/>
                  <a:pt x="96578" y="54698"/>
                </a:cubicBezTo>
                <a:cubicBezTo>
                  <a:pt x="96552" y="54436"/>
                  <a:pt x="96528" y="54174"/>
                  <a:pt x="96504" y="53912"/>
                </a:cubicBezTo>
                <a:cubicBezTo>
                  <a:pt x="96489" y="53752"/>
                  <a:pt x="96480" y="53592"/>
                  <a:pt x="96463" y="53434"/>
                </a:cubicBezTo>
                <a:cubicBezTo>
                  <a:pt x="96463" y="53432"/>
                  <a:pt x="96463" y="53432"/>
                  <a:pt x="96463" y="53432"/>
                </a:cubicBezTo>
                <a:cubicBezTo>
                  <a:pt x="96468" y="53354"/>
                  <a:pt x="96470" y="53276"/>
                  <a:pt x="96476" y="53203"/>
                </a:cubicBezTo>
                <a:cubicBezTo>
                  <a:pt x="96487" y="53028"/>
                  <a:pt x="96431" y="52850"/>
                  <a:pt x="96230" y="52829"/>
                </a:cubicBezTo>
                <a:cubicBezTo>
                  <a:pt x="95974" y="52803"/>
                  <a:pt x="95775" y="53118"/>
                  <a:pt x="95818" y="53359"/>
                </a:cubicBezTo>
                <a:cubicBezTo>
                  <a:pt x="95713" y="53884"/>
                  <a:pt x="95665" y="54423"/>
                  <a:pt x="95591" y="54953"/>
                </a:cubicBezTo>
                <a:cubicBezTo>
                  <a:pt x="95511" y="55519"/>
                  <a:pt x="95433" y="56084"/>
                  <a:pt x="95343" y="56647"/>
                </a:cubicBezTo>
                <a:cubicBezTo>
                  <a:pt x="95167" y="57776"/>
                  <a:pt x="94966" y="58898"/>
                  <a:pt x="94704" y="60010"/>
                </a:cubicBezTo>
                <a:cubicBezTo>
                  <a:pt x="94224" y="62039"/>
                  <a:pt x="93558" y="64038"/>
                  <a:pt x="92593" y="65890"/>
                </a:cubicBezTo>
                <a:cubicBezTo>
                  <a:pt x="92327" y="66402"/>
                  <a:pt x="92038" y="66900"/>
                  <a:pt x="91726" y="67384"/>
                </a:cubicBezTo>
                <a:cubicBezTo>
                  <a:pt x="91415" y="67866"/>
                  <a:pt x="91060" y="68316"/>
                  <a:pt x="90742" y="68794"/>
                </a:cubicBezTo>
                <a:cubicBezTo>
                  <a:pt x="90634" y="68821"/>
                  <a:pt x="90523" y="68844"/>
                  <a:pt x="90424" y="68892"/>
                </a:cubicBezTo>
                <a:cubicBezTo>
                  <a:pt x="90285" y="68961"/>
                  <a:pt x="90197" y="69099"/>
                  <a:pt x="90151" y="69244"/>
                </a:cubicBezTo>
                <a:cubicBezTo>
                  <a:pt x="90104" y="69385"/>
                  <a:pt x="90065" y="69584"/>
                  <a:pt x="90102" y="69729"/>
                </a:cubicBezTo>
                <a:cubicBezTo>
                  <a:pt x="90125" y="69811"/>
                  <a:pt x="90177" y="69882"/>
                  <a:pt x="90251" y="69921"/>
                </a:cubicBezTo>
                <a:cubicBezTo>
                  <a:pt x="90335" y="69963"/>
                  <a:pt x="90413" y="69937"/>
                  <a:pt x="90495" y="69960"/>
                </a:cubicBezTo>
                <a:cubicBezTo>
                  <a:pt x="90500" y="69960"/>
                  <a:pt x="90504" y="69962"/>
                  <a:pt x="90508" y="69963"/>
                </a:cubicBezTo>
                <a:cubicBezTo>
                  <a:pt x="90486" y="70095"/>
                  <a:pt x="90504" y="70246"/>
                  <a:pt x="90502" y="70371"/>
                </a:cubicBezTo>
                <a:cubicBezTo>
                  <a:pt x="90502" y="70592"/>
                  <a:pt x="90502" y="70811"/>
                  <a:pt x="90504" y="71033"/>
                </a:cubicBezTo>
                <a:cubicBezTo>
                  <a:pt x="90506" y="71457"/>
                  <a:pt x="90508" y="71883"/>
                  <a:pt x="90512" y="72310"/>
                </a:cubicBezTo>
                <a:cubicBezTo>
                  <a:pt x="90513" y="72736"/>
                  <a:pt x="90515" y="73162"/>
                  <a:pt x="90515" y="73586"/>
                </a:cubicBezTo>
                <a:cubicBezTo>
                  <a:pt x="90517" y="73808"/>
                  <a:pt x="90519" y="74027"/>
                  <a:pt x="90526" y="74248"/>
                </a:cubicBezTo>
                <a:cubicBezTo>
                  <a:pt x="90530" y="74408"/>
                  <a:pt x="90519" y="74589"/>
                  <a:pt x="90547" y="74754"/>
                </a:cubicBezTo>
                <a:cubicBezTo>
                  <a:pt x="90337" y="74762"/>
                  <a:pt x="90134" y="74974"/>
                  <a:pt x="90060" y="75148"/>
                </a:cubicBezTo>
                <a:cubicBezTo>
                  <a:pt x="89972" y="75349"/>
                  <a:pt x="89939" y="75796"/>
                  <a:pt x="90212" y="75879"/>
                </a:cubicBezTo>
                <a:cubicBezTo>
                  <a:pt x="90248" y="75890"/>
                  <a:pt x="90292" y="75889"/>
                  <a:pt x="90327" y="75883"/>
                </a:cubicBezTo>
                <a:cubicBezTo>
                  <a:pt x="90363" y="75877"/>
                  <a:pt x="90396" y="75850"/>
                  <a:pt x="90428" y="75848"/>
                </a:cubicBezTo>
                <a:cubicBezTo>
                  <a:pt x="90469" y="75844"/>
                  <a:pt x="90474" y="75837"/>
                  <a:pt x="90493" y="75894"/>
                </a:cubicBezTo>
                <a:cubicBezTo>
                  <a:pt x="90517" y="75959"/>
                  <a:pt x="90508" y="76037"/>
                  <a:pt x="90508" y="76106"/>
                </a:cubicBezTo>
                <a:cubicBezTo>
                  <a:pt x="90506" y="76194"/>
                  <a:pt x="90506" y="76281"/>
                  <a:pt x="90506" y="76370"/>
                </a:cubicBezTo>
                <a:cubicBezTo>
                  <a:pt x="90504" y="76545"/>
                  <a:pt x="90504" y="76722"/>
                  <a:pt x="90502" y="76898"/>
                </a:cubicBezTo>
                <a:cubicBezTo>
                  <a:pt x="90500" y="77062"/>
                  <a:pt x="90461" y="77259"/>
                  <a:pt x="90569" y="77393"/>
                </a:cubicBezTo>
                <a:cubicBezTo>
                  <a:pt x="90601" y="77430"/>
                  <a:pt x="90664" y="77442"/>
                  <a:pt x="90714" y="77425"/>
                </a:cubicBezTo>
                <a:cubicBezTo>
                  <a:pt x="90763" y="77447"/>
                  <a:pt x="90811" y="77466"/>
                  <a:pt x="90858" y="77484"/>
                </a:cubicBezTo>
                <a:cubicBezTo>
                  <a:pt x="90884" y="77495"/>
                  <a:pt x="90913" y="77507"/>
                  <a:pt x="90945" y="77516"/>
                </a:cubicBezTo>
                <a:cubicBezTo>
                  <a:pt x="90891" y="77871"/>
                  <a:pt x="90917" y="78247"/>
                  <a:pt x="90915" y="78604"/>
                </a:cubicBezTo>
                <a:cubicBezTo>
                  <a:pt x="90913" y="79039"/>
                  <a:pt x="90913" y="79474"/>
                  <a:pt x="90913" y="79908"/>
                </a:cubicBezTo>
                <a:lnTo>
                  <a:pt x="90913" y="82537"/>
                </a:lnTo>
                <a:cubicBezTo>
                  <a:pt x="90913" y="84291"/>
                  <a:pt x="90913" y="86045"/>
                  <a:pt x="90911" y="87799"/>
                </a:cubicBezTo>
                <a:cubicBezTo>
                  <a:pt x="90911" y="88286"/>
                  <a:pt x="90913" y="88771"/>
                  <a:pt x="90921" y="89257"/>
                </a:cubicBezTo>
                <a:cubicBezTo>
                  <a:pt x="90924" y="89508"/>
                  <a:pt x="90928" y="89759"/>
                  <a:pt x="90932" y="90008"/>
                </a:cubicBezTo>
                <a:cubicBezTo>
                  <a:pt x="90934" y="90220"/>
                  <a:pt x="90930" y="90432"/>
                  <a:pt x="90949" y="90642"/>
                </a:cubicBezTo>
                <a:cubicBezTo>
                  <a:pt x="90863" y="90689"/>
                  <a:pt x="90779" y="90741"/>
                  <a:pt x="90688" y="90778"/>
                </a:cubicBezTo>
                <a:cubicBezTo>
                  <a:pt x="90560" y="90828"/>
                  <a:pt x="90426" y="90862"/>
                  <a:pt x="90294" y="90897"/>
                </a:cubicBezTo>
                <a:cubicBezTo>
                  <a:pt x="90032" y="90970"/>
                  <a:pt x="89744" y="91050"/>
                  <a:pt x="89552" y="91254"/>
                </a:cubicBezTo>
                <a:cubicBezTo>
                  <a:pt x="89282" y="91540"/>
                  <a:pt x="89269" y="91983"/>
                  <a:pt x="89240" y="92353"/>
                </a:cubicBezTo>
                <a:cubicBezTo>
                  <a:pt x="89223" y="92569"/>
                  <a:pt x="89215" y="92787"/>
                  <a:pt x="89213" y="93004"/>
                </a:cubicBezTo>
                <a:cubicBezTo>
                  <a:pt x="89212" y="93105"/>
                  <a:pt x="89212" y="93207"/>
                  <a:pt x="89213" y="93309"/>
                </a:cubicBezTo>
                <a:cubicBezTo>
                  <a:pt x="89213" y="93367"/>
                  <a:pt x="89212" y="93424"/>
                  <a:pt x="89219" y="93482"/>
                </a:cubicBezTo>
                <a:cubicBezTo>
                  <a:pt x="89225" y="93547"/>
                  <a:pt x="89251" y="93588"/>
                  <a:pt x="89267" y="93648"/>
                </a:cubicBezTo>
                <a:cubicBezTo>
                  <a:pt x="89295" y="93759"/>
                  <a:pt x="89450" y="93774"/>
                  <a:pt x="89505" y="93687"/>
                </a:cubicBezTo>
                <a:cubicBezTo>
                  <a:pt x="89518" y="93698"/>
                  <a:pt x="89530" y="93707"/>
                  <a:pt x="89543" y="93716"/>
                </a:cubicBezTo>
                <a:cubicBezTo>
                  <a:pt x="89574" y="93737"/>
                  <a:pt x="89613" y="93744"/>
                  <a:pt x="89645" y="93761"/>
                </a:cubicBezTo>
                <a:cubicBezTo>
                  <a:pt x="89721" y="93796"/>
                  <a:pt x="89794" y="93845"/>
                  <a:pt x="89855" y="93901"/>
                </a:cubicBezTo>
                <a:cubicBezTo>
                  <a:pt x="89989" y="94018"/>
                  <a:pt x="90084" y="94168"/>
                  <a:pt x="90156" y="94330"/>
                </a:cubicBezTo>
                <a:cubicBezTo>
                  <a:pt x="90326" y="94713"/>
                  <a:pt x="90385" y="95156"/>
                  <a:pt x="90478" y="95563"/>
                </a:cubicBezTo>
                <a:cubicBezTo>
                  <a:pt x="90681" y="96448"/>
                  <a:pt x="90885" y="97332"/>
                  <a:pt x="91090" y="98217"/>
                </a:cubicBezTo>
                <a:cubicBezTo>
                  <a:pt x="91148" y="98466"/>
                  <a:pt x="91205" y="98715"/>
                  <a:pt x="91263" y="98965"/>
                </a:cubicBezTo>
                <a:cubicBezTo>
                  <a:pt x="91319" y="99206"/>
                  <a:pt x="91345" y="99500"/>
                  <a:pt x="91492" y="99707"/>
                </a:cubicBezTo>
                <a:cubicBezTo>
                  <a:pt x="91503" y="99720"/>
                  <a:pt x="91516" y="99733"/>
                  <a:pt x="91533" y="99742"/>
                </a:cubicBezTo>
                <a:cubicBezTo>
                  <a:pt x="91527" y="99802"/>
                  <a:pt x="91559" y="99865"/>
                  <a:pt x="91629" y="99880"/>
                </a:cubicBezTo>
                <a:cubicBezTo>
                  <a:pt x="91838" y="99928"/>
                  <a:pt x="92068" y="99908"/>
                  <a:pt x="92280" y="99906"/>
                </a:cubicBezTo>
                <a:cubicBezTo>
                  <a:pt x="92451" y="99906"/>
                  <a:pt x="92624" y="99908"/>
                  <a:pt x="92797" y="99902"/>
                </a:cubicBezTo>
                <a:cubicBezTo>
                  <a:pt x="92782" y="100125"/>
                  <a:pt x="92781" y="100350"/>
                  <a:pt x="92781" y="100575"/>
                </a:cubicBezTo>
                <a:cubicBezTo>
                  <a:pt x="92779" y="100929"/>
                  <a:pt x="92777" y="101282"/>
                  <a:pt x="92775" y="101637"/>
                </a:cubicBezTo>
                <a:cubicBezTo>
                  <a:pt x="92773" y="102344"/>
                  <a:pt x="92775" y="103052"/>
                  <a:pt x="92775" y="103759"/>
                </a:cubicBezTo>
                <a:lnTo>
                  <a:pt x="92775" y="118931"/>
                </a:lnTo>
                <a:cubicBezTo>
                  <a:pt x="92775" y="119603"/>
                  <a:pt x="92766" y="120274"/>
                  <a:pt x="92808" y="120942"/>
                </a:cubicBezTo>
                <a:cubicBezTo>
                  <a:pt x="92792" y="120957"/>
                  <a:pt x="92779" y="120975"/>
                  <a:pt x="92777" y="121001"/>
                </a:cubicBezTo>
                <a:cubicBezTo>
                  <a:pt x="92771" y="121072"/>
                  <a:pt x="92754" y="121139"/>
                  <a:pt x="92754" y="121211"/>
                </a:cubicBezTo>
                <a:cubicBezTo>
                  <a:pt x="92753" y="121280"/>
                  <a:pt x="92756" y="121351"/>
                  <a:pt x="92756" y="121420"/>
                </a:cubicBezTo>
                <a:cubicBezTo>
                  <a:pt x="92758" y="121487"/>
                  <a:pt x="92758" y="121552"/>
                  <a:pt x="92758" y="121617"/>
                </a:cubicBezTo>
                <a:cubicBezTo>
                  <a:pt x="92481" y="121568"/>
                  <a:pt x="92193" y="121554"/>
                  <a:pt x="91918" y="121539"/>
                </a:cubicBezTo>
                <a:cubicBezTo>
                  <a:pt x="91562" y="121518"/>
                  <a:pt x="91205" y="121522"/>
                  <a:pt x="90850" y="121542"/>
                </a:cubicBezTo>
                <a:cubicBezTo>
                  <a:pt x="90720" y="121548"/>
                  <a:pt x="90632" y="121660"/>
                  <a:pt x="90662" y="121790"/>
                </a:cubicBezTo>
                <a:cubicBezTo>
                  <a:pt x="90727" y="122080"/>
                  <a:pt x="90536" y="122376"/>
                  <a:pt x="90300" y="122532"/>
                </a:cubicBezTo>
                <a:cubicBezTo>
                  <a:pt x="89985" y="122742"/>
                  <a:pt x="89591" y="122774"/>
                  <a:pt x="89223" y="122787"/>
                </a:cubicBezTo>
                <a:cubicBezTo>
                  <a:pt x="88916" y="122800"/>
                  <a:pt x="88607" y="122807"/>
                  <a:pt x="88300" y="122814"/>
                </a:cubicBezTo>
                <a:cubicBezTo>
                  <a:pt x="88285" y="122785"/>
                  <a:pt x="88267" y="122759"/>
                  <a:pt x="88248" y="122733"/>
                </a:cubicBezTo>
                <a:cubicBezTo>
                  <a:pt x="88219" y="122694"/>
                  <a:pt x="88181" y="122653"/>
                  <a:pt x="88140" y="122621"/>
                </a:cubicBezTo>
                <a:cubicBezTo>
                  <a:pt x="88137" y="122576"/>
                  <a:pt x="88113" y="122532"/>
                  <a:pt x="88057" y="122513"/>
                </a:cubicBezTo>
                <a:cubicBezTo>
                  <a:pt x="87980" y="122487"/>
                  <a:pt x="87947" y="122383"/>
                  <a:pt x="87979" y="122312"/>
                </a:cubicBezTo>
                <a:cubicBezTo>
                  <a:pt x="87982" y="122301"/>
                  <a:pt x="87990" y="122292"/>
                  <a:pt x="87997" y="122283"/>
                </a:cubicBezTo>
                <a:cubicBezTo>
                  <a:pt x="88068" y="122204"/>
                  <a:pt x="88027" y="122039"/>
                  <a:pt x="87901" y="122052"/>
                </a:cubicBezTo>
                <a:cubicBezTo>
                  <a:pt x="87469" y="122095"/>
                  <a:pt x="87467" y="121462"/>
                  <a:pt x="87497" y="121180"/>
                </a:cubicBezTo>
                <a:cubicBezTo>
                  <a:pt x="87545" y="120711"/>
                  <a:pt x="87783" y="120276"/>
                  <a:pt x="88133" y="119963"/>
                </a:cubicBezTo>
                <a:cubicBezTo>
                  <a:pt x="88246" y="119863"/>
                  <a:pt x="88172" y="119701"/>
                  <a:pt x="88051" y="119655"/>
                </a:cubicBezTo>
                <a:cubicBezTo>
                  <a:pt x="87742" y="119539"/>
                  <a:pt x="87434" y="119424"/>
                  <a:pt x="87123" y="119309"/>
                </a:cubicBezTo>
                <a:cubicBezTo>
                  <a:pt x="87142" y="118903"/>
                  <a:pt x="87138" y="118479"/>
                  <a:pt x="86937" y="118119"/>
                </a:cubicBezTo>
                <a:cubicBezTo>
                  <a:pt x="86760" y="117804"/>
                  <a:pt x="86428" y="117542"/>
                  <a:pt x="86052" y="117561"/>
                </a:cubicBezTo>
                <a:cubicBezTo>
                  <a:pt x="85669" y="117579"/>
                  <a:pt x="85340" y="117851"/>
                  <a:pt x="85172" y="118184"/>
                </a:cubicBezTo>
                <a:cubicBezTo>
                  <a:pt x="84964" y="118591"/>
                  <a:pt x="84945" y="119056"/>
                  <a:pt x="84891" y="119502"/>
                </a:cubicBezTo>
                <a:cubicBezTo>
                  <a:pt x="84837" y="119975"/>
                  <a:pt x="84778" y="120445"/>
                  <a:pt x="84728" y="120916"/>
                </a:cubicBezTo>
                <a:cubicBezTo>
                  <a:pt x="84646" y="120916"/>
                  <a:pt x="84560" y="120936"/>
                  <a:pt x="84475" y="120973"/>
                </a:cubicBezTo>
                <a:cubicBezTo>
                  <a:pt x="84317" y="121042"/>
                  <a:pt x="84177" y="121159"/>
                  <a:pt x="84012" y="121213"/>
                </a:cubicBezTo>
                <a:cubicBezTo>
                  <a:pt x="83671" y="121327"/>
                  <a:pt x="83530" y="120838"/>
                  <a:pt x="83547" y="120585"/>
                </a:cubicBezTo>
                <a:cubicBezTo>
                  <a:pt x="83575" y="120142"/>
                  <a:pt x="83777" y="119647"/>
                  <a:pt x="83508" y="119240"/>
                </a:cubicBezTo>
                <a:cubicBezTo>
                  <a:pt x="83335" y="118978"/>
                  <a:pt x="83028" y="118833"/>
                  <a:pt x="82723" y="118799"/>
                </a:cubicBezTo>
                <a:cubicBezTo>
                  <a:pt x="82476" y="118771"/>
                  <a:pt x="82193" y="118836"/>
                  <a:pt x="81983" y="118985"/>
                </a:cubicBezTo>
                <a:cubicBezTo>
                  <a:pt x="81821" y="118563"/>
                  <a:pt x="81871" y="118070"/>
                  <a:pt x="81674" y="117655"/>
                </a:cubicBezTo>
                <a:cubicBezTo>
                  <a:pt x="81510" y="117310"/>
                  <a:pt x="81138" y="116977"/>
                  <a:pt x="80752" y="116997"/>
                </a:cubicBezTo>
                <a:cubicBezTo>
                  <a:pt x="80729" y="116620"/>
                  <a:pt x="80562" y="116270"/>
                  <a:pt x="80465" y="115896"/>
                </a:cubicBezTo>
                <a:cubicBezTo>
                  <a:pt x="80385" y="115591"/>
                  <a:pt x="80363" y="115160"/>
                  <a:pt x="80666" y="114968"/>
                </a:cubicBezTo>
                <a:cubicBezTo>
                  <a:pt x="80755" y="114910"/>
                  <a:pt x="80761" y="114730"/>
                  <a:pt x="80633" y="114713"/>
                </a:cubicBezTo>
                <a:cubicBezTo>
                  <a:pt x="80599" y="114708"/>
                  <a:pt x="80564" y="114704"/>
                  <a:pt x="80528" y="114698"/>
                </a:cubicBezTo>
                <a:cubicBezTo>
                  <a:pt x="80290" y="114667"/>
                  <a:pt x="80015" y="114615"/>
                  <a:pt x="79877" y="114410"/>
                </a:cubicBezTo>
                <a:cubicBezTo>
                  <a:pt x="79816" y="114317"/>
                  <a:pt x="79781" y="114193"/>
                  <a:pt x="79818" y="114083"/>
                </a:cubicBezTo>
                <a:cubicBezTo>
                  <a:pt x="79863" y="113960"/>
                  <a:pt x="80006" y="113901"/>
                  <a:pt x="80082" y="113800"/>
                </a:cubicBezTo>
                <a:cubicBezTo>
                  <a:pt x="80238" y="113592"/>
                  <a:pt x="80203" y="113298"/>
                  <a:pt x="80056" y="113095"/>
                </a:cubicBezTo>
                <a:cubicBezTo>
                  <a:pt x="79944" y="112937"/>
                  <a:pt x="79766" y="112824"/>
                  <a:pt x="79580" y="112738"/>
                </a:cubicBezTo>
                <a:cubicBezTo>
                  <a:pt x="79690" y="112597"/>
                  <a:pt x="79705" y="112374"/>
                  <a:pt x="79628" y="112204"/>
                </a:cubicBezTo>
                <a:cubicBezTo>
                  <a:pt x="79506" y="111935"/>
                  <a:pt x="79204" y="111872"/>
                  <a:pt x="78918" y="111873"/>
                </a:cubicBezTo>
                <a:cubicBezTo>
                  <a:pt x="78946" y="111725"/>
                  <a:pt x="78912" y="111555"/>
                  <a:pt x="78842" y="111425"/>
                </a:cubicBezTo>
                <a:cubicBezTo>
                  <a:pt x="78684" y="111131"/>
                  <a:pt x="78295" y="111027"/>
                  <a:pt x="78174" y="110711"/>
                </a:cubicBezTo>
                <a:cubicBezTo>
                  <a:pt x="78113" y="110549"/>
                  <a:pt x="78124" y="110373"/>
                  <a:pt x="78144" y="110205"/>
                </a:cubicBezTo>
                <a:cubicBezTo>
                  <a:pt x="78166" y="110015"/>
                  <a:pt x="78204" y="109830"/>
                  <a:pt x="78230" y="109640"/>
                </a:cubicBezTo>
                <a:cubicBezTo>
                  <a:pt x="78274" y="109316"/>
                  <a:pt x="78250" y="108942"/>
                  <a:pt x="77967" y="108730"/>
                </a:cubicBezTo>
                <a:cubicBezTo>
                  <a:pt x="77759" y="108576"/>
                  <a:pt x="77441" y="108546"/>
                  <a:pt x="77266" y="108753"/>
                </a:cubicBezTo>
                <a:cubicBezTo>
                  <a:pt x="76576" y="108758"/>
                  <a:pt x="76258" y="109683"/>
                  <a:pt x="76002" y="110194"/>
                </a:cubicBezTo>
                <a:cubicBezTo>
                  <a:pt x="75855" y="110486"/>
                  <a:pt x="75684" y="110797"/>
                  <a:pt x="75420" y="110957"/>
                </a:cubicBezTo>
                <a:cubicBezTo>
                  <a:pt x="75342" y="111003"/>
                  <a:pt x="75301" y="111022"/>
                  <a:pt x="75215" y="111044"/>
                </a:cubicBezTo>
                <a:cubicBezTo>
                  <a:pt x="75061" y="111083"/>
                  <a:pt x="74899" y="111072"/>
                  <a:pt x="74739" y="111074"/>
                </a:cubicBezTo>
                <a:cubicBezTo>
                  <a:pt x="74454" y="111079"/>
                  <a:pt x="74185" y="111137"/>
                  <a:pt x="73937" y="111282"/>
                </a:cubicBezTo>
                <a:cubicBezTo>
                  <a:pt x="73458" y="111561"/>
                  <a:pt x="73136" y="112044"/>
                  <a:pt x="72822" y="112487"/>
                </a:cubicBezTo>
                <a:cubicBezTo>
                  <a:pt x="72632" y="112753"/>
                  <a:pt x="72440" y="113019"/>
                  <a:pt x="72271" y="113300"/>
                </a:cubicBezTo>
                <a:cubicBezTo>
                  <a:pt x="72109" y="113566"/>
                  <a:pt x="71966" y="113847"/>
                  <a:pt x="71828" y="114127"/>
                </a:cubicBezTo>
                <a:cubicBezTo>
                  <a:pt x="71369" y="115074"/>
                  <a:pt x="71157" y="116103"/>
                  <a:pt x="70830" y="117096"/>
                </a:cubicBezTo>
                <a:cubicBezTo>
                  <a:pt x="70659" y="117620"/>
                  <a:pt x="70452" y="118146"/>
                  <a:pt x="70173" y="118623"/>
                </a:cubicBezTo>
                <a:cubicBezTo>
                  <a:pt x="69976" y="118961"/>
                  <a:pt x="69762" y="119275"/>
                  <a:pt x="69500" y="119554"/>
                </a:cubicBezTo>
                <a:cubicBezTo>
                  <a:pt x="69446" y="118842"/>
                  <a:pt x="69409" y="118130"/>
                  <a:pt x="69361" y="117416"/>
                </a:cubicBezTo>
                <a:cubicBezTo>
                  <a:pt x="69305" y="116608"/>
                  <a:pt x="69308" y="115799"/>
                  <a:pt x="69310" y="114992"/>
                </a:cubicBezTo>
                <a:cubicBezTo>
                  <a:pt x="69364" y="114308"/>
                  <a:pt x="69524" y="113644"/>
                  <a:pt x="69948" y="113093"/>
                </a:cubicBezTo>
                <a:cubicBezTo>
                  <a:pt x="70026" y="112991"/>
                  <a:pt x="69920" y="112840"/>
                  <a:pt x="69805" y="112844"/>
                </a:cubicBezTo>
                <a:cubicBezTo>
                  <a:pt x="69688" y="112846"/>
                  <a:pt x="69658" y="112673"/>
                  <a:pt x="69656" y="112582"/>
                </a:cubicBezTo>
                <a:cubicBezTo>
                  <a:pt x="69652" y="112400"/>
                  <a:pt x="69714" y="112223"/>
                  <a:pt x="69692" y="112039"/>
                </a:cubicBezTo>
                <a:cubicBezTo>
                  <a:pt x="69643" y="111641"/>
                  <a:pt x="69301" y="111544"/>
                  <a:pt x="68974" y="111446"/>
                </a:cubicBezTo>
                <a:cubicBezTo>
                  <a:pt x="68849" y="111408"/>
                  <a:pt x="68715" y="111356"/>
                  <a:pt x="68689" y="111213"/>
                </a:cubicBezTo>
                <a:cubicBezTo>
                  <a:pt x="68659" y="111057"/>
                  <a:pt x="68730" y="110890"/>
                  <a:pt x="68801" y="110756"/>
                </a:cubicBezTo>
                <a:cubicBezTo>
                  <a:pt x="68972" y="110428"/>
                  <a:pt x="69260" y="110086"/>
                  <a:pt x="69124" y="109694"/>
                </a:cubicBezTo>
                <a:cubicBezTo>
                  <a:pt x="69031" y="109424"/>
                  <a:pt x="68788" y="109221"/>
                  <a:pt x="68514" y="109173"/>
                </a:cubicBezTo>
                <a:cubicBezTo>
                  <a:pt x="68628" y="108727"/>
                  <a:pt x="68548" y="108236"/>
                  <a:pt x="68310" y="107841"/>
                </a:cubicBezTo>
                <a:cubicBezTo>
                  <a:pt x="68167" y="107607"/>
                  <a:pt x="67975" y="107438"/>
                  <a:pt x="67754" y="107280"/>
                </a:cubicBezTo>
                <a:cubicBezTo>
                  <a:pt x="67623" y="107185"/>
                  <a:pt x="67389" y="107045"/>
                  <a:pt x="67361" y="106867"/>
                </a:cubicBezTo>
                <a:cubicBezTo>
                  <a:pt x="67622" y="106826"/>
                  <a:pt x="67876" y="106696"/>
                  <a:pt x="68042" y="106489"/>
                </a:cubicBezTo>
                <a:cubicBezTo>
                  <a:pt x="68248" y="106233"/>
                  <a:pt x="68284" y="105885"/>
                  <a:pt x="68103" y="105602"/>
                </a:cubicBezTo>
                <a:cubicBezTo>
                  <a:pt x="67938" y="105340"/>
                  <a:pt x="67625" y="105182"/>
                  <a:pt x="67322" y="105297"/>
                </a:cubicBezTo>
                <a:cubicBezTo>
                  <a:pt x="67075" y="105388"/>
                  <a:pt x="66919" y="105641"/>
                  <a:pt x="66688" y="105747"/>
                </a:cubicBezTo>
                <a:cubicBezTo>
                  <a:pt x="66591" y="105546"/>
                  <a:pt x="66714" y="105260"/>
                  <a:pt x="66770" y="105068"/>
                </a:cubicBezTo>
                <a:cubicBezTo>
                  <a:pt x="66855" y="104786"/>
                  <a:pt x="66941" y="104464"/>
                  <a:pt x="66794" y="104189"/>
                </a:cubicBezTo>
                <a:cubicBezTo>
                  <a:pt x="66716" y="104042"/>
                  <a:pt x="66578" y="103941"/>
                  <a:pt x="66454" y="103835"/>
                </a:cubicBezTo>
                <a:cubicBezTo>
                  <a:pt x="66405" y="103795"/>
                  <a:pt x="66322" y="103739"/>
                  <a:pt x="66299" y="103676"/>
                </a:cubicBezTo>
                <a:cubicBezTo>
                  <a:pt x="66281" y="103629"/>
                  <a:pt x="66314" y="103609"/>
                  <a:pt x="66357" y="103581"/>
                </a:cubicBezTo>
                <a:cubicBezTo>
                  <a:pt x="66530" y="103464"/>
                  <a:pt x="66645" y="103337"/>
                  <a:pt x="66697" y="103129"/>
                </a:cubicBezTo>
                <a:cubicBezTo>
                  <a:pt x="66748" y="102924"/>
                  <a:pt x="66757" y="102692"/>
                  <a:pt x="66740" y="102482"/>
                </a:cubicBezTo>
                <a:cubicBezTo>
                  <a:pt x="66720" y="102249"/>
                  <a:pt x="66647" y="102013"/>
                  <a:pt x="66470" y="101847"/>
                </a:cubicBezTo>
                <a:cubicBezTo>
                  <a:pt x="66372" y="101754"/>
                  <a:pt x="66251" y="101689"/>
                  <a:pt x="66121" y="101665"/>
                </a:cubicBezTo>
                <a:cubicBezTo>
                  <a:pt x="66154" y="101542"/>
                  <a:pt x="66177" y="101420"/>
                  <a:pt x="66190" y="101295"/>
                </a:cubicBezTo>
                <a:cubicBezTo>
                  <a:pt x="66195" y="101252"/>
                  <a:pt x="66199" y="101208"/>
                  <a:pt x="66203" y="101165"/>
                </a:cubicBezTo>
                <a:cubicBezTo>
                  <a:pt x="66212" y="101046"/>
                  <a:pt x="66058" y="100944"/>
                  <a:pt x="65953" y="101003"/>
                </a:cubicBezTo>
                <a:cubicBezTo>
                  <a:pt x="65948" y="100997"/>
                  <a:pt x="65944" y="100992"/>
                  <a:pt x="65942" y="100986"/>
                </a:cubicBezTo>
                <a:cubicBezTo>
                  <a:pt x="65933" y="100945"/>
                  <a:pt x="65974" y="100884"/>
                  <a:pt x="65992" y="100851"/>
                </a:cubicBezTo>
                <a:cubicBezTo>
                  <a:pt x="66065" y="100718"/>
                  <a:pt x="66134" y="100592"/>
                  <a:pt x="66158" y="100440"/>
                </a:cubicBezTo>
                <a:cubicBezTo>
                  <a:pt x="66199" y="100177"/>
                  <a:pt x="66195" y="99854"/>
                  <a:pt x="66089" y="99606"/>
                </a:cubicBezTo>
                <a:cubicBezTo>
                  <a:pt x="65996" y="99394"/>
                  <a:pt x="65792" y="99247"/>
                  <a:pt x="65565" y="99305"/>
                </a:cubicBezTo>
                <a:cubicBezTo>
                  <a:pt x="65522" y="99130"/>
                  <a:pt x="65451" y="98961"/>
                  <a:pt x="65356" y="98807"/>
                </a:cubicBezTo>
                <a:cubicBezTo>
                  <a:pt x="65316" y="98740"/>
                  <a:pt x="65269" y="98676"/>
                  <a:pt x="65219" y="98615"/>
                </a:cubicBezTo>
                <a:cubicBezTo>
                  <a:pt x="65193" y="98583"/>
                  <a:pt x="65076" y="98490"/>
                  <a:pt x="65072" y="98444"/>
                </a:cubicBezTo>
                <a:cubicBezTo>
                  <a:pt x="65068" y="98399"/>
                  <a:pt x="65139" y="98344"/>
                  <a:pt x="65167" y="98310"/>
                </a:cubicBezTo>
                <a:cubicBezTo>
                  <a:pt x="65210" y="98258"/>
                  <a:pt x="65250" y="98206"/>
                  <a:pt x="65278" y="98145"/>
                </a:cubicBezTo>
                <a:cubicBezTo>
                  <a:pt x="65462" y="97758"/>
                  <a:pt x="65262" y="97282"/>
                  <a:pt x="64899" y="97099"/>
                </a:cubicBezTo>
                <a:cubicBezTo>
                  <a:pt x="64966" y="97005"/>
                  <a:pt x="65033" y="96908"/>
                  <a:pt x="65100" y="96813"/>
                </a:cubicBezTo>
                <a:cubicBezTo>
                  <a:pt x="65157" y="96729"/>
                  <a:pt x="65102" y="96586"/>
                  <a:pt x="64999" y="96567"/>
                </a:cubicBezTo>
                <a:cubicBezTo>
                  <a:pt x="64709" y="96517"/>
                  <a:pt x="64419" y="96523"/>
                  <a:pt x="64135" y="96593"/>
                </a:cubicBezTo>
                <a:cubicBezTo>
                  <a:pt x="64042" y="96116"/>
                  <a:pt x="63947" y="95636"/>
                  <a:pt x="63854" y="95156"/>
                </a:cubicBezTo>
                <a:cubicBezTo>
                  <a:pt x="63841" y="95087"/>
                  <a:pt x="63761" y="95031"/>
                  <a:pt x="63692" y="95033"/>
                </a:cubicBezTo>
                <a:cubicBezTo>
                  <a:pt x="63489" y="95039"/>
                  <a:pt x="63285" y="95042"/>
                  <a:pt x="63082" y="95048"/>
                </a:cubicBezTo>
                <a:cubicBezTo>
                  <a:pt x="63203" y="94886"/>
                  <a:pt x="63305" y="94711"/>
                  <a:pt x="63353" y="94512"/>
                </a:cubicBezTo>
                <a:cubicBezTo>
                  <a:pt x="63419" y="94250"/>
                  <a:pt x="63370" y="93956"/>
                  <a:pt x="63201" y="93742"/>
                </a:cubicBezTo>
                <a:cubicBezTo>
                  <a:pt x="63119" y="93635"/>
                  <a:pt x="63008" y="93556"/>
                  <a:pt x="62879" y="93516"/>
                </a:cubicBezTo>
                <a:cubicBezTo>
                  <a:pt x="62755" y="93477"/>
                  <a:pt x="62593" y="93501"/>
                  <a:pt x="62498" y="93398"/>
                </a:cubicBezTo>
                <a:cubicBezTo>
                  <a:pt x="62375" y="93265"/>
                  <a:pt x="62349" y="93049"/>
                  <a:pt x="62292" y="92885"/>
                </a:cubicBezTo>
                <a:cubicBezTo>
                  <a:pt x="62210" y="92656"/>
                  <a:pt x="62074" y="92454"/>
                  <a:pt x="61808" y="92448"/>
                </a:cubicBezTo>
                <a:cubicBezTo>
                  <a:pt x="61709" y="92446"/>
                  <a:pt x="61654" y="92526"/>
                  <a:pt x="61641" y="92615"/>
                </a:cubicBezTo>
                <a:cubicBezTo>
                  <a:pt x="61618" y="92787"/>
                  <a:pt x="61594" y="92961"/>
                  <a:pt x="61572" y="93132"/>
                </a:cubicBezTo>
                <a:cubicBezTo>
                  <a:pt x="61512" y="93099"/>
                  <a:pt x="61453" y="93066"/>
                  <a:pt x="61393" y="93032"/>
                </a:cubicBezTo>
                <a:cubicBezTo>
                  <a:pt x="61300" y="92978"/>
                  <a:pt x="61178" y="93026"/>
                  <a:pt x="61148" y="93132"/>
                </a:cubicBezTo>
                <a:cubicBezTo>
                  <a:pt x="61055" y="93463"/>
                  <a:pt x="60913" y="93780"/>
                  <a:pt x="60726" y="94066"/>
                </a:cubicBezTo>
                <a:cubicBezTo>
                  <a:pt x="60662" y="94161"/>
                  <a:pt x="60595" y="94254"/>
                  <a:pt x="60523" y="94343"/>
                </a:cubicBezTo>
                <a:cubicBezTo>
                  <a:pt x="60449" y="94432"/>
                  <a:pt x="60486" y="94544"/>
                  <a:pt x="60555" y="94600"/>
                </a:cubicBezTo>
                <a:cubicBezTo>
                  <a:pt x="60508" y="94758"/>
                  <a:pt x="60469" y="94918"/>
                  <a:pt x="60432" y="95080"/>
                </a:cubicBezTo>
                <a:cubicBezTo>
                  <a:pt x="60305" y="95016"/>
                  <a:pt x="60177" y="94957"/>
                  <a:pt x="60051" y="94896"/>
                </a:cubicBezTo>
                <a:cubicBezTo>
                  <a:pt x="59892" y="94817"/>
                  <a:pt x="59697" y="94682"/>
                  <a:pt x="59524" y="94795"/>
                </a:cubicBezTo>
                <a:cubicBezTo>
                  <a:pt x="59403" y="94873"/>
                  <a:pt x="59364" y="95042"/>
                  <a:pt x="59333" y="95174"/>
                </a:cubicBezTo>
                <a:cubicBezTo>
                  <a:pt x="59299" y="95314"/>
                  <a:pt x="59284" y="95461"/>
                  <a:pt x="59308" y="95604"/>
                </a:cubicBezTo>
                <a:cubicBezTo>
                  <a:pt x="59333" y="95740"/>
                  <a:pt x="59407" y="95864"/>
                  <a:pt x="59522" y="95941"/>
                </a:cubicBezTo>
                <a:cubicBezTo>
                  <a:pt x="59528" y="95946"/>
                  <a:pt x="59535" y="95950"/>
                  <a:pt x="59541" y="95954"/>
                </a:cubicBezTo>
                <a:cubicBezTo>
                  <a:pt x="59450" y="95931"/>
                  <a:pt x="59357" y="95909"/>
                  <a:pt x="59266" y="95887"/>
                </a:cubicBezTo>
                <a:cubicBezTo>
                  <a:pt x="59056" y="95835"/>
                  <a:pt x="58847" y="95783"/>
                  <a:pt x="58637" y="95731"/>
                </a:cubicBezTo>
                <a:cubicBezTo>
                  <a:pt x="58516" y="95701"/>
                  <a:pt x="58429" y="95786"/>
                  <a:pt x="58416" y="95898"/>
                </a:cubicBezTo>
                <a:cubicBezTo>
                  <a:pt x="58401" y="96023"/>
                  <a:pt x="58388" y="96145"/>
                  <a:pt x="58375" y="96268"/>
                </a:cubicBezTo>
                <a:cubicBezTo>
                  <a:pt x="58200" y="96225"/>
                  <a:pt x="58005" y="96261"/>
                  <a:pt x="57858" y="96365"/>
                </a:cubicBezTo>
                <a:cubicBezTo>
                  <a:pt x="57717" y="96465"/>
                  <a:pt x="57642" y="96605"/>
                  <a:pt x="57624" y="96776"/>
                </a:cubicBezTo>
                <a:cubicBezTo>
                  <a:pt x="57607" y="96926"/>
                  <a:pt x="57625" y="97032"/>
                  <a:pt x="57488" y="97120"/>
                </a:cubicBezTo>
                <a:cubicBezTo>
                  <a:pt x="57371" y="97196"/>
                  <a:pt x="57239" y="97252"/>
                  <a:pt x="57136" y="97350"/>
                </a:cubicBezTo>
                <a:cubicBezTo>
                  <a:pt x="57021" y="97462"/>
                  <a:pt x="56971" y="97616"/>
                  <a:pt x="56995" y="97774"/>
                </a:cubicBezTo>
                <a:cubicBezTo>
                  <a:pt x="57019" y="97936"/>
                  <a:pt x="57118" y="98065"/>
                  <a:pt x="57172" y="98215"/>
                </a:cubicBezTo>
                <a:cubicBezTo>
                  <a:pt x="57222" y="98358"/>
                  <a:pt x="57131" y="98425"/>
                  <a:pt x="57025" y="98511"/>
                </a:cubicBezTo>
                <a:cubicBezTo>
                  <a:pt x="56874" y="98632"/>
                  <a:pt x="56757" y="98755"/>
                  <a:pt x="56733" y="98954"/>
                </a:cubicBezTo>
                <a:cubicBezTo>
                  <a:pt x="56727" y="99000"/>
                  <a:pt x="56731" y="99047"/>
                  <a:pt x="56738" y="99089"/>
                </a:cubicBezTo>
                <a:cubicBezTo>
                  <a:pt x="56543" y="99175"/>
                  <a:pt x="56361" y="99314"/>
                  <a:pt x="56311" y="99521"/>
                </a:cubicBezTo>
                <a:cubicBezTo>
                  <a:pt x="56238" y="99830"/>
                  <a:pt x="56502" y="100004"/>
                  <a:pt x="56748" y="100107"/>
                </a:cubicBezTo>
                <a:cubicBezTo>
                  <a:pt x="56818" y="100135"/>
                  <a:pt x="56937" y="100174"/>
                  <a:pt x="56958" y="100227"/>
                </a:cubicBezTo>
                <a:cubicBezTo>
                  <a:pt x="56982" y="100291"/>
                  <a:pt x="56900" y="100376"/>
                  <a:pt x="56837" y="100404"/>
                </a:cubicBezTo>
                <a:cubicBezTo>
                  <a:pt x="56701" y="100464"/>
                  <a:pt x="56474" y="100417"/>
                  <a:pt x="56424" y="100261"/>
                </a:cubicBezTo>
                <a:cubicBezTo>
                  <a:pt x="56400" y="100181"/>
                  <a:pt x="56331" y="100129"/>
                  <a:pt x="56247" y="100125"/>
                </a:cubicBezTo>
                <a:cubicBezTo>
                  <a:pt x="56017" y="100118"/>
                  <a:pt x="55860" y="100311"/>
                  <a:pt x="55812" y="100521"/>
                </a:cubicBezTo>
                <a:cubicBezTo>
                  <a:pt x="55788" y="100635"/>
                  <a:pt x="55794" y="100743"/>
                  <a:pt x="55801" y="100858"/>
                </a:cubicBezTo>
                <a:cubicBezTo>
                  <a:pt x="55805" y="100932"/>
                  <a:pt x="55823" y="101059"/>
                  <a:pt x="55769" y="101120"/>
                </a:cubicBezTo>
                <a:cubicBezTo>
                  <a:pt x="55714" y="101185"/>
                  <a:pt x="55593" y="101157"/>
                  <a:pt x="55520" y="101148"/>
                </a:cubicBezTo>
                <a:cubicBezTo>
                  <a:pt x="55396" y="101131"/>
                  <a:pt x="55277" y="101113"/>
                  <a:pt x="55152" y="101129"/>
                </a:cubicBezTo>
                <a:cubicBezTo>
                  <a:pt x="55009" y="101146"/>
                  <a:pt x="54871" y="101189"/>
                  <a:pt x="54748" y="101258"/>
                </a:cubicBezTo>
                <a:cubicBezTo>
                  <a:pt x="54730" y="100765"/>
                  <a:pt x="54893" y="100278"/>
                  <a:pt x="55197" y="99883"/>
                </a:cubicBezTo>
                <a:cubicBezTo>
                  <a:pt x="55232" y="99837"/>
                  <a:pt x="55228" y="99748"/>
                  <a:pt x="55197" y="99699"/>
                </a:cubicBezTo>
                <a:cubicBezTo>
                  <a:pt x="55105" y="99565"/>
                  <a:pt x="54973" y="99500"/>
                  <a:pt x="54817" y="99465"/>
                </a:cubicBezTo>
                <a:cubicBezTo>
                  <a:pt x="54735" y="99445"/>
                  <a:pt x="54566" y="99441"/>
                  <a:pt x="54518" y="99361"/>
                </a:cubicBezTo>
                <a:cubicBezTo>
                  <a:pt x="54473" y="99283"/>
                  <a:pt x="54592" y="99134"/>
                  <a:pt x="54633" y="99067"/>
                </a:cubicBezTo>
                <a:cubicBezTo>
                  <a:pt x="54715" y="98929"/>
                  <a:pt x="54797" y="98779"/>
                  <a:pt x="54799" y="98613"/>
                </a:cubicBezTo>
                <a:cubicBezTo>
                  <a:pt x="54802" y="98273"/>
                  <a:pt x="54464" y="97999"/>
                  <a:pt x="54135" y="98011"/>
                </a:cubicBezTo>
                <a:cubicBezTo>
                  <a:pt x="53792" y="98022"/>
                  <a:pt x="53530" y="98318"/>
                  <a:pt x="53471" y="98641"/>
                </a:cubicBezTo>
                <a:cubicBezTo>
                  <a:pt x="53435" y="98831"/>
                  <a:pt x="53478" y="98996"/>
                  <a:pt x="53521" y="99182"/>
                </a:cubicBezTo>
                <a:cubicBezTo>
                  <a:pt x="53564" y="99378"/>
                  <a:pt x="53409" y="99459"/>
                  <a:pt x="53329" y="99617"/>
                </a:cubicBezTo>
                <a:cubicBezTo>
                  <a:pt x="53182" y="99915"/>
                  <a:pt x="53354" y="100194"/>
                  <a:pt x="53469" y="100467"/>
                </a:cubicBezTo>
                <a:cubicBezTo>
                  <a:pt x="53506" y="100555"/>
                  <a:pt x="53554" y="100668"/>
                  <a:pt x="53495" y="100745"/>
                </a:cubicBezTo>
                <a:cubicBezTo>
                  <a:pt x="53422" y="100838"/>
                  <a:pt x="53251" y="100826"/>
                  <a:pt x="53149" y="100832"/>
                </a:cubicBezTo>
                <a:cubicBezTo>
                  <a:pt x="52974" y="100843"/>
                  <a:pt x="52810" y="100865"/>
                  <a:pt x="52652" y="100944"/>
                </a:cubicBezTo>
                <a:cubicBezTo>
                  <a:pt x="52496" y="101023"/>
                  <a:pt x="52368" y="101152"/>
                  <a:pt x="52264" y="101293"/>
                </a:cubicBezTo>
                <a:cubicBezTo>
                  <a:pt x="51992" y="101663"/>
                  <a:pt x="51959" y="102130"/>
                  <a:pt x="51864" y="102563"/>
                </a:cubicBezTo>
                <a:cubicBezTo>
                  <a:pt x="51814" y="102800"/>
                  <a:pt x="51739" y="103028"/>
                  <a:pt x="51654" y="103255"/>
                </a:cubicBezTo>
                <a:cubicBezTo>
                  <a:pt x="51590" y="103421"/>
                  <a:pt x="51531" y="103588"/>
                  <a:pt x="51473" y="103755"/>
                </a:cubicBezTo>
                <a:cubicBezTo>
                  <a:pt x="51470" y="103754"/>
                  <a:pt x="51466" y="103748"/>
                  <a:pt x="51460" y="103746"/>
                </a:cubicBezTo>
                <a:cubicBezTo>
                  <a:pt x="51375" y="103679"/>
                  <a:pt x="51276" y="103819"/>
                  <a:pt x="51349" y="103893"/>
                </a:cubicBezTo>
                <a:cubicBezTo>
                  <a:pt x="51371" y="103915"/>
                  <a:pt x="51388" y="103940"/>
                  <a:pt x="51403" y="103964"/>
                </a:cubicBezTo>
                <a:cubicBezTo>
                  <a:pt x="51388" y="104014"/>
                  <a:pt x="51406" y="104057"/>
                  <a:pt x="51438" y="104085"/>
                </a:cubicBezTo>
                <a:cubicBezTo>
                  <a:pt x="51457" y="104313"/>
                  <a:pt x="51228" y="104566"/>
                  <a:pt x="51062" y="104684"/>
                </a:cubicBezTo>
                <a:cubicBezTo>
                  <a:pt x="50746" y="104909"/>
                  <a:pt x="50415" y="105108"/>
                  <a:pt x="50315" y="105513"/>
                </a:cubicBezTo>
                <a:cubicBezTo>
                  <a:pt x="50220" y="105892"/>
                  <a:pt x="50354" y="106287"/>
                  <a:pt x="50261" y="106662"/>
                </a:cubicBezTo>
                <a:cubicBezTo>
                  <a:pt x="50166" y="107042"/>
                  <a:pt x="49751" y="107295"/>
                  <a:pt x="49439" y="107482"/>
                </a:cubicBezTo>
                <a:cubicBezTo>
                  <a:pt x="49238" y="107605"/>
                  <a:pt x="49007" y="107698"/>
                  <a:pt x="48903" y="107925"/>
                </a:cubicBezTo>
                <a:cubicBezTo>
                  <a:pt x="48844" y="108059"/>
                  <a:pt x="48829" y="108206"/>
                  <a:pt x="48845" y="108351"/>
                </a:cubicBezTo>
                <a:cubicBezTo>
                  <a:pt x="48682" y="108383"/>
                  <a:pt x="48533" y="108477"/>
                  <a:pt x="48431" y="108615"/>
                </a:cubicBezTo>
                <a:cubicBezTo>
                  <a:pt x="48267" y="108836"/>
                  <a:pt x="48301" y="109099"/>
                  <a:pt x="48405" y="109337"/>
                </a:cubicBezTo>
                <a:cubicBezTo>
                  <a:pt x="48485" y="109526"/>
                  <a:pt x="48650" y="109740"/>
                  <a:pt x="48503" y="109937"/>
                </a:cubicBezTo>
                <a:cubicBezTo>
                  <a:pt x="48421" y="110049"/>
                  <a:pt x="48301" y="110142"/>
                  <a:pt x="48200" y="110237"/>
                </a:cubicBezTo>
                <a:cubicBezTo>
                  <a:pt x="48072" y="110358"/>
                  <a:pt x="47943" y="110480"/>
                  <a:pt x="47815" y="110601"/>
                </a:cubicBezTo>
                <a:cubicBezTo>
                  <a:pt x="47780" y="110633"/>
                  <a:pt x="47692" y="110754"/>
                  <a:pt x="47644" y="110759"/>
                </a:cubicBezTo>
                <a:cubicBezTo>
                  <a:pt x="47640" y="110759"/>
                  <a:pt x="47594" y="110731"/>
                  <a:pt x="47577" y="110724"/>
                </a:cubicBezTo>
                <a:cubicBezTo>
                  <a:pt x="47441" y="110655"/>
                  <a:pt x="47291" y="110614"/>
                  <a:pt x="47149" y="110694"/>
                </a:cubicBezTo>
                <a:cubicBezTo>
                  <a:pt x="46941" y="110811"/>
                  <a:pt x="46887" y="111100"/>
                  <a:pt x="46950" y="111315"/>
                </a:cubicBezTo>
                <a:cubicBezTo>
                  <a:pt x="46999" y="111479"/>
                  <a:pt x="47261" y="111782"/>
                  <a:pt x="47030" y="111909"/>
                </a:cubicBezTo>
                <a:cubicBezTo>
                  <a:pt x="46828" y="112020"/>
                  <a:pt x="46614" y="111859"/>
                  <a:pt x="46474" y="111719"/>
                </a:cubicBezTo>
                <a:cubicBezTo>
                  <a:pt x="46024" y="111265"/>
                  <a:pt x="45740" y="110650"/>
                  <a:pt x="45624" y="110025"/>
                </a:cubicBezTo>
                <a:cubicBezTo>
                  <a:pt x="45608" y="109937"/>
                  <a:pt x="45515" y="109885"/>
                  <a:pt x="45433" y="109880"/>
                </a:cubicBezTo>
                <a:cubicBezTo>
                  <a:pt x="45236" y="109869"/>
                  <a:pt x="45053" y="109792"/>
                  <a:pt x="44905" y="109666"/>
                </a:cubicBezTo>
                <a:cubicBezTo>
                  <a:pt x="44884" y="109647"/>
                  <a:pt x="44864" y="109629"/>
                  <a:pt x="44843" y="109608"/>
                </a:cubicBezTo>
                <a:cubicBezTo>
                  <a:pt x="44702" y="109465"/>
                  <a:pt x="44462" y="109612"/>
                  <a:pt x="44510" y="109802"/>
                </a:cubicBezTo>
                <a:cubicBezTo>
                  <a:pt x="44518" y="109830"/>
                  <a:pt x="44520" y="109857"/>
                  <a:pt x="44516" y="109883"/>
                </a:cubicBezTo>
                <a:cubicBezTo>
                  <a:pt x="44507" y="109967"/>
                  <a:pt x="44449" y="110036"/>
                  <a:pt x="44365" y="110068"/>
                </a:cubicBezTo>
                <a:cubicBezTo>
                  <a:pt x="44274" y="110105"/>
                  <a:pt x="44185" y="110133"/>
                  <a:pt x="44116" y="110207"/>
                </a:cubicBezTo>
                <a:cubicBezTo>
                  <a:pt x="44049" y="110281"/>
                  <a:pt x="44012" y="110382"/>
                  <a:pt x="44012" y="110482"/>
                </a:cubicBezTo>
                <a:cubicBezTo>
                  <a:pt x="44012" y="110674"/>
                  <a:pt x="44116" y="110815"/>
                  <a:pt x="44216" y="110968"/>
                </a:cubicBezTo>
                <a:cubicBezTo>
                  <a:pt x="44246" y="111010"/>
                  <a:pt x="44285" y="111064"/>
                  <a:pt x="44282" y="111118"/>
                </a:cubicBezTo>
                <a:cubicBezTo>
                  <a:pt x="44278" y="111182"/>
                  <a:pt x="44226" y="111245"/>
                  <a:pt x="44190" y="111293"/>
                </a:cubicBezTo>
                <a:cubicBezTo>
                  <a:pt x="44135" y="111366"/>
                  <a:pt x="44075" y="111436"/>
                  <a:pt x="44027" y="111514"/>
                </a:cubicBezTo>
                <a:cubicBezTo>
                  <a:pt x="44034" y="111457"/>
                  <a:pt x="44023" y="111392"/>
                  <a:pt x="43977" y="111353"/>
                </a:cubicBezTo>
                <a:cubicBezTo>
                  <a:pt x="43740" y="111154"/>
                  <a:pt x="43504" y="110955"/>
                  <a:pt x="43268" y="110758"/>
                </a:cubicBezTo>
                <a:cubicBezTo>
                  <a:pt x="43155" y="110665"/>
                  <a:pt x="43041" y="110570"/>
                  <a:pt x="42928" y="110477"/>
                </a:cubicBezTo>
                <a:cubicBezTo>
                  <a:pt x="42879" y="110438"/>
                  <a:pt x="42827" y="110399"/>
                  <a:pt x="42788" y="110350"/>
                </a:cubicBezTo>
                <a:cubicBezTo>
                  <a:pt x="42775" y="110334"/>
                  <a:pt x="42758" y="110313"/>
                  <a:pt x="42751" y="110293"/>
                </a:cubicBezTo>
                <a:cubicBezTo>
                  <a:pt x="42753" y="110287"/>
                  <a:pt x="42757" y="110280"/>
                  <a:pt x="42758" y="110270"/>
                </a:cubicBezTo>
                <a:cubicBezTo>
                  <a:pt x="42799" y="110151"/>
                  <a:pt x="42690" y="110001"/>
                  <a:pt x="42561" y="110010"/>
                </a:cubicBezTo>
                <a:cubicBezTo>
                  <a:pt x="42234" y="110036"/>
                  <a:pt x="41871" y="110073"/>
                  <a:pt x="41624" y="110317"/>
                </a:cubicBezTo>
                <a:cubicBezTo>
                  <a:pt x="41497" y="110440"/>
                  <a:pt x="41416" y="110603"/>
                  <a:pt x="41397" y="110772"/>
                </a:cubicBezTo>
                <a:cubicBezTo>
                  <a:pt x="41179" y="110743"/>
                  <a:pt x="40956" y="110754"/>
                  <a:pt x="40768" y="110864"/>
                </a:cubicBezTo>
                <a:cubicBezTo>
                  <a:pt x="40609" y="110957"/>
                  <a:pt x="40503" y="111118"/>
                  <a:pt x="40467" y="111297"/>
                </a:cubicBezTo>
                <a:cubicBezTo>
                  <a:pt x="40439" y="111440"/>
                  <a:pt x="40454" y="111635"/>
                  <a:pt x="40370" y="111753"/>
                </a:cubicBezTo>
                <a:cubicBezTo>
                  <a:pt x="40233" y="111946"/>
                  <a:pt x="39956" y="112035"/>
                  <a:pt x="39792" y="112223"/>
                </a:cubicBezTo>
                <a:cubicBezTo>
                  <a:pt x="39697" y="112333"/>
                  <a:pt x="39632" y="112467"/>
                  <a:pt x="39638" y="112614"/>
                </a:cubicBezTo>
                <a:cubicBezTo>
                  <a:pt x="39641" y="112708"/>
                  <a:pt x="39671" y="112796"/>
                  <a:pt x="39714" y="112881"/>
                </a:cubicBezTo>
                <a:cubicBezTo>
                  <a:pt x="39749" y="112956"/>
                  <a:pt x="39807" y="113023"/>
                  <a:pt x="39831" y="113101"/>
                </a:cubicBezTo>
                <a:cubicBezTo>
                  <a:pt x="39872" y="113242"/>
                  <a:pt x="39740" y="113378"/>
                  <a:pt x="39617" y="113426"/>
                </a:cubicBezTo>
                <a:cubicBezTo>
                  <a:pt x="39418" y="113506"/>
                  <a:pt x="39184" y="113454"/>
                  <a:pt x="38983" y="113415"/>
                </a:cubicBezTo>
                <a:cubicBezTo>
                  <a:pt x="38872" y="113393"/>
                  <a:pt x="38754" y="113445"/>
                  <a:pt x="38723" y="113562"/>
                </a:cubicBezTo>
                <a:cubicBezTo>
                  <a:pt x="38622" y="113943"/>
                  <a:pt x="38641" y="114347"/>
                  <a:pt x="38792" y="114710"/>
                </a:cubicBezTo>
                <a:cubicBezTo>
                  <a:pt x="38695" y="114847"/>
                  <a:pt x="38624" y="115000"/>
                  <a:pt x="38576" y="115158"/>
                </a:cubicBezTo>
                <a:cubicBezTo>
                  <a:pt x="38423" y="115095"/>
                  <a:pt x="38301" y="114927"/>
                  <a:pt x="38228" y="114791"/>
                </a:cubicBezTo>
                <a:cubicBezTo>
                  <a:pt x="38113" y="114576"/>
                  <a:pt x="38001" y="114341"/>
                  <a:pt x="37785" y="114209"/>
                </a:cubicBezTo>
                <a:cubicBezTo>
                  <a:pt x="37666" y="114135"/>
                  <a:pt x="37542" y="114133"/>
                  <a:pt x="37410" y="114103"/>
                </a:cubicBezTo>
                <a:cubicBezTo>
                  <a:pt x="37289" y="114077"/>
                  <a:pt x="37287" y="113982"/>
                  <a:pt x="37306" y="113875"/>
                </a:cubicBezTo>
                <a:cubicBezTo>
                  <a:pt x="37363" y="113568"/>
                  <a:pt x="37503" y="113259"/>
                  <a:pt x="37674" y="112999"/>
                </a:cubicBezTo>
                <a:cubicBezTo>
                  <a:pt x="37746" y="112889"/>
                  <a:pt x="37670" y="112755"/>
                  <a:pt x="37559" y="112716"/>
                </a:cubicBezTo>
                <a:cubicBezTo>
                  <a:pt x="37419" y="112668"/>
                  <a:pt x="37214" y="112599"/>
                  <a:pt x="37136" y="112467"/>
                </a:cubicBezTo>
                <a:cubicBezTo>
                  <a:pt x="37108" y="112418"/>
                  <a:pt x="37120" y="112368"/>
                  <a:pt x="37149" y="112301"/>
                </a:cubicBezTo>
                <a:cubicBezTo>
                  <a:pt x="37194" y="112197"/>
                  <a:pt x="37252" y="112102"/>
                  <a:pt x="37270" y="111989"/>
                </a:cubicBezTo>
                <a:cubicBezTo>
                  <a:pt x="37291" y="111853"/>
                  <a:pt x="37257" y="111728"/>
                  <a:pt x="37177" y="111617"/>
                </a:cubicBezTo>
                <a:cubicBezTo>
                  <a:pt x="37123" y="111544"/>
                  <a:pt x="37077" y="111487"/>
                  <a:pt x="37068" y="111403"/>
                </a:cubicBezTo>
                <a:cubicBezTo>
                  <a:pt x="37045" y="111195"/>
                  <a:pt x="37110" y="110990"/>
                  <a:pt x="37075" y="110780"/>
                </a:cubicBezTo>
                <a:cubicBezTo>
                  <a:pt x="37058" y="110678"/>
                  <a:pt x="37015" y="110583"/>
                  <a:pt x="36950" y="110503"/>
                </a:cubicBezTo>
                <a:cubicBezTo>
                  <a:pt x="36865" y="110402"/>
                  <a:pt x="36750" y="110367"/>
                  <a:pt x="36645" y="110293"/>
                </a:cubicBezTo>
                <a:cubicBezTo>
                  <a:pt x="36567" y="110239"/>
                  <a:pt x="36532" y="110140"/>
                  <a:pt x="36485" y="110062"/>
                </a:cubicBezTo>
                <a:cubicBezTo>
                  <a:pt x="36431" y="109973"/>
                  <a:pt x="36368" y="109889"/>
                  <a:pt x="36286" y="109822"/>
                </a:cubicBezTo>
                <a:cubicBezTo>
                  <a:pt x="35981" y="109569"/>
                  <a:pt x="35543" y="109536"/>
                  <a:pt x="35189" y="109703"/>
                </a:cubicBezTo>
                <a:cubicBezTo>
                  <a:pt x="34739" y="109915"/>
                  <a:pt x="34665" y="110395"/>
                  <a:pt x="34635" y="110843"/>
                </a:cubicBezTo>
                <a:cubicBezTo>
                  <a:pt x="34622" y="111042"/>
                  <a:pt x="34601" y="111254"/>
                  <a:pt x="34477" y="111420"/>
                </a:cubicBezTo>
                <a:cubicBezTo>
                  <a:pt x="34445" y="111466"/>
                  <a:pt x="34399" y="111511"/>
                  <a:pt x="34349" y="111533"/>
                </a:cubicBezTo>
                <a:cubicBezTo>
                  <a:pt x="34241" y="111580"/>
                  <a:pt x="34111" y="111529"/>
                  <a:pt x="33999" y="111526"/>
                </a:cubicBezTo>
                <a:cubicBezTo>
                  <a:pt x="33772" y="111520"/>
                  <a:pt x="33592" y="111635"/>
                  <a:pt x="33478" y="111827"/>
                </a:cubicBezTo>
                <a:cubicBezTo>
                  <a:pt x="33398" y="111961"/>
                  <a:pt x="33365" y="112126"/>
                  <a:pt x="33266" y="112251"/>
                </a:cubicBezTo>
                <a:cubicBezTo>
                  <a:pt x="33266" y="112247"/>
                  <a:pt x="33238" y="112271"/>
                  <a:pt x="33238" y="112275"/>
                </a:cubicBezTo>
                <a:cubicBezTo>
                  <a:pt x="33233" y="112279"/>
                  <a:pt x="33214" y="112284"/>
                  <a:pt x="33212" y="112284"/>
                </a:cubicBezTo>
                <a:lnTo>
                  <a:pt x="33212" y="112286"/>
                </a:lnTo>
                <a:cubicBezTo>
                  <a:pt x="33199" y="112288"/>
                  <a:pt x="33188" y="112288"/>
                  <a:pt x="33175" y="112290"/>
                </a:cubicBezTo>
                <a:cubicBezTo>
                  <a:pt x="33026" y="112307"/>
                  <a:pt x="32894" y="112303"/>
                  <a:pt x="32771" y="112405"/>
                </a:cubicBezTo>
                <a:cubicBezTo>
                  <a:pt x="32600" y="112545"/>
                  <a:pt x="32586" y="112775"/>
                  <a:pt x="32632" y="112978"/>
                </a:cubicBezTo>
                <a:cubicBezTo>
                  <a:pt x="32678" y="113185"/>
                  <a:pt x="32822" y="113350"/>
                  <a:pt x="32870" y="113553"/>
                </a:cubicBezTo>
                <a:cubicBezTo>
                  <a:pt x="32877" y="113583"/>
                  <a:pt x="32883" y="113638"/>
                  <a:pt x="32881" y="113649"/>
                </a:cubicBezTo>
                <a:cubicBezTo>
                  <a:pt x="32881" y="113659"/>
                  <a:pt x="32877" y="113672"/>
                  <a:pt x="32874" y="113683"/>
                </a:cubicBezTo>
                <a:lnTo>
                  <a:pt x="32874" y="113683"/>
                </a:lnTo>
                <a:cubicBezTo>
                  <a:pt x="32872" y="113685"/>
                  <a:pt x="32868" y="113692"/>
                  <a:pt x="32863" y="113694"/>
                </a:cubicBezTo>
                <a:cubicBezTo>
                  <a:pt x="32753" y="113728"/>
                  <a:pt x="32626" y="113718"/>
                  <a:pt x="32519" y="113791"/>
                </a:cubicBezTo>
                <a:cubicBezTo>
                  <a:pt x="32294" y="113945"/>
                  <a:pt x="32249" y="114228"/>
                  <a:pt x="32247" y="114481"/>
                </a:cubicBezTo>
                <a:cubicBezTo>
                  <a:pt x="32247" y="114579"/>
                  <a:pt x="32266" y="114726"/>
                  <a:pt x="32202" y="114812"/>
                </a:cubicBezTo>
                <a:cubicBezTo>
                  <a:pt x="32193" y="114825"/>
                  <a:pt x="32180" y="114838"/>
                  <a:pt x="32167" y="114847"/>
                </a:cubicBezTo>
                <a:cubicBezTo>
                  <a:pt x="32139" y="114817"/>
                  <a:pt x="32093" y="114806"/>
                  <a:pt x="32050" y="114843"/>
                </a:cubicBezTo>
                <a:cubicBezTo>
                  <a:pt x="32044" y="114847"/>
                  <a:pt x="32039" y="114853"/>
                  <a:pt x="32033" y="114856"/>
                </a:cubicBezTo>
                <a:cubicBezTo>
                  <a:pt x="31961" y="114808"/>
                  <a:pt x="31883" y="114843"/>
                  <a:pt x="31838" y="114905"/>
                </a:cubicBezTo>
                <a:cubicBezTo>
                  <a:pt x="31721" y="114897"/>
                  <a:pt x="31602" y="114834"/>
                  <a:pt x="31527" y="114752"/>
                </a:cubicBezTo>
                <a:cubicBezTo>
                  <a:pt x="31462" y="114680"/>
                  <a:pt x="31447" y="114605"/>
                  <a:pt x="31458" y="114509"/>
                </a:cubicBezTo>
                <a:cubicBezTo>
                  <a:pt x="31477" y="114351"/>
                  <a:pt x="31475" y="114198"/>
                  <a:pt x="31336" y="114092"/>
                </a:cubicBezTo>
                <a:cubicBezTo>
                  <a:pt x="31198" y="113988"/>
                  <a:pt x="31003" y="113953"/>
                  <a:pt x="30839" y="113904"/>
                </a:cubicBezTo>
                <a:cubicBezTo>
                  <a:pt x="30674" y="113856"/>
                  <a:pt x="30508" y="113802"/>
                  <a:pt x="30339" y="113765"/>
                </a:cubicBezTo>
                <a:cubicBezTo>
                  <a:pt x="30088" y="113711"/>
                  <a:pt x="29787" y="113687"/>
                  <a:pt x="29565" y="113837"/>
                </a:cubicBezTo>
                <a:cubicBezTo>
                  <a:pt x="29307" y="114012"/>
                  <a:pt x="29290" y="114319"/>
                  <a:pt x="29385" y="114592"/>
                </a:cubicBezTo>
                <a:cubicBezTo>
                  <a:pt x="29424" y="114702"/>
                  <a:pt x="29491" y="114827"/>
                  <a:pt x="29493" y="114942"/>
                </a:cubicBezTo>
                <a:cubicBezTo>
                  <a:pt x="29495" y="115042"/>
                  <a:pt x="29409" y="115098"/>
                  <a:pt x="29323" y="115148"/>
                </a:cubicBezTo>
                <a:cubicBezTo>
                  <a:pt x="29063" y="115301"/>
                  <a:pt x="28777" y="115459"/>
                  <a:pt x="28695" y="115775"/>
                </a:cubicBezTo>
                <a:cubicBezTo>
                  <a:pt x="28604" y="116117"/>
                  <a:pt x="28810" y="116447"/>
                  <a:pt x="29071" y="116653"/>
                </a:cubicBezTo>
                <a:cubicBezTo>
                  <a:pt x="29320" y="116852"/>
                  <a:pt x="29636" y="116997"/>
                  <a:pt x="29738" y="117323"/>
                </a:cubicBezTo>
                <a:cubicBezTo>
                  <a:pt x="29781" y="117451"/>
                  <a:pt x="29794" y="117592"/>
                  <a:pt x="29772" y="117726"/>
                </a:cubicBezTo>
                <a:cubicBezTo>
                  <a:pt x="29761" y="117789"/>
                  <a:pt x="29744" y="117853"/>
                  <a:pt x="29720" y="117910"/>
                </a:cubicBezTo>
                <a:cubicBezTo>
                  <a:pt x="29710" y="117931"/>
                  <a:pt x="29695" y="117970"/>
                  <a:pt x="29677" y="118003"/>
                </a:cubicBezTo>
                <a:cubicBezTo>
                  <a:pt x="29649" y="117979"/>
                  <a:pt x="29617" y="117957"/>
                  <a:pt x="29586" y="117942"/>
                </a:cubicBezTo>
                <a:cubicBezTo>
                  <a:pt x="29495" y="117897"/>
                  <a:pt x="29389" y="117892"/>
                  <a:pt x="29292" y="117920"/>
                </a:cubicBezTo>
                <a:cubicBezTo>
                  <a:pt x="29121" y="117970"/>
                  <a:pt x="28976" y="118120"/>
                  <a:pt x="28933" y="118295"/>
                </a:cubicBezTo>
                <a:cubicBezTo>
                  <a:pt x="28885" y="118496"/>
                  <a:pt x="28979" y="118699"/>
                  <a:pt x="29108" y="118849"/>
                </a:cubicBezTo>
                <a:cubicBezTo>
                  <a:pt x="29227" y="118991"/>
                  <a:pt x="29389" y="119082"/>
                  <a:pt x="29522" y="119206"/>
                </a:cubicBezTo>
                <a:cubicBezTo>
                  <a:pt x="29625" y="119301"/>
                  <a:pt x="29688" y="119396"/>
                  <a:pt x="29628" y="119511"/>
                </a:cubicBezTo>
                <a:cubicBezTo>
                  <a:pt x="29575" y="119621"/>
                  <a:pt x="29487" y="119670"/>
                  <a:pt x="29383" y="119657"/>
                </a:cubicBezTo>
                <a:cubicBezTo>
                  <a:pt x="29270" y="119644"/>
                  <a:pt x="29162" y="119616"/>
                  <a:pt x="29048" y="119651"/>
                </a:cubicBezTo>
                <a:cubicBezTo>
                  <a:pt x="28931" y="119690"/>
                  <a:pt x="28838" y="119779"/>
                  <a:pt x="28784" y="119891"/>
                </a:cubicBezTo>
                <a:cubicBezTo>
                  <a:pt x="28699" y="120068"/>
                  <a:pt x="28632" y="120261"/>
                  <a:pt x="28580" y="120449"/>
                </a:cubicBezTo>
                <a:cubicBezTo>
                  <a:pt x="28526" y="120650"/>
                  <a:pt x="28487" y="120869"/>
                  <a:pt x="28501" y="121077"/>
                </a:cubicBezTo>
                <a:cubicBezTo>
                  <a:pt x="28511" y="121189"/>
                  <a:pt x="28533" y="121291"/>
                  <a:pt x="28568" y="121388"/>
                </a:cubicBezTo>
                <a:cubicBezTo>
                  <a:pt x="28317" y="121514"/>
                  <a:pt x="28144" y="121799"/>
                  <a:pt x="28113" y="122080"/>
                </a:cubicBezTo>
                <a:cubicBezTo>
                  <a:pt x="28074" y="122411"/>
                  <a:pt x="28226" y="122710"/>
                  <a:pt x="28416" y="122978"/>
                </a:cubicBezTo>
                <a:cubicBezTo>
                  <a:pt x="28249" y="123008"/>
                  <a:pt x="28079" y="123038"/>
                  <a:pt x="27912" y="123069"/>
                </a:cubicBezTo>
                <a:cubicBezTo>
                  <a:pt x="27778" y="123093"/>
                  <a:pt x="27642" y="123116"/>
                  <a:pt x="27508" y="123145"/>
                </a:cubicBezTo>
                <a:cubicBezTo>
                  <a:pt x="27440" y="123162"/>
                  <a:pt x="27365" y="123172"/>
                  <a:pt x="27298" y="123194"/>
                </a:cubicBezTo>
                <a:cubicBezTo>
                  <a:pt x="27278" y="123199"/>
                  <a:pt x="27259" y="123209"/>
                  <a:pt x="27239" y="123220"/>
                </a:cubicBezTo>
                <a:cubicBezTo>
                  <a:pt x="26878" y="123181"/>
                  <a:pt x="26582" y="123558"/>
                  <a:pt x="26286" y="123724"/>
                </a:cubicBezTo>
                <a:cubicBezTo>
                  <a:pt x="26270" y="123733"/>
                  <a:pt x="26253" y="123742"/>
                  <a:pt x="26236" y="123750"/>
                </a:cubicBezTo>
                <a:cubicBezTo>
                  <a:pt x="26242" y="123746"/>
                  <a:pt x="26192" y="123767"/>
                  <a:pt x="26190" y="123770"/>
                </a:cubicBezTo>
                <a:cubicBezTo>
                  <a:pt x="26169" y="123778"/>
                  <a:pt x="26151" y="123783"/>
                  <a:pt x="26130" y="123789"/>
                </a:cubicBezTo>
                <a:cubicBezTo>
                  <a:pt x="26125" y="123789"/>
                  <a:pt x="26123" y="123791"/>
                  <a:pt x="26121" y="123791"/>
                </a:cubicBezTo>
                <a:lnTo>
                  <a:pt x="26119" y="123791"/>
                </a:lnTo>
                <a:cubicBezTo>
                  <a:pt x="26112" y="123793"/>
                  <a:pt x="26102" y="123793"/>
                  <a:pt x="26093" y="123793"/>
                </a:cubicBezTo>
                <a:cubicBezTo>
                  <a:pt x="26084" y="123793"/>
                  <a:pt x="26073" y="123793"/>
                  <a:pt x="26063" y="123791"/>
                </a:cubicBezTo>
                <a:lnTo>
                  <a:pt x="26063" y="123791"/>
                </a:lnTo>
                <a:cubicBezTo>
                  <a:pt x="26061" y="123791"/>
                  <a:pt x="26060" y="123791"/>
                  <a:pt x="26056" y="123789"/>
                </a:cubicBezTo>
                <a:cubicBezTo>
                  <a:pt x="26037" y="123783"/>
                  <a:pt x="26021" y="123780"/>
                  <a:pt x="26004" y="123772"/>
                </a:cubicBezTo>
                <a:cubicBezTo>
                  <a:pt x="25961" y="123750"/>
                  <a:pt x="25929" y="123715"/>
                  <a:pt x="25905" y="123674"/>
                </a:cubicBezTo>
                <a:cubicBezTo>
                  <a:pt x="25747" y="123424"/>
                  <a:pt x="25812" y="123090"/>
                  <a:pt x="25771" y="122811"/>
                </a:cubicBezTo>
                <a:cubicBezTo>
                  <a:pt x="25756" y="122712"/>
                  <a:pt x="25727" y="122619"/>
                  <a:pt x="25686" y="122528"/>
                </a:cubicBezTo>
                <a:cubicBezTo>
                  <a:pt x="25650" y="122450"/>
                  <a:pt x="25595" y="122383"/>
                  <a:pt x="25559" y="122307"/>
                </a:cubicBezTo>
                <a:cubicBezTo>
                  <a:pt x="25490" y="122154"/>
                  <a:pt x="25639" y="121979"/>
                  <a:pt x="25723" y="121864"/>
                </a:cubicBezTo>
                <a:cubicBezTo>
                  <a:pt x="25827" y="121719"/>
                  <a:pt x="25684" y="121546"/>
                  <a:pt x="25535" y="121537"/>
                </a:cubicBezTo>
                <a:cubicBezTo>
                  <a:pt x="25520" y="121535"/>
                  <a:pt x="25463" y="121524"/>
                  <a:pt x="25442" y="121514"/>
                </a:cubicBezTo>
                <a:cubicBezTo>
                  <a:pt x="25425" y="121505"/>
                  <a:pt x="25375" y="121472"/>
                  <a:pt x="25364" y="121462"/>
                </a:cubicBezTo>
                <a:cubicBezTo>
                  <a:pt x="25280" y="121388"/>
                  <a:pt x="25243" y="121327"/>
                  <a:pt x="25180" y="121237"/>
                </a:cubicBezTo>
                <a:cubicBezTo>
                  <a:pt x="25046" y="121048"/>
                  <a:pt x="24921" y="120841"/>
                  <a:pt x="24752" y="120681"/>
                </a:cubicBezTo>
                <a:cubicBezTo>
                  <a:pt x="24566" y="120506"/>
                  <a:pt x="24326" y="120417"/>
                  <a:pt x="24096" y="120320"/>
                </a:cubicBezTo>
                <a:cubicBezTo>
                  <a:pt x="24008" y="120285"/>
                  <a:pt x="23900" y="120237"/>
                  <a:pt x="23861" y="120146"/>
                </a:cubicBezTo>
                <a:cubicBezTo>
                  <a:pt x="23811" y="120032"/>
                  <a:pt x="23837" y="119893"/>
                  <a:pt x="23848" y="119772"/>
                </a:cubicBezTo>
                <a:cubicBezTo>
                  <a:pt x="23880" y="119469"/>
                  <a:pt x="23835" y="119203"/>
                  <a:pt x="23610" y="118983"/>
                </a:cubicBezTo>
                <a:cubicBezTo>
                  <a:pt x="23528" y="118903"/>
                  <a:pt x="23437" y="118838"/>
                  <a:pt x="23352" y="118766"/>
                </a:cubicBezTo>
                <a:cubicBezTo>
                  <a:pt x="23311" y="118730"/>
                  <a:pt x="23272" y="118695"/>
                  <a:pt x="23236" y="118656"/>
                </a:cubicBezTo>
                <a:cubicBezTo>
                  <a:pt x="23233" y="118652"/>
                  <a:pt x="23231" y="118650"/>
                  <a:pt x="23229" y="118649"/>
                </a:cubicBezTo>
                <a:lnTo>
                  <a:pt x="23229" y="118649"/>
                </a:lnTo>
                <a:cubicBezTo>
                  <a:pt x="23225" y="118641"/>
                  <a:pt x="23222" y="118636"/>
                  <a:pt x="23216" y="118628"/>
                </a:cubicBezTo>
                <a:cubicBezTo>
                  <a:pt x="23212" y="118623"/>
                  <a:pt x="23209" y="118617"/>
                  <a:pt x="23207" y="118611"/>
                </a:cubicBezTo>
                <a:lnTo>
                  <a:pt x="23207" y="118611"/>
                </a:lnTo>
                <a:cubicBezTo>
                  <a:pt x="23205" y="118608"/>
                  <a:pt x="23196" y="118587"/>
                  <a:pt x="23196" y="118582"/>
                </a:cubicBezTo>
                <a:cubicBezTo>
                  <a:pt x="23194" y="118572"/>
                  <a:pt x="23194" y="118570"/>
                  <a:pt x="23192" y="118570"/>
                </a:cubicBezTo>
                <a:cubicBezTo>
                  <a:pt x="23192" y="118563"/>
                  <a:pt x="23192" y="118557"/>
                  <a:pt x="23194" y="118552"/>
                </a:cubicBezTo>
                <a:cubicBezTo>
                  <a:pt x="23197" y="118535"/>
                  <a:pt x="23199" y="118520"/>
                  <a:pt x="23207" y="118503"/>
                </a:cubicBezTo>
                <a:cubicBezTo>
                  <a:pt x="23233" y="118437"/>
                  <a:pt x="23283" y="118377"/>
                  <a:pt x="23320" y="118316"/>
                </a:cubicBezTo>
                <a:cubicBezTo>
                  <a:pt x="23415" y="118158"/>
                  <a:pt x="23471" y="117973"/>
                  <a:pt x="23461" y="117787"/>
                </a:cubicBezTo>
                <a:cubicBezTo>
                  <a:pt x="23445" y="117490"/>
                  <a:pt x="23279" y="117237"/>
                  <a:pt x="23036" y="117070"/>
                </a:cubicBezTo>
                <a:cubicBezTo>
                  <a:pt x="22519" y="116718"/>
                  <a:pt x="21838" y="116939"/>
                  <a:pt x="21550" y="117473"/>
                </a:cubicBezTo>
                <a:cubicBezTo>
                  <a:pt x="21395" y="117758"/>
                  <a:pt x="21366" y="118070"/>
                  <a:pt x="21436" y="118383"/>
                </a:cubicBezTo>
                <a:cubicBezTo>
                  <a:pt x="21490" y="118628"/>
                  <a:pt x="21645" y="118937"/>
                  <a:pt x="21514" y="119182"/>
                </a:cubicBezTo>
                <a:cubicBezTo>
                  <a:pt x="21451" y="119299"/>
                  <a:pt x="21304" y="119309"/>
                  <a:pt x="21198" y="119376"/>
                </a:cubicBezTo>
                <a:cubicBezTo>
                  <a:pt x="21064" y="119459"/>
                  <a:pt x="20975" y="119586"/>
                  <a:pt x="20921" y="119733"/>
                </a:cubicBezTo>
                <a:cubicBezTo>
                  <a:pt x="20804" y="120055"/>
                  <a:pt x="20925" y="120361"/>
                  <a:pt x="20971" y="120681"/>
                </a:cubicBezTo>
                <a:cubicBezTo>
                  <a:pt x="21001" y="120897"/>
                  <a:pt x="20982" y="121170"/>
                  <a:pt x="20785" y="121304"/>
                </a:cubicBezTo>
                <a:cubicBezTo>
                  <a:pt x="20603" y="121429"/>
                  <a:pt x="20404" y="121529"/>
                  <a:pt x="20224" y="121656"/>
                </a:cubicBezTo>
                <a:cubicBezTo>
                  <a:pt x="20036" y="121786"/>
                  <a:pt x="19878" y="121944"/>
                  <a:pt x="19801" y="122164"/>
                </a:cubicBezTo>
                <a:cubicBezTo>
                  <a:pt x="19695" y="122463"/>
                  <a:pt x="19811" y="122766"/>
                  <a:pt x="19973" y="123021"/>
                </a:cubicBezTo>
                <a:cubicBezTo>
                  <a:pt x="20054" y="123153"/>
                  <a:pt x="20166" y="123279"/>
                  <a:pt x="20226" y="123423"/>
                </a:cubicBezTo>
                <a:cubicBezTo>
                  <a:pt x="20276" y="123547"/>
                  <a:pt x="20196" y="123642"/>
                  <a:pt x="20119" y="123737"/>
                </a:cubicBezTo>
                <a:cubicBezTo>
                  <a:pt x="20040" y="123837"/>
                  <a:pt x="19960" y="123936"/>
                  <a:pt x="19919" y="124059"/>
                </a:cubicBezTo>
                <a:cubicBezTo>
                  <a:pt x="19761" y="124007"/>
                  <a:pt x="19591" y="124008"/>
                  <a:pt x="19426" y="124113"/>
                </a:cubicBezTo>
                <a:cubicBezTo>
                  <a:pt x="19115" y="124308"/>
                  <a:pt x="19186" y="124652"/>
                  <a:pt x="19288" y="124942"/>
                </a:cubicBezTo>
                <a:cubicBezTo>
                  <a:pt x="19310" y="125002"/>
                  <a:pt x="19337" y="125067"/>
                  <a:pt x="19342" y="125132"/>
                </a:cubicBezTo>
                <a:cubicBezTo>
                  <a:pt x="19344" y="125147"/>
                  <a:pt x="19340" y="125167"/>
                  <a:pt x="19327" y="125182"/>
                </a:cubicBezTo>
                <a:cubicBezTo>
                  <a:pt x="19279" y="125241"/>
                  <a:pt x="19212" y="125281"/>
                  <a:pt x="19164" y="125342"/>
                </a:cubicBezTo>
                <a:cubicBezTo>
                  <a:pt x="19097" y="125429"/>
                  <a:pt x="19065" y="125537"/>
                  <a:pt x="19082" y="125647"/>
                </a:cubicBezTo>
                <a:cubicBezTo>
                  <a:pt x="19106" y="125833"/>
                  <a:pt x="19255" y="125982"/>
                  <a:pt x="19422" y="126058"/>
                </a:cubicBezTo>
                <a:cubicBezTo>
                  <a:pt x="19523" y="126103"/>
                  <a:pt x="19757" y="126123"/>
                  <a:pt x="19800" y="126240"/>
                </a:cubicBezTo>
                <a:cubicBezTo>
                  <a:pt x="19831" y="126328"/>
                  <a:pt x="19742" y="126463"/>
                  <a:pt x="19655" y="126517"/>
                </a:cubicBezTo>
                <a:cubicBezTo>
                  <a:pt x="19487" y="126620"/>
                  <a:pt x="19281" y="126623"/>
                  <a:pt x="19091" y="126621"/>
                </a:cubicBezTo>
                <a:cubicBezTo>
                  <a:pt x="19035" y="126620"/>
                  <a:pt x="18963" y="126653"/>
                  <a:pt x="18940" y="126707"/>
                </a:cubicBezTo>
                <a:cubicBezTo>
                  <a:pt x="18799" y="127034"/>
                  <a:pt x="18961" y="127326"/>
                  <a:pt x="19173" y="127577"/>
                </a:cubicBezTo>
                <a:cubicBezTo>
                  <a:pt x="19268" y="127693"/>
                  <a:pt x="19376" y="127802"/>
                  <a:pt x="19433" y="127944"/>
                </a:cubicBezTo>
                <a:cubicBezTo>
                  <a:pt x="19491" y="128085"/>
                  <a:pt x="19457" y="128161"/>
                  <a:pt x="19353" y="128262"/>
                </a:cubicBezTo>
                <a:cubicBezTo>
                  <a:pt x="19236" y="128373"/>
                  <a:pt x="19171" y="128509"/>
                  <a:pt x="19182" y="128673"/>
                </a:cubicBezTo>
                <a:cubicBezTo>
                  <a:pt x="19190" y="128799"/>
                  <a:pt x="19251" y="128946"/>
                  <a:pt x="19191" y="129065"/>
                </a:cubicBezTo>
                <a:cubicBezTo>
                  <a:pt x="19043" y="129355"/>
                  <a:pt x="18615" y="129255"/>
                  <a:pt x="18368" y="129203"/>
                </a:cubicBezTo>
                <a:cubicBezTo>
                  <a:pt x="18236" y="129175"/>
                  <a:pt x="18137" y="129260"/>
                  <a:pt x="18122" y="129391"/>
                </a:cubicBezTo>
                <a:cubicBezTo>
                  <a:pt x="18046" y="130086"/>
                  <a:pt x="18663" y="130559"/>
                  <a:pt x="18976" y="131107"/>
                </a:cubicBezTo>
                <a:cubicBezTo>
                  <a:pt x="19056" y="131250"/>
                  <a:pt x="19108" y="131401"/>
                  <a:pt x="19128" y="131559"/>
                </a:cubicBezTo>
                <a:cubicBezTo>
                  <a:pt x="19059" y="131544"/>
                  <a:pt x="18991" y="131511"/>
                  <a:pt x="18940" y="131477"/>
                </a:cubicBezTo>
                <a:cubicBezTo>
                  <a:pt x="18803" y="131384"/>
                  <a:pt x="18689" y="131263"/>
                  <a:pt x="18533" y="131200"/>
                </a:cubicBezTo>
                <a:cubicBezTo>
                  <a:pt x="18369" y="131131"/>
                  <a:pt x="18157" y="131157"/>
                  <a:pt x="18022" y="131267"/>
                </a:cubicBezTo>
                <a:cubicBezTo>
                  <a:pt x="17826" y="131103"/>
                  <a:pt x="17534" y="131061"/>
                  <a:pt x="17308" y="131209"/>
                </a:cubicBezTo>
                <a:cubicBezTo>
                  <a:pt x="17034" y="131386"/>
                  <a:pt x="16973" y="131728"/>
                  <a:pt x="17081" y="132011"/>
                </a:cubicBezTo>
                <a:cubicBezTo>
                  <a:pt x="16781" y="132108"/>
                  <a:pt x="16456" y="132113"/>
                  <a:pt x="16151" y="132035"/>
                </a:cubicBezTo>
                <a:cubicBezTo>
                  <a:pt x="16082" y="132017"/>
                  <a:pt x="16000" y="132046"/>
                  <a:pt x="15965" y="132111"/>
                </a:cubicBezTo>
                <a:cubicBezTo>
                  <a:pt x="15818" y="132372"/>
                  <a:pt x="15770" y="132673"/>
                  <a:pt x="15822" y="132965"/>
                </a:cubicBezTo>
                <a:cubicBezTo>
                  <a:pt x="15738" y="132991"/>
                  <a:pt x="15647" y="132982"/>
                  <a:pt x="15574" y="132920"/>
                </a:cubicBezTo>
                <a:cubicBezTo>
                  <a:pt x="15485" y="132842"/>
                  <a:pt x="15373" y="132863"/>
                  <a:pt x="15305" y="132956"/>
                </a:cubicBezTo>
                <a:cubicBezTo>
                  <a:pt x="15122" y="133201"/>
                  <a:pt x="14827" y="133344"/>
                  <a:pt x="14732" y="133655"/>
                </a:cubicBezTo>
                <a:cubicBezTo>
                  <a:pt x="14695" y="133778"/>
                  <a:pt x="14691" y="133921"/>
                  <a:pt x="14730" y="134046"/>
                </a:cubicBezTo>
                <a:cubicBezTo>
                  <a:pt x="14637" y="133986"/>
                  <a:pt x="14548" y="133925"/>
                  <a:pt x="14436" y="133906"/>
                </a:cubicBezTo>
                <a:cubicBezTo>
                  <a:pt x="14205" y="133867"/>
                  <a:pt x="13995" y="133994"/>
                  <a:pt x="13863" y="134174"/>
                </a:cubicBezTo>
                <a:cubicBezTo>
                  <a:pt x="13584" y="134566"/>
                  <a:pt x="13800" y="135007"/>
                  <a:pt x="14066" y="135338"/>
                </a:cubicBezTo>
                <a:cubicBezTo>
                  <a:pt x="13941" y="135472"/>
                  <a:pt x="13806" y="135597"/>
                  <a:pt x="13668" y="135716"/>
                </a:cubicBezTo>
                <a:cubicBezTo>
                  <a:pt x="13582" y="135788"/>
                  <a:pt x="13495" y="135857"/>
                  <a:pt x="13406" y="135924"/>
                </a:cubicBezTo>
                <a:cubicBezTo>
                  <a:pt x="13359" y="135957"/>
                  <a:pt x="13296" y="136017"/>
                  <a:pt x="13233" y="136054"/>
                </a:cubicBezTo>
                <a:cubicBezTo>
                  <a:pt x="13194" y="135969"/>
                  <a:pt x="13090" y="135900"/>
                  <a:pt x="12998" y="135970"/>
                </a:cubicBezTo>
                <a:cubicBezTo>
                  <a:pt x="12891" y="136052"/>
                  <a:pt x="12859" y="136196"/>
                  <a:pt x="12924" y="136303"/>
                </a:cubicBezTo>
                <a:cubicBezTo>
                  <a:pt x="12924" y="136441"/>
                  <a:pt x="12909" y="136575"/>
                  <a:pt x="12879" y="136711"/>
                </a:cubicBezTo>
                <a:cubicBezTo>
                  <a:pt x="12844" y="136694"/>
                  <a:pt x="12809" y="136677"/>
                  <a:pt x="12773" y="136660"/>
                </a:cubicBezTo>
                <a:cubicBezTo>
                  <a:pt x="12703" y="136627"/>
                  <a:pt x="12621" y="136629"/>
                  <a:pt x="12563" y="136686"/>
                </a:cubicBezTo>
                <a:cubicBezTo>
                  <a:pt x="12515" y="136737"/>
                  <a:pt x="12491" y="136837"/>
                  <a:pt x="12537" y="136897"/>
                </a:cubicBezTo>
                <a:cubicBezTo>
                  <a:pt x="12554" y="136919"/>
                  <a:pt x="12567" y="136941"/>
                  <a:pt x="12576" y="136965"/>
                </a:cubicBezTo>
                <a:cubicBezTo>
                  <a:pt x="12677" y="137194"/>
                  <a:pt x="12459" y="137471"/>
                  <a:pt x="12195" y="137356"/>
                </a:cubicBezTo>
                <a:cubicBezTo>
                  <a:pt x="11853" y="137209"/>
                  <a:pt x="11970" y="136757"/>
                  <a:pt x="12292" y="136672"/>
                </a:cubicBezTo>
                <a:cubicBezTo>
                  <a:pt x="12428" y="136636"/>
                  <a:pt x="12454" y="136474"/>
                  <a:pt x="12370" y="136378"/>
                </a:cubicBezTo>
                <a:cubicBezTo>
                  <a:pt x="12243" y="136231"/>
                  <a:pt x="12115" y="136084"/>
                  <a:pt x="11989" y="135937"/>
                </a:cubicBezTo>
                <a:cubicBezTo>
                  <a:pt x="12096" y="135837"/>
                  <a:pt x="12162" y="135699"/>
                  <a:pt x="12176" y="135541"/>
                </a:cubicBezTo>
                <a:cubicBezTo>
                  <a:pt x="12186" y="135446"/>
                  <a:pt x="12089" y="135360"/>
                  <a:pt x="11998" y="135362"/>
                </a:cubicBezTo>
                <a:cubicBezTo>
                  <a:pt x="11827" y="135364"/>
                  <a:pt x="11659" y="135392"/>
                  <a:pt x="11499" y="135442"/>
                </a:cubicBezTo>
                <a:cubicBezTo>
                  <a:pt x="11650" y="134842"/>
                  <a:pt x="11700" y="134217"/>
                  <a:pt x="11645" y="133597"/>
                </a:cubicBezTo>
                <a:cubicBezTo>
                  <a:pt x="11639" y="133534"/>
                  <a:pt x="11609" y="133477"/>
                  <a:pt x="11563" y="133443"/>
                </a:cubicBezTo>
                <a:cubicBezTo>
                  <a:pt x="11561" y="133436"/>
                  <a:pt x="11557" y="133426"/>
                  <a:pt x="11555" y="133419"/>
                </a:cubicBezTo>
                <a:cubicBezTo>
                  <a:pt x="11464" y="133116"/>
                  <a:pt x="11124" y="132969"/>
                  <a:pt x="10845" y="132887"/>
                </a:cubicBezTo>
                <a:cubicBezTo>
                  <a:pt x="10529" y="132796"/>
                  <a:pt x="10164" y="132800"/>
                  <a:pt x="9904" y="133025"/>
                </a:cubicBezTo>
                <a:cubicBezTo>
                  <a:pt x="9759" y="133149"/>
                  <a:pt x="9669" y="133320"/>
                  <a:pt x="9656" y="133499"/>
                </a:cubicBezTo>
                <a:cubicBezTo>
                  <a:pt x="9539" y="133523"/>
                  <a:pt x="9430" y="133592"/>
                  <a:pt x="9350" y="133683"/>
                </a:cubicBezTo>
                <a:cubicBezTo>
                  <a:pt x="9160" y="133899"/>
                  <a:pt x="9143" y="134152"/>
                  <a:pt x="9205" y="134421"/>
                </a:cubicBezTo>
                <a:cubicBezTo>
                  <a:pt x="9260" y="134661"/>
                  <a:pt x="9387" y="134927"/>
                  <a:pt x="9238" y="135158"/>
                </a:cubicBezTo>
                <a:cubicBezTo>
                  <a:pt x="9086" y="135394"/>
                  <a:pt x="8782" y="135336"/>
                  <a:pt x="8600" y="135528"/>
                </a:cubicBezTo>
                <a:cubicBezTo>
                  <a:pt x="8394" y="135744"/>
                  <a:pt x="8377" y="136108"/>
                  <a:pt x="8405" y="136385"/>
                </a:cubicBezTo>
                <a:cubicBezTo>
                  <a:pt x="8433" y="136677"/>
                  <a:pt x="8524" y="136962"/>
                  <a:pt x="8542" y="137254"/>
                </a:cubicBezTo>
                <a:cubicBezTo>
                  <a:pt x="8557" y="137455"/>
                  <a:pt x="8541" y="137672"/>
                  <a:pt x="8442" y="137853"/>
                </a:cubicBezTo>
                <a:cubicBezTo>
                  <a:pt x="8338" y="138046"/>
                  <a:pt x="8178" y="138096"/>
                  <a:pt x="7972" y="138124"/>
                </a:cubicBezTo>
                <a:cubicBezTo>
                  <a:pt x="7668" y="138163"/>
                  <a:pt x="7365" y="138288"/>
                  <a:pt x="7332" y="138634"/>
                </a:cubicBezTo>
                <a:cubicBezTo>
                  <a:pt x="7306" y="138883"/>
                  <a:pt x="7445" y="139123"/>
                  <a:pt x="7601" y="139316"/>
                </a:cubicBezTo>
                <a:cubicBezTo>
                  <a:pt x="7667" y="139495"/>
                  <a:pt x="7732" y="139675"/>
                  <a:pt x="7797" y="139854"/>
                </a:cubicBezTo>
                <a:cubicBezTo>
                  <a:pt x="7722" y="139816"/>
                  <a:pt x="7642" y="139716"/>
                  <a:pt x="7601" y="139679"/>
                </a:cubicBezTo>
                <a:cubicBezTo>
                  <a:pt x="7482" y="139573"/>
                  <a:pt x="7352" y="139476"/>
                  <a:pt x="7187" y="139474"/>
                </a:cubicBezTo>
                <a:cubicBezTo>
                  <a:pt x="7003" y="139471"/>
                  <a:pt x="6839" y="139582"/>
                  <a:pt x="6742" y="139735"/>
                </a:cubicBezTo>
                <a:cubicBezTo>
                  <a:pt x="6655" y="139869"/>
                  <a:pt x="6629" y="140036"/>
                  <a:pt x="6614" y="140198"/>
                </a:cubicBezTo>
                <a:cubicBezTo>
                  <a:pt x="6515" y="140211"/>
                  <a:pt x="6419" y="140231"/>
                  <a:pt x="6322" y="140246"/>
                </a:cubicBezTo>
                <a:cubicBezTo>
                  <a:pt x="6262" y="140255"/>
                  <a:pt x="6205" y="140265"/>
                  <a:pt x="6145" y="140274"/>
                </a:cubicBezTo>
                <a:cubicBezTo>
                  <a:pt x="6160" y="140038"/>
                  <a:pt x="6175" y="139800"/>
                  <a:pt x="6188" y="139564"/>
                </a:cubicBezTo>
                <a:cubicBezTo>
                  <a:pt x="6192" y="139511"/>
                  <a:pt x="6194" y="139459"/>
                  <a:pt x="6197" y="139407"/>
                </a:cubicBezTo>
                <a:cubicBezTo>
                  <a:pt x="6208" y="139205"/>
                  <a:pt x="5963" y="139149"/>
                  <a:pt x="5831" y="139257"/>
                </a:cubicBezTo>
                <a:cubicBezTo>
                  <a:pt x="5571" y="139469"/>
                  <a:pt x="5100" y="139402"/>
                  <a:pt x="4903" y="139127"/>
                </a:cubicBezTo>
                <a:cubicBezTo>
                  <a:pt x="4801" y="138983"/>
                  <a:pt x="4600" y="139007"/>
                  <a:pt x="4540" y="139175"/>
                </a:cubicBezTo>
                <a:cubicBezTo>
                  <a:pt x="4524" y="139220"/>
                  <a:pt x="4509" y="139264"/>
                  <a:pt x="4497" y="139311"/>
                </a:cubicBezTo>
                <a:cubicBezTo>
                  <a:pt x="4427" y="139580"/>
                  <a:pt x="4429" y="139859"/>
                  <a:pt x="4449" y="140136"/>
                </a:cubicBezTo>
                <a:cubicBezTo>
                  <a:pt x="4237" y="140172"/>
                  <a:pt x="4044" y="140356"/>
                  <a:pt x="3980" y="140564"/>
                </a:cubicBezTo>
                <a:cubicBezTo>
                  <a:pt x="3923" y="140752"/>
                  <a:pt x="3954" y="140947"/>
                  <a:pt x="3962" y="141139"/>
                </a:cubicBezTo>
                <a:cubicBezTo>
                  <a:pt x="3964" y="141182"/>
                  <a:pt x="3966" y="141241"/>
                  <a:pt x="3960" y="141301"/>
                </a:cubicBezTo>
                <a:cubicBezTo>
                  <a:pt x="3709" y="141055"/>
                  <a:pt x="3402" y="140838"/>
                  <a:pt x="3043" y="140875"/>
                </a:cubicBezTo>
                <a:cubicBezTo>
                  <a:pt x="2627" y="140917"/>
                  <a:pt x="2219" y="141293"/>
                  <a:pt x="2351" y="141738"/>
                </a:cubicBezTo>
                <a:cubicBezTo>
                  <a:pt x="2353" y="141747"/>
                  <a:pt x="2357" y="141754"/>
                  <a:pt x="2361" y="141764"/>
                </a:cubicBezTo>
                <a:cubicBezTo>
                  <a:pt x="2208" y="141899"/>
                  <a:pt x="1979" y="141957"/>
                  <a:pt x="1786" y="141899"/>
                </a:cubicBezTo>
                <a:cubicBezTo>
                  <a:pt x="1611" y="141847"/>
                  <a:pt x="1464" y="141647"/>
                  <a:pt x="1260" y="141604"/>
                </a:cubicBezTo>
                <a:cubicBezTo>
                  <a:pt x="968" y="141544"/>
                  <a:pt x="733" y="141767"/>
                  <a:pt x="644" y="142028"/>
                </a:cubicBezTo>
                <a:cubicBezTo>
                  <a:pt x="568" y="142258"/>
                  <a:pt x="603" y="142524"/>
                  <a:pt x="689" y="142748"/>
                </a:cubicBezTo>
                <a:cubicBezTo>
                  <a:pt x="776" y="142980"/>
                  <a:pt x="919" y="143188"/>
                  <a:pt x="994" y="143426"/>
                </a:cubicBezTo>
                <a:cubicBezTo>
                  <a:pt x="1044" y="143592"/>
                  <a:pt x="1049" y="143789"/>
                  <a:pt x="916" y="143912"/>
                </a:cubicBezTo>
                <a:cubicBezTo>
                  <a:pt x="871" y="143953"/>
                  <a:pt x="841" y="143964"/>
                  <a:pt x="772" y="143954"/>
                </a:cubicBezTo>
                <a:cubicBezTo>
                  <a:pt x="635" y="143940"/>
                  <a:pt x="506" y="143888"/>
                  <a:pt x="365" y="143915"/>
                </a:cubicBezTo>
                <a:cubicBezTo>
                  <a:pt x="77" y="143973"/>
                  <a:pt x="14" y="144245"/>
                  <a:pt x="4" y="144498"/>
                </a:cubicBezTo>
                <a:cubicBezTo>
                  <a:pt x="4" y="144548"/>
                  <a:pt x="2" y="144598"/>
                  <a:pt x="1" y="144648"/>
                </a:cubicBezTo>
                <a:lnTo>
                  <a:pt x="180485" y="144648"/>
                </a:lnTo>
                <a:lnTo>
                  <a:pt x="180485" y="62928"/>
                </a:lnTo>
                <a:lnTo>
                  <a:pt x="180485" y="62928"/>
                </a:lnTo>
                <a:close/>
                <a:moveTo>
                  <a:pt x="29387" y="118329"/>
                </a:moveTo>
                <a:lnTo>
                  <a:pt x="29387" y="118329"/>
                </a:lnTo>
                <a:cubicBezTo>
                  <a:pt x="29379" y="118321"/>
                  <a:pt x="29377" y="118318"/>
                  <a:pt x="29387" y="118329"/>
                </a:cubicBezTo>
                <a:close/>
                <a:moveTo>
                  <a:pt x="20292" y="124310"/>
                </a:moveTo>
                <a:lnTo>
                  <a:pt x="20292" y="124310"/>
                </a:lnTo>
                <a:cubicBezTo>
                  <a:pt x="20292" y="124312"/>
                  <a:pt x="20294" y="124312"/>
                  <a:pt x="20292" y="124313"/>
                </a:cubicBezTo>
                <a:cubicBezTo>
                  <a:pt x="20291" y="124319"/>
                  <a:pt x="20291" y="124315"/>
                  <a:pt x="20292" y="124310"/>
                </a:cubicBezTo>
                <a:close/>
                <a:moveTo>
                  <a:pt x="29193" y="120101"/>
                </a:moveTo>
                <a:lnTo>
                  <a:pt x="29193" y="120101"/>
                </a:lnTo>
                <a:cubicBezTo>
                  <a:pt x="29180" y="120105"/>
                  <a:pt x="29149" y="120095"/>
                  <a:pt x="29193" y="120101"/>
                </a:cubicBezTo>
                <a:close/>
                <a:moveTo>
                  <a:pt x="29733" y="118066"/>
                </a:moveTo>
                <a:lnTo>
                  <a:pt x="29733" y="118066"/>
                </a:lnTo>
                <a:cubicBezTo>
                  <a:pt x="29751" y="118072"/>
                  <a:pt x="29749" y="118087"/>
                  <a:pt x="29733" y="118066"/>
                </a:cubicBezTo>
                <a:close/>
                <a:moveTo>
                  <a:pt x="44030" y="112621"/>
                </a:moveTo>
                <a:lnTo>
                  <a:pt x="44030" y="112621"/>
                </a:lnTo>
                <a:cubicBezTo>
                  <a:pt x="43990" y="112710"/>
                  <a:pt x="43897" y="112770"/>
                  <a:pt x="43807" y="112826"/>
                </a:cubicBezTo>
                <a:cubicBezTo>
                  <a:pt x="43781" y="112840"/>
                  <a:pt x="43755" y="112857"/>
                  <a:pt x="43729" y="112872"/>
                </a:cubicBezTo>
                <a:cubicBezTo>
                  <a:pt x="43789" y="112573"/>
                  <a:pt x="43854" y="112275"/>
                  <a:pt x="43921" y="111978"/>
                </a:cubicBezTo>
                <a:cubicBezTo>
                  <a:pt x="43930" y="112061"/>
                  <a:pt x="43952" y="112143"/>
                  <a:pt x="43975" y="112223"/>
                </a:cubicBezTo>
                <a:cubicBezTo>
                  <a:pt x="44012" y="112344"/>
                  <a:pt x="44079" y="112515"/>
                  <a:pt x="44030" y="112621"/>
                </a:cubicBezTo>
                <a:close/>
                <a:moveTo>
                  <a:pt x="47337" y="111038"/>
                </a:moveTo>
                <a:lnTo>
                  <a:pt x="47337" y="111038"/>
                </a:lnTo>
                <a:cubicBezTo>
                  <a:pt x="47339" y="111033"/>
                  <a:pt x="47345" y="111029"/>
                  <a:pt x="47350" y="111025"/>
                </a:cubicBezTo>
                <a:cubicBezTo>
                  <a:pt x="47346" y="111027"/>
                  <a:pt x="47341" y="111038"/>
                  <a:pt x="47337" y="111038"/>
                </a:cubicBezTo>
                <a:close/>
                <a:moveTo>
                  <a:pt x="57088" y="99015"/>
                </a:moveTo>
                <a:lnTo>
                  <a:pt x="57088" y="99015"/>
                </a:lnTo>
                <a:cubicBezTo>
                  <a:pt x="57093" y="99022"/>
                  <a:pt x="57088" y="99028"/>
                  <a:pt x="57088" y="99015"/>
                </a:cubicBezTo>
                <a:close/>
                <a:moveTo>
                  <a:pt x="59719" y="95974"/>
                </a:moveTo>
                <a:lnTo>
                  <a:pt x="59719" y="95974"/>
                </a:lnTo>
                <a:cubicBezTo>
                  <a:pt x="59727" y="95950"/>
                  <a:pt x="59751" y="95978"/>
                  <a:pt x="59719" y="95974"/>
                </a:cubicBezTo>
                <a:close/>
                <a:moveTo>
                  <a:pt x="96188" y="53131"/>
                </a:moveTo>
                <a:lnTo>
                  <a:pt x="96188" y="53131"/>
                </a:lnTo>
                <a:cubicBezTo>
                  <a:pt x="96193" y="53132"/>
                  <a:pt x="96193" y="53140"/>
                  <a:pt x="96188" y="5313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5" name="Google Shape;1045;p44"/>
          <p:cNvGrpSpPr/>
          <p:nvPr/>
        </p:nvGrpSpPr>
        <p:grpSpPr>
          <a:xfrm>
            <a:off x="613727" y="594211"/>
            <a:ext cx="2938064" cy="2169247"/>
            <a:chOff x="6089302" y="334986"/>
            <a:chExt cx="2938064" cy="2169247"/>
          </a:xfrm>
        </p:grpSpPr>
        <p:sp>
          <p:nvSpPr>
            <p:cNvPr id="1046" name="Google Shape;1046;p44"/>
            <p:cNvSpPr/>
            <p:nvPr/>
          </p:nvSpPr>
          <p:spPr>
            <a:xfrm>
              <a:off x="8551190" y="408877"/>
              <a:ext cx="206976" cy="76638"/>
            </a:xfrm>
            <a:custGeom>
              <a:avLst/>
              <a:gdLst/>
              <a:ahLst/>
              <a:cxnLst/>
              <a:rect l="l" t="t" r="r" b="b"/>
              <a:pathLst>
                <a:path w="8013" h="2967" extrusionOk="0">
                  <a:moveTo>
                    <a:pt x="2876" y="958"/>
                  </a:moveTo>
                  <a:cubicBezTo>
                    <a:pt x="2829" y="1027"/>
                    <a:pt x="1747" y="1611"/>
                    <a:pt x="1559" y="1737"/>
                  </a:cubicBezTo>
                  <a:cubicBezTo>
                    <a:pt x="958" y="2141"/>
                    <a:pt x="862" y="2282"/>
                    <a:pt x="1" y="2457"/>
                  </a:cubicBezTo>
                  <a:cubicBezTo>
                    <a:pt x="559" y="2825"/>
                    <a:pt x="1546" y="2606"/>
                    <a:pt x="2335" y="2513"/>
                  </a:cubicBezTo>
                  <a:cubicBezTo>
                    <a:pt x="3112" y="2420"/>
                    <a:pt x="2829" y="2418"/>
                    <a:pt x="3209" y="2238"/>
                  </a:cubicBezTo>
                  <a:cubicBezTo>
                    <a:pt x="3222" y="2230"/>
                    <a:pt x="3250" y="2215"/>
                    <a:pt x="3265" y="2210"/>
                  </a:cubicBezTo>
                  <a:lnTo>
                    <a:pt x="3460" y="2169"/>
                  </a:lnTo>
                  <a:cubicBezTo>
                    <a:pt x="3809" y="2094"/>
                    <a:pt x="4241" y="1914"/>
                    <a:pt x="4659" y="1998"/>
                  </a:cubicBezTo>
                  <a:cubicBezTo>
                    <a:pt x="4875" y="2414"/>
                    <a:pt x="4782" y="2277"/>
                    <a:pt x="4756" y="2816"/>
                  </a:cubicBezTo>
                  <a:cubicBezTo>
                    <a:pt x="5349" y="2688"/>
                    <a:pt x="5816" y="2967"/>
                    <a:pt x="6746" y="2714"/>
                  </a:cubicBezTo>
                  <a:cubicBezTo>
                    <a:pt x="6657" y="2400"/>
                    <a:pt x="6140" y="2007"/>
                    <a:pt x="5853" y="1806"/>
                  </a:cubicBezTo>
                  <a:cubicBezTo>
                    <a:pt x="6502" y="1949"/>
                    <a:pt x="7209" y="2282"/>
                    <a:pt x="8013" y="2312"/>
                  </a:cubicBezTo>
                  <a:cubicBezTo>
                    <a:pt x="7970" y="2080"/>
                    <a:pt x="7994" y="2169"/>
                    <a:pt x="7907" y="2007"/>
                  </a:cubicBezTo>
                  <a:cubicBezTo>
                    <a:pt x="6434" y="1600"/>
                    <a:pt x="6073" y="1118"/>
                    <a:pt x="4559" y="555"/>
                  </a:cubicBezTo>
                  <a:cubicBezTo>
                    <a:pt x="3843" y="289"/>
                    <a:pt x="4180" y="71"/>
                    <a:pt x="3577" y="0"/>
                  </a:cubicBezTo>
                  <a:cubicBezTo>
                    <a:pt x="3106" y="519"/>
                    <a:pt x="3508" y="264"/>
                    <a:pt x="3540" y="7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4"/>
            <p:cNvSpPr/>
            <p:nvPr/>
          </p:nvSpPr>
          <p:spPr>
            <a:xfrm>
              <a:off x="7127297" y="1419601"/>
              <a:ext cx="199046" cy="73900"/>
            </a:xfrm>
            <a:custGeom>
              <a:avLst/>
              <a:gdLst/>
              <a:ahLst/>
              <a:cxnLst/>
              <a:rect l="l" t="t" r="r" b="b"/>
              <a:pathLst>
                <a:path w="7706" h="2861" extrusionOk="0">
                  <a:moveTo>
                    <a:pt x="2811" y="590"/>
                  </a:moveTo>
                  <a:cubicBezTo>
                    <a:pt x="1699" y="761"/>
                    <a:pt x="947" y="1694"/>
                    <a:pt x="1" y="1207"/>
                  </a:cubicBezTo>
                  <a:cubicBezTo>
                    <a:pt x="134" y="1698"/>
                    <a:pt x="393" y="1737"/>
                    <a:pt x="964" y="1841"/>
                  </a:cubicBezTo>
                  <a:cubicBezTo>
                    <a:pt x="1712" y="1979"/>
                    <a:pt x="1578" y="1890"/>
                    <a:pt x="2256" y="1759"/>
                  </a:cubicBezTo>
                  <a:cubicBezTo>
                    <a:pt x="2454" y="1722"/>
                    <a:pt x="3489" y="1724"/>
                    <a:pt x="3750" y="1735"/>
                  </a:cubicBezTo>
                  <a:cubicBezTo>
                    <a:pt x="4356" y="1763"/>
                    <a:pt x="4369" y="2079"/>
                    <a:pt x="4550" y="2546"/>
                  </a:cubicBezTo>
                  <a:cubicBezTo>
                    <a:pt x="4566" y="2550"/>
                    <a:pt x="4592" y="2514"/>
                    <a:pt x="4596" y="2529"/>
                  </a:cubicBezTo>
                  <a:cubicBezTo>
                    <a:pt x="4691" y="2860"/>
                    <a:pt x="4656" y="2507"/>
                    <a:pt x="4696" y="2507"/>
                  </a:cubicBezTo>
                  <a:lnTo>
                    <a:pt x="5013" y="2607"/>
                  </a:lnTo>
                  <a:cubicBezTo>
                    <a:pt x="5375" y="2814"/>
                    <a:pt x="4873" y="2821"/>
                    <a:pt x="5106" y="2663"/>
                  </a:cubicBezTo>
                  <a:lnTo>
                    <a:pt x="5399" y="2602"/>
                  </a:lnTo>
                  <a:cubicBezTo>
                    <a:pt x="5528" y="2587"/>
                    <a:pt x="5591" y="2594"/>
                    <a:pt x="5734" y="2576"/>
                  </a:cubicBezTo>
                  <a:cubicBezTo>
                    <a:pt x="6002" y="2542"/>
                    <a:pt x="6130" y="2507"/>
                    <a:pt x="6292" y="2414"/>
                  </a:cubicBezTo>
                  <a:cubicBezTo>
                    <a:pt x="6199" y="1895"/>
                    <a:pt x="5712" y="1899"/>
                    <a:pt x="5275" y="1529"/>
                  </a:cubicBezTo>
                  <a:cubicBezTo>
                    <a:pt x="7034" y="1466"/>
                    <a:pt x="7382" y="1653"/>
                    <a:pt x="7706" y="686"/>
                  </a:cubicBezTo>
                  <a:cubicBezTo>
                    <a:pt x="6824" y="699"/>
                    <a:pt x="6361" y="1146"/>
                    <a:pt x="5293" y="651"/>
                  </a:cubicBezTo>
                  <a:cubicBezTo>
                    <a:pt x="4907" y="472"/>
                    <a:pt x="3430" y="30"/>
                    <a:pt x="3067" y="0"/>
                  </a:cubicBezTo>
                  <a:cubicBezTo>
                    <a:pt x="2985" y="145"/>
                    <a:pt x="3038" y="80"/>
                    <a:pt x="2967" y="244"/>
                  </a:cubicBezTo>
                  <a:lnTo>
                    <a:pt x="2811" y="5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4"/>
            <p:cNvSpPr/>
            <p:nvPr/>
          </p:nvSpPr>
          <p:spPr>
            <a:xfrm>
              <a:off x="8239086" y="1140638"/>
              <a:ext cx="200182" cy="89139"/>
            </a:xfrm>
            <a:custGeom>
              <a:avLst/>
              <a:gdLst/>
              <a:ahLst/>
              <a:cxnLst/>
              <a:rect l="l" t="t" r="r" b="b"/>
              <a:pathLst>
                <a:path w="7750" h="3451" extrusionOk="0">
                  <a:moveTo>
                    <a:pt x="2" y="1440"/>
                  </a:moveTo>
                  <a:cubicBezTo>
                    <a:pt x="1019" y="1680"/>
                    <a:pt x="3406" y="1894"/>
                    <a:pt x="3484" y="1920"/>
                  </a:cubicBezTo>
                  <a:cubicBezTo>
                    <a:pt x="4339" y="2205"/>
                    <a:pt x="4302" y="3451"/>
                    <a:pt x="6089" y="2779"/>
                  </a:cubicBezTo>
                  <a:cubicBezTo>
                    <a:pt x="5903" y="2418"/>
                    <a:pt x="5812" y="2660"/>
                    <a:pt x="5090" y="1866"/>
                  </a:cubicBezTo>
                  <a:cubicBezTo>
                    <a:pt x="5196" y="1792"/>
                    <a:pt x="7575" y="1135"/>
                    <a:pt x="7750" y="1"/>
                  </a:cubicBezTo>
                  <a:cubicBezTo>
                    <a:pt x="7095" y="144"/>
                    <a:pt x="6651" y="521"/>
                    <a:pt x="5877" y="572"/>
                  </a:cubicBezTo>
                  <a:cubicBezTo>
                    <a:pt x="5379" y="603"/>
                    <a:pt x="5206" y="477"/>
                    <a:pt x="4724" y="568"/>
                  </a:cubicBezTo>
                  <a:cubicBezTo>
                    <a:pt x="4337" y="642"/>
                    <a:pt x="4183" y="836"/>
                    <a:pt x="3673" y="782"/>
                  </a:cubicBezTo>
                  <a:cubicBezTo>
                    <a:pt x="3335" y="748"/>
                    <a:pt x="3060" y="516"/>
                    <a:pt x="2835" y="527"/>
                  </a:cubicBezTo>
                  <a:cubicBezTo>
                    <a:pt x="2132" y="564"/>
                    <a:pt x="3045" y="693"/>
                    <a:pt x="2029" y="945"/>
                  </a:cubicBezTo>
                  <a:cubicBezTo>
                    <a:pt x="1165" y="1159"/>
                    <a:pt x="1393" y="1228"/>
                    <a:pt x="610" y="1288"/>
                  </a:cubicBezTo>
                  <a:cubicBezTo>
                    <a:pt x="0" y="1336"/>
                    <a:pt x="251" y="1213"/>
                    <a:pt x="2" y="14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4"/>
            <p:cNvSpPr/>
            <p:nvPr/>
          </p:nvSpPr>
          <p:spPr>
            <a:xfrm>
              <a:off x="8834029" y="2416179"/>
              <a:ext cx="193338" cy="88054"/>
            </a:xfrm>
            <a:custGeom>
              <a:avLst/>
              <a:gdLst/>
              <a:ahLst/>
              <a:cxnLst/>
              <a:rect l="l" t="t" r="r" b="b"/>
              <a:pathLst>
                <a:path w="7485" h="3409" extrusionOk="0">
                  <a:moveTo>
                    <a:pt x="2612" y="833"/>
                  </a:moveTo>
                  <a:cubicBezTo>
                    <a:pt x="925" y="822"/>
                    <a:pt x="2076" y="1030"/>
                    <a:pt x="387" y="1486"/>
                  </a:cubicBezTo>
                  <a:lnTo>
                    <a:pt x="1" y="1616"/>
                  </a:lnTo>
                  <a:cubicBezTo>
                    <a:pt x="1440" y="1968"/>
                    <a:pt x="1513" y="1932"/>
                    <a:pt x="3097" y="1824"/>
                  </a:cubicBezTo>
                  <a:cubicBezTo>
                    <a:pt x="4245" y="1746"/>
                    <a:pt x="4228" y="3409"/>
                    <a:pt x="5567" y="2626"/>
                  </a:cubicBezTo>
                  <a:lnTo>
                    <a:pt x="4962" y="2135"/>
                  </a:lnTo>
                  <a:cubicBezTo>
                    <a:pt x="4585" y="1824"/>
                    <a:pt x="4821" y="1895"/>
                    <a:pt x="4522" y="1609"/>
                  </a:cubicBezTo>
                  <a:cubicBezTo>
                    <a:pt x="5602" y="1343"/>
                    <a:pt x="7124" y="1432"/>
                    <a:pt x="7484" y="439"/>
                  </a:cubicBezTo>
                  <a:cubicBezTo>
                    <a:pt x="6104" y="941"/>
                    <a:pt x="5407" y="389"/>
                    <a:pt x="4265" y="524"/>
                  </a:cubicBezTo>
                  <a:cubicBezTo>
                    <a:pt x="3250" y="645"/>
                    <a:pt x="3761" y="666"/>
                    <a:pt x="2930" y="294"/>
                  </a:cubicBezTo>
                  <a:cubicBezTo>
                    <a:pt x="2268" y="0"/>
                    <a:pt x="2383" y="528"/>
                    <a:pt x="2461" y="673"/>
                  </a:cubicBezTo>
                  <a:cubicBezTo>
                    <a:pt x="2800" y="1294"/>
                    <a:pt x="2411" y="407"/>
                    <a:pt x="2612" y="8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4"/>
            <p:cNvSpPr/>
            <p:nvPr/>
          </p:nvSpPr>
          <p:spPr>
            <a:xfrm>
              <a:off x="7511736" y="1749952"/>
              <a:ext cx="200182" cy="89139"/>
            </a:xfrm>
            <a:custGeom>
              <a:avLst/>
              <a:gdLst/>
              <a:ahLst/>
              <a:cxnLst/>
              <a:rect l="l" t="t" r="r" b="b"/>
              <a:pathLst>
                <a:path w="7750" h="3451" extrusionOk="0">
                  <a:moveTo>
                    <a:pt x="4" y="1440"/>
                  </a:moveTo>
                  <a:cubicBezTo>
                    <a:pt x="1019" y="1680"/>
                    <a:pt x="3405" y="1894"/>
                    <a:pt x="3485" y="1920"/>
                  </a:cubicBezTo>
                  <a:cubicBezTo>
                    <a:pt x="4341" y="2204"/>
                    <a:pt x="4302" y="3450"/>
                    <a:pt x="6089" y="2779"/>
                  </a:cubicBezTo>
                  <a:cubicBezTo>
                    <a:pt x="5903" y="2418"/>
                    <a:pt x="5814" y="2660"/>
                    <a:pt x="5090" y="1864"/>
                  </a:cubicBezTo>
                  <a:cubicBezTo>
                    <a:pt x="5198" y="1791"/>
                    <a:pt x="7577" y="1135"/>
                    <a:pt x="7750" y="1"/>
                  </a:cubicBezTo>
                  <a:cubicBezTo>
                    <a:pt x="7095" y="144"/>
                    <a:pt x="6652" y="521"/>
                    <a:pt x="5877" y="571"/>
                  </a:cubicBezTo>
                  <a:cubicBezTo>
                    <a:pt x="5378" y="603"/>
                    <a:pt x="5205" y="475"/>
                    <a:pt x="4724" y="568"/>
                  </a:cubicBezTo>
                  <a:cubicBezTo>
                    <a:pt x="4337" y="642"/>
                    <a:pt x="4183" y="834"/>
                    <a:pt x="3673" y="782"/>
                  </a:cubicBezTo>
                  <a:cubicBezTo>
                    <a:pt x="3335" y="746"/>
                    <a:pt x="3059" y="516"/>
                    <a:pt x="2834" y="527"/>
                  </a:cubicBezTo>
                  <a:cubicBezTo>
                    <a:pt x="2133" y="562"/>
                    <a:pt x="3044" y="692"/>
                    <a:pt x="2029" y="945"/>
                  </a:cubicBezTo>
                  <a:cubicBezTo>
                    <a:pt x="1164" y="1159"/>
                    <a:pt x="1393" y="1226"/>
                    <a:pt x="610" y="1287"/>
                  </a:cubicBezTo>
                  <a:cubicBezTo>
                    <a:pt x="0" y="1334"/>
                    <a:pt x="251" y="1213"/>
                    <a:pt x="4" y="144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4"/>
            <p:cNvSpPr/>
            <p:nvPr/>
          </p:nvSpPr>
          <p:spPr>
            <a:xfrm>
              <a:off x="6089302" y="996994"/>
              <a:ext cx="198994" cy="73951"/>
            </a:xfrm>
            <a:custGeom>
              <a:avLst/>
              <a:gdLst/>
              <a:ahLst/>
              <a:cxnLst/>
              <a:rect l="l" t="t" r="r" b="b"/>
              <a:pathLst>
                <a:path w="7704" h="2863" extrusionOk="0">
                  <a:moveTo>
                    <a:pt x="2809" y="590"/>
                  </a:moveTo>
                  <a:cubicBezTo>
                    <a:pt x="1697" y="761"/>
                    <a:pt x="946" y="1695"/>
                    <a:pt x="1" y="1207"/>
                  </a:cubicBezTo>
                  <a:cubicBezTo>
                    <a:pt x="135" y="1698"/>
                    <a:pt x="393" y="1738"/>
                    <a:pt x="962" y="1842"/>
                  </a:cubicBezTo>
                  <a:cubicBezTo>
                    <a:pt x="1712" y="1979"/>
                    <a:pt x="1576" y="1890"/>
                    <a:pt x="2257" y="1760"/>
                  </a:cubicBezTo>
                  <a:cubicBezTo>
                    <a:pt x="2452" y="1723"/>
                    <a:pt x="3490" y="1725"/>
                    <a:pt x="3748" y="1736"/>
                  </a:cubicBezTo>
                  <a:cubicBezTo>
                    <a:pt x="4354" y="1764"/>
                    <a:pt x="4367" y="2080"/>
                    <a:pt x="4550" y="2547"/>
                  </a:cubicBezTo>
                  <a:cubicBezTo>
                    <a:pt x="4565" y="2550"/>
                    <a:pt x="4591" y="2515"/>
                    <a:pt x="4596" y="2532"/>
                  </a:cubicBezTo>
                  <a:cubicBezTo>
                    <a:pt x="4689" y="2863"/>
                    <a:pt x="4656" y="2507"/>
                    <a:pt x="4695" y="2507"/>
                  </a:cubicBezTo>
                  <a:lnTo>
                    <a:pt x="5011" y="2608"/>
                  </a:lnTo>
                  <a:cubicBezTo>
                    <a:pt x="5374" y="2814"/>
                    <a:pt x="4871" y="2822"/>
                    <a:pt x="5104" y="2664"/>
                  </a:cubicBezTo>
                  <a:lnTo>
                    <a:pt x="5400" y="2602"/>
                  </a:lnTo>
                  <a:cubicBezTo>
                    <a:pt x="5528" y="2587"/>
                    <a:pt x="5589" y="2595"/>
                    <a:pt x="5734" y="2576"/>
                  </a:cubicBezTo>
                  <a:cubicBezTo>
                    <a:pt x="6002" y="2543"/>
                    <a:pt x="6129" y="2507"/>
                    <a:pt x="6292" y="2414"/>
                  </a:cubicBezTo>
                  <a:cubicBezTo>
                    <a:pt x="6198" y="1896"/>
                    <a:pt x="5710" y="1899"/>
                    <a:pt x="5275" y="1529"/>
                  </a:cubicBezTo>
                  <a:cubicBezTo>
                    <a:pt x="7033" y="1466"/>
                    <a:pt x="7382" y="1654"/>
                    <a:pt x="7704" y="687"/>
                  </a:cubicBezTo>
                  <a:cubicBezTo>
                    <a:pt x="6824" y="700"/>
                    <a:pt x="6359" y="1146"/>
                    <a:pt x="5292" y="651"/>
                  </a:cubicBezTo>
                  <a:cubicBezTo>
                    <a:pt x="4905" y="473"/>
                    <a:pt x="3428" y="30"/>
                    <a:pt x="3066" y="0"/>
                  </a:cubicBezTo>
                  <a:cubicBezTo>
                    <a:pt x="2984" y="146"/>
                    <a:pt x="3036" y="82"/>
                    <a:pt x="2967" y="244"/>
                  </a:cubicBezTo>
                  <a:lnTo>
                    <a:pt x="2811" y="5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4"/>
            <p:cNvSpPr/>
            <p:nvPr/>
          </p:nvSpPr>
          <p:spPr>
            <a:xfrm>
              <a:off x="7006628" y="334986"/>
              <a:ext cx="199046" cy="73900"/>
            </a:xfrm>
            <a:custGeom>
              <a:avLst/>
              <a:gdLst/>
              <a:ahLst/>
              <a:cxnLst/>
              <a:rect l="l" t="t" r="r" b="b"/>
              <a:pathLst>
                <a:path w="7706" h="2861" extrusionOk="0">
                  <a:moveTo>
                    <a:pt x="2810" y="590"/>
                  </a:moveTo>
                  <a:cubicBezTo>
                    <a:pt x="1698" y="759"/>
                    <a:pt x="947" y="1695"/>
                    <a:pt x="0" y="1207"/>
                  </a:cubicBezTo>
                  <a:cubicBezTo>
                    <a:pt x="134" y="1698"/>
                    <a:pt x="393" y="1737"/>
                    <a:pt x="963" y="1842"/>
                  </a:cubicBezTo>
                  <a:cubicBezTo>
                    <a:pt x="1711" y="1979"/>
                    <a:pt x="1577" y="1890"/>
                    <a:pt x="2256" y="1760"/>
                  </a:cubicBezTo>
                  <a:cubicBezTo>
                    <a:pt x="2453" y="1722"/>
                    <a:pt x="3489" y="1724"/>
                    <a:pt x="3749" y="1736"/>
                  </a:cubicBezTo>
                  <a:cubicBezTo>
                    <a:pt x="4356" y="1763"/>
                    <a:pt x="4369" y="2080"/>
                    <a:pt x="4549" y="2546"/>
                  </a:cubicBezTo>
                  <a:cubicBezTo>
                    <a:pt x="4566" y="2550"/>
                    <a:pt x="4592" y="2515"/>
                    <a:pt x="4596" y="2530"/>
                  </a:cubicBezTo>
                  <a:cubicBezTo>
                    <a:pt x="4690" y="2861"/>
                    <a:pt x="4655" y="2507"/>
                    <a:pt x="4696" y="2507"/>
                  </a:cubicBezTo>
                  <a:lnTo>
                    <a:pt x="5012" y="2608"/>
                  </a:lnTo>
                  <a:cubicBezTo>
                    <a:pt x="5375" y="2814"/>
                    <a:pt x="4873" y="2822"/>
                    <a:pt x="5103" y="2664"/>
                  </a:cubicBezTo>
                  <a:lnTo>
                    <a:pt x="5399" y="2602"/>
                  </a:lnTo>
                  <a:cubicBezTo>
                    <a:pt x="5527" y="2587"/>
                    <a:pt x="5591" y="2595"/>
                    <a:pt x="5734" y="2576"/>
                  </a:cubicBezTo>
                  <a:cubicBezTo>
                    <a:pt x="6002" y="2543"/>
                    <a:pt x="6130" y="2507"/>
                    <a:pt x="6292" y="2414"/>
                  </a:cubicBezTo>
                  <a:cubicBezTo>
                    <a:pt x="6197" y="1895"/>
                    <a:pt x="5711" y="1899"/>
                    <a:pt x="5274" y="1529"/>
                  </a:cubicBezTo>
                  <a:cubicBezTo>
                    <a:pt x="7034" y="1466"/>
                    <a:pt x="7382" y="1654"/>
                    <a:pt x="7705" y="687"/>
                  </a:cubicBezTo>
                  <a:cubicBezTo>
                    <a:pt x="6824" y="698"/>
                    <a:pt x="6361" y="1146"/>
                    <a:pt x="5291" y="651"/>
                  </a:cubicBezTo>
                  <a:cubicBezTo>
                    <a:pt x="4906" y="471"/>
                    <a:pt x="3430" y="30"/>
                    <a:pt x="3067" y="0"/>
                  </a:cubicBezTo>
                  <a:cubicBezTo>
                    <a:pt x="2985" y="145"/>
                    <a:pt x="3037" y="82"/>
                    <a:pt x="2966" y="244"/>
                  </a:cubicBezTo>
                  <a:lnTo>
                    <a:pt x="2810" y="59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7"/>
          <p:cNvSpPr txBox="1">
            <a:spLocks noGrp="1"/>
          </p:cNvSpPr>
          <p:nvPr>
            <p:ph type="subTitle" idx="1"/>
          </p:nvPr>
        </p:nvSpPr>
        <p:spPr>
          <a:xfrm>
            <a:off x="725488" y="544800"/>
            <a:ext cx="2064962" cy="6372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GT" dirty="0" err="1"/>
              <a:t>int</a:t>
            </a:r>
            <a:r>
              <a:rPr lang="es-GT" dirty="0"/>
              <a:t>[2][3]</a:t>
            </a:r>
          </a:p>
          <a:p>
            <a:pPr marL="0" lvl="0" indent="0"/>
            <a:r>
              <a:rPr lang="en-US" dirty="0"/>
              <a:t>array(2, array(3, int))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A7DA1C-992A-D543-CB3D-850EEB4BE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13" y="1416050"/>
            <a:ext cx="2624401" cy="14426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58719A4-60D8-8857-B0F3-D83406EF1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897" y="544800"/>
            <a:ext cx="4526316" cy="24826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>
          <a:extLst>
            <a:ext uri="{FF2B5EF4-FFF2-40B4-BE49-F238E27FC236}">
              <a16:creationId xmlns:a16="http://schemas.microsoft.com/office/drawing/2014/main" id="{AC5AB119-E51C-4E6B-B4DB-C3C306461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DF6D0D4-B881-C964-6B60-905E6E592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138" y="2322225"/>
            <a:ext cx="4410075" cy="2276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3A68804-23D1-B229-BB6E-321A00D3B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13" y="544800"/>
            <a:ext cx="4013216" cy="22011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854;p37">
            <a:extLst>
              <a:ext uri="{FF2B5EF4-FFF2-40B4-BE49-F238E27FC236}">
                <a16:creationId xmlns:a16="http://schemas.microsoft.com/office/drawing/2014/main" id="{130C0BD9-6933-FF3B-0F83-3C873BF8E0EB}"/>
              </a:ext>
            </a:extLst>
          </p:cNvPr>
          <p:cNvSpPr txBox="1">
            <a:spLocks/>
          </p:cNvSpPr>
          <p:nvPr/>
        </p:nvSpPr>
        <p:spPr>
          <a:xfrm>
            <a:off x="5193694" y="1326793"/>
            <a:ext cx="2064962" cy="63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 b="0" i="0" u="none" strike="noStrike" cap="none">
                <a:solidFill>
                  <a:srgbClr val="434343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pPr marL="0" indent="0">
              <a:buNone/>
            </a:pPr>
            <a:r>
              <a:rPr lang="en-US" sz="1400" dirty="0"/>
              <a:t>int[2][3]</a:t>
            </a:r>
          </a:p>
          <a:p>
            <a:pPr marL="0" indent="0">
              <a:buNone/>
            </a:pPr>
            <a:r>
              <a:rPr lang="en-US" sz="1400" dirty="0"/>
              <a:t>array(2, array(3, int))</a:t>
            </a:r>
          </a:p>
        </p:txBody>
      </p:sp>
    </p:spTree>
    <p:extLst>
      <p:ext uri="{BB962C8B-B14F-4D97-AF65-F5344CB8AC3E}">
        <p14:creationId xmlns:p14="http://schemas.microsoft.com/office/powerpoint/2010/main" val="2323507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5"/>
          <p:cNvSpPr txBox="1">
            <a:spLocks noGrp="1"/>
          </p:cNvSpPr>
          <p:nvPr>
            <p:ph type="title"/>
          </p:nvPr>
        </p:nvSpPr>
        <p:spPr>
          <a:xfrm>
            <a:off x="713225" y="539499"/>
            <a:ext cx="4195500" cy="17933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/>
              <a:t>¿Es posible manejar definiciones dirigidas por la sintaxis con atributos heredados por la izquierda en gramáticas LR?</a:t>
            </a:r>
          </a:p>
        </p:txBody>
      </p:sp>
      <p:grpSp>
        <p:nvGrpSpPr>
          <p:cNvPr id="833" name="Google Shape;833;p35"/>
          <p:cNvGrpSpPr/>
          <p:nvPr/>
        </p:nvGrpSpPr>
        <p:grpSpPr>
          <a:xfrm>
            <a:off x="5123332" y="2042662"/>
            <a:ext cx="2595167" cy="1270237"/>
            <a:chOff x="238125" y="1109725"/>
            <a:chExt cx="7141350" cy="3495425"/>
          </a:xfrm>
        </p:grpSpPr>
        <p:sp>
          <p:nvSpPr>
            <p:cNvPr id="834" name="Google Shape;834;p35"/>
            <p:cNvSpPr/>
            <p:nvPr/>
          </p:nvSpPr>
          <p:spPr>
            <a:xfrm>
              <a:off x="496675" y="1109725"/>
              <a:ext cx="5091100" cy="2085700"/>
            </a:xfrm>
            <a:custGeom>
              <a:avLst/>
              <a:gdLst/>
              <a:ahLst/>
              <a:cxnLst/>
              <a:rect l="l" t="t" r="r" b="b"/>
              <a:pathLst>
                <a:path w="203644" h="83428" extrusionOk="0">
                  <a:moveTo>
                    <a:pt x="195400" y="0"/>
                  </a:moveTo>
                  <a:lnTo>
                    <a:pt x="115367" y="44650"/>
                  </a:lnTo>
                  <a:cubicBezTo>
                    <a:pt x="110055" y="47614"/>
                    <a:pt x="90902" y="58525"/>
                    <a:pt x="86100" y="66266"/>
                  </a:cubicBezTo>
                  <a:cubicBezTo>
                    <a:pt x="83271" y="58742"/>
                    <a:pt x="73322" y="49946"/>
                    <a:pt x="64539" y="44438"/>
                  </a:cubicBezTo>
                  <a:lnTo>
                    <a:pt x="9077" y="9647"/>
                  </a:lnTo>
                  <a:lnTo>
                    <a:pt x="1" y="21538"/>
                  </a:lnTo>
                  <a:lnTo>
                    <a:pt x="85686" y="83427"/>
                  </a:lnTo>
                  <a:lnTo>
                    <a:pt x="203643" y="9230"/>
                  </a:lnTo>
                  <a:lnTo>
                    <a:pt x="195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5"/>
            <p:cNvSpPr/>
            <p:nvPr/>
          </p:nvSpPr>
          <p:spPr>
            <a:xfrm>
              <a:off x="238125" y="1182000"/>
              <a:ext cx="7141350" cy="1950750"/>
            </a:xfrm>
            <a:custGeom>
              <a:avLst/>
              <a:gdLst/>
              <a:ahLst/>
              <a:cxnLst/>
              <a:rect l="l" t="t" r="r" b="b"/>
              <a:pathLst>
                <a:path w="285654" h="78030" extrusionOk="0">
                  <a:moveTo>
                    <a:pt x="285653" y="68182"/>
                  </a:moveTo>
                  <a:lnTo>
                    <a:pt x="285653" y="68184"/>
                  </a:lnTo>
                  <a:lnTo>
                    <a:pt x="285653" y="68184"/>
                  </a:lnTo>
                  <a:lnTo>
                    <a:pt x="285653" y="68182"/>
                  </a:lnTo>
                  <a:close/>
                  <a:moveTo>
                    <a:pt x="224751" y="0"/>
                  </a:moveTo>
                  <a:lnTo>
                    <a:pt x="110903" y="63478"/>
                  </a:lnTo>
                  <a:cubicBezTo>
                    <a:pt x="108045" y="69417"/>
                    <a:pt x="104894" y="72624"/>
                    <a:pt x="98094" y="72624"/>
                  </a:cubicBezTo>
                  <a:cubicBezTo>
                    <a:pt x="97915" y="72624"/>
                    <a:pt x="97734" y="72622"/>
                    <a:pt x="97550" y="72617"/>
                  </a:cubicBezTo>
                  <a:cubicBezTo>
                    <a:pt x="90423" y="72446"/>
                    <a:pt x="85504" y="67787"/>
                    <a:pt x="84180" y="62515"/>
                  </a:cubicBezTo>
                  <a:lnTo>
                    <a:pt x="2083" y="11068"/>
                  </a:lnTo>
                  <a:lnTo>
                    <a:pt x="0" y="13798"/>
                  </a:lnTo>
                  <a:lnTo>
                    <a:pt x="23594" y="31015"/>
                  </a:lnTo>
                  <a:lnTo>
                    <a:pt x="81583" y="67351"/>
                  </a:lnTo>
                  <a:cubicBezTo>
                    <a:pt x="84244" y="73490"/>
                    <a:pt x="90292" y="77851"/>
                    <a:pt x="97421" y="78024"/>
                  </a:cubicBezTo>
                  <a:cubicBezTo>
                    <a:pt x="97572" y="78028"/>
                    <a:pt x="97722" y="78030"/>
                    <a:pt x="97872" y="78030"/>
                  </a:cubicBezTo>
                  <a:cubicBezTo>
                    <a:pt x="101290" y="78030"/>
                    <a:pt x="104495" y="77087"/>
                    <a:pt x="107203" y="75426"/>
                  </a:cubicBezTo>
                  <a:cubicBezTo>
                    <a:pt x="110044" y="73694"/>
                    <a:pt x="112342" y="71174"/>
                    <a:pt x="113810" y="68129"/>
                  </a:cubicBezTo>
                  <a:lnTo>
                    <a:pt x="224598" y="6371"/>
                  </a:lnTo>
                  <a:lnTo>
                    <a:pt x="284048" y="72934"/>
                  </a:lnTo>
                  <a:lnTo>
                    <a:pt x="285556" y="72155"/>
                  </a:lnTo>
                  <a:lnTo>
                    <a:pt x="285653" y="68184"/>
                  </a:lnTo>
                  <a:lnTo>
                    <a:pt x="2247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5"/>
            <p:cNvSpPr/>
            <p:nvPr/>
          </p:nvSpPr>
          <p:spPr>
            <a:xfrm>
              <a:off x="238125" y="1526900"/>
              <a:ext cx="3152675" cy="2401975"/>
            </a:xfrm>
            <a:custGeom>
              <a:avLst/>
              <a:gdLst/>
              <a:ahLst/>
              <a:cxnLst/>
              <a:rect l="l" t="t" r="r" b="b"/>
              <a:pathLst>
                <a:path w="126107" h="96079" extrusionOk="0">
                  <a:moveTo>
                    <a:pt x="0" y="0"/>
                  </a:moveTo>
                  <a:lnTo>
                    <a:pt x="126093" y="96066"/>
                  </a:lnTo>
                  <a:lnTo>
                    <a:pt x="126011" y="95992"/>
                  </a:lnTo>
                  <a:lnTo>
                    <a:pt x="98595" y="72317"/>
                  </a:lnTo>
                  <a:cubicBezTo>
                    <a:pt x="98595" y="72317"/>
                    <a:pt x="94311" y="68972"/>
                    <a:pt x="90044" y="64660"/>
                  </a:cubicBezTo>
                  <a:cubicBezTo>
                    <a:pt x="85782" y="60343"/>
                    <a:pt x="81549" y="55047"/>
                    <a:pt x="81643" y="51152"/>
                  </a:cubicBezTo>
                  <a:lnTo>
                    <a:pt x="0" y="0"/>
                  </a:lnTo>
                  <a:close/>
                  <a:moveTo>
                    <a:pt x="126093" y="96066"/>
                  </a:moveTo>
                  <a:lnTo>
                    <a:pt x="126106" y="96078"/>
                  </a:lnTo>
                  <a:lnTo>
                    <a:pt x="126106" y="96076"/>
                  </a:lnTo>
                  <a:lnTo>
                    <a:pt x="126093" y="9606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5"/>
            <p:cNvSpPr/>
            <p:nvPr/>
          </p:nvSpPr>
          <p:spPr>
            <a:xfrm>
              <a:off x="3084875" y="1281225"/>
              <a:ext cx="4292125" cy="3089125"/>
            </a:xfrm>
            <a:custGeom>
              <a:avLst/>
              <a:gdLst/>
              <a:ahLst/>
              <a:cxnLst/>
              <a:rect l="l" t="t" r="r" b="b"/>
              <a:pathLst>
                <a:path w="171685" h="123565" extrusionOk="0">
                  <a:moveTo>
                    <a:pt x="110785" y="1"/>
                  </a:moveTo>
                  <a:lnTo>
                    <a:pt x="1" y="61757"/>
                  </a:lnTo>
                  <a:lnTo>
                    <a:pt x="71862" y="123564"/>
                  </a:lnTo>
                  <a:lnTo>
                    <a:pt x="171684" y="68186"/>
                  </a:lnTo>
                  <a:lnTo>
                    <a:pt x="1107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5"/>
            <p:cNvSpPr/>
            <p:nvPr/>
          </p:nvSpPr>
          <p:spPr>
            <a:xfrm>
              <a:off x="3810825" y="1800625"/>
              <a:ext cx="2197450" cy="1401050"/>
            </a:xfrm>
            <a:custGeom>
              <a:avLst/>
              <a:gdLst/>
              <a:ahLst/>
              <a:cxnLst/>
              <a:rect l="l" t="t" r="r" b="b"/>
              <a:pathLst>
                <a:path w="87898" h="56042" extrusionOk="0">
                  <a:moveTo>
                    <a:pt x="72356" y="0"/>
                  </a:moveTo>
                  <a:lnTo>
                    <a:pt x="0" y="40340"/>
                  </a:lnTo>
                  <a:lnTo>
                    <a:pt x="18256" y="56041"/>
                  </a:lnTo>
                  <a:lnTo>
                    <a:pt x="87898" y="17409"/>
                  </a:lnTo>
                  <a:lnTo>
                    <a:pt x="723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5"/>
            <p:cNvSpPr/>
            <p:nvPr/>
          </p:nvSpPr>
          <p:spPr>
            <a:xfrm>
              <a:off x="3958650" y="1908125"/>
              <a:ext cx="1915250" cy="1190425"/>
            </a:xfrm>
            <a:custGeom>
              <a:avLst/>
              <a:gdLst/>
              <a:ahLst/>
              <a:cxnLst/>
              <a:rect l="l" t="t" r="r" b="b"/>
              <a:pathLst>
                <a:path w="76610" h="47617" extrusionOk="0">
                  <a:moveTo>
                    <a:pt x="65721" y="1"/>
                  </a:moveTo>
                  <a:lnTo>
                    <a:pt x="0" y="36639"/>
                  </a:lnTo>
                  <a:lnTo>
                    <a:pt x="12764" y="47616"/>
                  </a:lnTo>
                  <a:lnTo>
                    <a:pt x="76610" y="12198"/>
                  </a:lnTo>
                  <a:lnTo>
                    <a:pt x="657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5"/>
            <p:cNvSpPr/>
            <p:nvPr/>
          </p:nvSpPr>
          <p:spPr>
            <a:xfrm>
              <a:off x="5466225" y="3276100"/>
              <a:ext cx="857025" cy="482875"/>
            </a:xfrm>
            <a:custGeom>
              <a:avLst/>
              <a:gdLst/>
              <a:ahLst/>
              <a:cxnLst/>
              <a:rect l="l" t="t" r="r" b="b"/>
              <a:pathLst>
                <a:path w="34281" h="19315" extrusionOk="0">
                  <a:moveTo>
                    <a:pt x="33310" y="0"/>
                  </a:moveTo>
                  <a:lnTo>
                    <a:pt x="1" y="18479"/>
                  </a:lnTo>
                  <a:lnTo>
                    <a:pt x="970" y="19314"/>
                  </a:lnTo>
                  <a:lnTo>
                    <a:pt x="34280" y="833"/>
                  </a:lnTo>
                  <a:lnTo>
                    <a:pt x="33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2274450" y="2805675"/>
              <a:ext cx="2606925" cy="1799475"/>
            </a:xfrm>
            <a:custGeom>
              <a:avLst/>
              <a:gdLst/>
              <a:ahLst/>
              <a:cxnLst/>
              <a:rect l="l" t="t" r="r" b="b"/>
              <a:pathLst>
                <a:path w="104277" h="71979" extrusionOk="0">
                  <a:moveTo>
                    <a:pt x="190" y="1"/>
                  </a:moveTo>
                  <a:lnTo>
                    <a:pt x="190" y="1"/>
                  </a:lnTo>
                  <a:cubicBezTo>
                    <a:pt x="1" y="7799"/>
                    <a:pt x="17138" y="21166"/>
                    <a:pt x="17138" y="21166"/>
                  </a:cubicBezTo>
                  <a:lnTo>
                    <a:pt x="70681" y="67396"/>
                  </a:lnTo>
                  <a:cubicBezTo>
                    <a:pt x="70681" y="67396"/>
                    <a:pt x="77286" y="71979"/>
                    <a:pt x="85791" y="71979"/>
                  </a:cubicBezTo>
                  <a:cubicBezTo>
                    <a:pt x="86748" y="71979"/>
                    <a:pt x="87729" y="71921"/>
                    <a:pt x="88727" y="71791"/>
                  </a:cubicBezTo>
                  <a:cubicBezTo>
                    <a:pt x="100721" y="70241"/>
                    <a:pt x="104277" y="62586"/>
                    <a:pt x="104277" y="62586"/>
                  </a:cubicBezTo>
                  <a:lnTo>
                    <a:pt x="32418" y="779"/>
                  </a:lnTo>
                  <a:cubicBezTo>
                    <a:pt x="29546" y="6746"/>
                    <a:pt x="23467" y="10680"/>
                    <a:pt x="16480" y="10680"/>
                  </a:cubicBezTo>
                  <a:cubicBezTo>
                    <a:pt x="16330" y="10680"/>
                    <a:pt x="16180" y="10678"/>
                    <a:pt x="16029" y="10674"/>
                  </a:cubicBezTo>
                  <a:cubicBezTo>
                    <a:pt x="8900" y="10503"/>
                    <a:pt x="2852" y="6142"/>
                    <a:pt x="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2" name="Google Shape;842;p35"/>
          <p:cNvSpPr/>
          <p:nvPr/>
        </p:nvSpPr>
        <p:spPr>
          <a:xfrm rot="-1495210" flipH="1">
            <a:off x="5706269" y="1219909"/>
            <a:ext cx="1152000" cy="604501"/>
          </a:xfrm>
          <a:custGeom>
            <a:avLst/>
            <a:gdLst/>
            <a:ahLst/>
            <a:cxnLst/>
            <a:rect l="l" t="t" r="r" b="b"/>
            <a:pathLst>
              <a:path w="83081" h="43596" extrusionOk="0">
                <a:moveTo>
                  <a:pt x="43566" y="0"/>
                </a:moveTo>
                <a:cubicBezTo>
                  <a:pt x="43460" y="0"/>
                  <a:pt x="43351" y="5"/>
                  <a:pt x="43240" y="15"/>
                </a:cubicBezTo>
                <a:lnTo>
                  <a:pt x="43240" y="15"/>
                </a:lnTo>
                <a:cubicBezTo>
                  <a:pt x="43748" y="15"/>
                  <a:pt x="44063" y="43"/>
                  <a:pt x="44063" y="43"/>
                </a:cubicBezTo>
                <a:cubicBezTo>
                  <a:pt x="43908" y="14"/>
                  <a:pt x="43740" y="0"/>
                  <a:pt x="43566" y="0"/>
                </a:cubicBezTo>
                <a:close/>
                <a:moveTo>
                  <a:pt x="57381" y="19755"/>
                </a:moveTo>
                <a:lnTo>
                  <a:pt x="57381" y="19755"/>
                </a:lnTo>
                <a:cubicBezTo>
                  <a:pt x="57381" y="19755"/>
                  <a:pt x="57381" y="19755"/>
                  <a:pt x="57381" y="19755"/>
                </a:cubicBezTo>
                <a:cubicBezTo>
                  <a:pt x="57381" y="19755"/>
                  <a:pt x="57381" y="19755"/>
                  <a:pt x="57381" y="19755"/>
                </a:cubicBezTo>
                <a:close/>
                <a:moveTo>
                  <a:pt x="10092" y="30023"/>
                </a:moveTo>
                <a:lnTo>
                  <a:pt x="10091" y="30024"/>
                </a:lnTo>
                <a:lnTo>
                  <a:pt x="10093" y="30024"/>
                </a:lnTo>
                <a:lnTo>
                  <a:pt x="10092" y="30023"/>
                </a:lnTo>
                <a:close/>
                <a:moveTo>
                  <a:pt x="43220" y="15"/>
                </a:moveTo>
                <a:cubicBezTo>
                  <a:pt x="41630" y="15"/>
                  <a:pt x="38205" y="281"/>
                  <a:pt x="36611" y="2448"/>
                </a:cubicBezTo>
                <a:cubicBezTo>
                  <a:pt x="34591" y="5197"/>
                  <a:pt x="32357" y="9398"/>
                  <a:pt x="30830" y="9398"/>
                </a:cubicBezTo>
                <a:cubicBezTo>
                  <a:pt x="30761" y="9398"/>
                  <a:pt x="30693" y="9389"/>
                  <a:pt x="30627" y="9371"/>
                </a:cubicBezTo>
                <a:cubicBezTo>
                  <a:pt x="30627" y="9371"/>
                  <a:pt x="29864" y="8902"/>
                  <a:pt x="31274" y="8022"/>
                </a:cubicBezTo>
                <a:cubicBezTo>
                  <a:pt x="31274" y="8022"/>
                  <a:pt x="31146" y="7985"/>
                  <a:pt x="30953" y="7985"/>
                </a:cubicBezTo>
                <a:cubicBezTo>
                  <a:pt x="30417" y="7985"/>
                  <a:pt x="29376" y="8271"/>
                  <a:pt x="29160" y="10427"/>
                </a:cubicBezTo>
                <a:cubicBezTo>
                  <a:pt x="28867" y="13360"/>
                  <a:pt x="29395" y="18876"/>
                  <a:pt x="29395" y="18876"/>
                </a:cubicBezTo>
                <a:cubicBezTo>
                  <a:pt x="29395" y="18876"/>
                  <a:pt x="29415" y="18872"/>
                  <a:pt x="29446" y="18872"/>
                </a:cubicBezTo>
                <a:cubicBezTo>
                  <a:pt x="29630" y="18872"/>
                  <a:pt x="30205" y="19000"/>
                  <a:pt x="29453" y="20754"/>
                </a:cubicBezTo>
                <a:cubicBezTo>
                  <a:pt x="29160" y="21439"/>
                  <a:pt x="29036" y="21667"/>
                  <a:pt x="29002" y="21667"/>
                </a:cubicBezTo>
                <a:cubicBezTo>
                  <a:pt x="28932" y="21667"/>
                  <a:pt x="29219" y="20754"/>
                  <a:pt x="29219" y="20754"/>
                </a:cubicBezTo>
                <a:cubicBezTo>
                  <a:pt x="29219" y="20754"/>
                  <a:pt x="26051" y="11483"/>
                  <a:pt x="20653" y="11424"/>
                </a:cubicBezTo>
                <a:cubicBezTo>
                  <a:pt x="20653" y="11424"/>
                  <a:pt x="16664" y="9606"/>
                  <a:pt x="16193" y="8491"/>
                </a:cubicBezTo>
                <a:lnTo>
                  <a:pt x="14140" y="8550"/>
                </a:lnTo>
                <a:cubicBezTo>
                  <a:pt x="14140" y="8550"/>
                  <a:pt x="11409" y="6245"/>
                  <a:pt x="5586" y="6245"/>
                </a:cubicBezTo>
                <a:cubicBezTo>
                  <a:pt x="5315" y="6245"/>
                  <a:pt x="5038" y="6250"/>
                  <a:pt x="4753" y="6261"/>
                </a:cubicBezTo>
                <a:lnTo>
                  <a:pt x="2112" y="6437"/>
                </a:lnTo>
                <a:lnTo>
                  <a:pt x="1" y="7612"/>
                </a:lnTo>
                <a:cubicBezTo>
                  <a:pt x="1" y="7612"/>
                  <a:pt x="2217" y="7271"/>
                  <a:pt x="4424" y="7271"/>
                </a:cubicBezTo>
                <a:cubicBezTo>
                  <a:pt x="6420" y="7271"/>
                  <a:pt x="8408" y="7550"/>
                  <a:pt x="8742" y="8609"/>
                </a:cubicBezTo>
                <a:cubicBezTo>
                  <a:pt x="8742" y="8609"/>
                  <a:pt x="8869" y="8561"/>
                  <a:pt x="9094" y="8561"/>
                </a:cubicBezTo>
                <a:cubicBezTo>
                  <a:pt x="9574" y="8561"/>
                  <a:pt x="10501" y="8778"/>
                  <a:pt x="11618" y="10134"/>
                </a:cubicBezTo>
                <a:cubicBezTo>
                  <a:pt x="13261" y="12128"/>
                  <a:pt x="15431" y="14242"/>
                  <a:pt x="15431" y="14242"/>
                </a:cubicBezTo>
                <a:cubicBezTo>
                  <a:pt x="15431" y="14242"/>
                  <a:pt x="15283" y="14495"/>
                  <a:pt x="14949" y="14495"/>
                </a:cubicBezTo>
                <a:cubicBezTo>
                  <a:pt x="14727" y="14495"/>
                  <a:pt x="14422" y="14382"/>
                  <a:pt x="14023" y="14007"/>
                </a:cubicBezTo>
                <a:cubicBezTo>
                  <a:pt x="13857" y="13851"/>
                  <a:pt x="13753" y="13785"/>
                  <a:pt x="13703" y="13785"/>
                </a:cubicBezTo>
                <a:cubicBezTo>
                  <a:pt x="13453" y="13785"/>
                  <a:pt x="14570" y="15434"/>
                  <a:pt x="16135" y="15532"/>
                </a:cubicBezTo>
                <a:cubicBezTo>
                  <a:pt x="16135" y="15532"/>
                  <a:pt x="19949" y="20930"/>
                  <a:pt x="21826" y="20930"/>
                </a:cubicBezTo>
                <a:cubicBezTo>
                  <a:pt x="21826" y="20930"/>
                  <a:pt x="21768" y="25740"/>
                  <a:pt x="19715" y="27500"/>
                </a:cubicBezTo>
                <a:lnTo>
                  <a:pt x="18893" y="27500"/>
                </a:lnTo>
                <a:lnTo>
                  <a:pt x="20008" y="26268"/>
                </a:lnTo>
                <a:lnTo>
                  <a:pt x="17720" y="27324"/>
                </a:lnTo>
                <a:lnTo>
                  <a:pt x="18307" y="26151"/>
                </a:lnTo>
                <a:lnTo>
                  <a:pt x="16487" y="26620"/>
                </a:lnTo>
                <a:cubicBezTo>
                  <a:pt x="16487" y="26620"/>
                  <a:pt x="16840" y="25330"/>
                  <a:pt x="19715" y="24156"/>
                </a:cubicBezTo>
                <a:lnTo>
                  <a:pt x="21357" y="22925"/>
                </a:lnTo>
                <a:lnTo>
                  <a:pt x="19715" y="23511"/>
                </a:lnTo>
                <a:lnTo>
                  <a:pt x="17720" y="24039"/>
                </a:lnTo>
                <a:lnTo>
                  <a:pt x="15959" y="25447"/>
                </a:lnTo>
                <a:lnTo>
                  <a:pt x="15548" y="24743"/>
                </a:lnTo>
                <a:lnTo>
                  <a:pt x="18307" y="23042"/>
                </a:lnTo>
                <a:lnTo>
                  <a:pt x="20360" y="22397"/>
                </a:lnTo>
                <a:lnTo>
                  <a:pt x="18248" y="22631"/>
                </a:lnTo>
                <a:lnTo>
                  <a:pt x="16606" y="23042"/>
                </a:lnTo>
                <a:lnTo>
                  <a:pt x="15138" y="24156"/>
                </a:lnTo>
                <a:lnTo>
                  <a:pt x="13437" y="25623"/>
                </a:lnTo>
                <a:lnTo>
                  <a:pt x="12205" y="25857"/>
                </a:lnTo>
                <a:lnTo>
                  <a:pt x="9230" y="28758"/>
                </a:lnTo>
                <a:lnTo>
                  <a:pt x="8616" y="27990"/>
                </a:lnTo>
                <a:lnTo>
                  <a:pt x="8709" y="29248"/>
                </a:lnTo>
                <a:lnTo>
                  <a:pt x="10092" y="30023"/>
                </a:lnTo>
                <a:lnTo>
                  <a:pt x="10443" y="29261"/>
                </a:lnTo>
                <a:lnTo>
                  <a:pt x="11088" y="29672"/>
                </a:lnTo>
                <a:lnTo>
                  <a:pt x="12967" y="29203"/>
                </a:lnTo>
                <a:cubicBezTo>
                  <a:pt x="12967" y="29203"/>
                  <a:pt x="17953" y="31080"/>
                  <a:pt x="20888" y="31138"/>
                </a:cubicBezTo>
                <a:lnTo>
                  <a:pt x="24114" y="33428"/>
                </a:lnTo>
                <a:cubicBezTo>
                  <a:pt x="24114" y="33428"/>
                  <a:pt x="25411" y="32766"/>
                  <a:pt x="26749" y="32766"/>
                </a:cubicBezTo>
                <a:cubicBezTo>
                  <a:pt x="27444" y="32766"/>
                  <a:pt x="28150" y="32945"/>
                  <a:pt x="28691" y="33486"/>
                </a:cubicBezTo>
                <a:cubicBezTo>
                  <a:pt x="29987" y="34782"/>
                  <a:pt x="33168" y="34900"/>
                  <a:pt x="34283" y="34900"/>
                </a:cubicBezTo>
                <a:cubicBezTo>
                  <a:pt x="34530" y="34900"/>
                  <a:pt x="34676" y="34894"/>
                  <a:pt x="34676" y="34894"/>
                </a:cubicBezTo>
                <a:cubicBezTo>
                  <a:pt x="34676" y="34894"/>
                  <a:pt x="36963" y="35070"/>
                  <a:pt x="36963" y="36889"/>
                </a:cubicBezTo>
                <a:cubicBezTo>
                  <a:pt x="36963" y="38707"/>
                  <a:pt x="39253" y="39997"/>
                  <a:pt x="39253" y="39997"/>
                </a:cubicBezTo>
                <a:lnTo>
                  <a:pt x="41247" y="39880"/>
                </a:lnTo>
                <a:lnTo>
                  <a:pt x="40426" y="39587"/>
                </a:lnTo>
                <a:cubicBezTo>
                  <a:pt x="40954" y="39352"/>
                  <a:pt x="40133" y="38942"/>
                  <a:pt x="40133" y="38942"/>
                </a:cubicBezTo>
                <a:cubicBezTo>
                  <a:pt x="40133" y="38942"/>
                  <a:pt x="38078" y="38296"/>
                  <a:pt x="38725" y="36947"/>
                </a:cubicBezTo>
                <a:cubicBezTo>
                  <a:pt x="38776" y="36841"/>
                  <a:pt x="38868" y="36792"/>
                  <a:pt x="38996" y="36792"/>
                </a:cubicBezTo>
                <a:cubicBezTo>
                  <a:pt x="40497" y="36792"/>
                  <a:pt x="46994" y="43469"/>
                  <a:pt x="51748" y="43577"/>
                </a:cubicBezTo>
                <a:cubicBezTo>
                  <a:pt x="52258" y="43589"/>
                  <a:pt x="52741" y="43595"/>
                  <a:pt x="53204" y="43595"/>
                </a:cubicBezTo>
                <a:cubicBezTo>
                  <a:pt x="57438" y="43595"/>
                  <a:pt x="60025" y="43058"/>
                  <a:pt x="65947" y="40995"/>
                </a:cubicBezTo>
                <a:cubicBezTo>
                  <a:pt x="67519" y="40447"/>
                  <a:pt x="69020" y="40239"/>
                  <a:pt x="70394" y="40239"/>
                </a:cubicBezTo>
                <a:cubicBezTo>
                  <a:pt x="74767" y="40239"/>
                  <a:pt x="77858" y="42345"/>
                  <a:pt x="77858" y="42345"/>
                </a:cubicBezTo>
                <a:cubicBezTo>
                  <a:pt x="77858" y="42345"/>
                  <a:pt x="78646" y="42429"/>
                  <a:pt x="79636" y="42429"/>
                </a:cubicBezTo>
                <a:cubicBezTo>
                  <a:pt x="80839" y="42429"/>
                  <a:pt x="82340" y="42305"/>
                  <a:pt x="83080" y="41757"/>
                </a:cubicBezTo>
                <a:lnTo>
                  <a:pt x="81143" y="40760"/>
                </a:lnTo>
                <a:cubicBezTo>
                  <a:pt x="81143" y="40760"/>
                  <a:pt x="81050" y="40739"/>
                  <a:pt x="80869" y="40739"/>
                </a:cubicBezTo>
                <a:cubicBezTo>
                  <a:pt x="80440" y="40739"/>
                  <a:pt x="79513" y="40855"/>
                  <a:pt x="78151" y="41640"/>
                </a:cubicBezTo>
                <a:cubicBezTo>
                  <a:pt x="78151" y="41640"/>
                  <a:pt x="73457" y="39469"/>
                  <a:pt x="70641" y="39176"/>
                </a:cubicBezTo>
                <a:cubicBezTo>
                  <a:pt x="70520" y="39164"/>
                  <a:pt x="70390" y="39158"/>
                  <a:pt x="70251" y="39158"/>
                </a:cubicBezTo>
                <a:cubicBezTo>
                  <a:pt x="67685" y="39158"/>
                  <a:pt x="62221" y="41213"/>
                  <a:pt x="56245" y="41213"/>
                </a:cubicBezTo>
                <a:cubicBezTo>
                  <a:pt x="55054" y="41213"/>
                  <a:pt x="53843" y="41132"/>
                  <a:pt x="52630" y="40936"/>
                </a:cubicBezTo>
                <a:cubicBezTo>
                  <a:pt x="52630" y="40936"/>
                  <a:pt x="47994" y="39352"/>
                  <a:pt x="46938" y="38296"/>
                </a:cubicBezTo>
                <a:lnTo>
                  <a:pt x="48522" y="38120"/>
                </a:lnTo>
                <a:lnTo>
                  <a:pt x="46059" y="37358"/>
                </a:lnTo>
                <a:lnTo>
                  <a:pt x="47818" y="36947"/>
                </a:lnTo>
                <a:lnTo>
                  <a:pt x="44651" y="35833"/>
                </a:lnTo>
                <a:lnTo>
                  <a:pt x="46117" y="35305"/>
                </a:lnTo>
                <a:lnTo>
                  <a:pt x="43007" y="34540"/>
                </a:lnTo>
                <a:lnTo>
                  <a:pt x="44827" y="33895"/>
                </a:lnTo>
                <a:lnTo>
                  <a:pt x="41188" y="33191"/>
                </a:lnTo>
                <a:lnTo>
                  <a:pt x="42948" y="32487"/>
                </a:lnTo>
                <a:lnTo>
                  <a:pt x="39663" y="31842"/>
                </a:lnTo>
                <a:lnTo>
                  <a:pt x="41364" y="30962"/>
                </a:lnTo>
                <a:lnTo>
                  <a:pt x="38138" y="30845"/>
                </a:lnTo>
                <a:cubicBezTo>
                  <a:pt x="38138" y="30845"/>
                  <a:pt x="39077" y="17937"/>
                  <a:pt x="46997" y="16881"/>
                </a:cubicBezTo>
                <a:cubicBezTo>
                  <a:pt x="47935" y="16756"/>
                  <a:pt x="48797" y="16701"/>
                  <a:pt x="49586" y="16701"/>
                </a:cubicBezTo>
                <a:cubicBezTo>
                  <a:pt x="55436" y="16701"/>
                  <a:pt x="57361" y="19723"/>
                  <a:pt x="57381" y="19755"/>
                </a:cubicBezTo>
                <a:lnTo>
                  <a:pt x="57381" y="19755"/>
                </a:lnTo>
                <a:cubicBezTo>
                  <a:pt x="57347" y="19701"/>
                  <a:pt x="51875" y="11007"/>
                  <a:pt x="54448" y="8785"/>
                </a:cubicBezTo>
                <a:cubicBezTo>
                  <a:pt x="55410" y="7954"/>
                  <a:pt x="56591" y="7693"/>
                  <a:pt x="57695" y="7693"/>
                </a:cubicBezTo>
                <a:cubicBezTo>
                  <a:pt x="59555" y="7693"/>
                  <a:pt x="61196" y="8433"/>
                  <a:pt x="61196" y="8433"/>
                </a:cubicBezTo>
                <a:cubicBezTo>
                  <a:pt x="61196" y="8433"/>
                  <a:pt x="58615" y="4149"/>
                  <a:pt x="48288" y="2859"/>
                </a:cubicBezTo>
                <a:cubicBezTo>
                  <a:pt x="48288" y="2859"/>
                  <a:pt x="47881" y="2215"/>
                  <a:pt x="49179" y="2215"/>
                </a:cubicBezTo>
                <a:cubicBezTo>
                  <a:pt x="49589" y="2215"/>
                  <a:pt x="50169" y="2279"/>
                  <a:pt x="50986" y="2448"/>
                </a:cubicBezTo>
                <a:cubicBezTo>
                  <a:pt x="50986" y="2448"/>
                  <a:pt x="50715" y="1366"/>
                  <a:pt x="47069" y="1366"/>
                </a:cubicBezTo>
                <a:cubicBezTo>
                  <a:pt x="46223" y="1366"/>
                  <a:pt x="45194" y="1424"/>
                  <a:pt x="43945" y="1568"/>
                </a:cubicBezTo>
                <a:cubicBezTo>
                  <a:pt x="43116" y="1663"/>
                  <a:pt x="42463" y="1705"/>
                  <a:pt x="41958" y="1705"/>
                </a:cubicBezTo>
                <a:cubicBezTo>
                  <a:pt x="38886" y="1705"/>
                  <a:pt x="41307" y="179"/>
                  <a:pt x="43240" y="15"/>
                </a:cubicBezTo>
                <a:lnTo>
                  <a:pt x="43240" y="15"/>
                </a:lnTo>
                <a:cubicBezTo>
                  <a:pt x="43234" y="15"/>
                  <a:pt x="43227" y="15"/>
                  <a:pt x="43220" y="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35"/>
          <p:cNvSpPr/>
          <p:nvPr/>
        </p:nvSpPr>
        <p:spPr>
          <a:xfrm rot="474227" flipH="1">
            <a:off x="7120462" y="516659"/>
            <a:ext cx="773353" cy="405810"/>
          </a:xfrm>
          <a:custGeom>
            <a:avLst/>
            <a:gdLst/>
            <a:ahLst/>
            <a:cxnLst/>
            <a:rect l="l" t="t" r="r" b="b"/>
            <a:pathLst>
              <a:path w="83081" h="43596" extrusionOk="0">
                <a:moveTo>
                  <a:pt x="43566" y="0"/>
                </a:moveTo>
                <a:cubicBezTo>
                  <a:pt x="43460" y="0"/>
                  <a:pt x="43351" y="5"/>
                  <a:pt x="43240" y="15"/>
                </a:cubicBezTo>
                <a:lnTo>
                  <a:pt x="43240" y="15"/>
                </a:lnTo>
                <a:cubicBezTo>
                  <a:pt x="43748" y="15"/>
                  <a:pt x="44063" y="43"/>
                  <a:pt x="44063" y="43"/>
                </a:cubicBezTo>
                <a:cubicBezTo>
                  <a:pt x="43908" y="14"/>
                  <a:pt x="43740" y="0"/>
                  <a:pt x="43566" y="0"/>
                </a:cubicBezTo>
                <a:close/>
                <a:moveTo>
                  <a:pt x="57381" y="19755"/>
                </a:moveTo>
                <a:lnTo>
                  <a:pt x="57381" y="19755"/>
                </a:lnTo>
                <a:cubicBezTo>
                  <a:pt x="57381" y="19755"/>
                  <a:pt x="57381" y="19755"/>
                  <a:pt x="57381" y="19755"/>
                </a:cubicBezTo>
                <a:cubicBezTo>
                  <a:pt x="57381" y="19755"/>
                  <a:pt x="57381" y="19755"/>
                  <a:pt x="57381" y="19755"/>
                </a:cubicBezTo>
                <a:close/>
                <a:moveTo>
                  <a:pt x="10092" y="30023"/>
                </a:moveTo>
                <a:lnTo>
                  <a:pt x="10091" y="30024"/>
                </a:lnTo>
                <a:lnTo>
                  <a:pt x="10093" y="30024"/>
                </a:lnTo>
                <a:lnTo>
                  <a:pt x="10092" y="30023"/>
                </a:lnTo>
                <a:close/>
                <a:moveTo>
                  <a:pt x="43220" y="15"/>
                </a:moveTo>
                <a:cubicBezTo>
                  <a:pt x="41630" y="15"/>
                  <a:pt x="38205" y="281"/>
                  <a:pt x="36611" y="2448"/>
                </a:cubicBezTo>
                <a:cubicBezTo>
                  <a:pt x="34591" y="5197"/>
                  <a:pt x="32357" y="9398"/>
                  <a:pt x="30830" y="9398"/>
                </a:cubicBezTo>
                <a:cubicBezTo>
                  <a:pt x="30761" y="9398"/>
                  <a:pt x="30693" y="9389"/>
                  <a:pt x="30627" y="9371"/>
                </a:cubicBezTo>
                <a:cubicBezTo>
                  <a:pt x="30627" y="9371"/>
                  <a:pt x="29864" y="8902"/>
                  <a:pt x="31274" y="8022"/>
                </a:cubicBezTo>
                <a:cubicBezTo>
                  <a:pt x="31274" y="8022"/>
                  <a:pt x="31146" y="7985"/>
                  <a:pt x="30953" y="7985"/>
                </a:cubicBezTo>
                <a:cubicBezTo>
                  <a:pt x="30417" y="7985"/>
                  <a:pt x="29376" y="8271"/>
                  <a:pt x="29160" y="10427"/>
                </a:cubicBezTo>
                <a:cubicBezTo>
                  <a:pt x="28867" y="13360"/>
                  <a:pt x="29395" y="18876"/>
                  <a:pt x="29395" y="18876"/>
                </a:cubicBezTo>
                <a:cubicBezTo>
                  <a:pt x="29395" y="18876"/>
                  <a:pt x="29415" y="18872"/>
                  <a:pt x="29446" y="18872"/>
                </a:cubicBezTo>
                <a:cubicBezTo>
                  <a:pt x="29630" y="18872"/>
                  <a:pt x="30205" y="19000"/>
                  <a:pt x="29453" y="20754"/>
                </a:cubicBezTo>
                <a:cubicBezTo>
                  <a:pt x="29160" y="21439"/>
                  <a:pt x="29036" y="21667"/>
                  <a:pt x="29002" y="21667"/>
                </a:cubicBezTo>
                <a:cubicBezTo>
                  <a:pt x="28932" y="21667"/>
                  <a:pt x="29219" y="20754"/>
                  <a:pt x="29219" y="20754"/>
                </a:cubicBezTo>
                <a:cubicBezTo>
                  <a:pt x="29219" y="20754"/>
                  <a:pt x="26051" y="11483"/>
                  <a:pt x="20653" y="11424"/>
                </a:cubicBezTo>
                <a:cubicBezTo>
                  <a:pt x="20653" y="11424"/>
                  <a:pt x="16664" y="9606"/>
                  <a:pt x="16193" y="8491"/>
                </a:cubicBezTo>
                <a:lnTo>
                  <a:pt x="14140" y="8550"/>
                </a:lnTo>
                <a:cubicBezTo>
                  <a:pt x="14140" y="8550"/>
                  <a:pt x="11409" y="6245"/>
                  <a:pt x="5586" y="6245"/>
                </a:cubicBezTo>
                <a:cubicBezTo>
                  <a:pt x="5315" y="6245"/>
                  <a:pt x="5038" y="6250"/>
                  <a:pt x="4753" y="6261"/>
                </a:cubicBezTo>
                <a:lnTo>
                  <a:pt x="2112" y="6437"/>
                </a:lnTo>
                <a:lnTo>
                  <a:pt x="1" y="7612"/>
                </a:lnTo>
                <a:cubicBezTo>
                  <a:pt x="1" y="7612"/>
                  <a:pt x="2217" y="7271"/>
                  <a:pt x="4424" y="7271"/>
                </a:cubicBezTo>
                <a:cubicBezTo>
                  <a:pt x="6420" y="7271"/>
                  <a:pt x="8408" y="7550"/>
                  <a:pt x="8742" y="8609"/>
                </a:cubicBezTo>
                <a:cubicBezTo>
                  <a:pt x="8742" y="8609"/>
                  <a:pt x="8869" y="8561"/>
                  <a:pt x="9094" y="8561"/>
                </a:cubicBezTo>
                <a:cubicBezTo>
                  <a:pt x="9574" y="8561"/>
                  <a:pt x="10501" y="8778"/>
                  <a:pt x="11618" y="10134"/>
                </a:cubicBezTo>
                <a:cubicBezTo>
                  <a:pt x="13261" y="12128"/>
                  <a:pt x="15431" y="14242"/>
                  <a:pt x="15431" y="14242"/>
                </a:cubicBezTo>
                <a:cubicBezTo>
                  <a:pt x="15431" y="14242"/>
                  <a:pt x="15283" y="14495"/>
                  <a:pt x="14949" y="14495"/>
                </a:cubicBezTo>
                <a:cubicBezTo>
                  <a:pt x="14727" y="14495"/>
                  <a:pt x="14422" y="14382"/>
                  <a:pt x="14023" y="14007"/>
                </a:cubicBezTo>
                <a:cubicBezTo>
                  <a:pt x="13857" y="13851"/>
                  <a:pt x="13753" y="13785"/>
                  <a:pt x="13703" y="13785"/>
                </a:cubicBezTo>
                <a:cubicBezTo>
                  <a:pt x="13453" y="13785"/>
                  <a:pt x="14570" y="15434"/>
                  <a:pt x="16135" y="15532"/>
                </a:cubicBezTo>
                <a:cubicBezTo>
                  <a:pt x="16135" y="15532"/>
                  <a:pt x="19949" y="20930"/>
                  <a:pt x="21826" y="20930"/>
                </a:cubicBezTo>
                <a:cubicBezTo>
                  <a:pt x="21826" y="20930"/>
                  <a:pt x="21768" y="25740"/>
                  <a:pt x="19715" y="27500"/>
                </a:cubicBezTo>
                <a:lnTo>
                  <a:pt x="18893" y="27500"/>
                </a:lnTo>
                <a:lnTo>
                  <a:pt x="20008" y="26268"/>
                </a:lnTo>
                <a:lnTo>
                  <a:pt x="17720" y="27324"/>
                </a:lnTo>
                <a:lnTo>
                  <a:pt x="18307" y="26151"/>
                </a:lnTo>
                <a:lnTo>
                  <a:pt x="16487" y="26620"/>
                </a:lnTo>
                <a:cubicBezTo>
                  <a:pt x="16487" y="26620"/>
                  <a:pt x="16840" y="25330"/>
                  <a:pt x="19715" y="24156"/>
                </a:cubicBezTo>
                <a:lnTo>
                  <a:pt x="21357" y="22925"/>
                </a:lnTo>
                <a:lnTo>
                  <a:pt x="19715" y="23511"/>
                </a:lnTo>
                <a:lnTo>
                  <a:pt x="17720" y="24039"/>
                </a:lnTo>
                <a:lnTo>
                  <a:pt x="15959" y="25447"/>
                </a:lnTo>
                <a:lnTo>
                  <a:pt x="15548" y="24743"/>
                </a:lnTo>
                <a:lnTo>
                  <a:pt x="18307" y="23042"/>
                </a:lnTo>
                <a:lnTo>
                  <a:pt x="20360" y="22397"/>
                </a:lnTo>
                <a:lnTo>
                  <a:pt x="18248" y="22631"/>
                </a:lnTo>
                <a:lnTo>
                  <a:pt x="16606" y="23042"/>
                </a:lnTo>
                <a:lnTo>
                  <a:pt x="15138" y="24156"/>
                </a:lnTo>
                <a:lnTo>
                  <a:pt x="13437" y="25623"/>
                </a:lnTo>
                <a:lnTo>
                  <a:pt x="12205" y="25857"/>
                </a:lnTo>
                <a:lnTo>
                  <a:pt x="9230" y="28758"/>
                </a:lnTo>
                <a:lnTo>
                  <a:pt x="8616" y="27990"/>
                </a:lnTo>
                <a:lnTo>
                  <a:pt x="8709" y="29248"/>
                </a:lnTo>
                <a:lnTo>
                  <a:pt x="10092" y="30023"/>
                </a:lnTo>
                <a:lnTo>
                  <a:pt x="10443" y="29261"/>
                </a:lnTo>
                <a:lnTo>
                  <a:pt x="11088" y="29672"/>
                </a:lnTo>
                <a:lnTo>
                  <a:pt x="12967" y="29203"/>
                </a:lnTo>
                <a:cubicBezTo>
                  <a:pt x="12967" y="29203"/>
                  <a:pt x="17953" y="31080"/>
                  <a:pt x="20888" y="31138"/>
                </a:cubicBezTo>
                <a:lnTo>
                  <a:pt x="24114" y="33428"/>
                </a:lnTo>
                <a:cubicBezTo>
                  <a:pt x="24114" y="33428"/>
                  <a:pt x="25411" y="32766"/>
                  <a:pt x="26749" y="32766"/>
                </a:cubicBezTo>
                <a:cubicBezTo>
                  <a:pt x="27444" y="32766"/>
                  <a:pt x="28150" y="32945"/>
                  <a:pt x="28691" y="33486"/>
                </a:cubicBezTo>
                <a:cubicBezTo>
                  <a:pt x="29987" y="34782"/>
                  <a:pt x="33168" y="34900"/>
                  <a:pt x="34283" y="34900"/>
                </a:cubicBezTo>
                <a:cubicBezTo>
                  <a:pt x="34530" y="34900"/>
                  <a:pt x="34676" y="34894"/>
                  <a:pt x="34676" y="34894"/>
                </a:cubicBezTo>
                <a:cubicBezTo>
                  <a:pt x="34676" y="34894"/>
                  <a:pt x="36963" y="35070"/>
                  <a:pt x="36963" y="36889"/>
                </a:cubicBezTo>
                <a:cubicBezTo>
                  <a:pt x="36963" y="38707"/>
                  <a:pt x="39253" y="39997"/>
                  <a:pt x="39253" y="39997"/>
                </a:cubicBezTo>
                <a:lnTo>
                  <a:pt x="41247" y="39880"/>
                </a:lnTo>
                <a:lnTo>
                  <a:pt x="40426" y="39587"/>
                </a:lnTo>
                <a:cubicBezTo>
                  <a:pt x="40954" y="39352"/>
                  <a:pt x="40133" y="38942"/>
                  <a:pt x="40133" y="38942"/>
                </a:cubicBezTo>
                <a:cubicBezTo>
                  <a:pt x="40133" y="38942"/>
                  <a:pt x="38078" y="38296"/>
                  <a:pt x="38725" y="36947"/>
                </a:cubicBezTo>
                <a:cubicBezTo>
                  <a:pt x="38776" y="36841"/>
                  <a:pt x="38868" y="36792"/>
                  <a:pt x="38996" y="36792"/>
                </a:cubicBezTo>
                <a:cubicBezTo>
                  <a:pt x="40497" y="36792"/>
                  <a:pt x="46994" y="43469"/>
                  <a:pt x="51748" y="43577"/>
                </a:cubicBezTo>
                <a:cubicBezTo>
                  <a:pt x="52258" y="43589"/>
                  <a:pt x="52741" y="43595"/>
                  <a:pt x="53204" y="43595"/>
                </a:cubicBezTo>
                <a:cubicBezTo>
                  <a:pt x="57438" y="43595"/>
                  <a:pt x="60025" y="43058"/>
                  <a:pt x="65947" y="40995"/>
                </a:cubicBezTo>
                <a:cubicBezTo>
                  <a:pt x="67519" y="40447"/>
                  <a:pt x="69020" y="40239"/>
                  <a:pt x="70394" y="40239"/>
                </a:cubicBezTo>
                <a:cubicBezTo>
                  <a:pt x="74767" y="40239"/>
                  <a:pt x="77858" y="42345"/>
                  <a:pt x="77858" y="42345"/>
                </a:cubicBezTo>
                <a:cubicBezTo>
                  <a:pt x="77858" y="42345"/>
                  <a:pt x="78646" y="42429"/>
                  <a:pt x="79636" y="42429"/>
                </a:cubicBezTo>
                <a:cubicBezTo>
                  <a:pt x="80839" y="42429"/>
                  <a:pt x="82340" y="42305"/>
                  <a:pt x="83080" y="41757"/>
                </a:cubicBezTo>
                <a:lnTo>
                  <a:pt x="81143" y="40760"/>
                </a:lnTo>
                <a:cubicBezTo>
                  <a:pt x="81143" y="40760"/>
                  <a:pt x="81050" y="40739"/>
                  <a:pt x="80869" y="40739"/>
                </a:cubicBezTo>
                <a:cubicBezTo>
                  <a:pt x="80440" y="40739"/>
                  <a:pt x="79513" y="40855"/>
                  <a:pt x="78151" y="41640"/>
                </a:cubicBezTo>
                <a:cubicBezTo>
                  <a:pt x="78151" y="41640"/>
                  <a:pt x="73457" y="39469"/>
                  <a:pt x="70641" y="39176"/>
                </a:cubicBezTo>
                <a:cubicBezTo>
                  <a:pt x="70520" y="39164"/>
                  <a:pt x="70390" y="39158"/>
                  <a:pt x="70251" y="39158"/>
                </a:cubicBezTo>
                <a:cubicBezTo>
                  <a:pt x="67685" y="39158"/>
                  <a:pt x="62221" y="41213"/>
                  <a:pt x="56245" y="41213"/>
                </a:cubicBezTo>
                <a:cubicBezTo>
                  <a:pt x="55054" y="41213"/>
                  <a:pt x="53843" y="41132"/>
                  <a:pt x="52630" y="40936"/>
                </a:cubicBezTo>
                <a:cubicBezTo>
                  <a:pt x="52630" y="40936"/>
                  <a:pt x="47994" y="39352"/>
                  <a:pt x="46938" y="38296"/>
                </a:cubicBezTo>
                <a:lnTo>
                  <a:pt x="48522" y="38120"/>
                </a:lnTo>
                <a:lnTo>
                  <a:pt x="46059" y="37358"/>
                </a:lnTo>
                <a:lnTo>
                  <a:pt x="47818" y="36947"/>
                </a:lnTo>
                <a:lnTo>
                  <a:pt x="44651" y="35833"/>
                </a:lnTo>
                <a:lnTo>
                  <a:pt x="46117" y="35305"/>
                </a:lnTo>
                <a:lnTo>
                  <a:pt x="43007" y="34540"/>
                </a:lnTo>
                <a:lnTo>
                  <a:pt x="44827" y="33895"/>
                </a:lnTo>
                <a:lnTo>
                  <a:pt x="41188" y="33191"/>
                </a:lnTo>
                <a:lnTo>
                  <a:pt x="42948" y="32487"/>
                </a:lnTo>
                <a:lnTo>
                  <a:pt x="39663" y="31842"/>
                </a:lnTo>
                <a:lnTo>
                  <a:pt x="41364" y="30962"/>
                </a:lnTo>
                <a:lnTo>
                  <a:pt x="38138" y="30845"/>
                </a:lnTo>
                <a:cubicBezTo>
                  <a:pt x="38138" y="30845"/>
                  <a:pt x="39077" y="17937"/>
                  <a:pt x="46997" y="16881"/>
                </a:cubicBezTo>
                <a:cubicBezTo>
                  <a:pt x="47935" y="16756"/>
                  <a:pt x="48797" y="16701"/>
                  <a:pt x="49586" y="16701"/>
                </a:cubicBezTo>
                <a:cubicBezTo>
                  <a:pt x="55436" y="16701"/>
                  <a:pt x="57361" y="19723"/>
                  <a:pt x="57381" y="19755"/>
                </a:cubicBezTo>
                <a:lnTo>
                  <a:pt x="57381" y="19755"/>
                </a:lnTo>
                <a:cubicBezTo>
                  <a:pt x="57347" y="19701"/>
                  <a:pt x="51875" y="11007"/>
                  <a:pt x="54448" y="8785"/>
                </a:cubicBezTo>
                <a:cubicBezTo>
                  <a:pt x="55410" y="7954"/>
                  <a:pt x="56591" y="7693"/>
                  <a:pt x="57695" y="7693"/>
                </a:cubicBezTo>
                <a:cubicBezTo>
                  <a:pt x="59555" y="7693"/>
                  <a:pt x="61196" y="8433"/>
                  <a:pt x="61196" y="8433"/>
                </a:cubicBezTo>
                <a:cubicBezTo>
                  <a:pt x="61196" y="8433"/>
                  <a:pt x="58615" y="4149"/>
                  <a:pt x="48288" y="2859"/>
                </a:cubicBezTo>
                <a:cubicBezTo>
                  <a:pt x="48288" y="2859"/>
                  <a:pt x="47881" y="2215"/>
                  <a:pt x="49179" y="2215"/>
                </a:cubicBezTo>
                <a:cubicBezTo>
                  <a:pt x="49589" y="2215"/>
                  <a:pt x="50169" y="2279"/>
                  <a:pt x="50986" y="2448"/>
                </a:cubicBezTo>
                <a:cubicBezTo>
                  <a:pt x="50986" y="2448"/>
                  <a:pt x="50715" y="1366"/>
                  <a:pt x="47069" y="1366"/>
                </a:cubicBezTo>
                <a:cubicBezTo>
                  <a:pt x="46223" y="1366"/>
                  <a:pt x="45194" y="1424"/>
                  <a:pt x="43945" y="1568"/>
                </a:cubicBezTo>
                <a:cubicBezTo>
                  <a:pt x="43116" y="1663"/>
                  <a:pt x="42463" y="1705"/>
                  <a:pt x="41958" y="1705"/>
                </a:cubicBezTo>
                <a:cubicBezTo>
                  <a:pt x="38886" y="1705"/>
                  <a:pt x="41307" y="179"/>
                  <a:pt x="43240" y="15"/>
                </a:cubicBezTo>
                <a:lnTo>
                  <a:pt x="43240" y="15"/>
                </a:lnTo>
                <a:cubicBezTo>
                  <a:pt x="43234" y="15"/>
                  <a:pt x="43227" y="15"/>
                  <a:pt x="43220" y="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67;p40">
            <a:extLst>
              <a:ext uri="{FF2B5EF4-FFF2-40B4-BE49-F238E27FC236}">
                <a16:creationId xmlns:a16="http://schemas.microsoft.com/office/drawing/2014/main" id="{68BE8797-AD39-4E76-508F-E06E4539D582}"/>
              </a:ext>
            </a:extLst>
          </p:cNvPr>
          <p:cNvSpPr txBox="1"/>
          <p:nvPr/>
        </p:nvSpPr>
        <p:spPr>
          <a:xfrm>
            <a:off x="1982278" y="2548305"/>
            <a:ext cx="1657394" cy="41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rPr>
              <a:t>A → B C</a:t>
            </a:r>
            <a:endParaRPr sz="2000" dirty="0">
              <a:solidFill>
                <a:schemeClr val="dk1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5"/>
          <p:cNvSpPr txBox="1">
            <a:spLocks noGrp="1"/>
          </p:cNvSpPr>
          <p:nvPr>
            <p:ph type="title"/>
          </p:nvPr>
        </p:nvSpPr>
        <p:spPr>
          <a:xfrm>
            <a:off x="713275" y="540000"/>
            <a:ext cx="4448100" cy="15443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¡Muchas gracias por su atención!</a:t>
            </a:r>
            <a:endParaRPr sz="3600" dirty="0"/>
          </a:p>
        </p:txBody>
      </p:sp>
      <p:sp>
        <p:nvSpPr>
          <p:cNvPr id="1058" name="Google Shape;1058;p45"/>
          <p:cNvSpPr txBox="1">
            <a:spLocks noGrp="1"/>
          </p:cNvSpPr>
          <p:nvPr>
            <p:ph type="subTitle" idx="1"/>
          </p:nvPr>
        </p:nvSpPr>
        <p:spPr>
          <a:xfrm>
            <a:off x="712788" y="2084323"/>
            <a:ext cx="4448100" cy="9964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4400" dirty="0">
                <a:latin typeface="Metamorphous"/>
                <a:ea typeface="Metamorphous"/>
                <a:cs typeface="Metamorphous"/>
                <a:sym typeface="Metamorphous"/>
              </a:rPr>
              <a:t>¿Preguntas?</a:t>
            </a:r>
            <a:endParaRPr sz="3200" dirty="0"/>
          </a:p>
        </p:txBody>
      </p:sp>
      <p:sp>
        <p:nvSpPr>
          <p:cNvPr id="1071" name="Google Shape;1071;p45"/>
          <p:cNvSpPr/>
          <p:nvPr/>
        </p:nvSpPr>
        <p:spPr>
          <a:xfrm>
            <a:off x="6023025" y="1673100"/>
            <a:ext cx="1706800" cy="1706800"/>
          </a:xfrm>
          <a:custGeom>
            <a:avLst/>
            <a:gdLst/>
            <a:ahLst/>
            <a:cxnLst/>
            <a:rect l="l" t="t" r="r" b="b"/>
            <a:pathLst>
              <a:path w="68272" h="68272" extrusionOk="0">
                <a:moveTo>
                  <a:pt x="34136" y="1"/>
                </a:moveTo>
                <a:cubicBezTo>
                  <a:pt x="25082" y="1"/>
                  <a:pt x="16401" y="3596"/>
                  <a:pt x="9999" y="9999"/>
                </a:cubicBezTo>
                <a:cubicBezTo>
                  <a:pt x="3598" y="16401"/>
                  <a:pt x="1" y="25082"/>
                  <a:pt x="1" y="34136"/>
                </a:cubicBezTo>
                <a:cubicBezTo>
                  <a:pt x="1" y="43188"/>
                  <a:pt x="3598" y="51871"/>
                  <a:pt x="9999" y="58274"/>
                </a:cubicBezTo>
                <a:cubicBezTo>
                  <a:pt x="16401" y="64674"/>
                  <a:pt x="25082" y="68271"/>
                  <a:pt x="34136" y="68271"/>
                </a:cubicBezTo>
                <a:cubicBezTo>
                  <a:pt x="43190" y="68271"/>
                  <a:pt x="51871" y="64674"/>
                  <a:pt x="58274" y="58274"/>
                </a:cubicBezTo>
                <a:cubicBezTo>
                  <a:pt x="64674" y="51871"/>
                  <a:pt x="68271" y="43188"/>
                  <a:pt x="68271" y="34136"/>
                </a:cubicBezTo>
                <a:cubicBezTo>
                  <a:pt x="68271" y="25082"/>
                  <a:pt x="64674" y="16401"/>
                  <a:pt x="58274" y="9999"/>
                </a:cubicBezTo>
                <a:cubicBezTo>
                  <a:pt x="51871" y="3596"/>
                  <a:pt x="43190" y="1"/>
                  <a:pt x="3413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45"/>
          <p:cNvSpPr/>
          <p:nvPr/>
        </p:nvSpPr>
        <p:spPr>
          <a:xfrm>
            <a:off x="7376125" y="681725"/>
            <a:ext cx="1151918" cy="604459"/>
          </a:xfrm>
          <a:custGeom>
            <a:avLst/>
            <a:gdLst/>
            <a:ahLst/>
            <a:cxnLst/>
            <a:rect l="l" t="t" r="r" b="b"/>
            <a:pathLst>
              <a:path w="83081" h="43596" extrusionOk="0">
                <a:moveTo>
                  <a:pt x="43566" y="0"/>
                </a:moveTo>
                <a:cubicBezTo>
                  <a:pt x="43460" y="0"/>
                  <a:pt x="43351" y="5"/>
                  <a:pt x="43240" y="15"/>
                </a:cubicBezTo>
                <a:lnTo>
                  <a:pt x="43240" y="15"/>
                </a:lnTo>
                <a:cubicBezTo>
                  <a:pt x="43748" y="15"/>
                  <a:pt x="44063" y="43"/>
                  <a:pt x="44063" y="43"/>
                </a:cubicBezTo>
                <a:cubicBezTo>
                  <a:pt x="43908" y="14"/>
                  <a:pt x="43740" y="0"/>
                  <a:pt x="43566" y="0"/>
                </a:cubicBezTo>
                <a:close/>
                <a:moveTo>
                  <a:pt x="57381" y="19755"/>
                </a:moveTo>
                <a:lnTo>
                  <a:pt x="57381" y="19755"/>
                </a:lnTo>
                <a:cubicBezTo>
                  <a:pt x="57381" y="19755"/>
                  <a:pt x="57381" y="19755"/>
                  <a:pt x="57381" y="19755"/>
                </a:cubicBezTo>
                <a:cubicBezTo>
                  <a:pt x="57381" y="19755"/>
                  <a:pt x="57381" y="19755"/>
                  <a:pt x="57381" y="19755"/>
                </a:cubicBezTo>
                <a:close/>
                <a:moveTo>
                  <a:pt x="10092" y="30023"/>
                </a:moveTo>
                <a:lnTo>
                  <a:pt x="10091" y="30024"/>
                </a:lnTo>
                <a:lnTo>
                  <a:pt x="10093" y="30024"/>
                </a:lnTo>
                <a:lnTo>
                  <a:pt x="10092" y="30023"/>
                </a:lnTo>
                <a:close/>
                <a:moveTo>
                  <a:pt x="43220" y="15"/>
                </a:moveTo>
                <a:cubicBezTo>
                  <a:pt x="41630" y="15"/>
                  <a:pt x="38205" y="281"/>
                  <a:pt x="36611" y="2448"/>
                </a:cubicBezTo>
                <a:cubicBezTo>
                  <a:pt x="34591" y="5197"/>
                  <a:pt x="32357" y="9398"/>
                  <a:pt x="30830" y="9398"/>
                </a:cubicBezTo>
                <a:cubicBezTo>
                  <a:pt x="30761" y="9398"/>
                  <a:pt x="30693" y="9389"/>
                  <a:pt x="30627" y="9371"/>
                </a:cubicBezTo>
                <a:cubicBezTo>
                  <a:pt x="30627" y="9371"/>
                  <a:pt x="29864" y="8902"/>
                  <a:pt x="31274" y="8022"/>
                </a:cubicBezTo>
                <a:cubicBezTo>
                  <a:pt x="31274" y="8022"/>
                  <a:pt x="31146" y="7985"/>
                  <a:pt x="30953" y="7985"/>
                </a:cubicBezTo>
                <a:cubicBezTo>
                  <a:pt x="30417" y="7985"/>
                  <a:pt x="29376" y="8271"/>
                  <a:pt x="29160" y="10427"/>
                </a:cubicBezTo>
                <a:cubicBezTo>
                  <a:pt x="28867" y="13360"/>
                  <a:pt x="29395" y="18876"/>
                  <a:pt x="29395" y="18876"/>
                </a:cubicBezTo>
                <a:cubicBezTo>
                  <a:pt x="29395" y="18876"/>
                  <a:pt x="29415" y="18872"/>
                  <a:pt x="29446" y="18872"/>
                </a:cubicBezTo>
                <a:cubicBezTo>
                  <a:pt x="29630" y="18872"/>
                  <a:pt x="30205" y="19000"/>
                  <a:pt x="29453" y="20754"/>
                </a:cubicBezTo>
                <a:cubicBezTo>
                  <a:pt x="29160" y="21439"/>
                  <a:pt x="29036" y="21667"/>
                  <a:pt x="29002" y="21667"/>
                </a:cubicBezTo>
                <a:cubicBezTo>
                  <a:pt x="28932" y="21667"/>
                  <a:pt x="29219" y="20754"/>
                  <a:pt x="29219" y="20754"/>
                </a:cubicBezTo>
                <a:cubicBezTo>
                  <a:pt x="29219" y="20754"/>
                  <a:pt x="26051" y="11483"/>
                  <a:pt x="20653" y="11424"/>
                </a:cubicBezTo>
                <a:cubicBezTo>
                  <a:pt x="20653" y="11424"/>
                  <a:pt x="16664" y="9606"/>
                  <a:pt x="16193" y="8491"/>
                </a:cubicBezTo>
                <a:lnTo>
                  <a:pt x="14140" y="8550"/>
                </a:lnTo>
                <a:cubicBezTo>
                  <a:pt x="14140" y="8550"/>
                  <a:pt x="11409" y="6245"/>
                  <a:pt x="5586" y="6245"/>
                </a:cubicBezTo>
                <a:cubicBezTo>
                  <a:pt x="5315" y="6245"/>
                  <a:pt x="5038" y="6250"/>
                  <a:pt x="4753" y="6261"/>
                </a:cubicBezTo>
                <a:lnTo>
                  <a:pt x="2112" y="6437"/>
                </a:lnTo>
                <a:lnTo>
                  <a:pt x="1" y="7612"/>
                </a:lnTo>
                <a:cubicBezTo>
                  <a:pt x="1" y="7612"/>
                  <a:pt x="2217" y="7271"/>
                  <a:pt x="4424" y="7271"/>
                </a:cubicBezTo>
                <a:cubicBezTo>
                  <a:pt x="6420" y="7271"/>
                  <a:pt x="8408" y="7550"/>
                  <a:pt x="8742" y="8609"/>
                </a:cubicBezTo>
                <a:cubicBezTo>
                  <a:pt x="8742" y="8609"/>
                  <a:pt x="8869" y="8561"/>
                  <a:pt x="9094" y="8561"/>
                </a:cubicBezTo>
                <a:cubicBezTo>
                  <a:pt x="9574" y="8561"/>
                  <a:pt x="10501" y="8778"/>
                  <a:pt x="11618" y="10134"/>
                </a:cubicBezTo>
                <a:cubicBezTo>
                  <a:pt x="13261" y="12128"/>
                  <a:pt x="15431" y="14242"/>
                  <a:pt x="15431" y="14242"/>
                </a:cubicBezTo>
                <a:cubicBezTo>
                  <a:pt x="15431" y="14242"/>
                  <a:pt x="15283" y="14495"/>
                  <a:pt x="14949" y="14495"/>
                </a:cubicBezTo>
                <a:cubicBezTo>
                  <a:pt x="14727" y="14495"/>
                  <a:pt x="14422" y="14382"/>
                  <a:pt x="14023" y="14007"/>
                </a:cubicBezTo>
                <a:cubicBezTo>
                  <a:pt x="13857" y="13851"/>
                  <a:pt x="13753" y="13785"/>
                  <a:pt x="13703" y="13785"/>
                </a:cubicBezTo>
                <a:cubicBezTo>
                  <a:pt x="13453" y="13785"/>
                  <a:pt x="14570" y="15434"/>
                  <a:pt x="16135" y="15532"/>
                </a:cubicBezTo>
                <a:cubicBezTo>
                  <a:pt x="16135" y="15532"/>
                  <a:pt x="19949" y="20930"/>
                  <a:pt x="21826" y="20930"/>
                </a:cubicBezTo>
                <a:cubicBezTo>
                  <a:pt x="21826" y="20930"/>
                  <a:pt x="21768" y="25740"/>
                  <a:pt x="19715" y="27500"/>
                </a:cubicBezTo>
                <a:lnTo>
                  <a:pt x="18893" y="27500"/>
                </a:lnTo>
                <a:lnTo>
                  <a:pt x="20008" y="26268"/>
                </a:lnTo>
                <a:lnTo>
                  <a:pt x="17720" y="27324"/>
                </a:lnTo>
                <a:lnTo>
                  <a:pt x="18307" y="26151"/>
                </a:lnTo>
                <a:lnTo>
                  <a:pt x="16487" y="26620"/>
                </a:lnTo>
                <a:cubicBezTo>
                  <a:pt x="16487" y="26620"/>
                  <a:pt x="16840" y="25330"/>
                  <a:pt x="19715" y="24156"/>
                </a:cubicBezTo>
                <a:lnTo>
                  <a:pt x="21357" y="22925"/>
                </a:lnTo>
                <a:lnTo>
                  <a:pt x="19715" y="23511"/>
                </a:lnTo>
                <a:lnTo>
                  <a:pt x="17720" y="24039"/>
                </a:lnTo>
                <a:lnTo>
                  <a:pt x="15959" y="25447"/>
                </a:lnTo>
                <a:lnTo>
                  <a:pt x="15548" y="24743"/>
                </a:lnTo>
                <a:lnTo>
                  <a:pt x="18307" y="23042"/>
                </a:lnTo>
                <a:lnTo>
                  <a:pt x="20360" y="22397"/>
                </a:lnTo>
                <a:lnTo>
                  <a:pt x="18248" y="22631"/>
                </a:lnTo>
                <a:lnTo>
                  <a:pt x="16606" y="23042"/>
                </a:lnTo>
                <a:lnTo>
                  <a:pt x="15138" y="24156"/>
                </a:lnTo>
                <a:lnTo>
                  <a:pt x="13437" y="25623"/>
                </a:lnTo>
                <a:lnTo>
                  <a:pt x="12205" y="25857"/>
                </a:lnTo>
                <a:lnTo>
                  <a:pt x="9230" y="28758"/>
                </a:lnTo>
                <a:lnTo>
                  <a:pt x="8616" y="27990"/>
                </a:lnTo>
                <a:lnTo>
                  <a:pt x="8709" y="29248"/>
                </a:lnTo>
                <a:lnTo>
                  <a:pt x="10092" y="30023"/>
                </a:lnTo>
                <a:lnTo>
                  <a:pt x="10443" y="29261"/>
                </a:lnTo>
                <a:lnTo>
                  <a:pt x="11088" y="29672"/>
                </a:lnTo>
                <a:lnTo>
                  <a:pt x="12967" y="29203"/>
                </a:lnTo>
                <a:cubicBezTo>
                  <a:pt x="12967" y="29203"/>
                  <a:pt x="17953" y="31080"/>
                  <a:pt x="20888" y="31138"/>
                </a:cubicBezTo>
                <a:lnTo>
                  <a:pt x="24114" y="33428"/>
                </a:lnTo>
                <a:cubicBezTo>
                  <a:pt x="24114" y="33428"/>
                  <a:pt x="25411" y="32766"/>
                  <a:pt x="26749" y="32766"/>
                </a:cubicBezTo>
                <a:cubicBezTo>
                  <a:pt x="27444" y="32766"/>
                  <a:pt x="28150" y="32945"/>
                  <a:pt x="28691" y="33486"/>
                </a:cubicBezTo>
                <a:cubicBezTo>
                  <a:pt x="29987" y="34782"/>
                  <a:pt x="33168" y="34900"/>
                  <a:pt x="34283" y="34900"/>
                </a:cubicBezTo>
                <a:cubicBezTo>
                  <a:pt x="34530" y="34900"/>
                  <a:pt x="34676" y="34894"/>
                  <a:pt x="34676" y="34894"/>
                </a:cubicBezTo>
                <a:cubicBezTo>
                  <a:pt x="34676" y="34894"/>
                  <a:pt x="36963" y="35070"/>
                  <a:pt x="36963" y="36889"/>
                </a:cubicBezTo>
                <a:cubicBezTo>
                  <a:pt x="36963" y="38707"/>
                  <a:pt x="39253" y="39997"/>
                  <a:pt x="39253" y="39997"/>
                </a:cubicBezTo>
                <a:lnTo>
                  <a:pt x="41247" y="39880"/>
                </a:lnTo>
                <a:lnTo>
                  <a:pt x="40426" y="39587"/>
                </a:lnTo>
                <a:cubicBezTo>
                  <a:pt x="40954" y="39352"/>
                  <a:pt x="40133" y="38942"/>
                  <a:pt x="40133" y="38942"/>
                </a:cubicBezTo>
                <a:cubicBezTo>
                  <a:pt x="40133" y="38942"/>
                  <a:pt x="38078" y="38296"/>
                  <a:pt x="38725" y="36947"/>
                </a:cubicBezTo>
                <a:cubicBezTo>
                  <a:pt x="38776" y="36841"/>
                  <a:pt x="38868" y="36792"/>
                  <a:pt x="38996" y="36792"/>
                </a:cubicBezTo>
                <a:cubicBezTo>
                  <a:pt x="40497" y="36792"/>
                  <a:pt x="46994" y="43469"/>
                  <a:pt x="51748" y="43577"/>
                </a:cubicBezTo>
                <a:cubicBezTo>
                  <a:pt x="52258" y="43589"/>
                  <a:pt x="52741" y="43595"/>
                  <a:pt x="53204" y="43595"/>
                </a:cubicBezTo>
                <a:cubicBezTo>
                  <a:pt x="57438" y="43595"/>
                  <a:pt x="60025" y="43058"/>
                  <a:pt x="65947" y="40995"/>
                </a:cubicBezTo>
                <a:cubicBezTo>
                  <a:pt x="67519" y="40447"/>
                  <a:pt x="69020" y="40239"/>
                  <a:pt x="70394" y="40239"/>
                </a:cubicBezTo>
                <a:cubicBezTo>
                  <a:pt x="74767" y="40239"/>
                  <a:pt x="77858" y="42345"/>
                  <a:pt x="77858" y="42345"/>
                </a:cubicBezTo>
                <a:cubicBezTo>
                  <a:pt x="77858" y="42345"/>
                  <a:pt x="78646" y="42429"/>
                  <a:pt x="79636" y="42429"/>
                </a:cubicBezTo>
                <a:cubicBezTo>
                  <a:pt x="80839" y="42429"/>
                  <a:pt x="82340" y="42305"/>
                  <a:pt x="83080" y="41757"/>
                </a:cubicBezTo>
                <a:lnTo>
                  <a:pt x="81143" y="40760"/>
                </a:lnTo>
                <a:cubicBezTo>
                  <a:pt x="81143" y="40760"/>
                  <a:pt x="81050" y="40739"/>
                  <a:pt x="80869" y="40739"/>
                </a:cubicBezTo>
                <a:cubicBezTo>
                  <a:pt x="80440" y="40739"/>
                  <a:pt x="79513" y="40855"/>
                  <a:pt x="78151" y="41640"/>
                </a:cubicBezTo>
                <a:cubicBezTo>
                  <a:pt x="78151" y="41640"/>
                  <a:pt x="73457" y="39469"/>
                  <a:pt x="70641" y="39176"/>
                </a:cubicBezTo>
                <a:cubicBezTo>
                  <a:pt x="70520" y="39164"/>
                  <a:pt x="70390" y="39158"/>
                  <a:pt x="70251" y="39158"/>
                </a:cubicBezTo>
                <a:cubicBezTo>
                  <a:pt x="67685" y="39158"/>
                  <a:pt x="62221" y="41213"/>
                  <a:pt x="56245" y="41213"/>
                </a:cubicBezTo>
                <a:cubicBezTo>
                  <a:pt x="55054" y="41213"/>
                  <a:pt x="53843" y="41132"/>
                  <a:pt x="52630" y="40936"/>
                </a:cubicBezTo>
                <a:cubicBezTo>
                  <a:pt x="52630" y="40936"/>
                  <a:pt x="47994" y="39352"/>
                  <a:pt x="46938" y="38296"/>
                </a:cubicBezTo>
                <a:lnTo>
                  <a:pt x="48522" y="38120"/>
                </a:lnTo>
                <a:lnTo>
                  <a:pt x="46059" y="37358"/>
                </a:lnTo>
                <a:lnTo>
                  <a:pt x="47818" y="36947"/>
                </a:lnTo>
                <a:lnTo>
                  <a:pt x="44651" y="35833"/>
                </a:lnTo>
                <a:lnTo>
                  <a:pt x="46117" y="35305"/>
                </a:lnTo>
                <a:lnTo>
                  <a:pt x="43007" y="34540"/>
                </a:lnTo>
                <a:lnTo>
                  <a:pt x="44827" y="33895"/>
                </a:lnTo>
                <a:lnTo>
                  <a:pt x="41188" y="33191"/>
                </a:lnTo>
                <a:lnTo>
                  <a:pt x="42948" y="32487"/>
                </a:lnTo>
                <a:lnTo>
                  <a:pt x="39663" y="31842"/>
                </a:lnTo>
                <a:lnTo>
                  <a:pt x="41364" y="30962"/>
                </a:lnTo>
                <a:lnTo>
                  <a:pt x="38138" y="30845"/>
                </a:lnTo>
                <a:cubicBezTo>
                  <a:pt x="38138" y="30845"/>
                  <a:pt x="39077" y="17937"/>
                  <a:pt x="46997" y="16881"/>
                </a:cubicBezTo>
                <a:cubicBezTo>
                  <a:pt x="47935" y="16756"/>
                  <a:pt x="48797" y="16701"/>
                  <a:pt x="49586" y="16701"/>
                </a:cubicBezTo>
                <a:cubicBezTo>
                  <a:pt x="55436" y="16701"/>
                  <a:pt x="57361" y="19723"/>
                  <a:pt x="57381" y="19755"/>
                </a:cubicBezTo>
                <a:lnTo>
                  <a:pt x="57381" y="19755"/>
                </a:lnTo>
                <a:cubicBezTo>
                  <a:pt x="57347" y="19701"/>
                  <a:pt x="51875" y="11007"/>
                  <a:pt x="54448" y="8785"/>
                </a:cubicBezTo>
                <a:cubicBezTo>
                  <a:pt x="55410" y="7954"/>
                  <a:pt x="56591" y="7693"/>
                  <a:pt x="57695" y="7693"/>
                </a:cubicBezTo>
                <a:cubicBezTo>
                  <a:pt x="59555" y="7693"/>
                  <a:pt x="61196" y="8433"/>
                  <a:pt x="61196" y="8433"/>
                </a:cubicBezTo>
                <a:cubicBezTo>
                  <a:pt x="61196" y="8433"/>
                  <a:pt x="58615" y="4149"/>
                  <a:pt x="48288" y="2859"/>
                </a:cubicBezTo>
                <a:cubicBezTo>
                  <a:pt x="48288" y="2859"/>
                  <a:pt x="47881" y="2215"/>
                  <a:pt x="49179" y="2215"/>
                </a:cubicBezTo>
                <a:cubicBezTo>
                  <a:pt x="49589" y="2215"/>
                  <a:pt x="50169" y="2279"/>
                  <a:pt x="50986" y="2448"/>
                </a:cubicBezTo>
                <a:cubicBezTo>
                  <a:pt x="50986" y="2448"/>
                  <a:pt x="50715" y="1366"/>
                  <a:pt x="47069" y="1366"/>
                </a:cubicBezTo>
                <a:cubicBezTo>
                  <a:pt x="46223" y="1366"/>
                  <a:pt x="45194" y="1424"/>
                  <a:pt x="43945" y="1568"/>
                </a:cubicBezTo>
                <a:cubicBezTo>
                  <a:pt x="43116" y="1663"/>
                  <a:pt x="42463" y="1705"/>
                  <a:pt x="41958" y="1705"/>
                </a:cubicBezTo>
                <a:cubicBezTo>
                  <a:pt x="38886" y="1705"/>
                  <a:pt x="41307" y="179"/>
                  <a:pt x="43240" y="15"/>
                </a:cubicBezTo>
                <a:lnTo>
                  <a:pt x="43240" y="15"/>
                </a:lnTo>
                <a:cubicBezTo>
                  <a:pt x="43234" y="15"/>
                  <a:pt x="43227" y="15"/>
                  <a:pt x="43220" y="1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45"/>
          <p:cNvSpPr/>
          <p:nvPr/>
        </p:nvSpPr>
        <p:spPr>
          <a:xfrm>
            <a:off x="4649313" y="2861388"/>
            <a:ext cx="1335968" cy="367547"/>
          </a:xfrm>
          <a:custGeom>
            <a:avLst/>
            <a:gdLst/>
            <a:ahLst/>
            <a:cxnLst/>
            <a:rect l="l" t="t" r="r" b="b"/>
            <a:pathLst>
              <a:path w="74583" h="20519" extrusionOk="0">
                <a:moveTo>
                  <a:pt x="28987" y="1"/>
                </a:moveTo>
                <a:cubicBezTo>
                  <a:pt x="26056" y="1629"/>
                  <a:pt x="24427" y="3584"/>
                  <a:pt x="24427" y="3584"/>
                </a:cubicBezTo>
                <a:lnTo>
                  <a:pt x="23449" y="12051"/>
                </a:lnTo>
                <a:cubicBezTo>
                  <a:pt x="21915" y="12888"/>
                  <a:pt x="20380" y="13127"/>
                  <a:pt x="19126" y="13127"/>
                </a:cubicBezTo>
                <a:cubicBezTo>
                  <a:pt x="17455" y="13127"/>
                  <a:pt x="16284" y="12702"/>
                  <a:pt x="16284" y="12702"/>
                </a:cubicBezTo>
                <a:lnTo>
                  <a:pt x="11074" y="14656"/>
                </a:lnTo>
                <a:lnTo>
                  <a:pt x="6840" y="17914"/>
                </a:lnTo>
                <a:lnTo>
                  <a:pt x="0" y="20193"/>
                </a:lnTo>
                <a:lnTo>
                  <a:pt x="14656" y="20519"/>
                </a:lnTo>
                <a:lnTo>
                  <a:pt x="74583" y="20519"/>
                </a:lnTo>
                <a:lnTo>
                  <a:pt x="51132" y="18238"/>
                </a:lnTo>
                <a:lnTo>
                  <a:pt x="49179" y="13680"/>
                </a:lnTo>
                <a:lnTo>
                  <a:pt x="45596" y="10423"/>
                </a:lnTo>
                <a:lnTo>
                  <a:pt x="40712" y="10097"/>
                </a:lnTo>
                <a:lnTo>
                  <a:pt x="34849" y="3908"/>
                </a:lnTo>
                <a:lnTo>
                  <a:pt x="2898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4" name="Google Shape;1074;p45"/>
          <p:cNvGrpSpPr/>
          <p:nvPr/>
        </p:nvGrpSpPr>
        <p:grpSpPr>
          <a:xfrm>
            <a:off x="6301825" y="980575"/>
            <a:ext cx="1336000" cy="4338125"/>
            <a:chOff x="6301825" y="980575"/>
            <a:chExt cx="1336000" cy="4338125"/>
          </a:xfrm>
        </p:grpSpPr>
        <p:sp>
          <p:nvSpPr>
            <p:cNvPr id="1075" name="Google Shape;1075;p45"/>
            <p:cNvSpPr/>
            <p:nvPr/>
          </p:nvSpPr>
          <p:spPr>
            <a:xfrm>
              <a:off x="6649925" y="2988800"/>
              <a:ext cx="76000" cy="541150"/>
            </a:xfrm>
            <a:custGeom>
              <a:avLst/>
              <a:gdLst/>
              <a:ahLst/>
              <a:cxnLst/>
              <a:rect l="l" t="t" r="r" b="b"/>
              <a:pathLst>
                <a:path w="3040" h="21646" extrusionOk="0">
                  <a:moveTo>
                    <a:pt x="63" y="351"/>
                  </a:moveTo>
                  <a:cubicBezTo>
                    <a:pt x="63" y="351"/>
                    <a:pt x="21" y="384"/>
                    <a:pt x="60" y="413"/>
                  </a:cubicBezTo>
                  <a:lnTo>
                    <a:pt x="60" y="413"/>
                  </a:lnTo>
                  <a:lnTo>
                    <a:pt x="63" y="351"/>
                  </a:lnTo>
                  <a:close/>
                  <a:moveTo>
                    <a:pt x="1745" y="1"/>
                  </a:moveTo>
                  <a:lnTo>
                    <a:pt x="1521" y="21"/>
                  </a:lnTo>
                  <a:lnTo>
                    <a:pt x="1581" y="679"/>
                  </a:lnTo>
                  <a:lnTo>
                    <a:pt x="1212" y="965"/>
                  </a:lnTo>
                  <a:lnTo>
                    <a:pt x="1233" y="144"/>
                  </a:lnTo>
                  <a:lnTo>
                    <a:pt x="914" y="363"/>
                  </a:lnTo>
                  <a:lnTo>
                    <a:pt x="781" y="7240"/>
                  </a:lnTo>
                  <a:lnTo>
                    <a:pt x="424" y="6079"/>
                  </a:lnTo>
                  <a:lnTo>
                    <a:pt x="617" y="411"/>
                  </a:lnTo>
                  <a:lnTo>
                    <a:pt x="432" y="473"/>
                  </a:lnTo>
                  <a:lnTo>
                    <a:pt x="370" y="1685"/>
                  </a:lnTo>
                  <a:lnTo>
                    <a:pt x="165" y="1521"/>
                  </a:lnTo>
                  <a:lnTo>
                    <a:pt x="227" y="453"/>
                  </a:lnTo>
                  <a:cubicBezTo>
                    <a:pt x="130" y="445"/>
                    <a:pt x="82" y="430"/>
                    <a:pt x="60" y="413"/>
                  </a:cubicBezTo>
                  <a:lnTo>
                    <a:pt x="60" y="413"/>
                  </a:lnTo>
                  <a:lnTo>
                    <a:pt x="1" y="1624"/>
                  </a:lnTo>
                  <a:lnTo>
                    <a:pt x="329" y="1911"/>
                  </a:lnTo>
                  <a:lnTo>
                    <a:pt x="248" y="4272"/>
                  </a:lnTo>
                  <a:lnTo>
                    <a:pt x="144" y="6080"/>
                  </a:lnTo>
                  <a:lnTo>
                    <a:pt x="370" y="7393"/>
                  </a:lnTo>
                  <a:lnTo>
                    <a:pt x="739" y="7599"/>
                  </a:lnTo>
                  <a:lnTo>
                    <a:pt x="103" y="21645"/>
                  </a:lnTo>
                  <a:lnTo>
                    <a:pt x="760" y="21626"/>
                  </a:lnTo>
                  <a:lnTo>
                    <a:pt x="945" y="15240"/>
                  </a:lnTo>
                  <a:lnTo>
                    <a:pt x="1766" y="14746"/>
                  </a:lnTo>
                  <a:lnTo>
                    <a:pt x="2197" y="12795"/>
                  </a:lnTo>
                  <a:lnTo>
                    <a:pt x="1602" y="14541"/>
                  </a:lnTo>
                  <a:lnTo>
                    <a:pt x="1007" y="14767"/>
                  </a:lnTo>
                  <a:lnTo>
                    <a:pt x="1007" y="14767"/>
                  </a:lnTo>
                  <a:lnTo>
                    <a:pt x="1274" y="5464"/>
                  </a:lnTo>
                  <a:lnTo>
                    <a:pt x="1849" y="4868"/>
                  </a:lnTo>
                  <a:lnTo>
                    <a:pt x="2259" y="4005"/>
                  </a:lnTo>
                  <a:lnTo>
                    <a:pt x="2157" y="3945"/>
                  </a:lnTo>
                  <a:lnTo>
                    <a:pt x="1992" y="4293"/>
                  </a:lnTo>
                  <a:lnTo>
                    <a:pt x="2054" y="3184"/>
                  </a:lnTo>
                  <a:lnTo>
                    <a:pt x="2732" y="2692"/>
                  </a:lnTo>
                  <a:lnTo>
                    <a:pt x="3039" y="1890"/>
                  </a:lnTo>
                  <a:lnTo>
                    <a:pt x="3039" y="1890"/>
                  </a:lnTo>
                  <a:lnTo>
                    <a:pt x="2834" y="1911"/>
                  </a:lnTo>
                  <a:lnTo>
                    <a:pt x="2587" y="2568"/>
                  </a:lnTo>
                  <a:lnTo>
                    <a:pt x="2095" y="2916"/>
                  </a:lnTo>
                  <a:lnTo>
                    <a:pt x="2197" y="2014"/>
                  </a:lnTo>
                  <a:lnTo>
                    <a:pt x="2506" y="1788"/>
                  </a:lnTo>
                  <a:lnTo>
                    <a:pt x="2485" y="863"/>
                  </a:lnTo>
                  <a:lnTo>
                    <a:pt x="2363" y="822"/>
                  </a:lnTo>
                  <a:lnTo>
                    <a:pt x="2382" y="1643"/>
                  </a:lnTo>
                  <a:lnTo>
                    <a:pt x="2218" y="1747"/>
                  </a:lnTo>
                  <a:lnTo>
                    <a:pt x="2176" y="801"/>
                  </a:lnTo>
                  <a:cubicBezTo>
                    <a:pt x="2075" y="801"/>
                    <a:pt x="2054" y="720"/>
                    <a:pt x="2054" y="720"/>
                  </a:cubicBezTo>
                  <a:lnTo>
                    <a:pt x="1828" y="4457"/>
                  </a:lnTo>
                  <a:lnTo>
                    <a:pt x="1705" y="4724"/>
                  </a:lnTo>
                  <a:lnTo>
                    <a:pt x="1295" y="5073"/>
                  </a:lnTo>
                  <a:lnTo>
                    <a:pt x="1295" y="3553"/>
                  </a:lnTo>
                  <a:lnTo>
                    <a:pt x="1212" y="1233"/>
                  </a:lnTo>
                  <a:lnTo>
                    <a:pt x="1726" y="801"/>
                  </a:lnTo>
                  <a:lnTo>
                    <a:pt x="1745" y="1"/>
                  </a:lnTo>
                  <a:close/>
                </a:path>
              </a:pathLst>
            </a:custGeom>
            <a:solidFill>
              <a:srgbClr val="3521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5"/>
            <p:cNvSpPr/>
            <p:nvPr/>
          </p:nvSpPr>
          <p:spPr>
            <a:xfrm>
              <a:off x="6553925" y="3018600"/>
              <a:ext cx="95525" cy="510875"/>
            </a:xfrm>
            <a:custGeom>
              <a:avLst/>
              <a:gdLst/>
              <a:ahLst/>
              <a:cxnLst/>
              <a:rect l="l" t="t" r="r" b="b"/>
              <a:pathLst>
                <a:path w="3821" h="20435" extrusionOk="0">
                  <a:moveTo>
                    <a:pt x="1828" y="1"/>
                  </a:moveTo>
                  <a:lnTo>
                    <a:pt x="1973" y="2958"/>
                  </a:lnTo>
                  <a:lnTo>
                    <a:pt x="1910" y="3532"/>
                  </a:lnTo>
                  <a:lnTo>
                    <a:pt x="1643" y="3574"/>
                  </a:lnTo>
                  <a:lnTo>
                    <a:pt x="1541" y="82"/>
                  </a:lnTo>
                  <a:lnTo>
                    <a:pt x="1315" y="103"/>
                  </a:lnTo>
                  <a:lnTo>
                    <a:pt x="1357" y="2464"/>
                  </a:lnTo>
                  <a:lnTo>
                    <a:pt x="1110" y="2176"/>
                  </a:lnTo>
                  <a:lnTo>
                    <a:pt x="1006" y="903"/>
                  </a:lnTo>
                  <a:lnTo>
                    <a:pt x="637" y="575"/>
                  </a:lnTo>
                  <a:lnTo>
                    <a:pt x="658" y="308"/>
                  </a:lnTo>
                  <a:lnTo>
                    <a:pt x="391" y="411"/>
                  </a:lnTo>
                  <a:lnTo>
                    <a:pt x="534" y="843"/>
                  </a:lnTo>
                  <a:lnTo>
                    <a:pt x="801" y="945"/>
                  </a:lnTo>
                  <a:lnTo>
                    <a:pt x="944" y="2342"/>
                  </a:lnTo>
                  <a:lnTo>
                    <a:pt x="1376" y="2794"/>
                  </a:lnTo>
                  <a:lnTo>
                    <a:pt x="1396" y="4148"/>
                  </a:lnTo>
                  <a:lnTo>
                    <a:pt x="2157" y="6941"/>
                  </a:lnTo>
                  <a:lnTo>
                    <a:pt x="1848" y="6879"/>
                  </a:lnTo>
                  <a:lnTo>
                    <a:pt x="1069" y="5730"/>
                  </a:lnTo>
                  <a:lnTo>
                    <a:pt x="1131" y="5237"/>
                  </a:lnTo>
                  <a:lnTo>
                    <a:pt x="1295" y="4868"/>
                  </a:lnTo>
                  <a:lnTo>
                    <a:pt x="1232" y="4088"/>
                  </a:lnTo>
                  <a:lnTo>
                    <a:pt x="1212" y="4743"/>
                  </a:lnTo>
                  <a:lnTo>
                    <a:pt x="1027" y="5052"/>
                  </a:lnTo>
                  <a:lnTo>
                    <a:pt x="986" y="4210"/>
                  </a:lnTo>
                  <a:lnTo>
                    <a:pt x="863" y="3922"/>
                  </a:lnTo>
                  <a:lnTo>
                    <a:pt x="946" y="5546"/>
                  </a:lnTo>
                  <a:lnTo>
                    <a:pt x="679" y="5278"/>
                  </a:lnTo>
                  <a:lnTo>
                    <a:pt x="494" y="3676"/>
                  </a:lnTo>
                  <a:lnTo>
                    <a:pt x="330" y="3553"/>
                  </a:lnTo>
                  <a:lnTo>
                    <a:pt x="330" y="3553"/>
                  </a:lnTo>
                  <a:lnTo>
                    <a:pt x="494" y="4621"/>
                  </a:lnTo>
                  <a:lnTo>
                    <a:pt x="144" y="4252"/>
                  </a:lnTo>
                  <a:lnTo>
                    <a:pt x="21" y="3491"/>
                  </a:lnTo>
                  <a:lnTo>
                    <a:pt x="1" y="4252"/>
                  </a:lnTo>
                  <a:lnTo>
                    <a:pt x="473" y="4868"/>
                  </a:lnTo>
                  <a:lnTo>
                    <a:pt x="617" y="5484"/>
                  </a:lnTo>
                  <a:lnTo>
                    <a:pt x="1809" y="7126"/>
                  </a:lnTo>
                  <a:lnTo>
                    <a:pt x="2342" y="7393"/>
                  </a:lnTo>
                  <a:lnTo>
                    <a:pt x="3327" y="11624"/>
                  </a:lnTo>
                  <a:lnTo>
                    <a:pt x="3225" y="13533"/>
                  </a:lnTo>
                  <a:lnTo>
                    <a:pt x="2794" y="12158"/>
                  </a:lnTo>
                  <a:lnTo>
                    <a:pt x="2916" y="13226"/>
                  </a:lnTo>
                  <a:lnTo>
                    <a:pt x="3184" y="13884"/>
                  </a:lnTo>
                  <a:lnTo>
                    <a:pt x="3122" y="14889"/>
                  </a:lnTo>
                  <a:lnTo>
                    <a:pt x="3287" y="15978"/>
                  </a:lnTo>
                  <a:lnTo>
                    <a:pt x="2690" y="20270"/>
                  </a:lnTo>
                  <a:lnTo>
                    <a:pt x="3532" y="20434"/>
                  </a:lnTo>
                  <a:lnTo>
                    <a:pt x="3820" y="16799"/>
                  </a:lnTo>
                  <a:lnTo>
                    <a:pt x="3677" y="14315"/>
                  </a:lnTo>
                  <a:lnTo>
                    <a:pt x="3820" y="11522"/>
                  </a:lnTo>
                  <a:lnTo>
                    <a:pt x="2978" y="8604"/>
                  </a:lnTo>
                  <a:lnTo>
                    <a:pt x="3184" y="8441"/>
                  </a:lnTo>
                  <a:lnTo>
                    <a:pt x="3266" y="6182"/>
                  </a:lnTo>
                  <a:lnTo>
                    <a:pt x="3142" y="7167"/>
                  </a:lnTo>
                  <a:lnTo>
                    <a:pt x="3040" y="7105"/>
                  </a:lnTo>
                  <a:lnTo>
                    <a:pt x="2896" y="6120"/>
                  </a:lnTo>
                  <a:lnTo>
                    <a:pt x="2794" y="6162"/>
                  </a:lnTo>
                  <a:lnTo>
                    <a:pt x="2937" y="7292"/>
                  </a:lnTo>
                  <a:lnTo>
                    <a:pt x="3142" y="7373"/>
                  </a:lnTo>
                  <a:lnTo>
                    <a:pt x="3061" y="8339"/>
                  </a:lnTo>
                  <a:lnTo>
                    <a:pt x="2896" y="8441"/>
                  </a:lnTo>
                  <a:lnTo>
                    <a:pt x="1747" y="4109"/>
                  </a:lnTo>
                  <a:lnTo>
                    <a:pt x="1747" y="3779"/>
                  </a:lnTo>
                  <a:lnTo>
                    <a:pt x="1993" y="3717"/>
                  </a:lnTo>
                  <a:lnTo>
                    <a:pt x="2445" y="1664"/>
                  </a:lnTo>
                  <a:lnTo>
                    <a:pt x="2280" y="1500"/>
                  </a:lnTo>
                  <a:lnTo>
                    <a:pt x="2054" y="2527"/>
                  </a:lnTo>
                  <a:lnTo>
                    <a:pt x="2074" y="22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5"/>
            <p:cNvSpPr/>
            <p:nvPr/>
          </p:nvSpPr>
          <p:spPr>
            <a:xfrm>
              <a:off x="6513650" y="2885250"/>
              <a:ext cx="228600" cy="158225"/>
            </a:xfrm>
            <a:custGeom>
              <a:avLst/>
              <a:gdLst/>
              <a:ahLst/>
              <a:cxnLst/>
              <a:rect l="l" t="t" r="r" b="b"/>
              <a:pathLst>
                <a:path w="9144" h="6329" extrusionOk="0">
                  <a:moveTo>
                    <a:pt x="4876" y="0"/>
                  </a:moveTo>
                  <a:lnTo>
                    <a:pt x="4270" y="575"/>
                  </a:lnTo>
                  <a:lnTo>
                    <a:pt x="4270" y="1757"/>
                  </a:lnTo>
                  <a:lnTo>
                    <a:pt x="3906" y="2664"/>
                  </a:lnTo>
                  <a:lnTo>
                    <a:pt x="2181" y="2210"/>
                  </a:lnTo>
                  <a:lnTo>
                    <a:pt x="1122" y="3875"/>
                  </a:lnTo>
                  <a:lnTo>
                    <a:pt x="789" y="4239"/>
                  </a:lnTo>
                  <a:lnTo>
                    <a:pt x="1605" y="4845"/>
                  </a:lnTo>
                  <a:lnTo>
                    <a:pt x="2847" y="5026"/>
                  </a:lnTo>
                  <a:lnTo>
                    <a:pt x="1363" y="5086"/>
                  </a:lnTo>
                  <a:lnTo>
                    <a:pt x="939" y="5540"/>
                  </a:lnTo>
                  <a:lnTo>
                    <a:pt x="0" y="6146"/>
                  </a:lnTo>
                  <a:lnTo>
                    <a:pt x="1817" y="6329"/>
                  </a:lnTo>
                  <a:lnTo>
                    <a:pt x="4481" y="5419"/>
                  </a:lnTo>
                  <a:lnTo>
                    <a:pt x="5692" y="5813"/>
                  </a:lnTo>
                  <a:lnTo>
                    <a:pt x="6365" y="4505"/>
                  </a:lnTo>
                  <a:lnTo>
                    <a:pt x="7539" y="5299"/>
                  </a:lnTo>
                  <a:lnTo>
                    <a:pt x="8114" y="5086"/>
                  </a:lnTo>
                  <a:lnTo>
                    <a:pt x="8266" y="3936"/>
                  </a:lnTo>
                  <a:lnTo>
                    <a:pt x="9144" y="3815"/>
                  </a:lnTo>
                  <a:lnTo>
                    <a:pt x="8054" y="2029"/>
                  </a:lnTo>
                  <a:lnTo>
                    <a:pt x="6358" y="485"/>
                  </a:lnTo>
                  <a:lnTo>
                    <a:pt x="48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5"/>
            <p:cNvSpPr/>
            <p:nvPr/>
          </p:nvSpPr>
          <p:spPr>
            <a:xfrm>
              <a:off x="6716475" y="2990450"/>
              <a:ext cx="36400" cy="54525"/>
            </a:xfrm>
            <a:custGeom>
              <a:avLst/>
              <a:gdLst/>
              <a:ahLst/>
              <a:cxnLst/>
              <a:rect l="l" t="t" r="r" b="b"/>
              <a:pathLst>
                <a:path w="1456" h="2181" extrusionOk="0">
                  <a:moveTo>
                    <a:pt x="456" y="0"/>
                  </a:moveTo>
                  <a:lnTo>
                    <a:pt x="92" y="1030"/>
                  </a:lnTo>
                  <a:lnTo>
                    <a:pt x="1" y="2181"/>
                  </a:lnTo>
                  <a:cubicBezTo>
                    <a:pt x="517" y="2121"/>
                    <a:pt x="638" y="2029"/>
                    <a:pt x="638" y="2029"/>
                  </a:cubicBezTo>
                  <a:lnTo>
                    <a:pt x="1455" y="849"/>
                  </a:lnTo>
                  <a:lnTo>
                    <a:pt x="1152" y="31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7466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5"/>
            <p:cNvSpPr/>
            <p:nvPr/>
          </p:nvSpPr>
          <p:spPr>
            <a:xfrm>
              <a:off x="6562850" y="3030550"/>
              <a:ext cx="105225" cy="58350"/>
            </a:xfrm>
            <a:custGeom>
              <a:avLst/>
              <a:gdLst/>
              <a:ahLst/>
              <a:cxnLst/>
              <a:rect l="l" t="t" r="r" b="b"/>
              <a:pathLst>
                <a:path w="4209" h="2334" extrusionOk="0">
                  <a:moveTo>
                    <a:pt x="2030" y="1"/>
                  </a:moveTo>
                  <a:lnTo>
                    <a:pt x="1" y="789"/>
                  </a:lnTo>
                  <a:lnTo>
                    <a:pt x="1697" y="1212"/>
                  </a:lnTo>
                  <a:lnTo>
                    <a:pt x="1878" y="2000"/>
                  </a:lnTo>
                  <a:lnTo>
                    <a:pt x="2816" y="1938"/>
                  </a:lnTo>
                  <a:lnTo>
                    <a:pt x="3482" y="2333"/>
                  </a:lnTo>
                  <a:lnTo>
                    <a:pt x="4209" y="1817"/>
                  </a:lnTo>
                  <a:lnTo>
                    <a:pt x="3967" y="850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5"/>
            <p:cNvSpPr/>
            <p:nvPr/>
          </p:nvSpPr>
          <p:spPr>
            <a:xfrm>
              <a:off x="6528775" y="3068425"/>
              <a:ext cx="62100" cy="71925"/>
            </a:xfrm>
            <a:custGeom>
              <a:avLst/>
              <a:gdLst/>
              <a:ahLst/>
              <a:cxnLst/>
              <a:rect l="l" t="t" r="r" b="b"/>
              <a:pathLst>
                <a:path w="2484" h="2877" extrusionOk="0">
                  <a:moveTo>
                    <a:pt x="273" y="0"/>
                  </a:moveTo>
                  <a:lnTo>
                    <a:pt x="1" y="273"/>
                  </a:lnTo>
                  <a:lnTo>
                    <a:pt x="122" y="302"/>
                  </a:lnTo>
                  <a:lnTo>
                    <a:pt x="334" y="1574"/>
                  </a:lnTo>
                  <a:lnTo>
                    <a:pt x="304" y="2331"/>
                  </a:lnTo>
                  <a:lnTo>
                    <a:pt x="1091" y="2543"/>
                  </a:lnTo>
                  <a:lnTo>
                    <a:pt x="2090" y="2512"/>
                  </a:lnTo>
                  <a:lnTo>
                    <a:pt x="2483" y="2876"/>
                  </a:lnTo>
                  <a:lnTo>
                    <a:pt x="2483" y="2876"/>
                  </a:lnTo>
                  <a:lnTo>
                    <a:pt x="2030" y="697"/>
                  </a:lnTo>
                  <a:lnTo>
                    <a:pt x="1152" y="575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5"/>
            <p:cNvSpPr/>
            <p:nvPr/>
          </p:nvSpPr>
          <p:spPr>
            <a:xfrm>
              <a:off x="6739550" y="2970725"/>
              <a:ext cx="34625" cy="44975"/>
            </a:xfrm>
            <a:custGeom>
              <a:avLst/>
              <a:gdLst/>
              <a:ahLst/>
              <a:cxnLst/>
              <a:rect l="l" t="t" r="r" b="b"/>
              <a:pathLst>
                <a:path w="1385" h="1799" extrusionOk="0">
                  <a:moveTo>
                    <a:pt x="580" y="0"/>
                  </a:moveTo>
                  <a:cubicBezTo>
                    <a:pt x="535" y="0"/>
                    <a:pt x="489" y="7"/>
                    <a:pt x="443" y="22"/>
                  </a:cubicBezTo>
                  <a:cubicBezTo>
                    <a:pt x="396" y="41"/>
                    <a:pt x="348" y="61"/>
                    <a:pt x="301" y="80"/>
                  </a:cubicBezTo>
                  <a:cubicBezTo>
                    <a:pt x="213" y="134"/>
                    <a:pt x="142" y="204"/>
                    <a:pt x="89" y="292"/>
                  </a:cubicBezTo>
                  <a:cubicBezTo>
                    <a:pt x="70" y="341"/>
                    <a:pt x="49" y="387"/>
                    <a:pt x="30" y="434"/>
                  </a:cubicBezTo>
                  <a:cubicBezTo>
                    <a:pt x="1" y="539"/>
                    <a:pt x="1" y="644"/>
                    <a:pt x="30" y="750"/>
                  </a:cubicBezTo>
                  <a:cubicBezTo>
                    <a:pt x="72" y="957"/>
                    <a:pt x="127" y="1162"/>
                    <a:pt x="194" y="1364"/>
                  </a:cubicBezTo>
                  <a:cubicBezTo>
                    <a:pt x="211" y="1441"/>
                    <a:pt x="248" y="1507"/>
                    <a:pt x="299" y="1566"/>
                  </a:cubicBezTo>
                  <a:cubicBezTo>
                    <a:pt x="341" y="1629"/>
                    <a:pt x="396" y="1679"/>
                    <a:pt x="465" y="1717"/>
                  </a:cubicBezTo>
                  <a:cubicBezTo>
                    <a:pt x="534" y="1761"/>
                    <a:pt x="607" y="1783"/>
                    <a:pt x="686" y="1786"/>
                  </a:cubicBezTo>
                  <a:cubicBezTo>
                    <a:pt x="719" y="1794"/>
                    <a:pt x="752" y="1798"/>
                    <a:pt x="785" y="1798"/>
                  </a:cubicBezTo>
                  <a:cubicBezTo>
                    <a:pt x="831" y="1798"/>
                    <a:pt x="876" y="1791"/>
                    <a:pt x="922" y="1776"/>
                  </a:cubicBezTo>
                  <a:cubicBezTo>
                    <a:pt x="969" y="1757"/>
                    <a:pt x="1015" y="1736"/>
                    <a:pt x="1062" y="1717"/>
                  </a:cubicBezTo>
                  <a:cubicBezTo>
                    <a:pt x="1152" y="1664"/>
                    <a:pt x="1222" y="1593"/>
                    <a:pt x="1274" y="1505"/>
                  </a:cubicBezTo>
                  <a:cubicBezTo>
                    <a:pt x="1347" y="1369"/>
                    <a:pt x="1385" y="1200"/>
                    <a:pt x="1335" y="1050"/>
                  </a:cubicBezTo>
                  <a:cubicBezTo>
                    <a:pt x="1267" y="848"/>
                    <a:pt x="1212" y="643"/>
                    <a:pt x="1171" y="434"/>
                  </a:cubicBezTo>
                  <a:cubicBezTo>
                    <a:pt x="1152" y="358"/>
                    <a:pt x="1117" y="291"/>
                    <a:pt x="1065" y="234"/>
                  </a:cubicBezTo>
                  <a:cubicBezTo>
                    <a:pt x="1022" y="168"/>
                    <a:pt x="967" y="118"/>
                    <a:pt x="898" y="80"/>
                  </a:cubicBezTo>
                  <a:cubicBezTo>
                    <a:pt x="831" y="37"/>
                    <a:pt x="757" y="15"/>
                    <a:pt x="679" y="11"/>
                  </a:cubicBezTo>
                  <a:cubicBezTo>
                    <a:pt x="646" y="4"/>
                    <a:pt x="613" y="0"/>
                    <a:pt x="580" y="0"/>
                  </a:cubicBezTo>
                  <a:close/>
                </a:path>
              </a:pathLst>
            </a:custGeom>
            <a:solidFill>
              <a:srgbClr val="7466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5"/>
            <p:cNvSpPr/>
            <p:nvPr/>
          </p:nvSpPr>
          <p:spPr>
            <a:xfrm>
              <a:off x="6678100" y="2879500"/>
              <a:ext cx="45325" cy="43950"/>
            </a:xfrm>
            <a:custGeom>
              <a:avLst/>
              <a:gdLst/>
              <a:ahLst/>
              <a:cxnLst/>
              <a:rect l="l" t="t" r="r" b="b"/>
              <a:pathLst>
                <a:path w="1813" h="1758" extrusionOk="0">
                  <a:moveTo>
                    <a:pt x="579" y="1"/>
                  </a:moveTo>
                  <a:cubicBezTo>
                    <a:pt x="504" y="1"/>
                    <a:pt x="435" y="18"/>
                    <a:pt x="371" y="51"/>
                  </a:cubicBezTo>
                  <a:cubicBezTo>
                    <a:pt x="297" y="75"/>
                    <a:pt x="233" y="117"/>
                    <a:pt x="180" y="174"/>
                  </a:cubicBezTo>
                  <a:cubicBezTo>
                    <a:pt x="76" y="287"/>
                    <a:pt x="1" y="434"/>
                    <a:pt x="7" y="593"/>
                  </a:cubicBezTo>
                  <a:cubicBezTo>
                    <a:pt x="14" y="645"/>
                    <a:pt x="21" y="696"/>
                    <a:pt x="28" y="750"/>
                  </a:cubicBezTo>
                  <a:cubicBezTo>
                    <a:pt x="56" y="850"/>
                    <a:pt x="108" y="936"/>
                    <a:pt x="180" y="1010"/>
                  </a:cubicBezTo>
                  <a:cubicBezTo>
                    <a:pt x="375" y="1212"/>
                    <a:pt x="580" y="1404"/>
                    <a:pt x="796" y="1585"/>
                  </a:cubicBezTo>
                  <a:cubicBezTo>
                    <a:pt x="849" y="1642"/>
                    <a:pt x="911" y="1683"/>
                    <a:pt x="986" y="1707"/>
                  </a:cubicBezTo>
                  <a:cubicBezTo>
                    <a:pt x="1050" y="1740"/>
                    <a:pt x="1120" y="1758"/>
                    <a:pt x="1193" y="1758"/>
                  </a:cubicBezTo>
                  <a:cubicBezTo>
                    <a:pt x="1200" y="1758"/>
                    <a:pt x="1207" y="1758"/>
                    <a:pt x="1213" y="1757"/>
                  </a:cubicBezTo>
                  <a:cubicBezTo>
                    <a:pt x="1220" y="1758"/>
                    <a:pt x="1227" y="1758"/>
                    <a:pt x="1234" y="1758"/>
                  </a:cubicBezTo>
                  <a:cubicBezTo>
                    <a:pt x="1307" y="1758"/>
                    <a:pt x="1376" y="1740"/>
                    <a:pt x="1441" y="1707"/>
                  </a:cubicBezTo>
                  <a:cubicBezTo>
                    <a:pt x="1515" y="1683"/>
                    <a:pt x="1577" y="1642"/>
                    <a:pt x="1633" y="1585"/>
                  </a:cubicBezTo>
                  <a:cubicBezTo>
                    <a:pt x="1736" y="1471"/>
                    <a:pt x="1812" y="1324"/>
                    <a:pt x="1805" y="1166"/>
                  </a:cubicBezTo>
                  <a:lnTo>
                    <a:pt x="1784" y="1009"/>
                  </a:lnTo>
                  <a:cubicBezTo>
                    <a:pt x="1755" y="908"/>
                    <a:pt x="1705" y="822"/>
                    <a:pt x="1633" y="748"/>
                  </a:cubicBezTo>
                  <a:cubicBezTo>
                    <a:pt x="1417" y="567"/>
                    <a:pt x="1212" y="375"/>
                    <a:pt x="1017" y="174"/>
                  </a:cubicBezTo>
                  <a:cubicBezTo>
                    <a:pt x="963" y="117"/>
                    <a:pt x="899" y="75"/>
                    <a:pt x="827" y="51"/>
                  </a:cubicBezTo>
                  <a:cubicBezTo>
                    <a:pt x="762" y="18"/>
                    <a:pt x="693" y="1"/>
                    <a:pt x="619" y="1"/>
                  </a:cubicBezTo>
                  <a:cubicBezTo>
                    <a:pt x="613" y="1"/>
                    <a:pt x="606" y="1"/>
                    <a:pt x="599" y="1"/>
                  </a:cubicBezTo>
                  <a:cubicBezTo>
                    <a:pt x="592" y="1"/>
                    <a:pt x="585" y="1"/>
                    <a:pt x="579" y="1"/>
                  </a:cubicBezTo>
                  <a:close/>
                </a:path>
              </a:pathLst>
            </a:custGeom>
            <a:solidFill>
              <a:srgbClr val="7466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5"/>
            <p:cNvSpPr/>
            <p:nvPr/>
          </p:nvSpPr>
          <p:spPr>
            <a:xfrm>
              <a:off x="6935050" y="2332150"/>
              <a:ext cx="185398" cy="581675"/>
            </a:xfrm>
            <a:custGeom>
              <a:avLst/>
              <a:gdLst/>
              <a:ahLst/>
              <a:cxnLst/>
              <a:rect l="l" t="t" r="r" b="b"/>
              <a:pathLst>
                <a:path w="7141" h="23267" extrusionOk="0">
                  <a:moveTo>
                    <a:pt x="4190" y="0"/>
                  </a:moveTo>
                  <a:cubicBezTo>
                    <a:pt x="2235" y="0"/>
                    <a:pt x="1" y="35"/>
                    <a:pt x="1" y="35"/>
                  </a:cubicBezTo>
                  <a:lnTo>
                    <a:pt x="52" y="23267"/>
                  </a:lnTo>
                  <a:lnTo>
                    <a:pt x="7060" y="23267"/>
                  </a:lnTo>
                  <a:lnTo>
                    <a:pt x="7060" y="102"/>
                  </a:lnTo>
                  <a:cubicBezTo>
                    <a:pt x="7140" y="22"/>
                    <a:pt x="5754" y="0"/>
                    <a:pt x="41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5"/>
            <p:cNvSpPr/>
            <p:nvPr/>
          </p:nvSpPr>
          <p:spPr>
            <a:xfrm>
              <a:off x="6860200" y="1872850"/>
              <a:ext cx="92200" cy="662950"/>
            </a:xfrm>
            <a:custGeom>
              <a:avLst/>
              <a:gdLst/>
              <a:ahLst/>
              <a:cxnLst/>
              <a:rect l="l" t="t" r="r" b="b"/>
              <a:pathLst>
                <a:path w="3688" h="26518" extrusionOk="0">
                  <a:moveTo>
                    <a:pt x="0" y="0"/>
                  </a:moveTo>
                  <a:lnTo>
                    <a:pt x="0" y="3901"/>
                  </a:lnTo>
                  <a:lnTo>
                    <a:pt x="483" y="3901"/>
                  </a:lnTo>
                  <a:lnTo>
                    <a:pt x="483" y="26517"/>
                  </a:lnTo>
                  <a:lnTo>
                    <a:pt x="3265" y="26517"/>
                  </a:lnTo>
                  <a:lnTo>
                    <a:pt x="3265" y="3968"/>
                  </a:lnTo>
                  <a:lnTo>
                    <a:pt x="3687" y="3968"/>
                  </a:lnTo>
                  <a:lnTo>
                    <a:pt x="3673" y="26"/>
                  </a:lnTo>
                  <a:cubicBezTo>
                    <a:pt x="3673" y="26"/>
                    <a:pt x="2389" y="54"/>
                    <a:pt x="1339" y="54"/>
                  </a:cubicBezTo>
                  <a:cubicBezTo>
                    <a:pt x="635" y="54"/>
                    <a:pt x="36" y="4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5"/>
            <p:cNvSpPr/>
            <p:nvPr/>
          </p:nvSpPr>
          <p:spPr>
            <a:xfrm>
              <a:off x="6705450" y="2407100"/>
              <a:ext cx="237150" cy="499525"/>
            </a:xfrm>
            <a:custGeom>
              <a:avLst/>
              <a:gdLst/>
              <a:ahLst/>
              <a:cxnLst/>
              <a:rect l="l" t="t" r="r" b="b"/>
              <a:pathLst>
                <a:path w="9486" h="19981" extrusionOk="0">
                  <a:moveTo>
                    <a:pt x="1615" y="1"/>
                  </a:moveTo>
                  <a:cubicBezTo>
                    <a:pt x="1615" y="1"/>
                    <a:pt x="0" y="1110"/>
                    <a:pt x="102" y="1212"/>
                  </a:cubicBezTo>
                  <a:lnTo>
                    <a:pt x="102" y="19980"/>
                  </a:lnTo>
                  <a:lnTo>
                    <a:pt x="9486" y="19980"/>
                  </a:lnTo>
                  <a:lnTo>
                    <a:pt x="9486" y="808"/>
                  </a:lnTo>
                  <a:lnTo>
                    <a:pt x="8276" y="808"/>
                  </a:lnTo>
                  <a:lnTo>
                    <a:pt x="8276" y="3028"/>
                  </a:lnTo>
                  <a:lnTo>
                    <a:pt x="7065" y="3028"/>
                  </a:lnTo>
                  <a:lnTo>
                    <a:pt x="7065" y="304"/>
                  </a:lnTo>
                  <a:lnTo>
                    <a:pt x="5652" y="304"/>
                  </a:lnTo>
                  <a:lnTo>
                    <a:pt x="5652" y="2827"/>
                  </a:lnTo>
                  <a:lnTo>
                    <a:pt x="4239" y="2827"/>
                  </a:lnTo>
                  <a:lnTo>
                    <a:pt x="4239" y="103"/>
                  </a:lnTo>
                  <a:lnTo>
                    <a:pt x="2726" y="103"/>
                  </a:lnTo>
                  <a:lnTo>
                    <a:pt x="2726" y="2625"/>
                  </a:lnTo>
                  <a:lnTo>
                    <a:pt x="1615" y="2625"/>
                  </a:lnTo>
                  <a:lnTo>
                    <a:pt x="16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5"/>
            <p:cNvSpPr/>
            <p:nvPr/>
          </p:nvSpPr>
          <p:spPr>
            <a:xfrm>
              <a:off x="6301825" y="3263425"/>
              <a:ext cx="1336000" cy="2055275"/>
            </a:xfrm>
            <a:custGeom>
              <a:avLst/>
              <a:gdLst/>
              <a:ahLst/>
              <a:cxnLst/>
              <a:rect l="l" t="t" r="r" b="b"/>
              <a:pathLst>
                <a:path w="53440" h="82211" extrusionOk="0">
                  <a:moveTo>
                    <a:pt x="20255" y="0"/>
                  </a:moveTo>
                  <a:lnTo>
                    <a:pt x="13601" y="6066"/>
                  </a:lnTo>
                  <a:lnTo>
                    <a:pt x="14189" y="9589"/>
                  </a:lnTo>
                  <a:lnTo>
                    <a:pt x="12427" y="10567"/>
                  </a:lnTo>
                  <a:lnTo>
                    <a:pt x="12427" y="15655"/>
                  </a:lnTo>
                  <a:lnTo>
                    <a:pt x="8513" y="18983"/>
                  </a:lnTo>
                  <a:lnTo>
                    <a:pt x="7340" y="51467"/>
                  </a:lnTo>
                  <a:lnTo>
                    <a:pt x="1664" y="55185"/>
                  </a:lnTo>
                  <a:lnTo>
                    <a:pt x="1" y="81951"/>
                  </a:lnTo>
                  <a:lnTo>
                    <a:pt x="50981" y="82210"/>
                  </a:lnTo>
                  <a:lnTo>
                    <a:pt x="51172" y="66338"/>
                  </a:lnTo>
                  <a:lnTo>
                    <a:pt x="53439" y="44304"/>
                  </a:lnTo>
                  <a:lnTo>
                    <a:pt x="50586" y="42856"/>
                  </a:lnTo>
                  <a:lnTo>
                    <a:pt x="50194" y="24070"/>
                  </a:lnTo>
                  <a:lnTo>
                    <a:pt x="41389" y="16633"/>
                  </a:lnTo>
                  <a:lnTo>
                    <a:pt x="40802" y="20156"/>
                  </a:lnTo>
                  <a:lnTo>
                    <a:pt x="37279" y="18199"/>
                  </a:lnTo>
                  <a:lnTo>
                    <a:pt x="36496" y="12915"/>
                  </a:lnTo>
                  <a:lnTo>
                    <a:pt x="32387" y="11742"/>
                  </a:lnTo>
                  <a:lnTo>
                    <a:pt x="27299" y="10176"/>
                  </a:lnTo>
                  <a:lnTo>
                    <a:pt x="25929" y="7827"/>
                  </a:lnTo>
                  <a:lnTo>
                    <a:pt x="20646" y="7241"/>
                  </a:lnTo>
                  <a:lnTo>
                    <a:pt x="20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5"/>
            <p:cNvSpPr/>
            <p:nvPr/>
          </p:nvSpPr>
          <p:spPr>
            <a:xfrm>
              <a:off x="6585975" y="2528900"/>
              <a:ext cx="77650" cy="467825"/>
            </a:xfrm>
            <a:custGeom>
              <a:avLst/>
              <a:gdLst/>
              <a:ahLst/>
              <a:cxnLst/>
              <a:rect l="l" t="t" r="r" b="b"/>
              <a:pathLst>
                <a:path w="3106" h="18713" extrusionOk="0">
                  <a:moveTo>
                    <a:pt x="3106" y="1"/>
                  </a:moveTo>
                  <a:lnTo>
                    <a:pt x="25" y="21"/>
                  </a:lnTo>
                  <a:lnTo>
                    <a:pt x="0" y="2511"/>
                  </a:lnTo>
                  <a:lnTo>
                    <a:pt x="354" y="2518"/>
                  </a:lnTo>
                  <a:lnTo>
                    <a:pt x="518" y="17337"/>
                  </a:lnTo>
                  <a:lnTo>
                    <a:pt x="2390" y="18712"/>
                  </a:lnTo>
                  <a:lnTo>
                    <a:pt x="2390" y="2587"/>
                  </a:lnTo>
                  <a:lnTo>
                    <a:pt x="3106" y="2587"/>
                  </a:lnTo>
                  <a:lnTo>
                    <a:pt x="31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5"/>
            <p:cNvSpPr/>
            <p:nvPr/>
          </p:nvSpPr>
          <p:spPr>
            <a:xfrm>
              <a:off x="6563450" y="2067200"/>
              <a:ext cx="130725" cy="449950"/>
            </a:xfrm>
            <a:custGeom>
              <a:avLst/>
              <a:gdLst/>
              <a:ahLst/>
              <a:cxnLst/>
              <a:rect l="l" t="t" r="r" b="b"/>
              <a:pathLst>
                <a:path w="5229" h="17998" extrusionOk="0">
                  <a:moveTo>
                    <a:pt x="2697" y="0"/>
                  </a:moveTo>
                  <a:cubicBezTo>
                    <a:pt x="2697" y="826"/>
                    <a:pt x="2704" y="1614"/>
                    <a:pt x="2716" y="2367"/>
                  </a:cubicBezTo>
                  <a:lnTo>
                    <a:pt x="2716" y="2367"/>
                  </a:lnTo>
                  <a:cubicBezTo>
                    <a:pt x="2727" y="924"/>
                    <a:pt x="2697" y="1"/>
                    <a:pt x="2697" y="0"/>
                  </a:cubicBezTo>
                  <a:close/>
                  <a:moveTo>
                    <a:pt x="2716" y="2367"/>
                  </a:moveTo>
                  <a:cubicBezTo>
                    <a:pt x="2683" y="6452"/>
                    <a:pt x="2318" y="14704"/>
                    <a:pt x="1" y="17998"/>
                  </a:cubicBezTo>
                  <a:lnTo>
                    <a:pt x="5228" y="17998"/>
                  </a:lnTo>
                  <a:cubicBezTo>
                    <a:pt x="5228" y="17998"/>
                    <a:pt x="2945" y="16608"/>
                    <a:pt x="2716" y="23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5"/>
            <p:cNvSpPr/>
            <p:nvPr/>
          </p:nvSpPr>
          <p:spPr>
            <a:xfrm>
              <a:off x="7137175" y="2291350"/>
              <a:ext cx="94150" cy="324025"/>
            </a:xfrm>
            <a:custGeom>
              <a:avLst/>
              <a:gdLst/>
              <a:ahLst/>
              <a:cxnLst/>
              <a:rect l="l" t="t" r="r" b="b"/>
              <a:pathLst>
                <a:path w="3766" h="12961" extrusionOk="0">
                  <a:moveTo>
                    <a:pt x="1943" y="0"/>
                  </a:moveTo>
                  <a:cubicBezTo>
                    <a:pt x="1943" y="592"/>
                    <a:pt x="1948" y="1157"/>
                    <a:pt x="1957" y="1697"/>
                  </a:cubicBezTo>
                  <a:lnTo>
                    <a:pt x="1957" y="1697"/>
                  </a:lnTo>
                  <a:cubicBezTo>
                    <a:pt x="1965" y="662"/>
                    <a:pt x="1943" y="1"/>
                    <a:pt x="1943" y="0"/>
                  </a:cubicBezTo>
                  <a:close/>
                  <a:moveTo>
                    <a:pt x="1957" y="1697"/>
                  </a:moveTo>
                  <a:cubicBezTo>
                    <a:pt x="1933" y="4636"/>
                    <a:pt x="1671" y="10586"/>
                    <a:pt x="1" y="12960"/>
                  </a:cubicBezTo>
                  <a:lnTo>
                    <a:pt x="3765" y="12960"/>
                  </a:lnTo>
                  <a:cubicBezTo>
                    <a:pt x="3765" y="12960"/>
                    <a:pt x="2121" y="11957"/>
                    <a:pt x="1957" y="169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5"/>
            <p:cNvSpPr/>
            <p:nvPr/>
          </p:nvSpPr>
          <p:spPr>
            <a:xfrm>
              <a:off x="6780025" y="980575"/>
              <a:ext cx="247450" cy="851675"/>
            </a:xfrm>
            <a:custGeom>
              <a:avLst/>
              <a:gdLst/>
              <a:ahLst/>
              <a:cxnLst/>
              <a:rect l="l" t="t" r="r" b="b"/>
              <a:pathLst>
                <a:path w="9898" h="34067" extrusionOk="0">
                  <a:moveTo>
                    <a:pt x="5105" y="0"/>
                  </a:moveTo>
                  <a:cubicBezTo>
                    <a:pt x="5105" y="1564"/>
                    <a:pt x="5117" y="3057"/>
                    <a:pt x="5140" y="4482"/>
                  </a:cubicBezTo>
                  <a:lnTo>
                    <a:pt x="5140" y="4482"/>
                  </a:lnTo>
                  <a:cubicBezTo>
                    <a:pt x="5162" y="1749"/>
                    <a:pt x="5105" y="1"/>
                    <a:pt x="5105" y="0"/>
                  </a:cubicBezTo>
                  <a:close/>
                  <a:moveTo>
                    <a:pt x="5140" y="4482"/>
                  </a:moveTo>
                  <a:cubicBezTo>
                    <a:pt x="5078" y="12215"/>
                    <a:pt x="4387" y="27832"/>
                    <a:pt x="0" y="34066"/>
                  </a:cubicBezTo>
                  <a:lnTo>
                    <a:pt x="9898" y="34066"/>
                  </a:lnTo>
                  <a:cubicBezTo>
                    <a:pt x="9898" y="34066"/>
                    <a:pt x="5574" y="31435"/>
                    <a:pt x="5140" y="44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5"/>
            <p:cNvSpPr/>
            <p:nvPr/>
          </p:nvSpPr>
          <p:spPr>
            <a:xfrm>
              <a:off x="6639575" y="2807650"/>
              <a:ext cx="273525" cy="604425"/>
            </a:xfrm>
            <a:custGeom>
              <a:avLst/>
              <a:gdLst/>
              <a:ahLst/>
              <a:cxnLst/>
              <a:rect l="l" t="t" r="r" b="b"/>
              <a:pathLst>
                <a:path w="10941" h="24177" extrusionOk="0">
                  <a:moveTo>
                    <a:pt x="1" y="423"/>
                  </a:moveTo>
                  <a:cubicBezTo>
                    <a:pt x="1" y="423"/>
                    <a:pt x="1" y="423"/>
                    <a:pt x="1" y="423"/>
                  </a:cubicBezTo>
                  <a:lnTo>
                    <a:pt x="2" y="423"/>
                  </a:lnTo>
                  <a:cubicBezTo>
                    <a:pt x="2" y="423"/>
                    <a:pt x="2" y="423"/>
                    <a:pt x="1" y="423"/>
                  </a:cubicBezTo>
                  <a:close/>
                  <a:moveTo>
                    <a:pt x="9731" y="1"/>
                  </a:moveTo>
                  <a:lnTo>
                    <a:pt x="9731" y="2601"/>
                  </a:lnTo>
                  <a:lnTo>
                    <a:pt x="9067" y="2601"/>
                  </a:lnTo>
                  <a:lnTo>
                    <a:pt x="9067" y="61"/>
                  </a:lnTo>
                  <a:lnTo>
                    <a:pt x="7797" y="61"/>
                  </a:lnTo>
                  <a:lnTo>
                    <a:pt x="7797" y="2661"/>
                  </a:lnTo>
                  <a:lnTo>
                    <a:pt x="6710" y="2661"/>
                  </a:lnTo>
                  <a:lnTo>
                    <a:pt x="6710" y="122"/>
                  </a:lnTo>
                  <a:lnTo>
                    <a:pt x="5924" y="122"/>
                  </a:lnTo>
                  <a:lnTo>
                    <a:pt x="5924" y="2842"/>
                  </a:lnTo>
                  <a:lnTo>
                    <a:pt x="5078" y="2842"/>
                  </a:lnTo>
                  <a:lnTo>
                    <a:pt x="5078" y="182"/>
                  </a:lnTo>
                  <a:lnTo>
                    <a:pt x="4112" y="182"/>
                  </a:lnTo>
                  <a:lnTo>
                    <a:pt x="4112" y="2782"/>
                  </a:lnTo>
                  <a:lnTo>
                    <a:pt x="3205" y="2782"/>
                  </a:lnTo>
                  <a:lnTo>
                    <a:pt x="3205" y="303"/>
                  </a:lnTo>
                  <a:lnTo>
                    <a:pt x="1754" y="303"/>
                  </a:lnTo>
                  <a:lnTo>
                    <a:pt x="1754" y="2963"/>
                  </a:lnTo>
                  <a:lnTo>
                    <a:pt x="1150" y="2963"/>
                  </a:lnTo>
                  <a:lnTo>
                    <a:pt x="1150" y="423"/>
                  </a:lnTo>
                  <a:lnTo>
                    <a:pt x="2" y="423"/>
                  </a:lnTo>
                  <a:cubicBezTo>
                    <a:pt x="94" y="513"/>
                    <a:pt x="303" y="24176"/>
                    <a:pt x="303" y="24176"/>
                  </a:cubicBezTo>
                  <a:lnTo>
                    <a:pt x="10941" y="24176"/>
                  </a:lnTo>
                  <a:lnTo>
                    <a:pt x="109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5"/>
            <p:cNvSpPr/>
            <p:nvPr/>
          </p:nvSpPr>
          <p:spPr>
            <a:xfrm>
              <a:off x="6940950" y="2629650"/>
              <a:ext cx="279550" cy="831025"/>
            </a:xfrm>
            <a:custGeom>
              <a:avLst/>
              <a:gdLst/>
              <a:ahLst/>
              <a:cxnLst/>
              <a:rect l="l" t="t" r="r" b="b"/>
              <a:pathLst>
                <a:path w="11182" h="33241" extrusionOk="0">
                  <a:moveTo>
                    <a:pt x="8460" y="1"/>
                  </a:moveTo>
                  <a:lnTo>
                    <a:pt x="8460" y="8946"/>
                  </a:lnTo>
                  <a:lnTo>
                    <a:pt x="7736" y="8946"/>
                  </a:lnTo>
                  <a:lnTo>
                    <a:pt x="7736" y="7314"/>
                  </a:lnTo>
                  <a:lnTo>
                    <a:pt x="6708" y="7314"/>
                  </a:lnTo>
                  <a:lnTo>
                    <a:pt x="6708" y="9067"/>
                  </a:lnTo>
                  <a:lnTo>
                    <a:pt x="5257" y="9067"/>
                  </a:lnTo>
                  <a:lnTo>
                    <a:pt x="5257" y="7133"/>
                  </a:lnTo>
                  <a:lnTo>
                    <a:pt x="4230" y="7133"/>
                  </a:lnTo>
                  <a:lnTo>
                    <a:pt x="4230" y="9127"/>
                  </a:lnTo>
                  <a:lnTo>
                    <a:pt x="3566" y="9127"/>
                  </a:lnTo>
                  <a:lnTo>
                    <a:pt x="3566" y="7314"/>
                  </a:lnTo>
                  <a:lnTo>
                    <a:pt x="2236" y="7314"/>
                  </a:lnTo>
                  <a:lnTo>
                    <a:pt x="2236" y="9248"/>
                  </a:lnTo>
                  <a:lnTo>
                    <a:pt x="1147" y="9248"/>
                  </a:lnTo>
                  <a:lnTo>
                    <a:pt x="1147" y="7193"/>
                  </a:lnTo>
                  <a:lnTo>
                    <a:pt x="0" y="7193"/>
                  </a:lnTo>
                  <a:lnTo>
                    <a:pt x="0" y="33241"/>
                  </a:lnTo>
                  <a:lnTo>
                    <a:pt x="10093" y="33241"/>
                  </a:lnTo>
                  <a:cubicBezTo>
                    <a:pt x="10093" y="33241"/>
                    <a:pt x="9941" y="9398"/>
                    <a:pt x="9851" y="9308"/>
                  </a:cubicBezTo>
                  <a:lnTo>
                    <a:pt x="10576" y="6891"/>
                  </a:lnTo>
                  <a:lnTo>
                    <a:pt x="11181" y="6831"/>
                  </a:lnTo>
                  <a:lnTo>
                    <a:pt x="111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5"/>
            <p:cNvSpPr/>
            <p:nvPr/>
          </p:nvSpPr>
          <p:spPr>
            <a:xfrm>
              <a:off x="7448375" y="3100525"/>
              <a:ext cx="99075" cy="705800"/>
            </a:xfrm>
            <a:custGeom>
              <a:avLst/>
              <a:gdLst/>
              <a:ahLst/>
              <a:cxnLst/>
              <a:rect l="l" t="t" r="r" b="b"/>
              <a:pathLst>
                <a:path w="3963" h="28232" extrusionOk="0">
                  <a:moveTo>
                    <a:pt x="80" y="457"/>
                  </a:moveTo>
                  <a:cubicBezTo>
                    <a:pt x="80" y="457"/>
                    <a:pt x="25" y="501"/>
                    <a:pt x="76" y="539"/>
                  </a:cubicBezTo>
                  <a:lnTo>
                    <a:pt x="76" y="539"/>
                  </a:lnTo>
                  <a:lnTo>
                    <a:pt x="80" y="457"/>
                  </a:lnTo>
                  <a:close/>
                  <a:moveTo>
                    <a:pt x="2276" y="0"/>
                  </a:moveTo>
                  <a:lnTo>
                    <a:pt x="1981" y="28"/>
                  </a:lnTo>
                  <a:lnTo>
                    <a:pt x="2062" y="885"/>
                  </a:lnTo>
                  <a:lnTo>
                    <a:pt x="1579" y="1259"/>
                  </a:lnTo>
                  <a:lnTo>
                    <a:pt x="1606" y="188"/>
                  </a:lnTo>
                  <a:lnTo>
                    <a:pt x="1191" y="473"/>
                  </a:lnTo>
                  <a:lnTo>
                    <a:pt x="1016" y="9442"/>
                  </a:lnTo>
                  <a:lnTo>
                    <a:pt x="551" y="7927"/>
                  </a:lnTo>
                  <a:lnTo>
                    <a:pt x="802" y="537"/>
                  </a:lnTo>
                  <a:lnTo>
                    <a:pt x="563" y="618"/>
                  </a:lnTo>
                  <a:lnTo>
                    <a:pt x="482" y="2198"/>
                  </a:lnTo>
                  <a:lnTo>
                    <a:pt x="214" y="1984"/>
                  </a:lnTo>
                  <a:lnTo>
                    <a:pt x="293" y="590"/>
                  </a:lnTo>
                  <a:cubicBezTo>
                    <a:pt x="167" y="581"/>
                    <a:pt x="104" y="561"/>
                    <a:pt x="76" y="539"/>
                  </a:cubicBezTo>
                  <a:lnTo>
                    <a:pt x="76" y="539"/>
                  </a:lnTo>
                  <a:lnTo>
                    <a:pt x="0" y="2117"/>
                  </a:lnTo>
                  <a:lnTo>
                    <a:pt x="428" y="2493"/>
                  </a:lnTo>
                  <a:lnTo>
                    <a:pt x="321" y="5572"/>
                  </a:lnTo>
                  <a:lnTo>
                    <a:pt x="187" y="7929"/>
                  </a:lnTo>
                  <a:lnTo>
                    <a:pt x="482" y="9644"/>
                  </a:lnTo>
                  <a:lnTo>
                    <a:pt x="963" y="9911"/>
                  </a:lnTo>
                  <a:lnTo>
                    <a:pt x="133" y="28231"/>
                  </a:lnTo>
                  <a:lnTo>
                    <a:pt x="990" y="28204"/>
                  </a:lnTo>
                  <a:lnTo>
                    <a:pt x="1232" y="19875"/>
                  </a:lnTo>
                  <a:lnTo>
                    <a:pt x="2303" y="19231"/>
                  </a:lnTo>
                  <a:lnTo>
                    <a:pt x="2866" y="16688"/>
                  </a:lnTo>
                  <a:lnTo>
                    <a:pt x="2866" y="16688"/>
                  </a:lnTo>
                  <a:lnTo>
                    <a:pt x="2088" y="18964"/>
                  </a:lnTo>
                  <a:lnTo>
                    <a:pt x="1311" y="19259"/>
                  </a:lnTo>
                  <a:lnTo>
                    <a:pt x="1311" y="19259"/>
                  </a:lnTo>
                  <a:lnTo>
                    <a:pt x="1660" y="7125"/>
                  </a:lnTo>
                  <a:lnTo>
                    <a:pt x="2410" y="6349"/>
                  </a:lnTo>
                  <a:lnTo>
                    <a:pt x="2945" y="5224"/>
                  </a:lnTo>
                  <a:lnTo>
                    <a:pt x="2812" y="5143"/>
                  </a:lnTo>
                  <a:lnTo>
                    <a:pt x="2597" y="5598"/>
                  </a:lnTo>
                  <a:lnTo>
                    <a:pt x="2678" y="4153"/>
                  </a:lnTo>
                  <a:lnTo>
                    <a:pt x="3561" y="3509"/>
                  </a:lnTo>
                  <a:lnTo>
                    <a:pt x="3963" y="2465"/>
                  </a:lnTo>
                  <a:lnTo>
                    <a:pt x="3696" y="2491"/>
                  </a:lnTo>
                  <a:lnTo>
                    <a:pt x="3375" y="3349"/>
                  </a:lnTo>
                  <a:lnTo>
                    <a:pt x="2731" y="3804"/>
                  </a:lnTo>
                  <a:lnTo>
                    <a:pt x="2866" y="2626"/>
                  </a:lnTo>
                  <a:lnTo>
                    <a:pt x="3266" y="2331"/>
                  </a:lnTo>
                  <a:lnTo>
                    <a:pt x="3240" y="1125"/>
                  </a:lnTo>
                  <a:lnTo>
                    <a:pt x="3080" y="1071"/>
                  </a:lnTo>
                  <a:lnTo>
                    <a:pt x="3106" y="2143"/>
                  </a:lnTo>
                  <a:lnTo>
                    <a:pt x="2892" y="2277"/>
                  </a:lnTo>
                  <a:lnTo>
                    <a:pt x="2838" y="1046"/>
                  </a:lnTo>
                  <a:cubicBezTo>
                    <a:pt x="2704" y="1046"/>
                    <a:pt x="2678" y="939"/>
                    <a:pt x="2678" y="939"/>
                  </a:cubicBezTo>
                  <a:lnTo>
                    <a:pt x="2383" y="5812"/>
                  </a:lnTo>
                  <a:lnTo>
                    <a:pt x="2222" y="6161"/>
                  </a:lnTo>
                  <a:lnTo>
                    <a:pt x="1687" y="6616"/>
                  </a:lnTo>
                  <a:lnTo>
                    <a:pt x="1687" y="4634"/>
                  </a:lnTo>
                  <a:lnTo>
                    <a:pt x="1579" y="1608"/>
                  </a:lnTo>
                  <a:lnTo>
                    <a:pt x="2250" y="1046"/>
                  </a:lnTo>
                  <a:lnTo>
                    <a:pt x="22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5"/>
            <p:cNvSpPr/>
            <p:nvPr/>
          </p:nvSpPr>
          <p:spPr>
            <a:xfrm>
              <a:off x="7323150" y="3139375"/>
              <a:ext cx="124550" cy="666250"/>
            </a:xfrm>
            <a:custGeom>
              <a:avLst/>
              <a:gdLst/>
              <a:ahLst/>
              <a:cxnLst/>
              <a:rect l="l" t="t" r="r" b="b"/>
              <a:pathLst>
                <a:path w="4982" h="26650" extrusionOk="0">
                  <a:moveTo>
                    <a:pt x="2383" y="0"/>
                  </a:moveTo>
                  <a:lnTo>
                    <a:pt x="2571" y="3856"/>
                  </a:lnTo>
                  <a:lnTo>
                    <a:pt x="2490" y="4607"/>
                  </a:lnTo>
                  <a:lnTo>
                    <a:pt x="2142" y="4660"/>
                  </a:lnTo>
                  <a:lnTo>
                    <a:pt x="2009" y="107"/>
                  </a:lnTo>
                  <a:lnTo>
                    <a:pt x="1714" y="133"/>
                  </a:lnTo>
                  <a:lnTo>
                    <a:pt x="1767" y="3213"/>
                  </a:lnTo>
                  <a:lnTo>
                    <a:pt x="1447" y="2838"/>
                  </a:lnTo>
                  <a:lnTo>
                    <a:pt x="1312" y="1179"/>
                  </a:lnTo>
                  <a:lnTo>
                    <a:pt x="831" y="749"/>
                  </a:lnTo>
                  <a:lnTo>
                    <a:pt x="857" y="401"/>
                  </a:lnTo>
                  <a:lnTo>
                    <a:pt x="508" y="535"/>
                  </a:lnTo>
                  <a:lnTo>
                    <a:pt x="510" y="537"/>
                  </a:lnTo>
                  <a:lnTo>
                    <a:pt x="696" y="1099"/>
                  </a:lnTo>
                  <a:lnTo>
                    <a:pt x="1045" y="1232"/>
                  </a:lnTo>
                  <a:lnTo>
                    <a:pt x="1233" y="3054"/>
                  </a:lnTo>
                  <a:lnTo>
                    <a:pt x="1795" y="3642"/>
                  </a:lnTo>
                  <a:lnTo>
                    <a:pt x="1821" y="5411"/>
                  </a:lnTo>
                  <a:lnTo>
                    <a:pt x="2811" y="9053"/>
                  </a:lnTo>
                  <a:lnTo>
                    <a:pt x="2811" y="9053"/>
                  </a:lnTo>
                  <a:lnTo>
                    <a:pt x="2411" y="8973"/>
                  </a:lnTo>
                  <a:lnTo>
                    <a:pt x="1393" y="7472"/>
                  </a:lnTo>
                  <a:lnTo>
                    <a:pt x="1472" y="6831"/>
                  </a:lnTo>
                  <a:lnTo>
                    <a:pt x="1686" y="6348"/>
                  </a:lnTo>
                  <a:lnTo>
                    <a:pt x="1607" y="5330"/>
                  </a:lnTo>
                  <a:lnTo>
                    <a:pt x="1579" y="6187"/>
                  </a:lnTo>
                  <a:lnTo>
                    <a:pt x="1340" y="6589"/>
                  </a:lnTo>
                  <a:lnTo>
                    <a:pt x="1286" y="5492"/>
                  </a:lnTo>
                  <a:lnTo>
                    <a:pt x="1126" y="5116"/>
                  </a:lnTo>
                  <a:lnTo>
                    <a:pt x="1233" y="7233"/>
                  </a:lnTo>
                  <a:lnTo>
                    <a:pt x="884" y="6884"/>
                  </a:lnTo>
                  <a:lnTo>
                    <a:pt x="643" y="4795"/>
                  </a:lnTo>
                  <a:lnTo>
                    <a:pt x="429" y="4634"/>
                  </a:lnTo>
                  <a:lnTo>
                    <a:pt x="643" y="6027"/>
                  </a:lnTo>
                  <a:lnTo>
                    <a:pt x="187" y="5544"/>
                  </a:lnTo>
                  <a:lnTo>
                    <a:pt x="27" y="4553"/>
                  </a:lnTo>
                  <a:lnTo>
                    <a:pt x="1" y="5544"/>
                  </a:lnTo>
                  <a:lnTo>
                    <a:pt x="617" y="6348"/>
                  </a:lnTo>
                  <a:lnTo>
                    <a:pt x="803" y="7151"/>
                  </a:lnTo>
                  <a:lnTo>
                    <a:pt x="2358" y="9294"/>
                  </a:lnTo>
                  <a:lnTo>
                    <a:pt x="3053" y="9643"/>
                  </a:lnTo>
                  <a:lnTo>
                    <a:pt x="4338" y="15160"/>
                  </a:lnTo>
                  <a:lnTo>
                    <a:pt x="4205" y="17651"/>
                  </a:lnTo>
                  <a:lnTo>
                    <a:pt x="3643" y="15855"/>
                  </a:lnTo>
                  <a:lnTo>
                    <a:pt x="3803" y="17249"/>
                  </a:lnTo>
                  <a:lnTo>
                    <a:pt x="4152" y="18105"/>
                  </a:lnTo>
                  <a:lnTo>
                    <a:pt x="4071" y="19418"/>
                  </a:lnTo>
                  <a:lnTo>
                    <a:pt x="4285" y="20838"/>
                  </a:lnTo>
                  <a:lnTo>
                    <a:pt x="3508" y="26434"/>
                  </a:lnTo>
                  <a:lnTo>
                    <a:pt x="4607" y="26650"/>
                  </a:lnTo>
                  <a:lnTo>
                    <a:pt x="4982" y="21909"/>
                  </a:lnTo>
                  <a:lnTo>
                    <a:pt x="4794" y="18667"/>
                  </a:lnTo>
                  <a:lnTo>
                    <a:pt x="4982" y="15025"/>
                  </a:lnTo>
                  <a:lnTo>
                    <a:pt x="3884" y="11223"/>
                  </a:lnTo>
                  <a:lnTo>
                    <a:pt x="4152" y="11007"/>
                  </a:lnTo>
                  <a:lnTo>
                    <a:pt x="4259" y="8062"/>
                  </a:lnTo>
                  <a:lnTo>
                    <a:pt x="4098" y="9348"/>
                  </a:lnTo>
                  <a:lnTo>
                    <a:pt x="3964" y="9267"/>
                  </a:lnTo>
                  <a:lnTo>
                    <a:pt x="3777" y="7981"/>
                  </a:lnTo>
                  <a:lnTo>
                    <a:pt x="3643" y="8035"/>
                  </a:lnTo>
                  <a:lnTo>
                    <a:pt x="3831" y="9508"/>
                  </a:lnTo>
                  <a:lnTo>
                    <a:pt x="4098" y="9615"/>
                  </a:lnTo>
                  <a:lnTo>
                    <a:pt x="3991" y="10874"/>
                  </a:lnTo>
                  <a:lnTo>
                    <a:pt x="3777" y="11007"/>
                  </a:lnTo>
                  <a:lnTo>
                    <a:pt x="2276" y="5357"/>
                  </a:lnTo>
                  <a:lnTo>
                    <a:pt x="2276" y="4928"/>
                  </a:lnTo>
                  <a:lnTo>
                    <a:pt x="2597" y="4848"/>
                  </a:lnTo>
                  <a:lnTo>
                    <a:pt x="3187" y="2169"/>
                  </a:lnTo>
                  <a:lnTo>
                    <a:pt x="2973" y="1955"/>
                  </a:lnTo>
                  <a:lnTo>
                    <a:pt x="2678" y="3294"/>
                  </a:lnTo>
                  <a:lnTo>
                    <a:pt x="2704" y="26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5"/>
            <p:cNvSpPr/>
            <p:nvPr/>
          </p:nvSpPr>
          <p:spPr>
            <a:xfrm>
              <a:off x="7270625" y="2965475"/>
              <a:ext cx="298150" cy="206325"/>
            </a:xfrm>
            <a:custGeom>
              <a:avLst/>
              <a:gdLst/>
              <a:ahLst/>
              <a:cxnLst/>
              <a:rect l="l" t="t" r="r" b="b"/>
              <a:pathLst>
                <a:path w="11926" h="8253" extrusionOk="0">
                  <a:moveTo>
                    <a:pt x="6358" y="0"/>
                  </a:moveTo>
                  <a:lnTo>
                    <a:pt x="5568" y="751"/>
                  </a:lnTo>
                  <a:lnTo>
                    <a:pt x="5568" y="2291"/>
                  </a:lnTo>
                  <a:lnTo>
                    <a:pt x="5093" y="3475"/>
                  </a:lnTo>
                  <a:lnTo>
                    <a:pt x="2844" y="2883"/>
                  </a:lnTo>
                  <a:lnTo>
                    <a:pt x="1462" y="5055"/>
                  </a:lnTo>
                  <a:lnTo>
                    <a:pt x="1027" y="5528"/>
                  </a:lnTo>
                  <a:lnTo>
                    <a:pt x="2093" y="6318"/>
                  </a:lnTo>
                  <a:lnTo>
                    <a:pt x="3712" y="6554"/>
                  </a:lnTo>
                  <a:lnTo>
                    <a:pt x="1778" y="6634"/>
                  </a:lnTo>
                  <a:lnTo>
                    <a:pt x="1225" y="7226"/>
                  </a:lnTo>
                  <a:lnTo>
                    <a:pt x="1" y="8016"/>
                  </a:lnTo>
                  <a:lnTo>
                    <a:pt x="2369" y="8252"/>
                  </a:lnTo>
                  <a:lnTo>
                    <a:pt x="5844" y="7069"/>
                  </a:lnTo>
                  <a:lnTo>
                    <a:pt x="7424" y="7581"/>
                  </a:lnTo>
                  <a:lnTo>
                    <a:pt x="8301" y="5875"/>
                  </a:lnTo>
                  <a:lnTo>
                    <a:pt x="9833" y="6910"/>
                  </a:lnTo>
                  <a:lnTo>
                    <a:pt x="10583" y="6634"/>
                  </a:lnTo>
                  <a:lnTo>
                    <a:pt x="10780" y="5133"/>
                  </a:lnTo>
                  <a:lnTo>
                    <a:pt x="11925" y="4976"/>
                  </a:lnTo>
                  <a:lnTo>
                    <a:pt x="10504" y="2645"/>
                  </a:lnTo>
                  <a:lnTo>
                    <a:pt x="8292" y="632"/>
                  </a:lnTo>
                  <a:lnTo>
                    <a:pt x="63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5"/>
            <p:cNvSpPr/>
            <p:nvPr/>
          </p:nvSpPr>
          <p:spPr>
            <a:xfrm>
              <a:off x="7535200" y="3102675"/>
              <a:ext cx="47375" cy="71100"/>
            </a:xfrm>
            <a:custGeom>
              <a:avLst/>
              <a:gdLst/>
              <a:ahLst/>
              <a:cxnLst/>
              <a:rect l="l" t="t" r="r" b="b"/>
              <a:pathLst>
                <a:path w="1895" h="2844" extrusionOk="0">
                  <a:moveTo>
                    <a:pt x="592" y="0"/>
                  </a:moveTo>
                  <a:lnTo>
                    <a:pt x="117" y="1343"/>
                  </a:lnTo>
                  <a:lnTo>
                    <a:pt x="0" y="2843"/>
                  </a:lnTo>
                  <a:cubicBezTo>
                    <a:pt x="671" y="2764"/>
                    <a:pt x="828" y="2647"/>
                    <a:pt x="828" y="2647"/>
                  </a:cubicBezTo>
                  <a:lnTo>
                    <a:pt x="1894" y="1106"/>
                  </a:lnTo>
                  <a:lnTo>
                    <a:pt x="1499" y="40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5"/>
            <p:cNvSpPr/>
            <p:nvPr/>
          </p:nvSpPr>
          <p:spPr>
            <a:xfrm>
              <a:off x="7334800" y="3154975"/>
              <a:ext cx="137225" cy="76075"/>
            </a:xfrm>
            <a:custGeom>
              <a:avLst/>
              <a:gdLst/>
              <a:ahLst/>
              <a:cxnLst/>
              <a:rect l="l" t="t" r="r" b="b"/>
              <a:pathLst>
                <a:path w="5489" h="3043" extrusionOk="0">
                  <a:moveTo>
                    <a:pt x="2645" y="1"/>
                  </a:moveTo>
                  <a:lnTo>
                    <a:pt x="1" y="1027"/>
                  </a:lnTo>
                  <a:lnTo>
                    <a:pt x="2211" y="1581"/>
                  </a:lnTo>
                  <a:lnTo>
                    <a:pt x="2449" y="2608"/>
                  </a:lnTo>
                  <a:lnTo>
                    <a:pt x="3672" y="2528"/>
                  </a:lnTo>
                  <a:lnTo>
                    <a:pt x="4541" y="3043"/>
                  </a:lnTo>
                  <a:lnTo>
                    <a:pt x="5489" y="2371"/>
                  </a:lnTo>
                  <a:lnTo>
                    <a:pt x="5173" y="110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5"/>
            <p:cNvSpPr/>
            <p:nvPr/>
          </p:nvSpPr>
          <p:spPr>
            <a:xfrm>
              <a:off x="7290375" y="3204375"/>
              <a:ext cx="80975" cy="93775"/>
            </a:xfrm>
            <a:custGeom>
              <a:avLst/>
              <a:gdLst/>
              <a:ahLst/>
              <a:cxnLst/>
              <a:rect l="l" t="t" r="r" b="b"/>
              <a:pathLst>
                <a:path w="3239" h="3751" extrusionOk="0">
                  <a:moveTo>
                    <a:pt x="356" y="0"/>
                  </a:moveTo>
                  <a:lnTo>
                    <a:pt x="1" y="356"/>
                  </a:lnTo>
                  <a:lnTo>
                    <a:pt x="158" y="395"/>
                  </a:lnTo>
                  <a:lnTo>
                    <a:pt x="435" y="2053"/>
                  </a:lnTo>
                  <a:lnTo>
                    <a:pt x="396" y="3040"/>
                  </a:lnTo>
                  <a:lnTo>
                    <a:pt x="1422" y="3316"/>
                  </a:lnTo>
                  <a:lnTo>
                    <a:pt x="2725" y="3277"/>
                  </a:lnTo>
                  <a:lnTo>
                    <a:pt x="3239" y="3751"/>
                  </a:lnTo>
                  <a:lnTo>
                    <a:pt x="2645" y="908"/>
                  </a:lnTo>
                  <a:lnTo>
                    <a:pt x="1500" y="751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5"/>
            <p:cNvSpPr/>
            <p:nvPr/>
          </p:nvSpPr>
          <p:spPr>
            <a:xfrm>
              <a:off x="6780025" y="1832225"/>
              <a:ext cx="247450" cy="42325"/>
            </a:xfrm>
            <a:custGeom>
              <a:avLst/>
              <a:gdLst/>
              <a:ahLst/>
              <a:cxnLst/>
              <a:rect l="l" t="t" r="r" b="b"/>
              <a:pathLst>
                <a:path w="9898" h="1693" extrusionOk="0">
                  <a:moveTo>
                    <a:pt x="0" y="0"/>
                  </a:moveTo>
                  <a:lnTo>
                    <a:pt x="3207" y="1669"/>
                  </a:lnTo>
                  <a:lnTo>
                    <a:pt x="6863" y="1693"/>
                  </a:lnTo>
                  <a:lnTo>
                    <a:pt x="98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5"/>
            <p:cNvSpPr/>
            <p:nvPr/>
          </p:nvSpPr>
          <p:spPr>
            <a:xfrm>
              <a:off x="6902125" y="2018750"/>
              <a:ext cx="40350" cy="19625"/>
            </a:xfrm>
            <a:custGeom>
              <a:avLst/>
              <a:gdLst/>
              <a:ahLst/>
              <a:cxnLst/>
              <a:rect l="l" t="t" r="r" b="b"/>
              <a:pathLst>
                <a:path w="1614" h="785" extrusionOk="0">
                  <a:moveTo>
                    <a:pt x="1613" y="1"/>
                  </a:moveTo>
                  <a:cubicBezTo>
                    <a:pt x="1613" y="1"/>
                    <a:pt x="45" y="92"/>
                    <a:pt x="0" y="139"/>
                  </a:cubicBezTo>
                  <a:lnTo>
                    <a:pt x="0" y="784"/>
                  </a:lnTo>
                  <a:lnTo>
                    <a:pt x="1613" y="784"/>
                  </a:lnTo>
                  <a:lnTo>
                    <a:pt x="16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5"/>
            <p:cNvSpPr/>
            <p:nvPr/>
          </p:nvSpPr>
          <p:spPr>
            <a:xfrm>
              <a:off x="6934400" y="2071675"/>
              <a:ext cx="228605" cy="263900"/>
            </a:xfrm>
            <a:custGeom>
              <a:avLst/>
              <a:gdLst/>
              <a:ahLst/>
              <a:cxnLst/>
              <a:rect l="l" t="t" r="r" b="b"/>
              <a:pathLst>
                <a:path w="8877" h="10556" extrusionOk="0">
                  <a:moveTo>
                    <a:pt x="81" y="1"/>
                  </a:moveTo>
                  <a:cubicBezTo>
                    <a:pt x="81" y="120"/>
                    <a:pt x="0" y="10556"/>
                    <a:pt x="0" y="10556"/>
                  </a:cubicBezTo>
                  <a:lnTo>
                    <a:pt x="8876" y="1052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5"/>
            <p:cNvSpPr/>
            <p:nvPr/>
          </p:nvSpPr>
          <p:spPr>
            <a:xfrm>
              <a:off x="6865600" y="2863125"/>
              <a:ext cx="92650" cy="552100"/>
            </a:xfrm>
            <a:custGeom>
              <a:avLst/>
              <a:gdLst/>
              <a:ahLst/>
              <a:cxnLst/>
              <a:rect l="l" t="t" r="r" b="b"/>
              <a:pathLst>
                <a:path w="3706" h="22084" extrusionOk="0">
                  <a:moveTo>
                    <a:pt x="3038" y="0"/>
                  </a:moveTo>
                  <a:lnTo>
                    <a:pt x="1567" y="23"/>
                  </a:lnTo>
                  <a:cubicBezTo>
                    <a:pt x="1565" y="22"/>
                    <a:pt x="1564" y="21"/>
                    <a:pt x="1563" y="21"/>
                  </a:cubicBezTo>
                  <a:cubicBezTo>
                    <a:pt x="1331" y="21"/>
                    <a:pt x="0" y="22083"/>
                    <a:pt x="0" y="22083"/>
                  </a:cubicBezTo>
                  <a:lnTo>
                    <a:pt x="3706" y="22083"/>
                  </a:lnTo>
                  <a:lnTo>
                    <a:pt x="30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5"/>
            <p:cNvSpPr/>
            <p:nvPr/>
          </p:nvSpPr>
          <p:spPr>
            <a:xfrm>
              <a:off x="6909075" y="3092975"/>
              <a:ext cx="302150" cy="535000"/>
            </a:xfrm>
            <a:custGeom>
              <a:avLst/>
              <a:gdLst/>
              <a:ahLst/>
              <a:cxnLst/>
              <a:rect l="l" t="t" r="r" b="b"/>
              <a:pathLst>
                <a:path w="12086" h="21400" extrusionOk="0">
                  <a:moveTo>
                    <a:pt x="635" y="1"/>
                  </a:moveTo>
                  <a:cubicBezTo>
                    <a:pt x="231" y="1"/>
                    <a:pt x="1" y="6"/>
                    <a:pt x="14" y="19"/>
                  </a:cubicBezTo>
                  <a:lnTo>
                    <a:pt x="12" y="19"/>
                  </a:lnTo>
                  <a:lnTo>
                    <a:pt x="12" y="15008"/>
                  </a:lnTo>
                  <a:lnTo>
                    <a:pt x="12085" y="21400"/>
                  </a:lnTo>
                  <a:lnTo>
                    <a:pt x="11859" y="200"/>
                  </a:lnTo>
                  <a:cubicBezTo>
                    <a:pt x="11859" y="200"/>
                    <a:pt x="3073" y="1"/>
                    <a:pt x="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5"/>
            <p:cNvSpPr/>
            <p:nvPr/>
          </p:nvSpPr>
          <p:spPr>
            <a:xfrm>
              <a:off x="6896900" y="2225750"/>
              <a:ext cx="18875" cy="79675"/>
            </a:xfrm>
            <a:custGeom>
              <a:avLst/>
              <a:gdLst/>
              <a:ahLst/>
              <a:cxnLst/>
              <a:rect l="l" t="t" r="r" b="b"/>
              <a:pathLst>
                <a:path w="755" h="3187" extrusionOk="0">
                  <a:moveTo>
                    <a:pt x="21" y="0"/>
                  </a:moveTo>
                  <a:cubicBezTo>
                    <a:pt x="11" y="0"/>
                    <a:pt x="1" y="9"/>
                    <a:pt x="1" y="21"/>
                  </a:cubicBezTo>
                  <a:lnTo>
                    <a:pt x="1" y="3187"/>
                  </a:lnTo>
                  <a:lnTo>
                    <a:pt x="754" y="3187"/>
                  </a:lnTo>
                  <a:lnTo>
                    <a:pt x="754" y="21"/>
                  </a:lnTo>
                  <a:cubicBezTo>
                    <a:pt x="754" y="9"/>
                    <a:pt x="746" y="0"/>
                    <a:pt x="7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5"/>
            <p:cNvSpPr/>
            <p:nvPr/>
          </p:nvSpPr>
          <p:spPr>
            <a:xfrm>
              <a:off x="6603575" y="2538700"/>
              <a:ext cx="11700" cy="44450"/>
            </a:xfrm>
            <a:custGeom>
              <a:avLst/>
              <a:gdLst/>
              <a:ahLst/>
              <a:cxnLst/>
              <a:rect l="l" t="t" r="r" b="b"/>
              <a:pathLst>
                <a:path w="468" h="1778" extrusionOk="0">
                  <a:moveTo>
                    <a:pt x="12" y="0"/>
                  </a:moveTo>
                  <a:cubicBezTo>
                    <a:pt x="6" y="0"/>
                    <a:pt x="0" y="6"/>
                    <a:pt x="0" y="12"/>
                  </a:cubicBezTo>
                  <a:lnTo>
                    <a:pt x="0" y="1777"/>
                  </a:lnTo>
                  <a:lnTo>
                    <a:pt x="468" y="1777"/>
                  </a:lnTo>
                  <a:lnTo>
                    <a:pt x="468" y="12"/>
                  </a:lnTo>
                  <a:cubicBezTo>
                    <a:pt x="468" y="6"/>
                    <a:pt x="463" y="0"/>
                    <a:pt x="4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5"/>
            <p:cNvSpPr/>
            <p:nvPr/>
          </p:nvSpPr>
          <p:spPr>
            <a:xfrm>
              <a:off x="6619925" y="2538450"/>
              <a:ext cx="11750" cy="44425"/>
            </a:xfrm>
            <a:custGeom>
              <a:avLst/>
              <a:gdLst/>
              <a:ahLst/>
              <a:cxnLst/>
              <a:rect l="l" t="t" r="r" b="b"/>
              <a:pathLst>
                <a:path w="470" h="1777" extrusionOk="0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lnTo>
                    <a:pt x="0" y="1777"/>
                  </a:lnTo>
                  <a:lnTo>
                    <a:pt x="469" y="1777"/>
                  </a:lnTo>
                  <a:lnTo>
                    <a:pt x="469" y="12"/>
                  </a:lnTo>
                  <a:cubicBezTo>
                    <a:pt x="469" y="5"/>
                    <a:pt x="463" y="0"/>
                    <a:pt x="4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5"/>
            <p:cNvSpPr/>
            <p:nvPr/>
          </p:nvSpPr>
          <p:spPr>
            <a:xfrm>
              <a:off x="6636275" y="2538450"/>
              <a:ext cx="11750" cy="44425"/>
            </a:xfrm>
            <a:custGeom>
              <a:avLst/>
              <a:gdLst/>
              <a:ahLst/>
              <a:cxnLst/>
              <a:rect l="l" t="t" r="r" b="b"/>
              <a:pathLst>
                <a:path w="470" h="1777" extrusionOk="0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lnTo>
                    <a:pt x="0" y="1777"/>
                  </a:lnTo>
                  <a:lnTo>
                    <a:pt x="469" y="1777"/>
                  </a:lnTo>
                  <a:lnTo>
                    <a:pt x="469" y="12"/>
                  </a:lnTo>
                  <a:cubicBezTo>
                    <a:pt x="469" y="5"/>
                    <a:pt x="464" y="0"/>
                    <a:pt x="4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5"/>
            <p:cNvSpPr/>
            <p:nvPr/>
          </p:nvSpPr>
          <p:spPr>
            <a:xfrm>
              <a:off x="6563425" y="2517125"/>
              <a:ext cx="130750" cy="12325"/>
            </a:xfrm>
            <a:custGeom>
              <a:avLst/>
              <a:gdLst/>
              <a:ahLst/>
              <a:cxnLst/>
              <a:rect l="l" t="t" r="r" b="b"/>
              <a:pathLst>
                <a:path w="5230" h="493" extrusionOk="0">
                  <a:moveTo>
                    <a:pt x="0" y="1"/>
                  </a:moveTo>
                  <a:lnTo>
                    <a:pt x="927" y="492"/>
                  </a:lnTo>
                  <a:lnTo>
                    <a:pt x="4008" y="472"/>
                  </a:lnTo>
                  <a:lnTo>
                    <a:pt x="52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5"/>
            <p:cNvSpPr/>
            <p:nvPr/>
          </p:nvSpPr>
          <p:spPr>
            <a:xfrm>
              <a:off x="6632250" y="2607750"/>
              <a:ext cx="4475" cy="4850"/>
            </a:xfrm>
            <a:custGeom>
              <a:avLst/>
              <a:gdLst/>
              <a:ahLst/>
              <a:cxnLst/>
              <a:rect l="l" t="t" r="r" b="b"/>
              <a:pathLst>
                <a:path w="179" h="194" extrusionOk="0">
                  <a:moveTo>
                    <a:pt x="90" y="0"/>
                  </a:moveTo>
                  <a:cubicBezTo>
                    <a:pt x="40" y="0"/>
                    <a:pt x="1" y="38"/>
                    <a:pt x="1" y="88"/>
                  </a:cubicBezTo>
                  <a:cubicBezTo>
                    <a:pt x="1" y="138"/>
                    <a:pt x="42" y="194"/>
                    <a:pt x="90" y="194"/>
                  </a:cubicBezTo>
                  <a:cubicBezTo>
                    <a:pt x="140" y="194"/>
                    <a:pt x="178" y="138"/>
                    <a:pt x="178" y="88"/>
                  </a:cubicBezTo>
                  <a:cubicBezTo>
                    <a:pt x="178" y="40"/>
                    <a:pt x="139" y="0"/>
                    <a:pt x="90" y="0"/>
                  </a:cubicBezTo>
                  <a:close/>
                </a:path>
              </a:pathLst>
            </a:custGeom>
            <a:solidFill>
              <a:srgbClr val="2610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5"/>
            <p:cNvSpPr/>
            <p:nvPr/>
          </p:nvSpPr>
          <p:spPr>
            <a:xfrm>
              <a:off x="6636050" y="2601500"/>
              <a:ext cx="2275" cy="2475"/>
            </a:xfrm>
            <a:custGeom>
              <a:avLst/>
              <a:gdLst/>
              <a:ahLst/>
              <a:cxnLst/>
              <a:rect l="l" t="t" r="r" b="b"/>
              <a:pathLst>
                <a:path w="91" h="99" extrusionOk="0">
                  <a:moveTo>
                    <a:pt x="45" y="0"/>
                  </a:moveTo>
                  <a:cubicBezTo>
                    <a:pt x="21" y="0"/>
                    <a:pt x="0" y="19"/>
                    <a:pt x="0" y="45"/>
                  </a:cubicBezTo>
                  <a:cubicBezTo>
                    <a:pt x="0" y="69"/>
                    <a:pt x="21" y="99"/>
                    <a:pt x="45" y="99"/>
                  </a:cubicBezTo>
                  <a:cubicBezTo>
                    <a:pt x="69" y="99"/>
                    <a:pt x="90" y="69"/>
                    <a:pt x="90" y="45"/>
                  </a:cubicBezTo>
                  <a:cubicBezTo>
                    <a:pt x="90" y="19"/>
                    <a:pt x="69" y="0"/>
                    <a:pt x="45" y="0"/>
                  </a:cubicBezTo>
                  <a:close/>
                </a:path>
              </a:pathLst>
            </a:custGeom>
            <a:solidFill>
              <a:srgbClr val="2610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5"/>
            <p:cNvSpPr/>
            <p:nvPr/>
          </p:nvSpPr>
          <p:spPr>
            <a:xfrm>
              <a:off x="6882075" y="2060725"/>
              <a:ext cx="42500" cy="18625"/>
            </a:xfrm>
            <a:custGeom>
              <a:avLst/>
              <a:gdLst/>
              <a:ahLst/>
              <a:cxnLst/>
              <a:rect l="l" t="t" r="r" b="b"/>
              <a:pathLst>
                <a:path w="1700" h="745" extrusionOk="0">
                  <a:moveTo>
                    <a:pt x="0" y="1"/>
                  </a:moveTo>
                  <a:lnTo>
                    <a:pt x="0" y="744"/>
                  </a:lnTo>
                  <a:lnTo>
                    <a:pt x="1699" y="744"/>
                  </a:lnTo>
                  <a:lnTo>
                    <a:pt x="16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5"/>
            <p:cNvSpPr/>
            <p:nvPr/>
          </p:nvSpPr>
          <p:spPr>
            <a:xfrm>
              <a:off x="6871550" y="2132375"/>
              <a:ext cx="24350" cy="18550"/>
            </a:xfrm>
            <a:custGeom>
              <a:avLst/>
              <a:gdLst/>
              <a:ahLst/>
              <a:cxnLst/>
              <a:rect l="l" t="t" r="r" b="b"/>
              <a:pathLst>
                <a:path w="974" h="742" extrusionOk="0">
                  <a:moveTo>
                    <a:pt x="0" y="0"/>
                  </a:moveTo>
                  <a:lnTo>
                    <a:pt x="0" y="742"/>
                  </a:lnTo>
                  <a:lnTo>
                    <a:pt x="973" y="742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5"/>
            <p:cNvSpPr/>
            <p:nvPr/>
          </p:nvSpPr>
          <p:spPr>
            <a:xfrm>
              <a:off x="6878625" y="1897100"/>
              <a:ext cx="11700" cy="64800"/>
            </a:xfrm>
            <a:custGeom>
              <a:avLst/>
              <a:gdLst/>
              <a:ahLst/>
              <a:cxnLst/>
              <a:rect l="l" t="t" r="r" b="b"/>
              <a:pathLst>
                <a:path w="468" h="2592" extrusionOk="0">
                  <a:moveTo>
                    <a:pt x="12" y="0"/>
                  </a:moveTo>
                  <a:cubicBezTo>
                    <a:pt x="5" y="0"/>
                    <a:pt x="0" y="5"/>
                    <a:pt x="0" y="14"/>
                  </a:cubicBezTo>
                  <a:lnTo>
                    <a:pt x="0" y="2591"/>
                  </a:lnTo>
                  <a:lnTo>
                    <a:pt x="468" y="2591"/>
                  </a:lnTo>
                  <a:lnTo>
                    <a:pt x="468" y="14"/>
                  </a:lnTo>
                  <a:cubicBezTo>
                    <a:pt x="468" y="7"/>
                    <a:pt x="462" y="0"/>
                    <a:pt x="4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5"/>
            <p:cNvSpPr/>
            <p:nvPr/>
          </p:nvSpPr>
          <p:spPr>
            <a:xfrm>
              <a:off x="6900300" y="1897300"/>
              <a:ext cx="11725" cy="64775"/>
            </a:xfrm>
            <a:custGeom>
              <a:avLst/>
              <a:gdLst/>
              <a:ahLst/>
              <a:cxnLst/>
              <a:rect l="l" t="t" r="r" b="b"/>
              <a:pathLst>
                <a:path w="469" h="2591" extrusionOk="0">
                  <a:moveTo>
                    <a:pt x="13" y="1"/>
                  </a:moveTo>
                  <a:cubicBezTo>
                    <a:pt x="6" y="1"/>
                    <a:pt x="1" y="6"/>
                    <a:pt x="1" y="13"/>
                  </a:cubicBezTo>
                  <a:lnTo>
                    <a:pt x="1" y="2590"/>
                  </a:lnTo>
                  <a:lnTo>
                    <a:pt x="468" y="2590"/>
                  </a:lnTo>
                  <a:lnTo>
                    <a:pt x="468" y="13"/>
                  </a:lnTo>
                  <a:cubicBezTo>
                    <a:pt x="468" y="6"/>
                    <a:pt x="463" y="1"/>
                    <a:pt x="4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5"/>
            <p:cNvSpPr/>
            <p:nvPr/>
          </p:nvSpPr>
          <p:spPr>
            <a:xfrm>
              <a:off x="6923175" y="1897900"/>
              <a:ext cx="11750" cy="64775"/>
            </a:xfrm>
            <a:custGeom>
              <a:avLst/>
              <a:gdLst/>
              <a:ahLst/>
              <a:cxnLst/>
              <a:rect l="l" t="t" r="r" b="b"/>
              <a:pathLst>
                <a:path w="470" h="2591" extrusionOk="0">
                  <a:moveTo>
                    <a:pt x="12" y="1"/>
                  </a:moveTo>
                  <a:cubicBezTo>
                    <a:pt x="5" y="1"/>
                    <a:pt x="0" y="6"/>
                    <a:pt x="0" y="13"/>
                  </a:cubicBezTo>
                  <a:lnTo>
                    <a:pt x="0" y="2590"/>
                  </a:lnTo>
                  <a:lnTo>
                    <a:pt x="469" y="2590"/>
                  </a:lnTo>
                  <a:lnTo>
                    <a:pt x="469" y="13"/>
                  </a:lnTo>
                  <a:cubicBezTo>
                    <a:pt x="469" y="6"/>
                    <a:pt x="463" y="1"/>
                    <a:pt x="4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5"/>
            <p:cNvSpPr/>
            <p:nvPr/>
          </p:nvSpPr>
          <p:spPr>
            <a:xfrm>
              <a:off x="6594300" y="2652525"/>
              <a:ext cx="31800" cy="19075"/>
            </a:xfrm>
            <a:custGeom>
              <a:avLst/>
              <a:gdLst/>
              <a:ahLst/>
              <a:cxnLst/>
              <a:rect l="l" t="t" r="r" b="b"/>
              <a:pathLst>
                <a:path w="1272" h="763" extrusionOk="0">
                  <a:moveTo>
                    <a:pt x="0" y="0"/>
                  </a:moveTo>
                  <a:lnTo>
                    <a:pt x="0" y="763"/>
                  </a:lnTo>
                  <a:lnTo>
                    <a:pt x="1272" y="763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5"/>
            <p:cNvSpPr/>
            <p:nvPr/>
          </p:nvSpPr>
          <p:spPr>
            <a:xfrm>
              <a:off x="6709675" y="2562925"/>
              <a:ext cx="31775" cy="19100"/>
            </a:xfrm>
            <a:custGeom>
              <a:avLst/>
              <a:gdLst/>
              <a:ahLst/>
              <a:cxnLst/>
              <a:rect l="l" t="t" r="r" b="b"/>
              <a:pathLst>
                <a:path w="1271" h="764" extrusionOk="0">
                  <a:moveTo>
                    <a:pt x="0" y="1"/>
                  </a:moveTo>
                  <a:lnTo>
                    <a:pt x="0" y="763"/>
                  </a:lnTo>
                  <a:lnTo>
                    <a:pt x="1270" y="763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5"/>
            <p:cNvSpPr/>
            <p:nvPr/>
          </p:nvSpPr>
          <p:spPr>
            <a:xfrm>
              <a:off x="6810075" y="2606375"/>
              <a:ext cx="51225" cy="19075"/>
            </a:xfrm>
            <a:custGeom>
              <a:avLst/>
              <a:gdLst/>
              <a:ahLst/>
              <a:cxnLst/>
              <a:rect l="l" t="t" r="r" b="b"/>
              <a:pathLst>
                <a:path w="2049" h="763" extrusionOk="0">
                  <a:moveTo>
                    <a:pt x="1" y="0"/>
                  </a:moveTo>
                  <a:lnTo>
                    <a:pt x="1" y="763"/>
                  </a:lnTo>
                  <a:lnTo>
                    <a:pt x="2049" y="763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5"/>
            <p:cNvSpPr/>
            <p:nvPr/>
          </p:nvSpPr>
          <p:spPr>
            <a:xfrm>
              <a:off x="6686475" y="3012950"/>
              <a:ext cx="51225" cy="19100"/>
            </a:xfrm>
            <a:custGeom>
              <a:avLst/>
              <a:gdLst/>
              <a:ahLst/>
              <a:cxnLst/>
              <a:rect l="l" t="t" r="r" b="b"/>
              <a:pathLst>
                <a:path w="2049" h="764" extrusionOk="0">
                  <a:moveTo>
                    <a:pt x="0" y="1"/>
                  </a:moveTo>
                  <a:lnTo>
                    <a:pt x="0" y="763"/>
                  </a:lnTo>
                  <a:lnTo>
                    <a:pt x="2048" y="763"/>
                  </a:lnTo>
                  <a:lnTo>
                    <a:pt x="20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5"/>
            <p:cNvSpPr/>
            <p:nvPr/>
          </p:nvSpPr>
          <p:spPr>
            <a:xfrm>
              <a:off x="6732350" y="2972150"/>
              <a:ext cx="51275" cy="19100"/>
            </a:xfrm>
            <a:custGeom>
              <a:avLst/>
              <a:gdLst/>
              <a:ahLst/>
              <a:cxnLst/>
              <a:rect l="l" t="t" r="r" b="b"/>
              <a:pathLst>
                <a:path w="2051" h="764" extrusionOk="0">
                  <a:moveTo>
                    <a:pt x="1" y="1"/>
                  </a:moveTo>
                  <a:lnTo>
                    <a:pt x="1" y="763"/>
                  </a:lnTo>
                  <a:lnTo>
                    <a:pt x="2050" y="763"/>
                  </a:lnTo>
                  <a:lnTo>
                    <a:pt x="20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5"/>
            <p:cNvSpPr/>
            <p:nvPr/>
          </p:nvSpPr>
          <p:spPr>
            <a:xfrm>
              <a:off x="6645500" y="3239525"/>
              <a:ext cx="51250" cy="19075"/>
            </a:xfrm>
            <a:custGeom>
              <a:avLst/>
              <a:gdLst/>
              <a:ahLst/>
              <a:cxnLst/>
              <a:rect l="l" t="t" r="r" b="b"/>
              <a:pathLst>
                <a:path w="2050" h="763" extrusionOk="0">
                  <a:moveTo>
                    <a:pt x="0" y="0"/>
                  </a:moveTo>
                  <a:lnTo>
                    <a:pt x="0" y="763"/>
                  </a:lnTo>
                  <a:lnTo>
                    <a:pt x="2050" y="763"/>
                  </a:lnTo>
                  <a:lnTo>
                    <a:pt x="20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5"/>
            <p:cNvSpPr/>
            <p:nvPr/>
          </p:nvSpPr>
          <p:spPr>
            <a:xfrm>
              <a:off x="6746000" y="2715150"/>
              <a:ext cx="51250" cy="19075"/>
            </a:xfrm>
            <a:custGeom>
              <a:avLst/>
              <a:gdLst/>
              <a:ahLst/>
              <a:cxnLst/>
              <a:rect l="l" t="t" r="r" b="b"/>
              <a:pathLst>
                <a:path w="2050" h="763" extrusionOk="0">
                  <a:moveTo>
                    <a:pt x="0" y="0"/>
                  </a:moveTo>
                  <a:lnTo>
                    <a:pt x="0" y="763"/>
                  </a:lnTo>
                  <a:lnTo>
                    <a:pt x="2050" y="763"/>
                  </a:lnTo>
                  <a:lnTo>
                    <a:pt x="20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5"/>
            <p:cNvSpPr/>
            <p:nvPr/>
          </p:nvSpPr>
          <p:spPr>
            <a:xfrm>
              <a:off x="6877688" y="2680813"/>
              <a:ext cx="51275" cy="19100"/>
            </a:xfrm>
            <a:custGeom>
              <a:avLst/>
              <a:gdLst/>
              <a:ahLst/>
              <a:cxnLst/>
              <a:rect l="l" t="t" r="r" b="b"/>
              <a:pathLst>
                <a:path w="2051" h="764" extrusionOk="0">
                  <a:moveTo>
                    <a:pt x="1" y="1"/>
                  </a:moveTo>
                  <a:lnTo>
                    <a:pt x="1" y="763"/>
                  </a:lnTo>
                  <a:lnTo>
                    <a:pt x="2050" y="763"/>
                  </a:lnTo>
                  <a:lnTo>
                    <a:pt x="20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5"/>
            <p:cNvSpPr/>
            <p:nvPr/>
          </p:nvSpPr>
          <p:spPr>
            <a:xfrm>
              <a:off x="6837125" y="2629175"/>
              <a:ext cx="51250" cy="19100"/>
            </a:xfrm>
            <a:custGeom>
              <a:avLst/>
              <a:gdLst/>
              <a:ahLst/>
              <a:cxnLst/>
              <a:rect l="l" t="t" r="r" b="b"/>
              <a:pathLst>
                <a:path w="2050" h="764" extrusionOk="0">
                  <a:moveTo>
                    <a:pt x="0" y="1"/>
                  </a:moveTo>
                  <a:lnTo>
                    <a:pt x="0" y="763"/>
                  </a:lnTo>
                  <a:lnTo>
                    <a:pt x="2050" y="763"/>
                  </a:lnTo>
                  <a:lnTo>
                    <a:pt x="20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5"/>
            <p:cNvSpPr/>
            <p:nvPr/>
          </p:nvSpPr>
          <p:spPr>
            <a:xfrm>
              <a:off x="6722350" y="3042375"/>
              <a:ext cx="51275" cy="19075"/>
            </a:xfrm>
            <a:custGeom>
              <a:avLst/>
              <a:gdLst/>
              <a:ahLst/>
              <a:cxnLst/>
              <a:rect l="l" t="t" r="r" b="b"/>
              <a:pathLst>
                <a:path w="2051" h="763" extrusionOk="0">
                  <a:moveTo>
                    <a:pt x="1" y="0"/>
                  </a:moveTo>
                  <a:lnTo>
                    <a:pt x="1" y="763"/>
                  </a:lnTo>
                  <a:lnTo>
                    <a:pt x="2050" y="763"/>
                  </a:lnTo>
                  <a:lnTo>
                    <a:pt x="20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5"/>
            <p:cNvSpPr/>
            <p:nvPr/>
          </p:nvSpPr>
          <p:spPr>
            <a:xfrm>
              <a:off x="6627900" y="2707125"/>
              <a:ext cx="17875" cy="19075"/>
            </a:xfrm>
            <a:custGeom>
              <a:avLst/>
              <a:gdLst/>
              <a:ahLst/>
              <a:cxnLst/>
              <a:rect l="l" t="t" r="r" b="b"/>
              <a:pathLst>
                <a:path w="715" h="763" extrusionOk="0">
                  <a:moveTo>
                    <a:pt x="0" y="0"/>
                  </a:moveTo>
                  <a:lnTo>
                    <a:pt x="0" y="763"/>
                  </a:lnTo>
                  <a:lnTo>
                    <a:pt x="715" y="763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5"/>
            <p:cNvSpPr/>
            <p:nvPr/>
          </p:nvSpPr>
          <p:spPr>
            <a:xfrm>
              <a:off x="7137175" y="2615350"/>
              <a:ext cx="94150" cy="14325"/>
            </a:xfrm>
            <a:custGeom>
              <a:avLst/>
              <a:gdLst/>
              <a:ahLst/>
              <a:cxnLst/>
              <a:rect l="l" t="t" r="r" b="b"/>
              <a:pathLst>
                <a:path w="3766" h="573" extrusionOk="0">
                  <a:moveTo>
                    <a:pt x="1" y="0"/>
                  </a:moveTo>
                  <a:lnTo>
                    <a:pt x="611" y="573"/>
                  </a:lnTo>
                  <a:lnTo>
                    <a:pt x="3332" y="573"/>
                  </a:lnTo>
                  <a:lnTo>
                    <a:pt x="37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5"/>
            <p:cNvSpPr/>
            <p:nvPr/>
          </p:nvSpPr>
          <p:spPr>
            <a:xfrm>
              <a:off x="7167850" y="2560000"/>
              <a:ext cx="130700" cy="449975"/>
            </a:xfrm>
            <a:custGeom>
              <a:avLst/>
              <a:gdLst/>
              <a:ahLst/>
              <a:cxnLst/>
              <a:rect l="l" t="t" r="r" b="b"/>
              <a:pathLst>
                <a:path w="5228" h="17999" extrusionOk="0">
                  <a:moveTo>
                    <a:pt x="2697" y="1"/>
                  </a:moveTo>
                  <a:cubicBezTo>
                    <a:pt x="2697" y="826"/>
                    <a:pt x="2703" y="1615"/>
                    <a:pt x="2715" y="2367"/>
                  </a:cubicBezTo>
                  <a:lnTo>
                    <a:pt x="2715" y="2367"/>
                  </a:lnTo>
                  <a:cubicBezTo>
                    <a:pt x="2727" y="924"/>
                    <a:pt x="2697" y="1"/>
                    <a:pt x="2697" y="1"/>
                  </a:cubicBezTo>
                  <a:close/>
                  <a:moveTo>
                    <a:pt x="2715" y="2367"/>
                  </a:moveTo>
                  <a:cubicBezTo>
                    <a:pt x="2683" y="6452"/>
                    <a:pt x="2318" y="14704"/>
                    <a:pt x="0" y="17998"/>
                  </a:cubicBezTo>
                  <a:lnTo>
                    <a:pt x="5228" y="17998"/>
                  </a:lnTo>
                  <a:cubicBezTo>
                    <a:pt x="5228" y="17998"/>
                    <a:pt x="2945" y="16608"/>
                    <a:pt x="2715" y="23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5"/>
            <p:cNvSpPr/>
            <p:nvPr/>
          </p:nvSpPr>
          <p:spPr>
            <a:xfrm>
              <a:off x="7188200" y="3024175"/>
              <a:ext cx="92200" cy="824975"/>
            </a:xfrm>
            <a:custGeom>
              <a:avLst/>
              <a:gdLst/>
              <a:ahLst/>
              <a:cxnLst/>
              <a:rect l="l" t="t" r="r" b="b"/>
              <a:pathLst>
                <a:path w="3688" h="32999" extrusionOk="0">
                  <a:moveTo>
                    <a:pt x="2176" y="0"/>
                  </a:moveTo>
                  <a:cubicBezTo>
                    <a:pt x="2176" y="0"/>
                    <a:pt x="182" y="423"/>
                    <a:pt x="1" y="423"/>
                  </a:cubicBezTo>
                  <a:lnTo>
                    <a:pt x="1" y="31367"/>
                  </a:lnTo>
                  <a:lnTo>
                    <a:pt x="3144" y="32999"/>
                  </a:lnTo>
                  <a:lnTo>
                    <a:pt x="2418" y="4774"/>
                  </a:lnTo>
                  <a:lnTo>
                    <a:pt x="3687" y="3506"/>
                  </a:lnTo>
                  <a:lnTo>
                    <a:pt x="3567" y="544"/>
                  </a:lnTo>
                  <a:lnTo>
                    <a:pt x="2176" y="544"/>
                  </a:lnTo>
                  <a:lnTo>
                    <a:pt x="217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5"/>
            <p:cNvSpPr/>
            <p:nvPr/>
          </p:nvSpPr>
          <p:spPr>
            <a:xfrm>
              <a:off x="7167850" y="3009950"/>
              <a:ext cx="130700" cy="27825"/>
            </a:xfrm>
            <a:custGeom>
              <a:avLst/>
              <a:gdLst/>
              <a:ahLst/>
              <a:cxnLst/>
              <a:rect l="l" t="t" r="r" b="b"/>
              <a:pathLst>
                <a:path w="5228" h="1113" extrusionOk="0">
                  <a:moveTo>
                    <a:pt x="0" y="0"/>
                  </a:moveTo>
                  <a:lnTo>
                    <a:pt x="815" y="992"/>
                  </a:lnTo>
                  <a:lnTo>
                    <a:pt x="4381" y="1113"/>
                  </a:lnTo>
                  <a:lnTo>
                    <a:pt x="52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5"/>
            <p:cNvSpPr/>
            <p:nvPr/>
          </p:nvSpPr>
          <p:spPr>
            <a:xfrm>
              <a:off x="6406025" y="2104250"/>
              <a:ext cx="167300" cy="95350"/>
            </a:xfrm>
            <a:custGeom>
              <a:avLst/>
              <a:gdLst/>
              <a:ahLst/>
              <a:cxnLst/>
              <a:rect l="l" t="t" r="r" b="b"/>
              <a:pathLst>
                <a:path w="6692" h="3814" extrusionOk="0">
                  <a:moveTo>
                    <a:pt x="5911" y="0"/>
                  </a:moveTo>
                  <a:cubicBezTo>
                    <a:pt x="5362" y="0"/>
                    <a:pt x="5156" y="1022"/>
                    <a:pt x="5156" y="1022"/>
                  </a:cubicBezTo>
                  <a:cubicBezTo>
                    <a:pt x="5156" y="1022"/>
                    <a:pt x="5211" y="1268"/>
                    <a:pt x="5566" y="2172"/>
                  </a:cubicBezTo>
                  <a:cubicBezTo>
                    <a:pt x="5828" y="2835"/>
                    <a:pt x="5032" y="3203"/>
                    <a:pt x="3749" y="3203"/>
                  </a:cubicBezTo>
                  <a:cubicBezTo>
                    <a:pt x="3278" y="3203"/>
                    <a:pt x="2742" y="3153"/>
                    <a:pt x="2168" y="3050"/>
                  </a:cubicBezTo>
                  <a:cubicBezTo>
                    <a:pt x="1834" y="2990"/>
                    <a:pt x="1552" y="2965"/>
                    <a:pt x="1314" y="2965"/>
                  </a:cubicBezTo>
                  <a:cubicBezTo>
                    <a:pt x="21" y="2965"/>
                    <a:pt x="1" y="3708"/>
                    <a:pt x="1" y="3708"/>
                  </a:cubicBezTo>
                  <a:cubicBezTo>
                    <a:pt x="254" y="3402"/>
                    <a:pt x="604" y="3297"/>
                    <a:pt x="1014" y="3297"/>
                  </a:cubicBezTo>
                  <a:cubicBezTo>
                    <a:pt x="1922" y="3297"/>
                    <a:pt x="3124" y="3814"/>
                    <a:pt x="4212" y="3814"/>
                  </a:cubicBezTo>
                  <a:cubicBezTo>
                    <a:pt x="4442" y="3814"/>
                    <a:pt x="4666" y="3791"/>
                    <a:pt x="4882" y="3735"/>
                  </a:cubicBezTo>
                  <a:cubicBezTo>
                    <a:pt x="6583" y="3297"/>
                    <a:pt x="6281" y="2200"/>
                    <a:pt x="5868" y="1322"/>
                  </a:cubicBezTo>
                  <a:cubicBezTo>
                    <a:pt x="5539" y="620"/>
                    <a:pt x="6266" y="550"/>
                    <a:pt x="6568" y="550"/>
                  </a:cubicBezTo>
                  <a:cubicBezTo>
                    <a:pt x="6643" y="550"/>
                    <a:pt x="6691" y="554"/>
                    <a:pt x="6691" y="554"/>
                  </a:cubicBezTo>
                  <a:cubicBezTo>
                    <a:pt x="6377" y="148"/>
                    <a:pt x="6119" y="0"/>
                    <a:pt x="59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5"/>
            <p:cNvSpPr/>
            <p:nvPr/>
          </p:nvSpPr>
          <p:spPr>
            <a:xfrm>
              <a:off x="6498100" y="2084975"/>
              <a:ext cx="139825" cy="48225"/>
            </a:xfrm>
            <a:custGeom>
              <a:avLst/>
              <a:gdLst/>
              <a:ahLst/>
              <a:cxnLst/>
              <a:rect l="l" t="t" r="r" b="b"/>
              <a:pathLst>
                <a:path w="5593" h="1929" extrusionOk="0">
                  <a:moveTo>
                    <a:pt x="4817" y="0"/>
                  </a:moveTo>
                  <a:cubicBezTo>
                    <a:pt x="0" y="0"/>
                    <a:pt x="1528" y="1929"/>
                    <a:pt x="1528" y="1929"/>
                  </a:cubicBezTo>
                  <a:cubicBezTo>
                    <a:pt x="1506" y="1417"/>
                    <a:pt x="2111" y="1262"/>
                    <a:pt x="2848" y="1262"/>
                  </a:cubicBezTo>
                  <a:cubicBezTo>
                    <a:pt x="3964" y="1262"/>
                    <a:pt x="5384" y="1617"/>
                    <a:pt x="5384" y="1617"/>
                  </a:cubicBezTo>
                  <a:lnTo>
                    <a:pt x="5593" y="16"/>
                  </a:lnTo>
                  <a:cubicBezTo>
                    <a:pt x="5317" y="5"/>
                    <a:pt x="5059" y="0"/>
                    <a:pt x="4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5"/>
            <p:cNvSpPr/>
            <p:nvPr/>
          </p:nvSpPr>
          <p:spPr>
            <a:xfrm>
              <a:off x="6519650" y="1018975"/>
              <a:ext cx="281875" cy="160700"/>
            </a:xfrm>
            <a:custGeom>
              <a:avLst/>
              <a:gdLst/>
              <a:ahLst/>
              <a:cxnLst/>
              <a:rect l="l" t="t" r="r" b="b"/>
              <a:pathLst>
                <a:path w="11275" h="6428" extrusionOk="0">
                  <a:moveTo>
                    <a:pt x="9958" y="1"/>
                  </a:moveTo>
                  <a:cubicBezTo>
                    <a:pt x="9034" y="1"/>
                    <a:pt x="8687" y="1720"/>
                    <a:pt x="8687" y="1720"/>
                  </a:cubicBezTo>
                  <a:cubicBezTo>
                    <a:pt x="8687" y="1720"/>
                    <a:pt x="8780" y="2135"/>
                    <a:pt x="9380" y="3661"/>
                  </a:cubicBezTo>
                  <a:cubicBezTo>
                    <a:pt x="9819" y="4776"/>
                    <a:pt x="8479" y="5397"/>
                    <a:pt x="6318" y="5397"/>
                  </a:cubicBezTo>
                  <a:cubicBezTo>
                    <a:pt x="5524" y="5397"/>
                    <a:pt x="4619" y="5313"/>
                    <a:pt x="3651" y="5139"/>
                  </a:cubicBezTo>
                  <a:cubicBezTo>
                    <a:pt x="3090" y="5038"/>
                    <a:pt x="2616" y="4996"/>
                    <a:pt x="2214" y="4996"/>
                  </a:cubicBezTo>
                  <a:cubicBezTo>
                    <a:pt x="33" y="4996"/>
                    <a:pt x="0" y="6248"/>
                    <a:pt x="0" y="6248"/>
                  </a:cubicBezTo>
                  <a:cubicBezTo>
                    <a:pt x="427" y="5734"/>
                    <a:pt x="1017" y="5557"/>
                    <a:pt x="1707" y="5557"/>
                  </a:cubicBezTo>
                  <a:cubicBezTo>
                    <a:pt x="3238" y="5557"/>
                    <a:pt x="5263" y="6427"/>
                    <a:pt x="7097" y="6427"/>
                  </a:cubicBezTo>
                  <a:cubicBezTo>
                    <a:pt x="7484" y="6427"/>
                    <a:pt x="7862" y="6389"/>
                    <a:pt x="8226" y="6295"/>
                  </a:cubicBezTo>
                  <a:cubicBezTo>
                    <a:pt x="11090" y="5555"/>
                    <a:pt x="10581" y="3707"/>
                    <a:pt x="9889" y="2229"/>
                  </a:cubicBezTo>
                  <a:cubicBezTo>
                    <a:pt x="9334" y="1046"/>
                    <a:pt x="10554" y="927"/>
                    <a:pt x="11064" y="927"/>
                  </a:cubicBezTo>
                  <a:cubicBezTo>
                    <a:pt x="11191" y="927"/>
                    <a:pt x="11274" y="935"/>
                    <a:pt x="11274" y="935"/>
                  </a:cubicBezTo>
                  <a:cubicBezTo>
                    <a:pt x="10744" y="249"/>
                    <a:pt x="10310" y="1"/>
                    <a:pt x="9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5"/>
            <p:cNvSpPr/>
            <p:nvPr/>
          </p:nvSpPr>
          <p:spPr>
            <a:xfrm>
              <a:off x="6674750" y="986500"/>
              <a:ext cx="235675" cy="81250"/>
            </a:xfrm>
            <a:custGeom>
              <a:avLst/>
              <a:gdLst/>
              <a:ahLst/>
              <a:cxnLst/>
              <a:rect l="l" t="t" r="r" b="b"/>
              <a:pathLst>
                <a:path w="9427" h="3250" extrusionOk="0">
                  <a:moveTo>
                    <a:pt x="8124" y="0"/>
                  </a:moveTo>
                  <a:cubicBezTo>
                    <a:pt x="0" y="0"/>
                    <a:pt x="2576" y="3250"/>
                    <a:pt x="2576" y="3250"/>
                  </a:cubicBezTo>
                  <a:cubicBezTo>
                    <a:pt x="2539" y="2387"/>
                    <a:pt x="3557" y="2127"/>
                    <a:pt x="4798" y="2127"/>
                  </a:cubicBezTo>
                  <a:cubicBezTo>
                    <a:pt x="6680" y="2127"/>
                    <a:pt x="9075" y="2725"/>
                    <a:pt x="9075" y="2725"/>
                  </a:cubicBezTo>
                  <a:lnTo>
                    <a:pt x="9427" y="25"/>
                  </a:lnTo>
                  <a:cubicBezTo>
                    <a:pt x="8964" y="8"/>
                    <a:pt x="8531" y="0"/>
                    <a:pt x="81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5"/>
            <p:cNvSpPr/>
            <p:nvPr/>
          </p:nvSpPr>
          <p:spPr>
            <a:xfrm>
              <a:off x="6941075" y="2335550"/>
              <a:ext cx="177400" cy="20675"/>
            </a:xfrm>
            <a:custGeom>
              <a:avLst/>
              <a:gdLst/>
              <a:ahLst/>
              <a:cxnLst/>
              <a:rect l="l" t="t" r="r" b="b"/>
              <a:pathLst>
                <a:path w="7096" h="827" extrusionOk="0">
                  <a:moveTo>
                    <a:pt x="0" y="1"/>
                  </a:moveTo>
                  <a:lnTo>
                    <a:pt x="123" y="827"/>
                  </a:lnTo>
                  <a:lnTo>
                    <a:pt x="7074" y="827"/>
                  </a:lnTo>
                  <a:lnTo>
                    <a:pt x="7096" y="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5"/>
            <p:cNvSpPr/>
            <p:nvPr/>
          </p:nvSpPr>
          <p:spPr>
            <a:xfrm>
              <a:off x="6976425" y="2377900"/>
              <a:ext cx="35575" cy="122000"/>
            </a:xfrm>
            <a:custGeom>
              <a:avLst/>
              <a:gdLst/>
              <a:ahLst/>
              <a:cxnLst/>
              <a:rect l="l" t="t" r="r" b="b"/>
              <a:pathLst>
                <a:path w="1423" h="4880" extrusionOk="0">
                  <a:moveTo>
                    <a:pt x="39" y="1"/>
                  </a:moveTo>
                  <a:cubicBezTo>
                    <a:pt x="16" y="1"/>
                    <a:pt x="1" y="18"/>
                    <a:pt x="1" y="39"/>
                  </a:cubicBezTo>
                  <a:lnTo>
                    <a:pt x="1" y="4880"/>
                  </a:lnTo>
                  <a:lnTo>
                    <a:pt x="1422" y="4880"/>
                  </a:lnTo>
                  <a:lnTo>
                    <a:pt x="1422" y="39"/>
                  </a:lnTo>
                  <a:cubicBezTo>
                    <a:pt x="1422" y="18"/>
                    <a:pt x="1405" y="1"/>
                    <a:pt x="13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5"/>
            <p:cNvSpPr/>
            <p:nvPr/>
          </p:nvSpPr>
          <p:spPr>
            <a:xfrm>
              <a:off x="7050100" y="2375350"/>
              <a:ext cx="35600" cy="122050"/>
            </a:xfrm>
            <a:custGeom>
              <a:avLst/>
              <a:gdLst/>
              <a:ahLst/>
              <a:cxnLst/>
              <a:rect l="l" t="t" r="r" b="b"/>
              <a:pathLst>
                <a:path w="1424" h="4882" extrusionOk="0">
                  <a:moveTo>
                    <a:pt x="38" y="1"/>
                  </a:moveTo>
                  <a:cubicBezTo>
                    <a:pt x="18" y="1"/>
                    <a:pt x="1" y="18"/>
                    <a:pt x="1" y="41"/>
                  </a:cubicBezTo>
                  <a:lnTo>
                    <a:pt x="1" y="4882"/>
                  </a:lnTo>
                  <a:lnTo>
                    <a:pt x="1424" y="4882"/>
                  </a:lnTo>
                  <a:lnTo>
                    <a:pt x="1424" y="41"/>
                  </a:lnTo>
                  <a:cubicBezTo>
                    <a:pt x="1424" y="18"/>
                    <a:pt x="1407" y="1"/>
                    <a:pt x="13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5"/>
            <p:cNvSpPr/>
            <p:nvPr/>
          </p:nvSpPr>
          <p:spPr>
            <a:xfrm>
              <a:off x="6574425" y="3406825"/>
              <a:ext cx="1003750" cy="1833550"/>
            </a:xfrm>
            <a:custGeom>
              <a:avLst/>
              <a:gdLst/>
              <a:ahLst/>
              <a:cxnLst/>
              <a:rect l="l" t="t" r="r" b="b"/>
              <a:pathLst>
                <a:path w="40150" h="73342" extrusionOk="0">
                  <a:moveTo>
                    <a:pt x="2700" y="1"/>
                  </a:moveTo>
                  <a:lnTo>
                    <a:pt x="3285" y="3853"/>
                  </a:lnTo>
                  <a:lnTo>
                    <a:pt x="14197" y="8982"/>
                  </a:lnTo>
                  <a:lnTo>
                    <a:pt x="14787" y="14527"/>
                  </a:lnTo>
                  <a:lnTo>
                    <a:pt x="24697" y="18892"/>
                  </a:lnTo>
                  <a:lnTo>
                    <a:pt x="27764" y="24081"/>
                  </a:lnTo>
                  <a:lnTo>
                    <a:pt x="8417" y="46141"/>
                  </a:lnTo>
                  <a:lnTo>
                    <a:pt x="19978" y="55223"/>
                  </a:lnTo>
                  <a:lnTo>
                    <a:pt x="0" y="72503"/>
                  </a:lnTo>
                  <a:lnTo>
                    <a:pt x="30181" y="73341"/>
                  </a:lnTo>
                  <a:lnTo>
                    <a:pt x="40149" y="60178"/>
                  </a:lnTo>
                  <a:lnTo>
                    <a:pt x="17147" y="44254"/>
                  </a:lnTo>
                  <a:lnTo>
                    <a:pt x="16793" y="40479"/>
                  </a:lnTo>
                  <a:lnTo>
                    <a:pt x="39290" y="18334"/>
                  </a:lnTo>
                  <a:lnTo>
                    <a:pt x="30485" y="10897"/>
                  </a:lnTo>
                  <a:lnTo>
                    <a:pt x="13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5"/>
            <p:cNvSpPr/>
            <p:nvPr/>
          </p:nvSpPr>
          <p:spPr>
            <a:xfrm>
              <a:off x="6718250" y="3301375"/>
              <a:ext cx="191450" cy="117650"/>
            </a:xfrm>
            <a:custGeom>
              <a:avLst/>
              <a:gdLst/>
              <a:ahLst/>
              <a:cxnLst/>
              <a:rect l="l" t="t" r="r" b="b"/>
              <a:pathLst>
                <a:path w="7658" h="4706" extrusionOk="0">
                  <a:moveTo>
                    <a:pt x="3829" y="0"/>
                  </a:moveTo>
                  <a:lnTo>
                    <a:pt x="3270" y="1356"/>
                  </a:lnTo>
                  <a:lnTo>
                    <a:pt x="1276" y="2074"/>
                  </a:lnTo>
                  <a:lnTo>
                    <a:pt x="1" y="4307"/>
                  </a:lnTo>
                  <a:lnTo>
                    <a:pt x="7417" y="4705"/>
                  </a:lnTo>
                  <a:lnTo>
                    <a:pt x="7657" y="2314"/>
                  </a:lnTo>
                  <a:lnTo>
                    <a:pt x="5982" y="159"/>
                  </a:lnTo>
                  <a:lnTo>
                    <a:pt x="38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5"/>
            <p:cNvSpPr/>
            <p:nvPr/>
          </p:nvSpPr>
          <p:spPr>
            <a:xfrm>
              <a:off x="6906875" y="3406825"/>
              <a:ext cx="321650" cy="185175"/>
            </a:xfrm>
            <a:custGeom>
              <a:avLst/>
              <a:gdLst/>
              <a:ahLst/>
              <a:cxnLst/>
              <a:rect l="l" t="t" r="r" b="b"/>
              <a:pathLst>
                <a:path w="12866" h="7407" extrusionOk="0">
                  <a:moveTo>
                    <a:pt x="0" y="1"/>
                  </a:moveTo>
                  <a:lnTo>
                    <a:pt x="9960" y="7407"/>
                  </a:lnTo>
                  <a:lnTo>
                    <a:pt x="12865" y="6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5"/>
            <p:cNvSpPr/>
            <p:nvPr/>
          </p:nvSpPr>
          <p:spPr>
            <a:xfrm>
              <a:off x="7024100" y="3379700"/>
              <a:ext cx="135875" cy="190000"/>
            </a:xfrm>
            <a:custGeom>
              <a:avLst/>
              <a:gdLst/>
              <a:ahLst/>
              <a:cxnLst/>
              <a:rect l="l" t="t" r="r" b="b"/>
              <a:pathLst>
                <a:path w="5435" h="7600" extrusionOk="0">
                  <a:moveTo>
                    <a:pt x="2730" y="0"/>
                  </a:moveTo>
                  <a:cubicBezTo>
                    <a:pt x="1234" y="0"/>
                    <a:pt x="23" y="1211"/>
                    <a:pt x="23" y="2707"/>
                  </a:cubicBezTo>
                  <a:lnTo>
                    <a:pt x="0" y="4926"/>
                  </a:lnTo>
                  <a:lnTo>
                    <a:pt x="5435" y="7600"/>
                  </a:lnTo>
                  <a:lnTo>
                    <a:pt x="5435" y="2707"/>
                  </a:lnTo>
                  <a:cubicBezTo>
                    <a:pt x="5435" y="1211"/>
                    <a:pt x="4224" y="0"/>
                    <a:pt x="2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5"/>
            <p:cNvSpPr/>
            <p:nvPr/>
          </p:nvSpPr>
          <p:spPr>
            <a:xfrm>
              <a:off x="6913075" y="3412050"/>
              <a:ext cx="349901" cy="219800"/>
            </a:xfrm>
            <a:custGeom>
              <a:avLst/>
              <a:gdLst/>
              <a:ahLst/>
              <a:cxnLst/>
              <a:rect l="l" t="t" r="r" b="b"/>
              <a:pathLst>
                <a:path w="13727" h="8792" extrusionOk="0">
                  <a:moveTo>
                    <a:pt x="1" y="0"/>
                  </a:moveTo>
                  <a:lnTo>
                    <a:pt x="9620" y="8607"/>
                  </a:lnTo>
                  <a:lnTo>
                    <a:pt x="13726" y="87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5"/>
            <p:cNvSpPr/>
            <p:nvPr/>
          </p:nvSpPr>
          <p:spPr>
            <a:xfrm>
              <a:off x="6984850" y="3158900"/>
              <a:ext cx="36250" cy="142075"/>
            </a:xfrm>
            <a:custGeom>
              <a:avLst/>
              <a:gdLst/>
              <a:ahLst/>
              <a:cxnLst/>
              <a:rect l="l" t="t" r="r" b="b"/>
              <a:pathLst>
                <a:path w="1450" h="5683" extrusionOk="0">
                  <a:moveTo>
                    <a:pt x="40" y="1"/>
                  </a:moveTo>
                  <a:cubicBezTo>
                    <a:pt x="18" y="1"/>
                    <a:pt x="0" y="18"/>
                    <a:pt x="0" y="41"/>
                  </a:cubicBezTo>
                  <a:lnTo>
                    <a:pt x="0" y="5682"/>
                  </a:lnTo>
                  <a:lnTo>
                    <a:pt x="1449" y="5682"/>
                  </a:lnTo>
                  <a:lnTo>
                    <a:pt x="1449" y="41"/>
                  </a:lnTo>
                  <a:cubicBezTo>
                    <a:pt x="1449" y="18"/>
                    <a:pt x="1432" y="1"/>
                    <a:pt x="1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5"/>
            <p:cNvSpPr/>
            <p:nvPr/>
          </p:nvSpPr>
          <p:spPr>
            <a:xfrm>
              <a:off x="7074675" y="3157450"/>
              <a:ext cx="36275" cy="142050"/>
            </a:xfrm>
            <a:custGeom>
              <a:avLst/>
              <a:gdLst/>
              <a:ahLst/>
              <a:cxnLst/>
              <a:rect l="l" t="t" r="r" b="b"/>
              <a:pathLst>
                <a:path w="1451" h="5682" extrusionOk="0">
                  <a:moveTo>
                    <a:pt x="41" y="0"/>
                  </a:moveTo>
                  <a:cubicBezTo>
                    <a:pt x="18" y="0"/>
                    <a:pt x="1" y="19"/>
                    <a:pt x="1" y="40"/>
                  </a:cubicBezTo>
                  <a:lnTo>
                    <a:pt x="1" y="5681"/>
                  </a:lnTo>
                  <a:lnTo>
                    <a:pt x="1450" y="5681"/>
                  </a:lnTo>
                  <a:lnTo>
                    <a:pt x="1450" y="40"/>
                  </a:lnTo>
                  <a:cubicBezTo>
                    <a:pt x="1450" y="19"/>
                    <a:pt x="1433" y="0"/>
                    <a:pt x="14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5"/>
            <p:cNvSpPr/>
            <p:nvPr/>
          </p:nvSpPr>
          <p:spPr>
            <a:xfrm>
              <a:off x="7163100" y="3164700"/>
              <a:ext cx="36250" cy="142050"/>
            </a:xfrm>
            <a:custGeom>
              <a:avLst/>
              <a:gdLst/>
              <a:ahLst/>
              <a:cxnLst/>
              <a:rect l="l" t="t" r="r" b="b"/>
              <a:pathLst>
                <a:path w="1450" h="5682" extrusionOk="0">
                  <a:moveTo>
                    <a:pt x="39" y="0"/>
                  </a:moveTo>
                  <a:cubicBezTo>
                    <a:pt x="18" y="0"/>
                    <a:pt x="1" y="19"/>
                    <a:pt x="1" y="40"/>
                  </a:cubicBezTo>
                  <a:lnTo>
                    <a:pt x="1" y="5681"/>
                  </a:lnTo>
                  <a:lnTo>
                    <a:pt x="1450" y="5681"/>
                  </a:lnTo>
                  <a:lnTo>
                    <a:pt x="1450" y="40"/>
                  </a:lnTo>
                  <a:cubicBezTo>
                    <a:pt x="1450" y="19"/>
                    <a:pt x="1431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5"/>
            <p:cNvSpPr/>
            <p:nvPr/>
          </p:nvSpPr>
          <p:spPr>
            <a:xfrm>
              <a:off x="6594825" y="2591825"/>
              <a:ext cx="525" cy="356775"/>
            </a:xfrm>
            <a:custGeom>
              <a:avLst/>
              <a:gdLst/>
              <a:ahLst/>
              <a:cxnLst/>
              <a:rect l="l" t="t" r="r" b="b"/>
              <a:pathLst>
                <a:path w="21" h="14271" extrusionOk="0">
                  <a:moveTo>
                    <a:pt x="0" y="1"/>
                  </a:moveTo>
                  <a:lnTo>
                    <a:pt x="0" y="14270"/>
                  </a:lnTo>
                  <a:lnTo>
                    <a:pt x="21" y="14270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rgbClr val="FFFF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5"/>
            <p:cNvSpPr/>
            <p:nvPr/>
          </p:nvSpPr>
          <p:spPr>
            <a:xfrm>
              <a:off x="6563425" y="2202550"/>
              <a:ext cx="1750" cy="314600"/>
            </a:xfrm>
            <a:custGeom>
              <a:avLst/>
              <a:gdLst/>
              <a:ahLst/>
              <a:cxnLst/>
              <a:rect l="l" t="t" r="r" b="b"/>
              <a:pathLst>
                <a:path w="70" h="12584" extrusionOk="0">
                  <a:moveTo>
                    <a:pt x="0" y="0"/>
                  </a:moveTo>
                  <a:lnTo>
                    <a:pt x="0" y="12584"/>
                  </a:lnTo>
                  <a:lnTo>
                    <a:pt x="69" y="12584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FFFF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5"/>
            <p:cNvSpPr/>
            <p:nvPr/>
          </p:nvSpPr>
          <p:spPr>
            <a:xfrm>
              <a:off x="7177850" y="2404400"/>
              <a:ext cx="450" cy="77700"/>
            </a:xfrm>
            <a:custGeom>
              <a:avLst/>
              <a:gdLst/>
              <a:ahLst/>
              <a:cxnLst/>
              <a:rect l="l" t="t" r="r" b="b"/>
              <a:pathLst>
                <a:path w="18" h="3108" extrusionOk="0">
                  <a:moveTo>
                    <a:pt x="1" y="0"/>
                  </a:moveTo>
                  <a:lnTo>
                    <a:pt x="1" y="3107"/>
                  </a:lnTo>
                  <a:lnTo>
                    <a:pt x="18" y="310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5"/>
            <p:cNvSpPr/>
            <p:nvPr/>
          </p:nvSpPr>
          <p:spPr>
            <a:xfrm>
              <a:off x="6940500" y="2360800"/>
              <a:ext cx="179075" cy="102050"/>
            </a:xfrm>
            <a:custGeom>
              <a:avLst/>
              <a:gdLst/>
              <a:ahLst/>
              <a:cxnLst/>
              <a:rect l="l" t="t" r="r" b="b"/>
              <a:pathLst>
                <a:path w="7163" h="4082" extrusionOk="0">
                  <a:moveTo>
                    <a:pt x="6326" y="0"/>
                  </a:moveTo>
                  <a:cubicBezTo>
                    <a:pt x="5739" y="0"/>
                    <a:pt x="5518" y="1092"/>
                    <a:pt x="5518" y="1092"/>
                  </a:cubicBezTo>
                  <a:cubicBezTo>
                    <a:pt x="5518" y="1092"/>
                    <a:pt x="5577" y="1356"/>
                    <a:pt x="5958" y="2325"/>
                  </a:cubicBezTo>
                  <a:cubicBezTo>
                    <a:pt x="6237" y="3033"/>
                    <a:pt x="5386" y="3427"/>
                    <a:pt x="4013" y="3427"/>
                  </a:cubicBezTo>
                  <a:cubicBezTo>
                    <a:pt x="3509" y="3427"/>
                    <a:pt x="2934" y="3374"/>
                    <a:pt x="2319" y="3264"/>
                  </a:cubicBezTo>
                  <a:cubicBezTo>
                    <a:pt x="1963" y="3200"/>
                    <a:pt x="1662" y="3173"/>
                    <a:pt x="1407" y="3173"/>
                  </a:cubicBezTo>
                  <a:cubicBezTo>
                    <a:pt x="22" y="3173"/>
                    <a:pt x="1" y="3968"/>
                    <a:pt x="1" y="3968"/>
                  </a:cubicBezTo>
                  <a:cubicBezTo>
                    <a:pt x="271" y="3642"/>
                    <a:pt x="645" y="3529"/>
                    <a:pt x="1084" y="3529"/>
                  </a:cubicBezTo>
                  <a:cubicBezTo>
                    <a:pt x="2055" y="3529"/>
                    <a:pt x="3340" y="4082"/>
                    <a:pt x="4506" y="4082"/>
                  </a:cubicBezTo>
                  <a:cubicBezTo>
                    <a:pt x="4752" y="4082"/>
                    <a:pt x="4993" y="4057"/>
                    <a:pt x="5225" y="3997"/>
                  </a:cubicBezTo>
                  <a:cubicBezTo>
                    <a:pt x="7043" y="3528"/>
                    <a:pt x="6720" y="2355"/>
                    <a:pt x="6281" y="1415"/>
                  </a:cubicBezTo>
                  <a:cubicBezTo>
                    <a:pt x="5929" y="664"/>
                    <a:pt x="6704" y="589"/>
                    <a:pt x="7028" y="589"/>
                  </a:cubicBezTo>
                  <a:cubicBezTo>
                    <a:pt x="7109" y="589"/>
                    <a:pt x="7162" y="593"/>
                    <a:pt x="7162" y="593"/>
                  </a:cubicBezTo>
                  <a:cubicBezTo>
                    <a:pt x="6825" y="158"/>
                    <a:pt x="6549" y="0"/>
                    <a:pt x="63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5"/>
            <p:cNvSpPr/>
            <p:nvPr/>
          </p:nvSpPr>
          <p:spPr>
            <a:xfrm>
              <a:off x="7038975" y="2340150"/>
              <a:ext cx="149725" cy="51625"/>
            </a:xfrm>
            <a:custGeom>
              <a:avLst/>
              <a:gdLst/>
              <a:ahLst/>
              <a:cxnLst/>
              <a:rect l="l" t="t" r="r" b="b"/>
              <a:pathLst>
                <a:path w="5989" h="2065" extrusionOk="0">
                  <a:moveTo>
                    <a:pt x="5162" y="1"/>
                  </a:moveTo>
                  <a:cubicBezTo>
                    <a:pt x="1" y="1"/>
                    <a:pt x="1638" y="2065"/>
                    <a:pt x="1638" y="2065"/>
                  </a:cubicBezTo>
                  <a:cubicBezTo>
                    <a:pt x="1614" y="1517"/>
                    <a:pt x="2261" y="1352"/>
                    <a:pt x="3049" y="1352"/>
                  </a:cubicBezTo>
                  <a:cubicBezTo>
                    <a:pt x="4244" y="1352"/>
                    <a:pt x="5764" y="1732"/>
                    <a:pt x="5764" y="1732"/>
                  </a:cubicBezTo>
                  <a:lnTo>
                    <a:pt x="5989" y="17"/>
                  </a:lnTo>
                  <a:cubicBezTo>
                    <a:pt x="5695" y="6"/>
                    <a:pt x="5420" y="1"/>
                    <a:pt x="5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5"/>
            <p:cNvSpPr/>
            <p:nvPr/>
          </p:nvSpPr>
          <p:spPr>
            <a:xfrm>
              <a:off x="6784425" y="4055325"/>
              <a:ext cx="188250" cy="502675"/>
            </a:xfrm>
            <a:custGeom>
              <a:avLst/>
              <a:gdLst/>
              <a:ahLst/>
              <a:cxnLst/>
              <a:rect l="l" t="t" r="r" b="b"/>
              <a:pathLst>
                <a:path w="7530" h="20107" extrusionOk="0">
                  <a:moveTo>
                    <a:pt x="689" y="1"/>
                  </a:moveTo>
                  <a:lnTo>
                    <a:pt x="0" y="20107"/>
                  </a:lnTo>
                  <a:lnTo>
                    <a:pt x="0" y="20107"/>
                  </a:lnTo>
                  <a:lnTo>
                    <a:pt x="7529" y="11575"/>
                  </a:lnTo>
                  <a:lnTo>
                    <a:pt x="5950" y="8418"/>
                  </a:lnTo>
                  <a:lnTo>
                    <a:pt x="4722" y="11575"/>
                  </a:lnTo>
                  <a:lnTo>
                    <a:pt x="3495" y="6139"/>
                  </a:lnTo>
                  <a:lnTo>
                    <a:pt x="2617" y="13154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5"/>
            <p:cNvSpPr/>
            <p:nvPr/>
          </p:nvSpPr>
          <p:spPr>
            <a:xfrm>
              <a:off x="6938875" y="3575650"/>
              <a:ext cx="185400" cy="281125"/>
            </a:xfrm>
            <a:custGeom>
              <a:avLst/>
              <a:gdLst/>
              <a:ahLst/>
              <a:cxnLst/>
              <a:rect l="l" t="t" r="r" b="b"/>
              <a:pathLst>
                <a:path w="7416" h="11245" extrusionOk="0">
                  <a:moveTo>
                    <a:pt x="989" y="0"/>
                  </a:moveTo>
                  <a:lnTo>
                    <a:pt x="0" y="7291"/>
                  </a:lnTo>
                  <a:lnTo>
                    <a:pt x="1977" y="10626"/>
                  </a:lnTo>
                  <a:lnTo>
                    <a:pt x="7415" y="11245"/>
                  </a:lnTo>
                  <a:lnTo>
                    <a:pt x="6302" y="8279"/>
                  </a:lnTo>
                  <a:lnTo>
                    <a:pt x="4325" y="9515"/>
                  </a:lnTo>
                  <a:lnTo>
                    <a:pt x="3708" y="6671"/>
                  </a:lnTo>
                  <a:lnTo>
                    <a:pt x="2102" y="7908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3" name="Google Shape;1153;p45"/>
          <p:cNvGrpSpPr/>
          <p:nvPr/>
        </p:nvGrpSpPr>
        <p:grpSpPr>
          <a:xfrm>
            <a:off x="-635438" y="4173125"/>
            <a:ext cx="9779442" cy="1164342"/>
            <a:chOff x="-635438" y="4364207"/>
            <a:chExt cx="9779442" cy="1553906"/>
          </a:xfrm>
        </p:grpSpPr>
        <p:sp>
          <p:nvSpPr>
            <p:cNvPr id="1154" name="Google Shape;1154;p45"/>
            <p:cNvSpPr/>
            <p:nvPr/>
          </p:nvSpPr>
          <p:spPr>
            <a:xfrm>
              <a:off x="-635438" y="4364207"/>
              <a:ext cx="2522972" cy="1553906"/>
            </a:xfrm>
            <a:custGeom>
              <a:avLst/>
              <a:gdLst/>
              <a:ahLst/>
              <a:cxnLst/>
              <a:rect l="l" t="t" r="r" b="b"/>
              <a:pathLst>
                <a:path w="87809" h="73410" extrusionOk="0">
                  <a:moveTo>
                    <a:pt x="0" y="12952"/>
                  </a:moveTo>
                  <a:cubicBezTo>
                    <a:pt x="46" y="12928"/>
                    <a:pt x="84" y="12887"/>
                    <a:pt x="102" y="12837"/>
                  </a:cubicBezTo>
                  <a:cubicBezTo>
                    <a:pt x="112" y="12813"/>
                    <a:pt x="117" y="12787"/>
                    <a:pt x="117" y="12757"/>
                  </a:cubicBezTo>
                  <a:cubicBezTo>
                    <a:pt x="113" y="12560"/>
                    <a:pt x="381" y="12476"/>
                    <a:pt x="485" y="12647"/>
                  </a:cubicBezTo>
                  <a:cubicBezTo>
                    <a:pt x="500" y="12671"/>
                    <a:pt x="515" y="12696"/>
                    <a:pt x="532" y="12718"/>
                  </a:cubicBezTo>
                  <a:cubicBezTo>
                    <a:pt x="645" y="12876"/>
                    <a:pt x="803" y="12993"/>
                    <a:pt x="993" y="13051"/>
                  </a:cubicBezTo>
                  <a:cubicBezTo>
                    <a:pt x="1071" y="13075"/>
                    <a:pt x="1149" y="13149"/>
                    <a:pt x="1144" y="13239"/>
                  </a:cubicBezTo>
                  <a:cubicBezTo>
                    <a:pt x="1108" y="13871"/>
                    <a:pt x="1237" y="14539"/>
                    <a:pt x="1568" y="15087"/>
                  </a:cubicBezTo>
                  <a:cubicBezTo>
                    <a:pt x="1668" y="15256"/>
                    <a:pt x="1837" y="15463"/>
                    <a:pt x="2061" y="15403"/>
                  </a:cubicBezTo>
                  <a:cubicBezTo>
                    <a:pt x="2315" y="15336"/>
                    <a:pt x="2131" y="14979"/>
                    <a:pt x="2124" y="14806"/>
                  </a:cubicBezTo>
                  <a:cubicBezTo>
                    <a:pt x="2115" y="14583"/>
                    <a:pt x="2235" y="14317"/>
                    <a:pt x="2466" y="14252"/>
                  </a:cubicBezTo>
                  <a:cubicBezTo>
                    <a:pt x="2622" y="14208"/>
                    <a:pt x="2760" y="14284"/>
                    <a:pt x="2875" y="14382"/>
                  </a:cubicBezTo>
                  <a:cubicBezTo>
                    <a:pt x="2888" y="14393"/>
                    <a:pt x="2927" y="14431"/>
                    <a:pt x="2931" y="14433"/>
                  </a:cubicBezTo>
                  <a:cubicBezTo>
                    <a:pt x="2979" y="14438"/>
                    <a:pt x="3093" y="14343"/>
                    <a:pt x="3136" y="14319"/>
                  </a:cubicBezTo>
                  <a:cubicBezTo>
                    <a:pt x="3288" y="14234"/>
                    <a:pt x="3442" y="14146"/>
                    <a:pt x="3595" y="14059"/>
                  </a:cubicBezTo>
                  <a:cubicBezTo>
                    <a:pt x="3716" y="13990"/>
                    <a:pt x="3853" y="13929"/>
                    <a:pt x="3961" y="13839"/>
                  </a:cubicBezTo>
                  <a:cubicBezTo>
                    <a:pt x="4151" y="13683"/>
                    <a:pt x="4041" y="13436"/>
                    <a:pt x="4008" y="13233"/>
                  </a:cubicBezTo>
                  <a:cubicBezTo>
                    <a:pt x="3965" y="12976"/>
                    <a:pt x="3995" y="12714"/>
                    <a:pt x="4207" y="12537"/>
                  </a:cubicBezTo>
                  <a:cubicBezTo>
                    <a:pt x="4337" y="12428"/>
                    <a:pt x="4506" y="12372"/>
                    <a:pt x="4672" y="12379"/>
                  </a:cubicBezTo>
                  <a:cubicBezTo>
                    <a:pt x="4690" y="12236"/>
                    <a:pt x="4739" y="12097"/>
                    <a:pt x="4830" y="11981"/>
                  </a:cubicBezTo>
                  <a:cubicBezTo>
                    <a:pt x="4984" y="11786"/>
                    <a:pt x="5232" y="11749"/>
                    <a:pt x="5455" y="11680"/>
                  </a:cubicBezTo>
                  <a:cubicBezTo>
                    <a:pt x="5804" y="11570"/>
                    <a:pt x="6267" y="11423"/>
                    <a:pt x="6448" y="11078"/>
                  </a:cubicBezTo>
                  <a:cubicBezTo>
                    <a:pt x="6628" y="10735"/>
                    <a:pt x="6593" y="10321"/>
                    <a:pt x="6775" y="9975"/>
                  </a:cubicBezTo>
                  <a:cubicBezTo>
                    <a:pt x="6969" y="9606"/>
                    <a:pt x="7337" y="9491"/>
                    <a:pt x="7699" y="9346"/>
                  </a:cubicBezTo>
                  <a:cubicBezTo>
                    <a:pt x="7887" y="9272"/>
                    <a:pt x="8170" y="9082"/>
                    <a:pt x="8207" y="8857"/>
                  </a:cubicBezTo>
                  <a:cubicBezTo>
                    <a:pt x="8183" y="8820"/>
                    <a:pt x="8176" y="8775"/>
                    <a:pt x="8200" y="8729"/>
                  </a:cubicBezTo>
                  <a:cubicBezTo>
                    <a:pt x="8192" y="8703"/>
                    <a:pt x="8181" y="8675"/>
                    <a:pt x="8164" y="8647"/>
                  </a:cubicBezTo>
                  <a:cubicBezTo>
                    <a:pt x="8112" y="8559"/>
                    <a:pt x="8242" y="8448"/>
                    <a:pt x="8309" y="8531"/>
                  </a:cubicBezTo>
                  <a:cubicBezTo>
                    <a:pt x="8313" y="8537"/>
                    <a:pt x="8317" y="8541"/>
                    <a:pt x="8319" y="8545"/>
                  </a:cubicBezTo>
                  <a:cubicBezTo>
                    <a:pt x="8415" y="8396"/>
                    <a:pt x="8512" y="8247"/>
                    <a:pt x="8613" y="8100"/>
                  </a:cubicBezTo>
                  <a:cubicBezTo>
                    <a:pt x="8750" y="7901"/>
                    <a:pt x="8877" y="7696"/>
                    <a:pt x="8983" y="7479"/>
                  </a:cubicBezTo>
                  <a:cubicBezTo>
                    <a:pt x="9178" y="7081"/>
                    <a:pt x="9321" y="6636"/>
                    <a:pt x="9675" y="6343"/>
                  </a:cubicBezTo>
                  <a:cubicBezTo>
                    <a:pt x="9808" y="6229"/>
                    <a:pt x="9963" y="6136"/>
                    <a:pt x="10136" y="6095"/>
                  </a:cubicBezTo>
                  <a:cubicBezTo>
                    <a:pt x="10307" y="6056"/>
                    <a:pt x="10470" y="6075"/>
                    <a:pt x="10642" y="6104"/>
                  </a:cubicBezTo>
                  <a:cubicBezTo>
                    <a:pt x="10744" y="6123"/>
                    <a:pt x="10908" y="6175"/>
                    <a:pt x="10999" y="6103"/>
                  </a:cubicBezTo>
                  <a:cubicBezTo>
                    <a:pt x="11077" y="6041"/>
                    <a:pt x="11054" y="5920"/>
                    <a:pt x="11040" y="5826"/>
                  </a:cubicBezTo>
                  <a:cubicBezTo>
                    <a:pt x="10993" y="5534"/>
                    <a:pt x="10893" y="5221"/>
                    <a:pt x="11108" y="4968"/>
                  </a:cubicBezTo>
                  <a:cubicBezTo>
                    <a:pt x="11222" y="4834"/>
                    <a:pt x="11393" y="4790"/>
                    <a:pt x="11397" y="4591"/>
                  </a:cubicBezTo>
                  <a:cubicBezTo>
                    <a:pt x="11400" y="4401"/>
                    <a:pt x="11399" y="4230"/>
                    <a:pt x="11478" y="4053"/>
                  </a:cubicBezTo>
                  <a:cubicBezTo>
                    <a:pt x="11612" y="3754"/>
                    <a:pt x="11938" y="3529"/>
                    <a:pt x="12274" y="3599"/>
                  </a:cubicBezTo>
                  <a:cubicBezTo>
                    <a:pt x="12596" y="3666"/>
                    <a:pt x="12858" y="4012"/>
                    <a:pt x="12775" y="4343"/>
                  </a:cubicBezTo>
                  <a:cubicBezTo>
                    <a:pt x="12734" y="4503"/>
                    <a:pt x="12619" y="4630"/>
                    <a:pt x="12505" y="4743"/>
                  </a:cubicBezTo>
                  <a:cubicBezTo>
                    <a:pt x="12449" y="4799"/>
                    <a:pt x="12299" y="4916"/>
                    <a:pt x="12325" y="5002"/>
                  </a:cubicBezTo>
                  <a:cubicBezTo>
                    <a:pt x="12351" y="5091"/>
                    <a:pt x="12514" y="5136"/>
                    <a:pt x="12591" y="5175"/>
                  </a:cubicBezTo>
                  <a:cubicBezTo>
                    <a:pt x="12732" y="5245"/>
                    <a:pt x="12845" y="5340"/>
                    <a:pt x="12901" y="5493"/>
                  </a:cubicBezTo>
                  <a:cubicBezTo>
                    <a:pt x="12922" y="5547"/>
                    <a:pt x="12905" y="5634"/>
                    <a:pt x="12858" y="5671"/>
                  </a:cubicBezTo>
                  <a:cubicBezTo>
                    <a:pt x="12470" y="5982"/>
                    <a:pt x="12194" y="6417"/>
                    <a:pt x="12094" y="6899"/>
                  </a:cubicBezTo>
                  <a:cubicBezTo>
                    <a:pt x="12232" y="6861"/>
                    <a:pt x="12375" y="6852"/>
                    <a:pt x="12518" y="6871"/>
                  </a:cubicBezTo>
                  <a:cubicBezTo>
                    <a:pt x="12643" y="6886"/>
                    <a:pt x="12754" y="6930"/>
                    <a:pt x="12871" y="6977"/>
                  </a:cubicBezTo>
                  <a:cubicBezTo>
                    <a:pt x="12940" y="7003"/>
                    <a:pt x="13050" y="7059"/>
                    <a:pt x="13119" y="7010"/>
                  </a:cubicBezTo>
                  <a:cubicBezTo>
                    <a:pt x="13188" y="6962"/>
                    <a:pt x="13199" y="6835"/>
                    <a:pt x="13214" y="6761"/>
                  </a:cubicBezTo>
                  <a:cubicBezTo>
                    <a:pt x="13234" y="6649"/>
                    <a:pt x="13253" y="6542"/>
                    <a:pt x="13305" y="6437"/>
                  </a:cubicBezTo>
                  <a:cubicBezTo>
                    <a:pt x="13401" y="6246"/>
                    <a:pt x="13599" y="6095"/>
                    <a:pt x="13822" y="6158"/>
                  </a:cubicBezTo>
                  <a:cubicBezTo>
                    <a:pt x="13902" y="6181"/>
                    <a:pt x="13956" y="6248"/>
                    <a:pt x="13961" y="6331"/>
                  </a:cubicBezTo>
                  <a:cubicBezTo>
                    <a:pt x="13972" y="6495"/>
                    <a:pt x="14181" y="6594"/>
                    <a:pt x="14328" y="6569"/>
                  </a:cubicBezTo>
                  <a:cubicBezTo>
                    <a:pt x="14396" y="6556"/>
                    <a:pt x="14495" y="6493"/>
                    <a:pt x="14488" y="6426"/>
                  </a:cubicBezTo>
                  <a:cubicBezTo>
                    <a:pt x="14480" y="6369"/>
                    <a:pt x="14374" y="6303"/>
                    <a:pt x="14311" y="6257"/>
                  </a:cubicBezTo>
                  <a:cubicBezTo>
                    <a:pt x="14099" y="6101"/>
                    <a:pt x="13883" y="5868"/>
                    <a:pt x="14028" y="5586"/>
                  </a:cubicBezTo>
                  <a:cubicBezTo>
                    <a:pt x="14123" y="5396"/>
                    <a:pt x="14335" y="5305"/>
                    <a:pt x="14545" y="5269"/>
                  </a:cubicBezTo>
                  <a:cubicBezTo>
                    <a:pt x="14547" y="5225"/>
                    <a:pt x="14556" y="5180"/>
                    <a:pt x="14573" y="5136"/>
                  </a:cubicBezTo>
                  <a:cubicBezTo>
                    <a:pt x="14642" y="4948"/>
                    <a:pt x="14787" y="4855"/>
                    <a:pt x="14960" y="4775"/>
                  </a:cubicBezTo>
                  <a:cubicBezTo>
                    <a:pt x="15085" y="4717"/>
                    <a:pt x="15191" y="4672"/>
                    <a:pt x="15174" y="4522"/>
                  </a:cubicBezTo>
                  <a:cubicBezTo>
                    <a:pt x="15159" y="4364"/>
                    <a:pt x="15092" y="4215"/>
                    <a:pt x="15109" y="4053"/>
                  </a:cubicBezTo>
                  <a:cubicBezTo>
                    <a:pt x="15122" y="3893"/>
                    <a:pt x="15207" y="3756"/>
                    <a:pt x="15347" y="3674"/>
                  </a:cubicBezTo>
                  <a:cubicBezTo>
                    <a:pt x="15470" y="3601"/>
                    <a:pt x="15611" y="3579"/>
                    <a:pt x="15743" y="3534"/>
                  </a:cubicBezTo>
                  <a:cubicBezTo>
                    <a:pt x="15897" y="3482"/>
                    <a:pt x="15905" y="3376"/>
                    <a:pt x="15957" y="3231"/>
                  </a:cubicBezTo>
                  <a:cubicBezTo>
                    <a:pt x="16014" y="3071"/>
                    <a:pt x="16120" y="2952"/>
                    <a:pt x="16282" y="2889"/>
                  </a:cubicBezTo>
                  <a:cubicBezTo>
                    <a:pt x="16450" y="2822"/>
                    <a:pt x="16647" y="2835"/>
                    <a:pt x="16807" y="2919"/>
                  </a:cubicBezTo>
                  <a:cubicBezTo>
                    <a:pt x="16849" y="2802"/>
                    <a:pt x="16892" y="2686"/>
                    <a:pt x="16935" y="2569"/>
                  </a:cubicBezTo>
                  <a:cubicBezTo>
                    <a:pt x="16974" y="2463"/>
                    <a:pt x="17080" y="2402"/>
                    <a:pt x="17188" y="2459"/>
                  </a:cubicBezTo>
                  <a:cubicBezTo>
                    <a:pt x="17380" y="2560"/>
                    <a:pt x="17571" y="2660"/>
                    <a:pt x="17763" y="2759"/>
                  </a:cubicBezTo>
                  <a:cubicBezTo>
                    <a:pt x="17846" y="2803"/>
                    <a:pt x="17930" y="2848"/>
                    <a:pt x="18016" y="2891"/>
                  </a:cubicBezTo>
                  <a:cubicBezTo>
                    <a:pt x="18010" y="2885"/>
                    <a:pt x="18004" y="2880"/>
                    <a:pt x="18001" y="2874"/>
                  </a:cubicBezTo>
                  <a:cubicBezTo>
                    <a:pt x="17908" y="2772"/>
                    <a:pt x="17863" y="2634"/>
                    <a:pt x="17872" y="2495"/>
                  </a:cubicBezTo>
                  <a:cubicBezTo>
                    <a:pt x="17882" y="2350"/>
                    <a:pt x="17932" y="2214"/>
                    <a:pt x="17999" y="2086"/>
                  </a:cubicBezTo>
                  <a:cubicBezTo>
                    <a:pt x="18060" y="1965"/>
                    <a:pt x="18138" y="1810"/>
                    <a:pt x="18274" y="1762"/>
                  </a:cubicBezTo>
                  <a:cubicBezTo>
                    <a:pt x="18469" y="1693"/>
                    <a:pt x="18627" y="1872"/>
                    <a:pt x="18761" y="1985"/>
                  </a:cubicBezTo>
                  <a:cubicBezTo>
                    <a:pt x="18869" y="2074"/>
                    <a:pt x="18981" y="2164"/>
                    <a:pt x="19089" y="2255"/>
                  </a:cubicBezTo>
                  <a:cubicBezTo>
                    <a:pt x="19163" y="2106"/>
                    <a:pt x="19239" y="1959"/>
                    <a:pt x="19323" y="1818"/>
                  </a:cubicBezTo>
                  <a:cubicBezTo>
                    <a:pt x="19267" y="1747"/>
                    <a:pt x="19260" y="1630"/>
                    <a:pt x="19353" y="1561"/>
                  </a:cubicBezTo>
                  <a:cubicBezTo>
                    <a:pt x="19444" y="1492"/>
                    <a:pt x="19531" y="1418"/>
                    <a:pt x="19615" y="1340"/>
                  </a:cubicBezTo>
                  <a:cubicBezTo>
                    <a:pt x="19866" y="1107"/>
                    <a:pt x="20080" y="834"/>
                    <a:pt x="20247" y="533"/>
                  </a:cubicBezTo>
                  <a:cubicBezTo>
                    <a:pt x="20301" y="438"/>
                    <a:pt x="20431" y="421"/>
                    <a:pt x="20509" y="495"/>
                  </a:cubicBezTo>
                  <a:cubicBezTo>
                    <a:pt x="20560" y="542"/>
                    <a:pt x="20610" y="588"/>
                    <a:pt x="20658" y="635"/>
                  </a:cubicBezTo>
                  <a:cubicBezTo>
                    <a:pt x="20723" y="473"/>
                    <a:pt x="20787" y="311"/>
                    <a:pt x="20850" y="149"/>
                  </a:cubicBezTo>
                  <a:cubicBezTo>
                    <a:pt x="20883" y="66"/>
                    <a:pt x="20956" y="1"/>
                    <a:pt x="21053" y="27"/>
                  </a:cubicBezTo>
                  <a:cubicBezTo>
                    <a:pt x="21309" y="96"/>
                    <a:pt x="21393" y="324"/>
                    <a:pt x="21417" y="566"/>
                  </a:cubicBezTo>
                  <a:cubicBezTo>
                    <a:pt x="21434" y="739"/>
                    <a:pt x="21410" y="955"/>
                    <a:pt x="21497" y="1115"/>
                  </a:cubicBezTo>
                  <a:cubicBezTo>
                    <a:pt x="21564" y="1236"/>
                    <a:pt x="21728" y="1250"/>
                    <a:pt x="21837" y="1319"/>
                  </a:cubicBezTo>
                  <a:cubicBezTo>
                    <a:pt x="21953" y="1390"/>
                    <a:pt x="22042" y="1492"/>
                    <a:pt x="22098" y="1615"/>
                  </a:cubicBezTo>
                  <a:cubicBezTo>
                    <a:pt x="22209" y="1864"/>
                    <a:pt x="22185" y="2162"/>
                    <a:pt x="22061" y="2402"/>
                  </a:cubicBezTo>
                  <a:cubicBezTo>
                    <a:pt x="21968" y="2582"/>
                    <a:pt x="21826" y="2727"/>
                    <a:pt x="21670" y="2855"/>
                  </a:cubicBezTo>
                  <a:cubicBezTo>
                    <a:pt x="21869" y="2900"/>
                    <a:pt x="22066" y="2943"/>
                    <a:pt x="22265" y="2986"/>
                  </a:cubicBezTo>
                  <a:cubicBezTo>
                    <a:pt x="22334" y="3001"/>
                    <a:pt x="22397" y="3073"/>
                    <a:pt x="22393" y="3146"/>
                  </a:cubicBezTo>
                  <a:cubicBezTo>
                    <a:pt x="22369" y="3631"/>
                    <a:pt x="22347" y="4120"/>
                    <a:pt x="22325" y="4607"/>
                  </a:cubicBezTo>
                  <a:cubicBezTo>
                    <a:pt x="22615" y="4607"/>
                    <a:pt x="22899" y="4671"/>
                    <a:pt x="23169" y="4788"/>
                  </a:cubicBezTo>
                  <a:cubicBezTo>
                    <a:pt x="23264" y="4831"/>
                    <a:pt x="23284" y="4985"/>
                    <a:pt x="23208" y="5050"/>
                  </a:cubicBezTo>
                  <a:cubicBezTo>
                    <a:pt x="23121" y="5128"/>
                    <a:pt x="23031" y="5204"/>
                    <a:pt x="22944" y="5281"/>
                  </a:cubicBezTo>
                  <a:cubicBezTo>
                    <a:pt x="23255" y="5545"/>
                    <a:pt x="23336" y="6054"/>
                    <a:pt x="23065" y="6387"/>
                  </a:cubicBezTo>
                  <a:cubicBezTo>
                    <a:pt x="23022" y="6439"/>
                    <a:pt x="22972" y="6480"/>
                    <a:pt x="22916" y="6521"/>
                  </a:cubicBezTo>
                  <a:cubicBezTo>
                    <a:pt x="22881" y="6545"/>
                    <a:pt x="22801" y="6584"/>
                    <a:pt x="22793" y="6629"/>
                  </a:cubicBezTo>
                  <a:cubicBezTo>
                    <a:pt x="22786" y="6674"/>
                    <a:pt x="22875" y="6793"/>
                    <a:pt x="22894" y="6830"/>
                  </a:cubicBezTo>
                  <a:cubicBezTo>
                    <a:pt x="22927" y="6900"/>
                    <a:pt x="22957" y="6973"/>
                    <a:pt x="22983" y="7049"/>
                  </a:cubicBezTo>
                  <a:cubicBezTo>
                    <a:pt x="23039" y="7220"/>
                    <a:pt x="23065" y="7401"/>
                    <a:pt x="23065" y="7581"/>
                  </a:cubicBezTo>
                  <a:cubicBezTo>
                    <a:pt x="23299" y="7579"/>
                    <a:pt x="23465" y="7771"/>
                    <a:pt x="23502" y="8000"/>
                  </a:cubicBezTo>
                  <a:cubicBezTo>
                    <a:pt x="23548" y="8266"/>
                    <a:pt x="23472" y="8580"/>
                    <a:pt x="23372" y="8825"/>
                  </a:cubicBezTo>
                  <a:cubicBezTo>
                    <a:pt x="23312" y="8967"/>
                    <a:pt x="23215" y="9073"/>
                    <a:pt x="23113" y="9184"/>
                  </a:cubicBezTo>
                  <a:cubicBezTo>
                    <a:pt x="23087" y="9212"/>
                    <a:pt x="23031" y="9262"/>
                    <a:pt x="23031" y="9305"/>
                  </a:cubicBezTo>
                  <a:cubicBezTo>
                    <a:pt x="23031" y="9309"/>
                    <a:pt x="23035" y="9316"/>
                    <a:pt x="23039" y="9324"/>
                  </a:cubicBezTo>
                  <a:cubicBezTo>
                    <a:pt x="23154" y="9290"/>
                    <a:pt x="23279" y="9426"/>
                    <a:pt x="23241" y="9539"/>
                  </a:cubicBezTo>
                  <a:cubicBezTo>
                    <a:pt x="23228" y="9580"/>
                    <a:pt x="23214" y="9621"/>
                    <a:pt x="23199" y="9662"/>
                  </a:cubicBezTo>
                  <a:cubicBezTo>
                    <a:pt x="23156" y="9781"/>
                    <a:pt x="23104" y="9895"/>
                    <a:pt x="23044" y="10006"/>
                  </a:cubicBezTo>
                  <a:cubicBezTo>
                    <a:pt x="23163" y="10060"/>
                    <a:pt x="23266" y="10153"/>
                    <a:pt x="23340" y="10267"/>
                  </a:cubicBezTo>
                  <a:cubicBezTo>
                    <a:pt x="23472" y="10469"/>
                    <a:pt x="23485" y="10715"/>
                    <a:pt x="23450" y="10947"/>
                  </a:cubicBezTo>
                  <a:cubicBezTo>
                    <a:pt x="23418" y="11154"/>
                    <a:pt x="23351" y="11377"/>
                    <a:pt x="23255" y="11565"/>
                  </a:cubicBezTo>
                  <a:cubicBezTo>
                    <a:pt x="23154" y="11756"/>
                    <a:pt x="23013" y="11849"/>
                    <a:pt x="22816" y="11922"/>
                  </a:cubicBezTo>
                  <a:cubicBezTo>
                    <a:pt x="22767" y="11939"/>
                    <a:pt x="22732" y="11952"/>
                    <a:pt x="22737" y="12002"/>
                  </a:cubicBezTo>
                  <a:cubicBezTo>
                    <a:pt x="22745" y="12067"/>
                    <a:pt x="22812" y="12141"/>
                    <a:pt x="22849" y="12193"/>
                  </a:cubicBezTo>
                  <a:cubicBezTo>
                    <a:pt x="22944" y="12325"/>
                    <a:pt x="23054" y="12456"/>
                    <a:pt x="23096" y="12617"/>
                  </a:cubicBezTo>
                  <a:cubicBezTo>
                    <a:pt x="23173" y="12921"/>
                    <a:pt x="23013" y="13213"/>
                    <a:pt x="22864" y="13465"/>
                  </a:cubicBezTo>
                  <a:cubicBezTo>
                    <a:pt x="22762" y="13638"/>
                    <a:pt x="22576" y="13888"/>
                    <a:pt x="22620" y="14105"/>
                  </a:cubicBezTo>
                  <a:cubicBezTo>
                    <a:pt x="22871" y="14057"/>
                    <a:pt x="23083" y="13850"/>
                    <a:pt x="23344" y="13819"/>
                  </a:cubicBezTo>
                  <a:cubicBezTo>
                    <a:pt x="23666" y="13780"/>
                    <a:pt x="23931" y="14009"/>
                    <a:pt x="24030" y="14302"/>
                  </a:cubicBezTo>
                  <a:cubicBezTo>
                    <a:pt x="24136" y="14620"/>
                    <a:pt x="24021" y="14950"/>
                    <a:pt x="23759" y="15150"/>
                  </a:cubicBezTo>
                  <a:cubicBezTo>
                    <a:pt x="23548" y="15310"/>
                    <a:pt x="23271" y="15375"/>
                    <a:pt x="23007" y="15353"/>
                  </a:cubicBezTo>
                  <a:cubicBezTo>
                    <a:pt x="22992" y="15534"/>
                    <a:pt x="23186" y="15725"/>
                    <a:pt x="23292" y="15848"/>
                  </a:cubicBezTo>
                  <a:cubicBezTo>
                    <a:pt x="23468" y="16054"/>
                    <a:pt x="23613" y="16264"/>
                    <a:pt x="23695" y="16527"/>
                  </a:cubicBezTo>
                  <a:cubicBezTo>
                    <a:pt x="23833" y="16966"/>
                    <a:pt x="23794" y="17460"/>
                    <a:pt x="23578" y="17868"/>
                  </a:cubicBezTo>
                  <a:cubicBezTo>
                    <a:pt x="23833" y="17981"/>
                    <a:pt x="24021" y="18236"/>
                    <a:pt x="24047" y="18518"/>
                  </a:cubicBezTo>
                  <a:cubicBezTo>
                    <a:pt x="24084" y="18933"/>
                    <a:pt x="23723" y="19197"/>
                    <a:pt x="23480" y="19473"/>
                  </a:cubicBezTo>
                  <a:cubicBezTo>
                    <a:pt x="23377" y="19588"/>
                    <a:pt x="23269" y="19733"/>
                    <a:pt x="23262" y="19891"/>
                  </a:cubicBezTo>
                  <a:cubicBezTo>
                    <a:pt x="23255" y="20038"/>
                    <a:pt x="23370" y="20120"/>
                    <a:pt x="23483" y="20185"/>
                  </a:cubicBezTo>
                  <a:cubicBezTo>
                    <a:pt x="23777" y="20360"/>
                    <a:pt x="24086" y="20534"/>
                    <a:pt x="24039" y="20932"/>
                  </a:cubicBezTo>
                  <a:cubicBezTo>
                    <a:pt x="24015" y="21117"/>
                    <a:pt x="23915" y="21273"/>
                    <a:pt x="23876" y="21451"/>
                  </a:cubicBezTo>
                  <a:cubicBezTo>
                    <a:pt x="23855" y="21541"/>
                    <a:pt x="23844" y="21715"/>
                    <a:pt x="23957" y="21741"/>
                  </a:cubicBezTo>
                  <a:cubicBezTo>
                    <a:pt x="24069" y="21766"/>
                    <a:pt x="24138" y="21937"/>
                    <a:pt x="24037" y="22017"/>
                  </a:cubicBezTo>
                  <a:cubicBezTo>
                    <a:pt x="23494" y="22450"/>
                    <a:pt x="23178" y="23058"/>
                    <a:pt x="22964" y="23709"/>
                  </a:cubicBezTo>
                  <a:cubicBezTo>
                    <a:pt x="22868" y="24098"/>
                    <a:pt x="22771" y="24488"/>
                    <a:pt x="22680" y="24879"/>
                  </a:cubicBezTo>
                  <a:cubicBezTo>
                    <a:pt x="22702" y="24894"/>
                    <a:pt x="22724" y="24907"/>
                    <a:pt x="22756" y="24924"/>
                  </a:cubicBezTo>
                  <a:cubicBezTo>
                    <a:pt x="22896" y="25000"/>
                    <a:pt x="23057" y="25028"/>
                    <a:pt x="23210" y="25067"/>
                  </a:cubicBezTo>
                  <a:cubicBezTo>
                    <a:pt x="23485" y="25139"/>
                    <a:pt x="23734" y="25260"/>
                    <a:pt x="23941" y="25459"/>
                  </a:cubicBezTo>
                  <a:cubicBezTo>
                    <a:pt x="24026" y="25543"/>
                    <a:pt x="24103" y="25634"/>
                    <a:pt x="24171" y="25731"/>
                  </a:cubicBezTo>
                  <a:cubicBezTo>
                    <a:pt x="24627" y="24959"/>
                    <a:pt x="25040" y="24163"/>
                    <a:pt x="25616" y="23469"/>
                  </a:cubicBezTo>
                  <a:cubicBezTo>
                    <a:pt x="25815" y="23229"/>
                    <a:pt x="26022" y="22991"/>
                    <a:pt x="26243" y="22772"/>
                  </a:cubicBezTo>
                  <a:cubicBezTo>
                    <a:pt x="26474" y="22539"/>
                    <a:pt x="26725" y="22327"/>
                    <a:pt x="26972" y="22113"/>
                  </a:cubicBezTo>
                  <a:cubicBezTo>
                    <a:pt x="27381" y="21760"/>
                    <a:pt x="27809" y="21366"/>
                    <a:pt x="28341" y="21210"/>
                  </a:cubicBezTo>
                  <a:cubicBezTo>
                    <a:pt x="28616" y="21128"/>
                    <a:pt x="28893" y="21135"/>
                    <a:pt x="29170" y="21198"/>
                  </a:cubicBezTo>
                  <a:cubicBezTo>
                    <a:pt x="29325" y="21234"/>
                    <a:pt x="29481" y="21284"/>
                    <a:pt x="29641" y="21282"/>
                  </a:cubicBezTo>
                  <a:cubicBezTo>
                    <a:pt x="29728" y="21280"/>
                    <a:pt x="29773" y="21273"/>
                    <a:pt x="29860" y="21247"/>
                  </a:cubicBezTo>
                  <a:cubicBezTo>
                    <a:pt x="30154" y="21154"/>
                    <a:pt x="30394" y="20893"/>
                    <a:pt x="30606" y="20644"/>
                  </a:cubicBezTo>
                  <a:cubicBezTo>
                    <a:pt x="30978" y="20209"/>
                    <a:pt x="31508" y="19387"/>
                    <a:pt x="32178" y="19547"/>
                  </a:cubicBezTo>
                  <a:cubicBezTo>
                    <a:pt x="32399" y="19387"/>
                    <a:pt x="32698" y="19493"/>
                    <a:pt x="32864" y="19692"/>
                  </a:cubicBezTo>
                  <a:cubicBezTo>
                    <a:pt x="32942" y="19787"/>
                    <a:pt x="32985" y="19891"/>
                    <a:pt x="33003" y="20003"/>
                  </a:cubicBezTo>
                  <a:cubicBezTo>
                    <a:pt x="33059" y="19975"/>
                    <a:pt x="33139" y="19943"/>
                    <a:pt x="33173" y="19893"/>
                  </a:cubicBezTo>
                  <a:cubicBezTo>
                    <a:pt x="33199" y="19852"/>
                    <a:pt x="33173" y="19824"/>
                    <a:pt x="33139" y="19787"/>
                  </a:cubicBezTo>
                  <a:cubicBezTo>
                    <a:pt x="32998" y="19632"/>
                    <a:pt x="32916" y="19482"/>
                    <a:pt x="32916" y="19266"/>
                  </a:cubicBezTo>
                  <a:cubicBezTo>
                    <a:pt x="32916" y="19056"/>
                    <a:pt x="32961" y="18827"/>
                    <a:pt x="33028" y="18628"/>
                  </a:cubicBezTo>
                  <a:cubicBezTo>
                    <a:pt x="33104" y="18407"/>
                    <a:pt x="33230" y="18195"/>
                    <a:pt x="33440" y="18078"/>
                  </a:cubicBezTo>
                  <a:cubicBezTo>
                    <a:pt x="33559" y="18011"/>
                    <a:pt x="33692" y="17975"/>
                    <a:pt x="33824" y="17983"/>
                  </a:cubicBezTo>
                  <a:cubicBezTo>
                    <a:pt x="33820" y="17856"/>
                    <a:pt x="33829" y="17732"/>
                    <a:pt x="33844" y="17605"/>
                  </a:cubicBezTo>
                  <a:cubicBezTo>
                    <a:pt x="33850" y="17564"/>
                    <a:pt x="33857" y="17520"/>
                    <a:pt x="33863" y="17479"/>
                  </a:cubicBezTo>
                  <a:cubicBezTo>
                    <a:pt x="33883" y="17362"/>
                    <a:pt x="34056" y="17298"/>
                    <a:pt x="34145" y="17380"/>
                  </a:cubicBezTo>
                  <a:cubicBezTo>
                    <a:pt x="34151" y="17377"/>
                    <a:pt x="34156" y="17371"/>
                    <a:pt x="34158" y="17367"/>
                  </a:cubicBezTo>
                  <a:cubicBezTo>
                    <a:pt x="34179" y="17330"/>
                    <a:pt x="34151" y="17259"/>
                    <a:pt x="34142" y="17224"/>
                  </a:cubicBezTo>
                  <a:cubicBezTo>
                    <a:pt x="34103" y="17077"/>
                    <a:pt x="34067" y="16938"/>
                    <a:pt x="34080" y="16785"/>
                  </a:cubicBezTo>
                  <a:cubicBezTo>
                    <a:pt x="34103" y="16519"/>
                    <a:pt x="34182" y="16207"/>
                    <a:pt x="34346" y="15991"/>
                  </a:cubicBezTo>
                  <a:cubicBezTo>
                    <a:pt x="34486" y="15807"/>
                    <a:pt x="34720" y="15714"/>
                    <a:pt x="34926" y="15824"/>
                  </a:cubicBezTo>
                  <a:cubicBezTo>
                    <a:pt x="35010" y="15664"/>
                    <a:pt x="35118" y="15517"/>
                    <a:pt x="35248" y="15390"/>
                  </a:cubicBezTo>
                  <a:cubicBezTo>
                    <a:pt x="35304" y="15335"/>
                    <a:pt x="35363" y="15284"/>
                    <a:pt x="35427" y="15236"/>
                  </a:cubicBezTo>
                  <a:cubicBezTo>
                    <a:pt x="35460" y="15212"/>
                    <a:pt x="35596" y="15149"/>
                    <a:pt x="35609" y="15106"/>
                  </a:cubicBezTo>
                  <a:cubicBezTo>
                    <a:pt x="35624" y="15061"/>
                    <a:pt x="35570" y="14990"/>
                    <a:pt x="35549" y="14951"/>
                  </a:cubicBezTo>
                  <a:cubicBezTo>
                    <a:pt x="35520" y="14892"/>
                    <a:pt x="35494" y="14832"/>
                    <a:pt x="35481" y="14765"/>
                  </a:cubicBezTo>
                  <a:cubicBezTo>
                    <a:pt x="35393" y="14347"/>
                    <a:pt x="35702" y="13930"/>
                    <a:pt x="36100" y="13841"/>
                  </a:cubicBezTo>
                  <a:cubicBezTo>
                    <a:pt x="36057" y="13731"/>
                    <a:pt x="36014" y="13624"/>
                    <a:pt x="35972" y="13514"/>
                  </a:cubicBezTo>
                  <a:cubicBezTo>
                    <a:pt x="35936" y="13421"/>
                    <a:pt x="36026" y="13293"/>
                    <a:pt x="36128" y="13300"/>
                  </a:cubicBezTo>
                  <a:cubicBezTo>
                    <a:pt x="36422" y="13319"/>
                    <a:pt x="36702" y="13395"/>
                    <a:pt x="36961" y="13531"/>
                  </a:cubicBezTo>
                  <a:cubicBezTo>
                    <a:pt x="37167" y="13088"/>
                    <a:pt x="37374" y="12645"/>
                    <a:pt x="37577" y="12203"/>
                  </a:cubicBezTo>
                  <a:cubicBezTo>
                    <a:pt x="37606" y="12138"/>
                    <a:pt x="37697" y="12102"/>
                    <a:pt x="37764" y="12121"/>
                  </a:cubicBezTo>
                  <a:cubicBezTo>
                    <a:pt x="37960" y="12175"/>
                    <a:pt x="38155" y="12227"/>
                    <a:pt x="38352" y="12281"/>
                  </a:cubicBezTo>
                  <a:cubicBezTo>
                    <a:pt x="38274" y="12095"/>
                    <a:pt x="38216" y="11901"/>
                    <a:pt x="38216" y="11697"/>
                  </a:cubicBezTo>
                  <a:cubicBezTo>
                    <a:pt x="38216" y="11427"/>
                    <a:pt x="38332" y="11152"/>
                    <a:pt x="38547" y="10985"/>
                  </a:cubicBezTo>
                  <a:cubicBezTo>
                    <a:pt x="38653" y="10901"/>
                    <a:pt x="38780" y="10851"/>
                    <a:pt x="38914" y="10841"/>
                  </a:cubicBezTo>
                  <a:cubicBezTo>
                    <a:pt x="39044" y="10832"/>
                    <a:pt x="39196" y="10895"/>
                    <a:pt x="39312" y="10817"/>
                  </a:cubicBezTo>
                  <a:cubicBezTo>
                    <a:pt x="39464" y="10717"/>
                    <a:pt x="39540" y="10514"/>
                    <a:pt x="39637" y="10369"/>
                  </a:cubicBezTo>
                  <a:cubicBezTo>
                    <a:pt x="39771" y="10166"/>
                    <a:pt x="39950" y="10003"/>
                    <a:pt x="40210" y="10060"/>
                  </a:cubicBezTo>
                  <a:cubicBezTo>
                    <a:pt x="40307" y="10081"/>
                    <a:pt x="40342" y="10174"/>
                    <a:pt x="40333" y="10261"/>
                  </a:cubicBezTo>
                  <a:cubicBezTo>
                    <a:pt x="40312" y="10436"/>
                    <a:pt x="40296" y="10609"/>
                    <a:pt x="40275" y="10782"/>
                  </a:cubicBezTo>
                  <a:cubicBezTo>
                    <a:pt x="40342" y="10763"/>
                    <a:pt x="40407" y="10745"/>
                    <a:pt x="40474" y="10726"/>
                  </a:cubicBezTo>
                  <a:cubicBezTo>
                    <a:pt x="40576" y="10696"/>
                    <a:pt x="40684" y="10773"/>
                    <a:pt x="40688" y="10880"/>
                  </a:cubicBezTo>
                  <a:cubicBezTo>
                    <a:pt x="40699" y="11224"/>
                    <a:pt x="40760" y="11565"/>
                    <a:pt x="40874" y="11888"/>
                  </a:cubicBezTo>
                  <a:cubicBezTo>
                    <a:pt x="40913" y="11996"/>
                    <a:pt x="40956" y="12102"/>
                    <a:pt x="41006" y="12206"/>
                  </a:cubicBezTo>
                  <a:cubicBezTo>
                    <a:pt x="41056" y="12311"/>
                    <a:pt x="40995" y="12411"/>
                    <a:pt x="40913" y="12448"/>
                  </a:cubicBezTo>
                  <a:cubicBezTo>
                    <a:pt x="40922" y="12614"/>
                    <a:pt x="40922" y="12777"/>
                    <a:pt x="40919" y="12945"/>
                  </a:cubicBezTo>
                  <a:cubicBezTo>
                    <a:pt x="41056" y="12911"/>
                    <a:pt x="41196" y="12885"/>
                    <a:pt x="41333" y="12855"/>
                  </a:cubicBezTo>
                  <a:cubicBezTo>
                    <a:pt x="41504" y="12818"/>
                    <a:pt x="41728" y="12733"/>
                    <a:pt x="41869" y="12883"/>
                  </a:cubicBezTo>
                  <a:cubicBezTo>
                    <a:pt x="41966" y="12989"/>
                    <a:pt x="41966" y="13162"/>
                    <a:pt x="41964" y="13298"/>
                  </a:cubicBezTo>
                  <a:cubicBezTo>
                    <a:pt x="41964" y="13441"/>
                    <a:pt x="41943" y="13586"/>
                    <a:pt x="41886" y="13720"/>
                  </a:cubicBezTo>
                  <a:cubicBezTo>
                    <a:pt x="41830" y="13847"/>
                    <a:pt x="41726" y="13949"/>
                    <a:pt x="41597" y="13997"/>
                  </a:cubicBezTo>
                  <a:cubicBezTo>
                    <a:pt x="41590" y="13999"/>
                    <a:pt x="41582" y="14001"/>
                    <a:pt x="41577" y="14005"/>
                  </a:cubicBezTo>
                  <a:cubicBezTo>
                    <a:pt x="41670" y="14005"/>
                    <a:pt x="41765" y="14005"/>
                    <a:pt x="41860" y="14005"/>
                  </a:cubicBezTo>
                  <a:cubicBezTo>
                    <a:pt x="42075" y="14005"/>
                    <a:pt x="42291" y="14005"/>
                    <a:pt x="42509" y="14005"/>
                  </a:cubicBezTo>
                  <a:cubicBezTo>
                    <a:pt x="42631" y="14005"/>
                    <a:pt x="42696" y="14107"/>
                    <a:pt x="42682" y="14221"/>
                  </a:cubicBezTo>
                  <a:cubicBezTo>
                    <a:pt x="42667" y="14343"/>
                    <a:pt x="42650" y="14466"/>
                    <a:pt x="42635" y="14589"/>
                  </a:cubicBezTo>
                  <a:cubicBezTo>
                    <a:pt x="42814" y="14589"/>
                    <a:pt x="42996" y="14669"/>
                    <a:pt x="43113" y="14805"/>
                  </a:cubicBezTo>
                  <a:cubicBezTo>
                    <a:pt x="43227" y="14935"/>
                    <a:pt x="43266" y="15089"/>
                    <a:pt x="43243" y="15260"/>
                  </a:cubicBezTo>
                  <a:cubicBezTo>
                    <a:pt x="43223" y="15411"/>
                    <a:pt x="43180" y="15507"/>
                    <a:pt x="43292" y="15627"/>
                  </a:cubicBezTo>
                  <a:cubicBezTo>
                    <a:pt x="43388" y="15729"/>
                    <a:pt x="43504" y="15813"/>
                    <a:pt x="43578" y="15933"/>
                  </a:cubicBezTo>
                  <a:cubicBezTo>
                    <a:pt x="43664" y="16069"/>
                    <a:pt x="43677" y="16231"/>
                    <a:pt x="43615" y="16380"/>
                  </a:cubicBezTo>
                  <a:cubicBezTo>
                    <a:pt x="43554" y="16530"/>
                    <a:pt x="43426" y="16631"/>
                    <a:pt x="43338" y="16765"/>
                  </a:cubicBezTo>
                  <a:cubicBezTo>
                    <a:pt x="43254" y="16893"/>
                    <a:pt x="43329" y="16980"/>
                    <a:pt x="43411" y="17088"/>
                  </a:cubicBezTo>
                  <a:cubicBezTo>
                    <a:pt x="43528" y="17241"/>
                    <a:pt x="43613" y="17388"/>
                    <a:pt x="43587" y="17589"/>
                  </a:cubicBezTo>
                  <a:cubicBezTo>
                    <a:pt x="43582" y="17633"/>
                    <a:pt x="43569" y="17678"/>
                    <a:pt x="43550" y="17719"/>
                  </a:cubicBezTo>
                  <a:cubicBezTo>
                    <a:pt x="43721" y="17849"/>
                    <a:pt x="43864" y="18027"/>
                    <a:pt x="43863" y="18238"/>
                  </a:cubicBezTo>
                  <a:cubicBezTo>
                    <a:pt x="43859" y="18556"/>
                    <a:pt x="43561" y="18664"/>
                    <a:pt x="43299" y="18703"/>
                  </a:cubicBezTo>
                  <a:cubicBezTo>
                    <a:pt x="43223" y="18714"/>
                    <a:pt x="43098" y="18725"/>
                    <a:pt x="43067" y="18771"/>
                  </a:cubicBezTo>
                  <a:cubicBezTo>
                    <a:pt x="43028" y="18827"/>
                    <a:pt x="43085" y="18929"/>
                    <a:pt x="43141" y="18972"/>
                  </a:cubicBezTo>
                  <a:cubicBezTo>
                    <a:pt x="43260" y="19062"/>
                    <a:pt x="43491" y="19071"/>
                    <a:pt x="43576" y="18931"/>
                  </a:cubicBezTo>
                  <a:cubicBezTo>
                    <a:pt x="43619" y="18859"/>
                    <a:pt x="43697" y="18825"/>
                    <a:pt x="43779" y="18842"/>
                  </a:cubicBezTo>
                  <a:cubicBezTo>
                    <a:pt x="44006" y="18889"/>
                    <a:pt x="44112" y="19114"/>
                    <a:pt x="44108" y="19329"/>
                  </a:cubicBezTo>
                  <a:cubicBezTo>
                    <a:pt x="44106" y="19446"/>
                    <a:pt x="44073" y="19549"/>
                    <a:pt x="44039" y="19659"/>
                  </a:cubicBezTo>
                  <a:cubicBezTo>
                    <a:pt x="44017" y="19731"/>
                    <a:pt x="43969" y="19848"/>
                    <a:pt x="44008" y="19923"/>
                  </a:cubicBezTo>
                  <a:cubicBezTo>
                    <a:pt x="44047" y="19999"/>
                    <a:pt x="44169" y="19999"/>
                    <a:pt x="44244" y="20008"/>
                  </a:cubicBezTo>
                  <a:cubicBezTo>
                    <a:pt x="44368" y="20021"/>
                    <a:pt x="44487" y="20032"/>
                    <a:pt x="44606" y="20077"/>
                  </a:cubicBezTo>
                  <a:cubicBezTo>
                    <a:pt x="44740" y="20127"/>
                    <a:pt x="44863" y="20202"/>
                    <a:pt x="44967" y="20298"/>
                  </a:cubicBezTo>
                  <a:cubicBezTo>
                    <a:pt x="45103" y="19824"/>
                    <a:pt x="45060" y="19311"/>
                    <a:pt x="44859" y="18857"/>
                  </a:cubicBezTo>
                  <a:cubicBezTo>
                    <a:pt x="44835" y="18803"/>
                    <a:pt x="44859" y="18717"/>
                    <a:pt x="44902" y="18678"/>
                  </a:cubicBezTo>
                  <a:cubicBezTo>
                    <a:pt x="45023" y="18571"/>
                    <a:pt x="45166" y="18537"/>
                    <a:pt x="45326" y="18539"/>
                  </a:cubicBezTo>
                  <a:cubicBezTo>
                    <a:pt x="45410" y="18541"/>
                    <a:pt x="45577" y="18578"/>
                    <a:pt x="45642" y="18511"/>
                  </a:cubicBezTo>
                  <a:cubicBezTo>
                    <a:pt x="45706" y="18446"/>
                    <a:pt x="45624" y="18273"/>
                    <a:pt x="45601" y="18199"/>
                  </a:cubicBezTo>
                  <a:cubicBezTo>
                    <a:pt x="45555" y="18044"/>
                    <a:pt x="45510" y="17879"/>
                    <a:pt x="45548" y="17719"/>
                  </a:cubicBezTo>
                  <a:cubicBezTo>
                    <a:pt x="45626" y="17386"/>
                    <a:pt x="46020" y="17202"/>
                    <a:pt x="46336" y="17291"/>
                  </a:cubicBezTo>
                  <a:cubicBezTo>
                    <a:pt x="46667" y="17384"/>
                    <a:pt x="46851" y="17732"/>
                    <a:pt x="46831" y="18061"/>
                  </a:cubicBezTo>
                  <a:cubicBezTo>
                    <a:pt x="46820" y="18254"/>
                    <a:pt x="46738" y="18405"/>
                    <a:pt x="46654" y="18576"/>
                  </a:cubicBezTo>
                  <a:cubicBezTo>
                    <a:pt x="46565" y="18753"/>
                    <a:pt x="46697" y="18872"/>
                    <a:pt x="46734" y="19043"/>
                  </a:cubicBezTo>
                  <a:cubicBezTo>
                    <a:pt x="46808" y="19368"/>
                    <a:pt x="46576" y="19597"/>
                    <a:pt x="46397" y="19835"/>
                  </a:cubicBezTo>
                  <a:cubicBezTo>
                    <a:pt x="46342" y="19911"/>
                    <a:pt x="46267" y="20010"/>
                    <a:pt x="46306" y="20099"/>
                  </a:cubicBezTo>
                  <a:cubicBezTo>
                    <a:pt x="46355" y="20205"/>
                    <a:pt x="46524" y="20237"/>
                    <a:pt x="46622" y="20267"/>
                  </a:cubicBezTo>
                  <a:cubicBezTo>
                    <a:pt x="46788" y="20319"/>
                    <a:pt x="46942" y="20378"/>
                    <a:pt x="47076" y="20494"/>
                  </a:cubicBezTo>
                  <a:cubicBezTo>
                    <a:pt x="47210" y="20609"/>
                    <a:pt x="47303" y="20765"/>
                    <a:pt x="47370" y="20925"/>
                  </a:cubicBezTo>
                  <a:cubicBezTo>
                    <a:pt x="47547" y="21349"/>
                    <a:pt x="47467" y="21810"/>
                    <a:pt x="47456" y="22253"/>
                  </a:cubicBezTo>
                  <a:cubicBezTo>
                    <a:pt x="47450" y="22495"/>
                    <a:pt x="47467" y="22736"/>
                    <a:pt x="47497" y="22976"/>
                  </a:cubicBezTo>
                  <a:cubicBezTo>
                    <a:pt x="47517" y="23151"/>
                    <a:pt x="47534" y="23328"/>
                    <a:pt x="47550" y="23506"/>
                  </a:cubicBezTo>
                  <a:cubicBezTo>
                    <a:pt x="47556" y="23503"/>
                    <a:pt x="47562" y="23501"/>
                    <a:pt x="47565" y="23499"/>
                  </a:cubicBezTo>
                  <a:cubicBezTo>
                    <a:pt x="47666" y="23454"/>
                    <a:pt x="47729" y="23614"/>
                    <a:pt x="47642" y="23668"/>
                  </a:cubicBezTo>
                  <a:cubicBezTo>
                    <a:pt x="47614" y="23685"/>
                    <a:pt x="47590" y="23704"/>
                    <a:pt x="47571" y="23724"/>
                  </a:cubicBezTo>
                  <a:cubicBezTo>
                    <a:pt x="47573" y="23776"/>
                    <a:pt x="47545" y="23813"/>
                    <a:pt x="47506" y="23834"/>
                  </a:cubicBezTo>
                  <a:cubicBezTo>
                    <a:pt x="47435" y="24049"/>
                    <a:pt x="47597" y="24351"/>
                    <a:pt x="47729" y="24503"/>
                  </a:cubicBezTo>
                  <a:cubicBezTo>
                    <a:pt x="47984" y="24799"/>
                    <a:pt x="48257" y="25072"/>
                    <a:pt x="48259" y="25489"/>
                  </a:cubicBezTo>
                  <a:cubicBezTo>
                    <a:pt x="48261" y="25879"/>
                    <a:pt x="48036" y="26229"/>
                    <a:pt x="48038" y="26616"/>
                  </a:cubicBezTo>
                  <a:cubicBezTo>
                    <a:pt x="48038" y="27008"/>
                    <a:pt x="48380" y="27352"/>
                    <a:pt x="48638" y="27611"/>
                  </a:cubicBezTo>
                  <a:cubicBezTo>
                    <a:pt x="48804" y="27776"/>
                    <a:pt x="49007" y="27921"/>
                    <a:pt x="49053" y="28167"/>
                  </a:cubicBezTo>
                  <a:cubicBezTo>
                    <a:pt x="49081" y="28310"/>
                    <a:pt x="49059" y="28457"/>
                    <a:pt x="49009" y="28595"/>
                  </a:cubicBezTo>
                  <a:cubicBezTo>
                    <a:pt x="49159" y="28664"/>
                    <a:pt x="49282" y="28792"/>
                    <a:pt x="49349" y="28950"/>
                  </a:cubicBezTo>
                  <a:cubicBezTo>
                    <a:pt x="49455" y="29203"/>
                    <a:pt x="49360" y="29450"/>
                    <a:pt x="49202" y="29659"/>
                  </a:cubicBezTo>
                  <a:cubicBezTo>
                    <a:pt x="49079" y="29820"/>
                    <a:pt x="48867" y="29991"/>
                    <a:pt x="48962" y="30216"/>
                  </a:cubicBezTo>
                  <a:cubicBezTo>
                    <a:pt x="49016" y="30345"/>
                    <a:pt x="49111" y="30462"/>
                    <a:pt x="49185" y="30579"/>
                  </a:cubicBezTo>
                  <a:cubicBezTo>
                    <a:pt x="49282" y="30728"/>
                    <a:pt x="49377" y="30875"/>
                    <a:pt x="49472" y="31024"/>
                  </a:cubicBezTo>
                  <a:cubicBezTo>
                    <a:pt x="49500" y="31065"/>
                    <a:pt x="49557" y="31202"/>
                    <a:pt x="49602" y="31219"/>
                  </a:cubicBezTo>
                  <a:cubicBezTo>
                    <a:pt x="49606" y="31219"/>
                    <a:pt x="49656" y="31204"/>
                    <a:pt x="49674" y="31200"/>
                  </a:cubicBezTo>
                  <a:cubicBezTo>
                    <a:pt x="49823" y="31165"/>
                    <a:pt x="49979" y="31161"/>
                    <a:pt x="50098" y="31273"/>
                  </a:cubicBezTo>
                  <a:cubicBezTo>
                    <a:pt x="50271" y="31438"/>
                    <a:pt x="50255" y="31730"/>
                    <a:pt x="50143" y="31924"/>
                  </a:cubicBezTo>
                  <a:cubicBezTo>
                    <a:pt x="50057" y="32073"/>
                    <a:pt x="49728" y="32303"/>
                    <a:pt x="49924" y="32482"/>
                  </a:cubicBezTo>
                  <a:cubicBezTo>
                    <a:pt x="50095" y="32638"/>
                    <a:pt x="50338" y="32532"/>
                    <a:pt x="50508" y="32430"/>
                  </a:cubicBezTo>
                  <a:cubicBezTo>
                    <a:pt x="51052" y="32097"/>
                    <a:pt x="51476" y="31567"/>
                    <a:pt x="51737" y="30988"/>
                  </a:cubicBezTo>
                  <a:cubicBezTo>
                    <a:pt x="51774" y="30906"/>
                    <a:pt x="51878" y="30877"/>
                    <a:pt x="51958" y="30892"/>
                  </a:cubicBezTo>
                  <a:cubicBezTo>
                    <a:pt x="52153" y="30929"/>
                    <a:pt x="52349" y="30897"/>
                    <a:pt x="52522" y="30810"/>
                  </a:cubicBezTo>
                  <a:cubicBezTo>
                    <a:pt x="52548" y="30797"/>
                    <a:pt x="52572" y="30784"/>
                    <a:pt x="52596" y="30769"/>
                  </a:cubicBezTo>
                  <a:cubicBezTo>
                    <a:pt x="52767" y="30665"/>
                    <a:pt x="52966" y="30864"/>
                    <a:pt x="52873" y="31037"/>
                  </a:cubicBezTo>
                  <a:cubicBezTo>
                    <a:pt x="52858" y="31063"/>
                    <a:pt x="52851" y="31089"/>
                    <a:pt x="52847" y="31115"/>
                  </a:cubicBezTo>
                  <a:cubicBezTo>
                    <a:pt x="52836" y="31197"/>
                    <a:pt x="52877" y="31278"/>
                    <a:pt x="52949" y="31329"/>
                  </a:cubicBezTo>
                  <a:cubicBezTo>
                    <a:pt x="53031" y="31386"/>
                    <a:pt x="53111" y="31435"/>
                    <a:pt x="53160" y="31524"/>
                  </a:cubicBezTo>
                  <a:cubicBezTo>
                    <a:pt x="53208" y="31611"/>
                    <a:pt x="53217" y="31717"/>
                    <a:pt x="53195" y="31816"/>
                  </a:cubicBezTo>
                  <a:cubicBezTo>
                    <a:pt x="53148" y="32002"/>
                    <a:pt x="53013" y="32113"/>
                    <a:pt x="52881" y="32238"/>
                  </a:cubicBezTo>
                  <a:cubicBezTo>
                    <a:pt x="52842" y="32273"/>
                    <a:pt x="52791" y="32316"/>
                    <a:pt x="52782" y="32370"/>
                  </a:cubicBezTo>
                  <a:cubicBezTo>
                    <a:pt x="52769" y="32431"/>
                    <a:pt x="52806" y="32506"/>
                    <a:pt x="52828" y="32560"/>
                  </a:cubicBezTo>
                  <a:cubicBezTo>
                    <a:pt x="52866" y="32645"/>
                    <a:pt x="52907" y="32727"/>
                    <a:pt x="52936" y="32815"/>
                  </a:cubicBezTo>
                  <a:cubicBezTo>
                    <a:pt x="52940" y="32757"/>
                    <a:pt x="52968" y="32696"/>
                    <a:pt x="53022" y="32669"/>
                  </a:cubicBezTo>
                  <a:cubicBezTo>
                    <a:pt x="53297" y="32532"/>
                    <a:pt x="53574" y="32396"/>
                    <a:pt x="53851" y="32260"/>
                  </a:cubicBezTo>
                  <a:cubicBezTo>
                    <a:pt x="53985" y="32197"/>
                    <a:pt x="54117" y="32132"/>
                    <a:pt x="54249" y="32069"/>
                  </a:cubicBezTo>
                  <a:cubicBezTo>
                    <a:pt x="54305" y="32043"/>
                    <a:pt x="54365" y="32017"/>
                    <a:pt x="54415" y="31980"/>
                  </a:cubicBezTo>
                  <a:cubicBezTo>
                    <a:pt x="54432" y="31966"/>
                    <a:pt x="54452" y="31950"/>
                    <a:pt x="54465" y="31931"/>
                  </a:cubicBezTo>
                  <a:cubicBezTo>
                    <a:pt x="54463" y="31926"/>
                    <a:pt x="54463" y="31918"/>
                    <a:pt x="54461" y="31907"/>
                  </a:cubicBezTo>
                  <a:cubicBezTo>
                    <a:pt x="54450" y="31782"/>
                    <a:pt x="54593" y="31663"/>
                    <a:pt x="54716" y="31702"/>
                  </a:cubicBezTo>
                  <a:cubicBezTo>
                    <a:pt x="55029" y="31807"/>
                    <a:pt x="55371" y="31929"/>
                    <a:pt x="55553" y="32223"/>
                  </a:cubicBezTo>
                  <a:cubicBezTo>
                    <a:pt x="55646" y="32374"/>
                    <a:pt x="55687" y="32550"/>
                    <a:pt x="55665" y="32720"/>
                  </a:cubicBezTo>
                  <a:cubicBezTo>
                    <a:pt x="55882" y="32744"/>
                    <a:pt x="56098" y="32807"/>
                    <a:pt x="56254" y="32958"/>
                  </a:cubicBezTo>
                  <a:cubicBezTo>
                    <a:pt x="56388" y="33086"/>
                    <a:pt x="56451" y="33268"/>
                    <a:pt x="56444" y="33451"/>
                  </a:cubicBezTo>
                  <a:cubicBezTo>
                    <a:pt x="56436" y="33598"/>
                    <a:pt x="56375" y="33783"/>
                    <a:pt x="56429" y="33917"/>
                  </a:cubicBezTo>
                  <a:cubicBezTo>
                    <a:pt x="56516" y="34137"/>
                    <a:pt x="56764" y="34289"/>
                    <a:pt x="56879" y="34513"/>
                  </a:cubicBezTo>
                  <a:cubicBezTo>
                    <a:pt x="56944" y="34641"/>
                    <a:pt x="56976" y="34786"/>
                    <a:pt x="56935" y="34927"/>
                  </a:cubicBezTo>
                  <a:cubicBezTo>
                    <a:pt x="56909" y="35020"/>
                    <a:pt x="56859" y="35098"/>
                    <a:pt x="56797" y="35171"/>
                  </a:cubicBezTo>
                  <a:cubicBezTo>
                    <a:pt x="56745" y="35234"/>
                    <a:pt x="56673" y="35286"/>
                    <a:pt x="56632" y="35355"/>
                  </a:cubicBezTo>
                  <a:cubicBezTo>
                    <a:pt x="56557" y="35483"/>
                    <a:pt x="56654" y="35645"/>
                    <a:pt x="56762" y="35723"/>
                  </a:cubicBezTo>
                  <a:cubicBezTo>
                    <a:pt x="56935" y="35846"/>
                    <a:pt x="57175" y="35853"/>
                    <a:pt x="57381" y="35863"/>
                  </a:cubicBezTo>
                  <a:cubicBezTo>
                    <a:pt x="57493" y="35868"/>
                    <a:pt x="57595" y="35946"/>
                    <a:pt x="57597" y="36067"/>
                  </a:cubicBezTo>
                  <a:cubicBezTo>
                    <a:pt x="57604" y="36462"/>
                    <a:pt x="57489" y="36848"/>
                    <a:pt x="57257" y="37165"/>
                  </a:cubicBezTo>
                  <a:cubicBezTo>
                    <a:pt x="57318" y="37323"/>
                    <a:pt x="57351" y="37488"/>
                    <a:pt x="57359" y="37652"/>
                  </a:cubicBezTo>
                  <a:cubicBezTo>
                    <a:pt x="57523" y="37628"/>
                    <a:pt x="57681" y="37496"/>
                    <a:pt x="57785" y="37380"/>
                  </a:cubicBezTo>
                  <a:cubicBezTo>
                    <a:pt x="57948" y="37198"/>
                    <a:pt x="58112" y="36997"/>
                    <a:pt x="58354" y="36919"/>
                  </a:cubicBezTo>
                  <a:cubicBezTo>
                    <a:pt x="58488" y="36876"/>
                    <a:pt x="58609" y="36904"/>
                    <a:pt x="58743" y="36908"/>
                  </a:cubicBezTo>
                  <a:cubicBezTo>
                    <a:pt x="58867" y="36910"/>
                    <a:pt x="58891" y="36819"/>
                    <a:pt x="58899" y="36709"/>
                  </a:cubicBezTo>
                  <a:cubicBezTo>
                    <a:pt x="58916" y="36396"/>
                    <a:pt x="58854" y="36064"/>
                    <a:pt x="58750" y="35772"/>
                  </a:cubicBezTo>
                  <a:cubicBezTo>
                    <a:pt x="58705" y="35647"/>
                    <a:pt x="58811" y="35534"/>
                    <a:pt x="58930" y="35524"/>
                  </a:cubicBezTo>
                  <a:cubicBezTo>
                    <a:pt x="59077" y="35511"/>
                    <a:pt x="59291" y="35493"/>
                    <a:pt x="59399" y="35381"/>
                  </a:cubicBezTo>
                  <a:cubicBezTo>
                    <a:pt x="59436" y="35342"/>
                    <a:pt x="59438" y="35290"/>
                    <a:pt x="59425" y="35217"/>
                  </a:cubicBezTo>
                  <a:cubicBezTo>
                    <a:pt x="59406" y="35106"/>
                    <a:pt x="59373" y="35000"/>
                    <a:pt x="59382" y="34886"/>
                  </a:cubicBezTo>
                  <a:cubicBezTo>
                    <a:pt x="59395" y="34749"/>
                    <a:pt x="59459" y="34635"/>
                    <a:pt x="59563" y="34548"/>
                  </a:cubicBezTo>
                  <a:cubicBezTo>
                    <a:pt x="59632" y="34490"/>
                    <a:pt x="59691" y="34446"/>
                    <a:pt x="59719" y="34366"/>
                  </a:cubicBezTo>
                  <a:cubicBezTo>
                    <a:pt x="59791" y="34168"/>
                    <a:pt x="59775" y="33953"/>
                    <a:pt x="59860" y="33757"/>
                  </a:cubicBezTo>
                  <a:cubicBezTo>
                    <a:pt x="59901" y="33663"/>
                    <a:pt x="59964" y="33583"/>
                    <a:pt x="60048" y="33519"/>
                  </a:cubicBezTo>
                  <a:cubicBezTo>
                    <a:pt x="60154" y="33441"/>
                    <a:pt x="60275" y="33434"/>
                    <a:pt x="60394" y="33387"/>
                  </a:cubicBezTo>
                  <a:cubicBezTo>
                    <a:pt x="60481" y="33352"/>
                    <a:pt x="60539" y="33268"/>
                    <a:pt x="60604" y="33201"/>
                  </a:cubicBezTo>
                  <a:cubicBezTo>
                    <a:pt x="60677" y="33127"/>
                    <a:pt x="60760" y="33062"/>
                    <a:pt x="60853" y="33015"/>
                  </a:cubicBezTo>
                  <a:cubicBezTo>
                    <a:pt x="61210" y="32842"/>
                    <a:pt x="61644" y="32917"/>
                    <a:pt x="61949" y="33162"/>
                  </a:cubicBezTo>
                  <a:cubicBezTo>
                    <a:pt x="62336" y="33475"/>
                    <a:pt x="62293" y="33960"/>
                    <a:pt x="62215" y="34401"/>
                  </a:cubicBezTo>
                  <a:cubicBezTo>
                    <a:pt x="62181" y="34598"/>
                    <a:pt x="62150" y="34808"/>
                    <a:pt x="62230" y="35000"/>
                  </a:cubicBezTo>
                  <a:cubicBezTo>
                    <a:pt x="62252" y="35052"/>
                    <a:pt x="62285" y="35106"/>
                    <a:pt x="62330" y="35139"/>
                  </a:cubicBezTo>
                  <a:cubicBezTo>
                    <a:pt x="62423" y="35210"/>
                    <a:pt x="62561" y="35191"/>
                    <a:pt x="62670" y="35216"/>
                  </a:cubicBezTo>
                  <a:cubicBezTo>
                    <a:pt x="62892" y="35264"/>
                    <a:pt x="63040" y="35420"/>
                    <a:pt x="63106" y="35632"/>
                  </a:cubicBezTo>
                  <a:cubicBezTo>
                    <a:pt x="63150" y="35781"/>
                    <a:pt x="63143" y="35952"/>
                    <a:pt x="63208" y="36095"/>
                  </a:cubicBezTo>
                  <a:cubicBezTo>
                    <a:pt x="63210" y="36091"/>
                    <a:pt x="63230" y="36123"/>
                    <a:pt x="63230" y="36125"/>
                  </a:cubicBezTo>
                  <a:cubicBezTo>
                    <a:pt x="63236" y="36131"/>
                    <a:pt x="63251" y="36140"/>
                    <a:pt x="63252" y="36142"/>
                  </a:cubicBezTo>
                  <a:lnTo>
                    <a:pt x="63252" y="36142"/>
                  </a:lnTo>
                  <a:cubicBezTo>
                    <a:pt x="63264" y="36147"/>
                    <a:pt x="63275" y="36151"/>
                    <a:pt x="63288" y="36155"/>
                  </a:cubicBezTo>
                  <a:cubicBezTo>
                    <a:pt x="63429" y="36207"/>
                    <a:pt x="63557" y="36235"/>
                    <a:pt x="63652" y="36363"/>
                  </a:cubicBezTo>
                  <a:cubicBezTo>
                    <a:pt x="63786" y="36540"/>
                    <a:pt x="63745" y="36767"/>
                    <a:pt x="63652" y="36953"/>
                  </a:cubicBezTo>
                  <a:cubicBezTo>
                    <a:pt x="63557" y="37142"/>
                    <a:pt x="63379" y="37267"/>
                    <a:pt x="63284" y="37455"/>
                  </a:cubicBezTo>
                  <a:cubicBezTo>
                    <a:pt x="63269" y="37483"/>
                    <a:pt x="63251" y="37533"/>
                    <a:pt x="63249" y="37544"/>
                  </a:cubicBezTo>
                  <a:cubicBezTo>
                    <a:pt x="63247" y="37555"/>
                    <a:pt x="63247" y="37568"/>
                    <a:pt x="63249" y="37579"/>
                  </a:cubicBezTo>
                  <a:lnTo>
                    <a:pt x="63249" y="37579"/>
                  </a:lnTo>
                  <a:cubicBezTo>
                    <a:pt x="63249" y="37583"/>
                    <a:pt x="63252" y="37590"/>
                    <a:pt x="63256" y="37594"/>
                  </a:cubicBezTo>
                  <a:cubicBezTo>
                    <a:pt x="63355" y="37654"/>
                    <a:pt x="63479" y="37672"/>
                    <a:pt x="63567" y="37771"/>
                  </a:cubicBezTo>
                  <a:cubicBezTo>
                    <a:pt x="63751" y="37974"/>
                    <a:pt x="63725" y="38258"/>
                    <a:pt x="63665" y="38504"/>
                  </a:cubicBezTo>
                  <a:cubicBezTo>
                    <a:pt x="63643" y="38600"/>
                    <a:pt x="63591" y="38738"/>
                    <a:pt x="63632" y="38836"/>
                  </a:cubicBezTo>
                  <a:cubicBezTo>
                    <a:pt x="63637" y="38851"/>
                    <a:pt x="63647" y="38866"/>
                    <a:pt x="63658" y="38879"/>
                  </a:cubicBezTo>
                  <a:cubicBezTo>
                    <a:pt x="63691" y="38857"/>
                    <a:pt x="63740" y="38857"/>
                    <a:pt x="63771" y="38902"/>
                  </a:cubicBezTo>
                  <a:cubicBezTo>
                    <a:pt x="63775" y="38909"/>
                    <a:pt x="63781" y="38915"/>
                    <a:pt x="63786" y="38920"/>
                  </a:cubicBezTo>
                  <a:cubicBezTo>
                    <a:pt x="63866" y="38890"/>
                    <a:pt x="63935" y="38944"/>
                    <a:pt x="63963" y="39013"/>
                  </a:cubicBezTo>
                  <a:cubicBezTo>
                    <a:pt x="64078" y="39034"/>
                    <a:pt x="64210" y="39002"/>
                    <a:pt x="64300" y="38939"/>
                  </a:cubicBezTo>
                  <a:cubicBezTo>
                    <a:pt x="64381" y="38883"/>
                    <a:pt x="64413" y="38816"/>
                    <a:pt x="64424" y="38719"/>
                  </a:cubicBezTo>
                  <a:cubicBezTo>
                    <a:pt x="64445" y="38561"/>
                    <a:pt x="64484" y="38412"/>
                    <a:pt x="64644" y="38344"/>
                  </a:cubicBezTo>
                  <a:cubicBezTo>
                    <a:pt x="64804" y="38277"/>
                    <a:pt x="65001" y="38288"/>
                    <a:pt x="65172" y="38280"/>
                  </a:cubicBezTo>
                  <a:cubicBezTo>
                    <a:pt x="65345" y="38271"/>
                    <a:pt x="65518" y="38258"/>
                    <a:pt x="65691" y="38264"/>
                  </a:cubicBezTo>
                  <a:cubicBezTo>
                    <a:pt x="65947" y="38269"/>
                    <a:pt x="66245" y="38318"/>
                    <a:pt x="66425" y="38518"/>
                  </a:cubicBezTo>
                  <a:cubicBezTo>
                    <a:pt x="66634" y="38749"/>
                    <a:pt x="66578" y="39052"/>
                    <a:pt x="66420" y="39294"/>
                  </a:cubicBezTo>
                  <a:cubicBezTo>
                    <a:pt x="66356" y="39391"/>
                    <a:pt x="66262" y="39497"/>
                    <a:pt x="66232" y="39608"/>
                  </a:cubicBezTo>
                  <a:cubicBezTo>
                    <a:pt x="66206" y="39705"/>
                    <a:pt x="66276" y="39781"/>
                    <a:pt x="66347" y="39848"/>
                  </a:cubicBezTo>
                  <a:cubicBezTo>
                    <a:pt x="66565" y="40060"/>
                    <a:pt x="66805" y="40280"/>
                    <a:pt x="66808" y="40609"/>
                  </a:cubicBezTo>
                  <a:cubicBezTo>
                    <a:pt x="66814" y="40962"/>
                    <a:pt x="66535" y="41234"/>
                    <a:pt x="66234" y="41371"/>
                  </a:cubicBezTo>
                  <a:cubicBezTo>
                    <a:pt x="65945" y="41505"/>
                    <a:pt x="65603" y="41570"/>
                    <a:pt x="65427" y="41860"/>
                  </a:cubicBezTo>
                  <a:cubicBezTo>
                    <a:pt x="65354" y="41978"/>
                    <a:pt x="65308" y="42110"/>
                    <a:pt x="65298" y="42247"/>
                  </a:cubicBezTo>
                  <a:cubicBezTo>
                    <a:pt x="65293" y="42309"/>
                    <a:pt x="65295" y="42376"/>
                    <a:pt x="65304" y="42437"/>
                  </a:cubicBezTo>
                  <a:cubicBezTo>
                    <a:pt x="65308" y="42459"/>
                    <a:pt x="65313" y="42500"/>
                    <a:pt x="65324" y="42537"/>
                  </a:cubicBezTo>
                  <a:cubicBezTo>
                    <a:pt x="65356" y="42521"/>
                    <a:pt x="65391" y="42508"/>
                    <a:pt x="65427" y="42500"/>
                  </a:cubicBezTo>
                  <a:cubicBezTo>
                    <a:pt x="65525" y="42478"/>
                    <a:pt x="65629" y="42497"/>
                    <a:pt x="65717" y="42547"/>
                  </a:cubicBezTo>
                  <a:cubicBezTo>
                    <a:pt x="65873" y="42638"/>
                    <a:pt x="65975" y="42818"/>
                    <a:pt x="65975" y="42999"/>
                  </a:cubicBezTo>
                  <a:cubicBezTo>
                    <a:pt x="65975" y="43205"/>
                    <a:pt x="65834" y="43378"/>
                    <a:pt x="65674" y="43495"/>
                  </a:cubicBezTo>
                  <a:cubicBezTo>
                    <a:pt x="65525" y="43603"/>
                    <a:pt x="65347" y="43653"/>
                    <a:pt x="65187" y="43743"/>
                  </a:cubicBezTo>
                  <a:cubicBezTo>
                    <a:pt x="65064" y="43811"/>
                    <a:pt x="64982" y="43888"/>
                    <a:pt x="65010" y="44014"/>
                  </a:cubicBezTo>
                  <a:cubicBezTo>
                    <a:pt x="65038" y="44133"/>
                    <a:pt x="65110" y="44202"/>
                    <a:pt x="65215" y="44213"/>
                  </a:cubicBezTo>
                  <a:cubicBezTo>
                    <a:pt x="65328" y="44228"/>
                    <a:pt x="65438" y="44226"/>
                    <a:pt x="65540" y="44289"/>
                  </a:cubicBezTo>
                  <a:cubicBezTo>
                    <a:pt x="65646" y="44354"/>
                    <a:pt x="65715" y="44462"/>
                    <a:pt x="65739" y="44583"/>
                  </a:cubicBezTo>
                  <a:cubicBezTo>
                    <a:pt x="65782" y="44775"/>
                    <a:pt x="65798" y="44979"/>
                    <a:pt x="65806" y="45175"/>
                  </a:cubicBezTo>
                  <a:cubicBezTo>
                    <a:pt x="65812" y="45383"/>
                    <a:pt x="65797" y="45604"/>
                    <a:pt x="65732" y="45803"/>
                  </a:cubicBezTo>
                  <a:cubicBezTo>
                    <a:pt x="65696" y="45909"/>
                    <a:pt x="65652" y="46004"/>
                    <a:pt x="65594" y="46090"/>
                  </a:cubicBezTo>
                  <a:cubicBezTo>
                    <a:pt x="65806" y="46272"/>
                    <a:pt x="65906" y="46590"/>
                    <a:pt x="65871" y="46869"/>
                  </a:cubicBezTo>
                  <a:cubicBezTo>
                    <a:pt x="65830" y="47200"/>
                    <a:pt x="65611" y="47457"/>
                    <a:pt x="65361" y="47670"/>
                  </a:cubicBezTo>
                  <a:cubicBezTo>
                    <a:pt x="65518" y="47739"/>
                    <a:pt x="65674" y="47808"/>
                    <a:pt x="65828" y="47879"/>
                  </a:cubicBezTo>
                  <a:cubicBezTo>
                    <a:pt x="65955" y="47933"/>
                    <a:pt x="66079" y="47988"/>
                    <a:pt x="66202" y="48048"/>
                  </a:cubicBezTo>
                  <a:cubicBezTo>
                    <a:pt x="66265" y="48080"/>
                    <a:pt x="66336" y="48107"/>
                    <a:pt x="66395" y="48145"/>
                  </a:cubicBezTo>
                  <a:cubicBezTo>
                    <a:pt x="66414" y="48156"/>
                    <a:pt x="66431" y="48169"/>
                    <a:pt x="66448" y="48184"/>
                  </a:cubicBezTo>
                  <a:cubicBezTo>
                    <a:pt x="66808" y="48234"/>
                    <a:pt x="67004" y="48669"/>
                    <a:pt x="67251" y="48902"/>
                  </a:cubicBezTo>
                  <a:cubicBezTo>
                    <a:pt x="67266" y="48915"/>
                    <a:pt x="67279" y="48928"/>
                    <a:pt x="67294" y="48941"/>
                  </a:cubicBezTo>
                  <a:cubicBezTo>
                    <a:pt x="67290" y="48935"/>
                    <a:pt x="67333" y="48967"/>
                    <a:pt x="67335" y="48970"/>
                  </a:cubicBezTo>
                  <a:cubicBezTo>
                    <a:pt x="67353" y="48982"/>
                    <a:pt x="67370" y="48993"/>
                    <a:pt x="67389" y="49002"/>
                  </a:cubicBezTo>
                  <a:cubicBezTo>
                    <a:pt x="67394" y="49004"/>
                    <a:pt x="67396" y="49006"/>
                    <a:pt x="67398" y="49008"/>
                  </a:cubicBezTo>
                  <a:lnTo>
                    <a:pt x="67398" y="49008"/>
                  </a:lnTo>
                  <a:cubicBezTo>
                    <a:pt x="67398" y="49008"/>
                    <a:pt x="67398" y="49008"/>
                    <a:pt x="67398" y="49008"/>
                  </a:cubicBezTo>
                  <a:cubicBezTo>
                    <a:pt x="67405" y="49009"/>
                    <a:pt x="67415" y="49011"/>
                    <a:pt x="67424" y="49015"/>
                  </a:cubicBezTo>
                  <a:cubicBezTo>
                    <a:pt x="67433" y="49017"/>
                    <a:pt x="67443" y="49019"/>
                    <a:pt x="67454" y="49021"/>
                  </a:cubicBezTo>
                  <a:lnTo>
                    <a:pt x="67461" y="49021"/>
                  </a:lnTo>
                  <a:cubicBezTo>
                    <a:pt x="67480" y="49021"/>
                    <a:pt x="67496" y="49021"/>
                    <a:pt x="67515" y="49015"/>
                  </a:cubicBezTo>
                  <a:cubicBezTo>
                    <a:pt x="67563" y="49004"/>
                    <a:pt x="67601" y="48976"/>
                    <a:pt x="67636" y="48944"/>
                  </a:cubicBezTo>
                  <a:cubicBezTo>
                    <a:pt x="67848" y="48740"/>
                    <a:pt x="67863" y="48398"/>
                    <a:pt x="67971" y="48137"/>
                  </a:cubicBezTo>
                  <a:cubicBezTo>
                    <a:pt x="68010" y="48046"/>
                    <a:pt x="68058" y="47962"/>
                    <a:pt x="68121" y="47884"/>
                  </a:cubicBezTo>
                  <a:cubicBezTo>
                    <a:pt x="68173" y="47817"/>
                    <a:pt x="68242" y="47765"/>
                    <a:pt x="68296" y="47698"/>
                  </a:cubicBezTo>
                  <a:cubicBezTo>
                    <a:pt x="68400" y="47566"/>
                    <a:pt x="68296" y="47364"/>
                    <a:pt x="68242" y="47230"/>
                  </a:cubicBezTo>
                  <a:cubicBezTo>
                    <a:pt x="68175" y="47064"/>
                    <a:pt x="68356" y="46932"/>
                    <a:pt x="68503" y="46956"/>
                  </a:cubicBezTo>
                  <a:cubicBezTo>
                    <a:pt x="68517" y="46960"/>
                    <a:pt x="68577" y="46960"/>
                    <a:pt x="68599" y="46956"/>
                  </a:cubicBezTo>
                  <a:cubicBezTo>
                    <a:pt x="68618" y="46953"/>
                    <a:pt x="68676" y="46932"/>
                    <a:pt x="68687" y="46925"/>
                  </a:cubicBezTo>
                  <a:cubicBezTo>
                    <a:pt x="68785" y="46873"/>
                    <a:pt x="68837" y="46822"/>
                    <a:pt x="68919" y="46752"/>
                  </a:cubicBezTo>
                  <a:cubicBezTo>
                    <a:pt x="69096" y="46599"/>
                    <a:pt x="69265" y="46428"/>
                    <a:pt x="69468" y="46313"/>
                  </a:cubicBezTo>
                  <a:cubicBezTo>
                    <a:pt x="69691" y="46186"/>
                    <a:pt x="69946" y="46158"/>
                    <a:pt x="70193" y="46119"/>
                  </a:cubicBezTo>
                  <a:cubicBezTo>
                    <a:pt x="70286" y="46104"/>
                    <a:pt x="70401" y="46084"/>
                    <a:pt x="70461" y="46006"/>
                  </a:cubicBezTo>
                  <a:cubicBezTo>
                    <a:pt x="70537" y="45905"/>
                    <a:pt x="70545" y="45764"/>
                    <a:pt x="70561" y="45645"/>
                  </a:cubicBezTo>
                  <a:cubicBezTo>
                    <a:pt x="70604" y="45344"/>
                    <a:pt x="70710" y="45095"/>
                    <a:pt x="70984" y="44935"/>
                  </a:cubicBezTo>
                  <a:cubicBezTo>
                    <a:pt x="71080" y="44879"/>
                    <a:pt x="71184" y="44836"/>
                    <a:pt x="71285" y="44786"/>
                  </a:cubicBezTo>
                  <a:cubicBezTo>
                    <a:pt x="71333" y="44762"/>
                    <a:pt x="71380" y="44738"/>
                    <a:pt x="71424" y="44706"/>
                  </a:cubicBezTo>
                  <a:cubicBezTo>
                    <a:pt x="71428" y="44704"/>
                    <a:pt x="71430" y="44702"/>
                    <a:pt x="71432" y="44700"/>
                  </a:cubicBezTo>
                  <a:lnTo>
                    <a:pt x="71432" y="44700"/>
                  </a:lnTo>
                  <a:cubicBezTo>
                    <a:pt x="71437" y="44697"/>
                    <a:pt x="71443" y="44689"/>
                    <a:pt x="71448" y="44685"/>
                  </a:cubicBezTo>
                  <a:cubicBezTo>
                    <a:pt x="71454" y="44680"/>
                    <a:pt x="71458" y="44676"/>
                    <a:pt x="71463" y="44671"/>
                  </a:cubicBezTo>
                  <a:lnTo>
                    <a:pt x="71463" y="44671"/>
                  </a:lnTo>
                  <a:lnTo>
                    <a:pt x="71463" y="44671"/>
                  </a:lnTo>
                  <a:cubicBezTo>
                    <a:pt x="71465" y="44667"/>
                    <a:pt x="71478" y="44650"/>
                    <a:pt x="71480" y="44645"/>
                  </a:cubicBezTo>
                  <a:cubicBezTo>
                    <a:pt x="71484" y="44635"/>
                    <a:pt x="71486" y="44633"/>
                    <a:pt x="71486" y="44633"/>
                  </a:cubicBezTo>
                  <a:cubicBezTo>
                    <a:pt x="71488" y="44628"/>
                    <a:pt x="71489" y="44620"/>
                    <a:pt x="71489" y="44615"/>
                  </a:cubicBezTo>
                  <a:cubicBezTo>
                    <a:pt x="71489" y="44598"/>
                    <a:pt x="71491" y="44583"/>
                    <a:pt x="71488" y="44565"/>
                  </a:cubicBezTo>
                  <a:cubicBezTo>
                    <a:pt x="71478" y="44494"/>
                    <a:pt x="71445" y="44425"/>
                    <a:pt x="71424" y="44356"/>
                  </a:cubicBezTo>
                  <a:cubicBezTo>
                    <a:pt x="71368" y="44180"/>
                    <a:pt x="71357" y="43988"/>
                    <a:pt x="71411" y="43811"/>
                  </a:cubicBezTo>
                  <a:cubicBezTo>
                    <a:pt x="71499" y="43525"/>
                    <a:pt x="71720" y="43319"/>
                    <a:pt x="71995" y="43214"/>
                  </a:cubicBezTo>
                  <a:cubicBezTo>
                    <a:pt x="72583" y="42995"/>
                    <a:pt x="73189" y="43372"/>
                    <a:pt x="73344" y="43960"/>
                  </a:cubicBezTo>
                  <a:cubicBezTo>
                    <a:pt x="73425" y="44273"/>
                    <a:pt x="73379" y="44583"/>
                    <a:pt x="73236" y="44871"/>
                  </a:cubicBezTo>
                  <a:cubicBezTo>
                    <a:pt x="73126" y="45096"/>
                    <a:pt x="72903" y="45359"/>
                    <a:pt x="72970" y="45628"/>
                  </a:cubicBezTo>
                  <a:cubicBezTo>
                    <a:pt x="73003" y="45759"/>
                    <a:pt x="73143" y="45801"/>
                    <a:pt x="73230" y="45892"/>
                  </a:cubicBezTo>
                  <a:cubicBezTo>
                    <a:pt x="73340" y="46004"/>
                    <a:pt x="73397" y="46149"/>
                    <a:pt x="73414" y="46305"/>
                  </a:cubicBezTo>
                  <a:cubicBezTo>
                    <a:pt x="73451" y="46646"/>
                    <a:pt x="73262" y="46913"/>
                    <a:pt x="73141" y="47213"/>
                  </a:cubicBezTo>
                  <a:cubicBezTo>
                    <a:pt x="73059" y="47416"/>
                    <a:pt x="73013" y="47685"/>
                    <a:pt x="73172" y="47864"/>
                  </a:cubicBezTo>
                  <a:cubicBezTo>
                    <a:pt x="73319" y="48028"/>
                    <a:pt x="73489" y="48171"/>
                    <a:pt x="73634" y="48338"/>
                  </a:cubicBezTo>
                  <a:cubicBezTo>
                    <a:pt x="73784" y="48509"/>
                    <a:pt x="73900" y="48701"/>
                    <a:pt x="73924" y="48931"/>
                  </a:cubicBezTo>
                  <a:cubicBezTo>
                    <a:pt x="73955" y="49249"/>
                    <a:pt x="73769" y="49513"/>
                    <a:pt x="73552" y="49724"/>
                  </a:cubicBezTo>
                  <a:cubicBezTo>
                    <a:pt x="73442" y="49831"/>
                    <a:pt x="73303" y="49928"/>
                    <a:pt x="73212" y="50053"/>
                  </a:cubicBezTo>
                  <a:cubicBezTo>
                    <a:pt x="73132" y="50161"/>
                    <a:pt x="73187" y="50274"/>
                    <a:pt x="73238" y="50384"/>
                  </a:cubicBezTo>
                  <a:cubicBezTo>
                    <a:pt x="73291" y="50501"/>
                    <a:pt x="73347" y="50614"/>
                    <a:pt x="73357" y="50743"/>
                  </a:cubicBezTo>
                  <a:cubicBezTo>
                    <a:pt x="73524" y="50730"/>
                    <a:pt x="73686" y="50773"/>
                    <a:pt x="73822" y="50914"/>
                  </a:cubicBezTo>
                  <a:cubicBezTo>
                    <a:pt x="74076" y="51178"/>
                    <a:pt x="73928" y="51494"/>
                    <a:pt x="73758" y="51753"/>
                  </a:cubicBezTo>
                  <a:cubicBezTo>
                    <a:pt x="73723" y="51807"/>
                    <a:pt x="73680" y="51862"/>
                    <a:pt x="73660" y="51924"/>
                  </a:cubicBezTo>
                  <a:cubicBezTo>
                    <a:pt x="73656" y="51937"/>
                    <a:pt x="73654" y="51959"/>
                    <a:pt x="73663" y="51976"/>
                  </a:cubicBezTo>
                  <a:cubicBezTo>
                    <a:pt x="73697" y="52045"/>
                    <a:pt x="73753" y="52099"/>
                    <a:pt x="73782" y="52171"/>
                  </a:cubicBezTo>
                  <a:cubicBezTo>
                    <a:pt x="73827" y="52272"/>
                    <a:pt x="73833" y="52383"/>
                    <a:pt x="73792" y="52485"/>
                  </a:cubicBezTo>
                  <a:cubicBezTo>
                    <a:pt x="73721" y="52662"/>
                    <a:pt x="73543" y="52770"/>
                    <a:pt x="73362" y="52803"/>
                  </a:cubicBezTo>
                  <a:cubicBezTo>
                    <a:pt x="73254" y="52822"/>
                    <a:pt x="73022" y="52789"/>
                    <a:pt x="72951" y="52893"/>
                  </a:cubicBezTo>
                  <a:cubicBezTo>
                    <a:pt x="72901" y="52967"/>
                    <a:pt x="72953" y="53123"/>
                    <a:pt x="73026" y="53194"/>
                  </a:cubicBezTo>
                  <a:cubicBezTo>
                    <a:pt x="73163" y="53333"/>
                    <a:pt x="73364" y="53387"/>
                    <a:pt x="73550" y="53430"/>
                  </a:cubicBezTo>
                  <a:cubicBezTo>
                    <a:pt x="73604" y="53441"/>
                    <a:pt x="73665" y="53492"/>
                    <a:pt x="73676" y="53549"/>
                  </a:cubicBezTo>
                  <a:cubicBezTo>
                    <a:pt x="73734" y="53901"/>
                    <a:pt x="73507" y="54144"/>
                    <a:pt x="73243" y="54340"/>
                  </a:cubicBezTo>
                  <a:cubicBezTo>
                    <a:pt x="73122" y="54429"/>
                    <a:pt x="72992" y="54509"/>
                    <a:pt x="72903" y="54632"/>
                  </a:cubicBezTo>
                  <a:cubicBezTo>
                    <a:pt x="72812" y="54756"/>
                    <a:pt x="72827" y="54838"/>
                    <a:pt x="72905" y="54961"/>
                  </a:cubicBezTo>
                  <a:cubicBezTo>
                    <a:pt x="72990" y="55098"/>
                    <a:pt x="73022" y="55243"/>
                    <a:pt x="72972" y="55402"/>
                  </a:cubicBezTo>
                  <a:cubicBezTo>
                    <a:pt x="72934" y="55521"/>
                    <a:pt x="72840" y="55651"/>
                    <a:pt x="72869" y="55781"/>
                  </a:cubicBezTo>
                  <a:cubicBezTo>
                    <a:pt x="72946" y="56097"/>
                    <a:pt x="73384" y="56101"/>
                    <a:pt x="73636" y="56110"/>
                  </a:cubicBezTo>
                  <a:cubicBezTo>
                    <a:pt x="73771" y="56114"/>
                    <a:pt x="73846" y="56220"/>
                    <a:pt x="73829" y="56350"/>
                  </a:cubicBezTo>
                  <a:cubicBezTo>
                    <a:pt x="73738" y="57044"/>
                    <a:pt x="73026" y="57356"/>
                    <a:pt x="72592" y="57814"/>
                  </a:cubicBezTo>
                  <a:cubicBezTo>
                    <a:pt x="72481" y="57933"/>
                    <a:pt x="72393" y="58068"/>
                    <a:pt x="72336" y="58215"/>
                  </a:cubicBezTo>
                  <a:cubicBezTo>
                    <a:pt x="72406" y="58219"/>
                    <a:pt x="72481" y="58202"/>
                    <a:pt x="72538" y="58182"/>
                  </a:cubicBezTo>
                  <a:cubicBezTo>
                    <a:pt x="72693" y="58124"/>
                    <a:pt x="72834" y="58035"/>
                    <a:pt x="73000" y="58009"/>
                  </a:cubicBezTo>
                  <a:cubicBezTo>
                    <a:pt x="73174" y="57981"/>
                    <a:pt x="73375" y="58057"/>
                    <a:pt x="73481" y="58197"/>
                  </a:cubicBezTo>
                  <a:cubicBezTo>
                    <a:pt x="73708" y="58085"/>
                    <a:pt x="74002" y="58113"/>
                    <a:pt x="74188" y="58310"/>
                  </a:cubicBezTo>
                  <a:cubicBezTo>
                    <a:pt x="74411" y="58546"/>
                    <a:pt x="74391" y="58894"/>
                    <a:pt x="74218" y="59143"/>
                  </a:cubicBezTo>
                  <a:cubicBezTo>
                    <a:pt x="74485" y="59309"/>
                    <a:pt x="74800" y="59393"/>
                    <a:pt x="75114" y="59389"/>
                  </a:cubicBezTo>
                  <a:cubicBezTo>
                    <a:pt x="75187" y="59387"/>
                    <a:pt x="75257" y="59435"/>
                    <a:pt x="75278" y="59508"/>
                  </a:cubicBezTo>
                  <a:cubicBezTo>
                    <a:pt x="75358" y="59796"/>
                    <a:pt x="75334" y="60099"/>
                    <a:pt x="75214" y="60369"/>
                  </a:cubicBezTo>
                  <a:cubicBezTo>
                    <a:pt x="75289" y="60415"/>
                    <a:pt x="75380" y="60428"/>
                    <a:pt x="75464" y="60386"/>
                  </a:cubicBezTo>
                  <a:cubicBezTo>
                    <a:pt x="75570" y="60332"/>
                    <a:pt x="75672" y="60378"/>
                    <a:pt x="75717" y="60484"/>
                  </a:cubicBezTo>
                  <a:cubicBezTo>
                    <a:pt x="75836" y="60767"/>
                    <a:pt x="76089" y="60977"/>
                    <a:pt x="76107" y="61301"/>
                  </a:cubicBezTo>
                  <a:cubicBezTo>
                    <a:pt x="76115" y="61427"/>
                    <a:pt x="76083" y="61569"/>
                    <a:pt x="76014" y="61680"/>
                  </a:cubicBezTo>
                  <a:cubicBezTo>
                    <a:pt x="76120" y="61645"/>
                    <a:pt x="76221" y="61606"/>
                    <a:pt x="76334" y="61615"/>
                  </a:cubicBezTo>
                  <a:cubicBezTo>
                    <a:pt x="76567" y="61632"/>
                    <a:pt x="76741" y="61805"/>
                    <a:pt x="76825" y="62011"/>
                  </a:cubicBezTo>
                  <a:cubicBezTo>
                    <a:pt x="77005" y="62457"/>
                    <a:pt x="76689" y="62835"/>
                    <a:pt x="76351" y="63094"/>
                  </a:cubicBezTo>
                  <a:cubicBezTo>
                    <a:pt x="76442" y="63253"/>
                    <a:pt x="76542" y="63406"/>
                    <a:pt x="76648" y="63555"/>
                  </a:cubicBezTo>
                  <a:cubicBezTo>
                    <a:pt x="76713" y="63646"/>
                    <a:pt x="76782" y="63733"/>
                    <a:pt x="76855" y="63821"/>
                  </a:cubicBezTo>
                  <a:cubicBezTo>
                    <a:pt x="76890" y="63863"/>
                    <a:pt x="76937" y="63936"/>
                    <a:pt x="76991" y="63988"/>
                  </a:cubicBezTo>
                  <a:cubicBezTo>
                    <a:pt x="77050" y="63912"/>
                    <a:pt x="77165" y="63871"/>
                    <a:pt x="77238" y="63962"/>
                  </a:cubicBezTo>
                  <a:cubicBezTo>
                    <a:pt x="77323" y="64068"/>
                    <a:pt x="77320" y="64215"/>
                    <a:pt x="77230" y="64302"/>
                  </a:cubicBezTo>
                  <a:cubicBezTo>
                    <a:pt x="77199" y="64436"/>
                    <a:pt x="77180" y="64570"/>
                    <a:pt x="77177" y="64708"/>
                  </a:cubicBezTo>
                  <a:cubicBezTo>
                    <a:pt x="77216" y="64700"/>
                    <a:pt x="77253" y="64693"/>
                    <a:pt x="77292" y="64685"/>
                  </a:cubicBezTo>
                  <a:cubicBezTo>
                    <a:pt x="77368" y="64671"/>
                    <a:pt x="77446" y="64691"/>
                    <a:pt x="77489" y="64762"/>
                  </a:cubicBezTo>
                  <a:cubicBezTo>
                    <a:pt x="77526" y="64821"/>
                    <a:pt x="77524" y="64925"/>
                    <a:pt x="77465" y="64972"/>
                  </a:cubicBezTo>
                  <a:cubicBezTo>
                    <a:pt x="77444" y="64989"/>
                    <a:pt x="77426" y="65007"/>
                    <a:pt x="77411" y="65028"/>
                  </a:cubicBezTo>
                  <a:cubicBezTo>
                    <a:pt x="77258" y="65229"/>
                    <a:pt x="77405" y="65548"/>
                    <a:pt x="77688" y="65500"/>
                  </a:cubicBezTo>
                  <a:cubicBezTo>
                    <a:pt x="78054" y="65437"/>
                    <a:pt x="78049" y="64970"/>
                    <a:pt x="77757" y="64812"/>
                  </a:cubicBezTo>
                  <a:cubicBezTo>
                    <a:pt x="77634" y="64745"/>
                    <a:pt x="77647" y="64581"/>
                    <a:pt x="77751" y="64507"/>
                  </a:cubicBezTo>
                  <a:cubicBezTo>
                    <a:pt x="77909" y="64395"/>
                    <a:pt x="78069" y="64282"/>
                    <a:pt x="78227" y="64170"/>
                  </a:cubicBezTo>
                  <a:cubicBezTo>
                    <a:pt x="78145" y="64048"/>
                    <a:pt x="78116" y="63899"/>
                    <a:pt x="78138" y="63739"/>
                  </a:cubicBezTo>
                  <a:cubicBezTo>
                    <a:pt x="78153" y="63646"/>
                    <a:pt x="78268" y="63586"/>
                    <a:pt x="78354" y="63609"/>
                  </a:cubicBezTo>
                  <a:cubicBezTo>
                    <a:pt x="78519" y="63653"/>
                    <a:pt x="78676" y="63718"/>
                    <a:pt x="78821" y="63808"/>
                  </a:cubicBezTo>
                  <a:cubicBezTo>
                    <a:pt x="78817" y="63187"/>
                    <a:pt x="78917" y="62569"/>
                    <a:pt x="79118" y="61980"/>
                  </a:cubicBezTo>
                  <a:cubicBezTo>
                    <a:pt x="79139" y="61920"/>
                    <a:pt x="79181" y="61872"/>
                    <a:pt x="79235" y="61849"/>
                  </a:cubicBezTo>
                  <a:cubicBezTo>
                    <a:pt x="79239" y="61842"/>
                    <a:pt x="79243" y="61834"/>
                    <a:pt x="79248" y="61827"/>
                  </a:cubicBezTo>
                  <a:cubicBezTo>
                    <a:pt x="79408" y="61554"/>
                    <a:pt x="79775" y="61494"/>
                    <a:pt x="80065" y="61481"/>
                  </a:cubicBezTo>
                  <a:cubicBezTo>
                    <a:pt x="80394" y="61466"/>
                    <a:pt x="80745" y="61557"/>
                    <a:pt x="80946" y="61838"/>
                  </a:cubicBezTo>
                  <a:cubicBezTo>
                    <a:pt x="81056" y="61994"/>
                    <a:pt x="81103" y="62180"/>
                    <a:pt x="81073" y="62357"/>
                  </a:cubicBezTo>
                  <a:cubicBezTo>
                    <a:pt x="81181" y="62409"/>
                    <a:pt x="81272" y="62502"/>
                    <a:pt x="81328" y="62610"/>
                  </a:cubicBezTo>
                  <a:cubicBezTo>
                    <a:pt x="81460" y="62865"/>
                    <a:pt x="81415" y="63114"/>
                    <a:pt x="81292" y="63361"/>
                  </a:cubicBezTo>
                  <a:cubicBezTo>
                    <a:pt x="81181" y="63581"/>
                    <a:pt x="80995" y="63808"/>
                    <a:pt x="81084" y="64068"/>
                  </a:cubicBezTo>
                  <a:cubicBezTo>
                    <a:pt x="81175" y="64334"/>
                    <a:pt x="81484" y="64349"/>
                    <a:pt x="81616" y="64579"/>
                  </a:cubicBezTo>
                  <a:cubicBezTo>
                    <a:pt x="81763" y="64838"/>
                    <a:pt x="81694" y="65197"/>
                    <a:pt x="81601" y="65459"/>
                  </a:cubicBezTo>
                  <a:cubicBezTo>
                    <a:pt x="81502" y="65736"/>
                    <a:pt x="81348" y="65991"/>
                    <a:pt x="81259" y="66270"/>
                  </a:cubicBezTo>
                  <a:cubicBezTo>
                    <a:pt x="81197" y="66462"/>
                    <a:pt x="81162" y="66677"/>
                    <a:pt x="81214" y="66874"/>
                  </a:cubicBezTo>
                  <a:cubicBezTo>
                    <a:pt x="81268" y="67088"/>
                    <a:pt x="81411" y="67176"/>
                    <a:pt x="81607" y="67252"/>
                  </a:cubicBezTo>
                  <a:cubicBezTo>
                    <a:pt x="81893" y="67362"/>
                    <a:pt x="82157" y="67553"/>
                    <a:pt x="82107" y="67899"/>
                  </a:cubicBezTo>
                  <a:cubicBezTo>
                    <a:pt x="82071" y="68148"/>
                    <a:pt x="81880" y="68346"/>
                    <a:pt x="81681" y="68498"/>
                  </a:cubicBezTo>
                  <a:cubicBezTo>
                    <a:pt x="81575" y="68656"/>
                    <a:pt x="81469" y="68814"/>
                    <a:pt x="81363" y="68974"/>
                  </a:cubicBezTo>
                  <a:cubicBezTo>
                    <a:pt x="81445" y="68956"/>
                    <a:pt x="81547" y="68876"/>
                    <a:pt x="81595" y="68850"/>
                  </a:cubicBezTo>
                  <a:cubicBezTo>
                    <a:pt x="81735" y="68775"/>
                    <a:pt x="81885" y="68712"/>
                    <a:pt x="82047" y="68749"/>
                  </a:cubicBezTo>
                  <a:cubicBezTo>
                    <a:pt x="82226" y="68790"/>
                    <a:pt x="82358" y="68939"/>
                    <a:pt x="82416" y="69108"/>
                  </a:cubicBezTo>
                  <a:cubicBezTo>
                    <a:pt x="82469" y="69261"/>
                    <a:pt x="82455" y="69428"/>
                    <a:pt x="82430" y="69588"/>
                  </a:cubicBezTo>
                  <a:cubicBezTo>
                    <a:pt x="82522" y="69625"/>
                    <a:pt x="82613" y="69668"/>
                    <a:pt x="82702" y="69705"/>
                  </a:cubicBezTo>
                  <a:cubicBezTo>
                    <a:pt x="82758" y="69729"/>
                    <a:pt x="82812" y="69752"/>
                    <a:pt x="82867" y="69774"/>
                  </a:cubicBezTo>
                  <a:cubicBezTo>
                    <a:pt x="82910" y="69541"/>
                    <a:pt x="82953" y="69307"/>
                    <a:pt x="82996" y="69075"/>
                  </a:cubicBezTo>
                  <a:cubicBezTo>
                    <a:pt x="83005" y="69022"/>
                    <a:pt x="83014" y="68972"/>
                    <a:pt x="83024" y="68922"/>
                  </a:cubicBezTo>
                  <a:cubicBezTo>
                    <a:pt x="83061" y="68721"/>
                    <a:pt x="83312" y="68727"/>
                    <a:pt x="83416" y="68863"/>
                  </a:cubicBezTo>
                  <a:cubicBezTo>
                    <a:pt x="83617" y="69128"/>
                    <a:pt x="84091" y="69177"/>
                    <a:pt x="84348" y="68957"/>
                  </a:cubicBezTo>
                  <a:cubicBezTo>
                    <a:pt x="84482" y="68842"/>
                    <a:pt x="84670" y="68913"/>
                    <a:pt x="84690" y="69089"/>
                  </a:cubicBezTo>
                  <a:cubicBezTo>
                    <a:pt x="84694" y="69138"/>
                    <a:pt x="84697" y="69186"/>
                    <a:pt x="84697" y="69233"/>
                  </a:cubicBezTo>
                  <a:cubicBezTo>
                    <a:pt x="84703" y="69510"/>
                    <a:pt x="84634" y="69783"/>
                    <a:pt x="84547" y="70047"/>
                  </a:cubicBezTo>
                  <a:cubicBezTo>
                    <a:pt x="84746" y="70131"/>
                    <a:pt x="84889" y="70358"/>
                    <a:pt x="84902" y="70574"/>
                  </a:cubicBezTo>
                  <a:cubicBezTo>
                    <a:pt x="84911" y="70771"/>
                    <a:pt x="84833" y="70951"/>
                    <a:pt x="84781" y="71137"/>
                  </a:cubicBezTo>
                  <a:cubicBezTo>
                    <a:pt x="84770" y="71178"/>
                    <a:pt x="84753" y="71236"/>
                    <a:pt x="84744" y="71293"/>
                  </a:cubicBezTo>
                  <a:cubicBezTo>
                    <a:pt x="85047" y="71115"/>
                    <a:pt x="85397" y="70977"/>
                    <a:pt x="85737" y="71098"/>
                  </a:cubicBezTo>
                  <a:cubicBezTo>
                    <a:pt x="86131" y="71239"/>
                    <a:pt x="86436" y="71701"/>
                    <a:pt x="86202" y="72102"/>
                  </a:cubicBezTo>
                  <a:cubicBezTo>
                    <a:pt x="86198" y="72110"/>
                    <a:pt x="86195" y="72117"/>
                    <a:pt x="86189" y="72123"/>
                  </a:cubicBezTo>
                  <a:cubicBezTo>
                    <a:pt x="86304" y="72292"/>
                    <a:pt x="86513" y="72404"/>
                    <a:pt x="86713" y="72394"/>
                  </a:cubicBezTo>
                  <a:cubicBezTo>
                    <a:pt x="86896" y="72385"/>
                    <a:pt x="87085" y="72225"/>
                    <a:pt x="87296" y="72232"/>
                  </a:cubicBezTo>
                  <a:cubicBezTo>
                    <a:pt x="87593" y="72244"/>
                    <a:pt x="87768" y="72517"/>
                    <a:pt x="87792" y="72790"/>
                  </a:cubicBezTo>
                  <a:cubicBezTo>
                    <a:pt x="87809" y="73004"/>
                    <a:pt x="87734" y="73224"/>
                    <a:pt x="87623" y="73410"/>
                  </a:cubicBezTo>
                  <a:lnTo>
                    <a:pt x="0" y="51901"/>
                  </a:lnTo>
                  <a:lnTo>
                    <a:pt x="0" y="12954"/>
                  </a:lnTo>
                  <a:lnTo>
                    <a:pt x="0" y="12954"/>
                  </a:lnTo>
                  <a:close/>
                  <a:moveTo>
                    <a:pt x="65523" y="42922"/>
                  </a:moveTo>
                  <a:lnTo>
                    <a:pt x="65523" y="42922"/>
                  </a:lnTo>
                  <a:cubicBezTo>
                    <a:pt x="65534" y="42917"/>
                    <a:pt x="65536" y="42913"/>
                    <a:pt x="65523" y="42922"/>
                  </a:cubicBezTo>
                  <a:close/>
                  <a:moveTo>
                    <a:pt x="72933" y="50899"/>
                  </a:moveTo>
                  <a:lnTo>
                    <a:pt x="72933" y="50899"/>
                  </a:lnTo>
                  <a:cubicBezTo>
                    <a:pt x="72931" y="50899"/>
                    <a:pt x="72929" y="50901"/>
                    <a:pt x="72929" y="50901"/>
                  </a:cubicBezTo>
                  <a:cubicBezTo>
                    <a:pt x="72931" y="50906"/>
                    <a:pt x="72931" y="50903"/>
                    <a:pt x="72933" y="50899"/>
                  </a:cubicBezTo>
                  <a:close/>
                  <a:moveTo>
                    <a:pt x="65289" y="44689"/>
                  </a:moveTo>
                  <a:lnTo>
                    <a:pt x="65289" y="44689"/>
                  </a:lnTo>
                  <a:cubicBezTo>
                    <a:pt x="65302" y="44697"/>
                    <a:pt x="65335" y="44695"/>
                    <a:pt x="65289" y="44689"/>
                  </a:cubicBezTo>
                  <a:close/>
                  <a:moveTo>
                    <a:pt x="65252" y="42586"/>
                  </a:moveTo>
                  <a:lnTo>
                    <a:pt x="65252" y="42586"/>
                  </a:lnTo>
                  <a:cubicBezTo>
                    <a:pt x="65233" y="42586"/>
                    <a:pt x="65231" y="42601"/>
                    <a:pt x="65252" y="42586"/>
                  </a:cubicBezTo>
                  <a:close/>
                  <a:moveTo>
                    <a:pt x="52663" y="33888"/>
                  </a:moveTo>
                  <a:lnTo>
                    <a:pt x="52663" y="33888"/>
                  </a:lnTo>
                  <a:cubicBezTo>
                    <a:pt x="52682" y="33984"/>
                    <a:pt x="52758" y="34064"/>
                    <a:pt x="52832" y="34139"/>
                  </a:cubicBezTo>
                  <a:cubicBezTo>
                    <a:pt x="52853" y="34161"/>
                    <a:pt x="52875" y="34183"/>
                    <a:pt x="52895" y="34204"/>
                  </a:cubicBezTo>
                  <a:cubicBezTo>
                    <a:pt x="52908" y="33899"/>
                    <a:pt x="52918" y="33594"/>
                    <a:pt x="52925" y="33289"/>
                  </a:cubicBezTo>
                  <a:cubicBezTo>
                    <a:pt x="52894" y="33367"/>
                    <a:pt x="52855" y="33443"/>
                    <a:pt x="52812" y="33514"/>
                  </a:cubicBezTo>
                  <a:cubicBezTo>
                    <a:pt x="52747" y="33624"/>
                    <a:pt x="52641" y="33774"/>
                    <a:pt x="52663" y="33888"/>
                  </a:cubicBezTo>
                  <a:lnTo>
                    <a:pt x="52663" y="33888"/>
                  </a:lnTo>
                  <a:close/>
                  <a:moveTo>
                    <a:pt x="49831" y="31563"/>
                  </a:moveTo>
                  <a:lnTo>
                    <a:pt x="49831" y="31563"/>
                  </a:lnTo>
                  <a:cubicBezTo>
                    <a:pt x="49829" y="31557"/>
                    <a:pt x="49825" y="31552"/>
                    <a:pt x="49821" y="31548"/>
                  </a:cubicBezTo>
                  <a:cubicBezTo>
                    <a:pt x="49823" y="31550"/>
                    <a:pt x="49827" y="31561"/>
                    <a:pt x="49831" y="31563"/>
                  </a:cubicBezTo>
                  <a:close/>
                  <a:moveTo>
                    <a:pt x="43227" y="17563"/>
                  </a:moveTo>
                  <a:lnTo>
                    <a:pt x="43227" y="17563"/>
                  </a:lnTo>
                  <a:cubicBezTo>
                    <a:pt x="43219" y="17566"/>
                    <a:pt x="43223" y="17576"/>
                    <a:pt x="43227" y="17563"/>
                  </a:cubicBezTo>
                  <a:close/>
                  <a:moveTo>
                    <a:pt x="41395" y="13981"/>
                  </a:moveTo>
                  <a:lnTo>
                    <a:pt x="41395" y="13981"/>
                  </a:lnTo>
                  <a:cubicBezTo>
                    <a:pt x="41395" y="13955"/>
                    <a:pt x="41363" y="13977"/>
                    <a:pt x="41395" y="13981"/>
                  </a:cubicBezTo>
                  <a:close/>
                  <a:moveTo>
                    <a:pt x="2566" y="14632"/>
                  </a:moveTo>
                  <a:cubicBezTo>
                    <a:pt x="2570" y="14632"/>
                    <a:pt x="2579" y="14622"/>
                    <a:pt x="2581" y="14622"/>
                  </a:cubicBezTo>
                  <a:cubicBezTo>
                    <a:pt x="2576" y="14622"/>
                    <a:pt x="2570" y="14626"/>
                    <a:pt x="2566" y="14632"/>
                  </a:cubicBezTo>
                  <a:close/>
                  <a:moveTo>
                    <a:pt x="14902" y="5279"/>
                  </a:moveTo>
                  <a:cubicBezTo>
                    <a:pt x="14899" y="5292"/>
                    <a:pt x="14908" y="5286"/>
                    <a:pt x="14902" y="5279"/>
                  </a:cubicBezTo>
                  <a:close/>
                  <a:moveTo>
                    <a:pt x="18183" y="2952"/>
                  </a:moveTo>
                  <a:cubicBezTo>
                    <a:pt x="18213" y="2963"/>
                    <a:pt x="18196" y="2930"/>
                    <a:pt x="18183" y="29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5"/>
            <p:cNvSpPr/>
            <p:nvPr/>
          </p:nvSpPr>
          <p:spPr>
            <a:xfrm>
              <a:off x="765100" y="4650041"/>
              <a:ext cx="5149473" cy="1179386"/>
            </a:xfrm>
            <a:custGeom>
              <a:avLst/>
              <a:gdLst/>
              <a:ahLst/>
              <a:cxnLst/>
              <a:rect l="l" t="t" r="r" b="b"/>
              <a:pathLst>
                <a:path w="105204" h="60265" extrusionOk="0">
                  <a:moveTo>
                    <a:pt x="3460" y="60265"/>
                  </a:moveTo>
                  <a:cubicBezTo>
                    <a:pt x="2450" y="59482"/>
                    <a:pt x="1453" y="58684"/>
                    <a:pt x="465" y="57882"/>
                  </a:cubicBezTo>
                  <a:cubicBezTo>
                    <a:pt x="445" y="57893"/>
                    <a:pt x="423" y="57905"/>
                    <a:pt x="402" y="57916"/>
                  </a:cubicBezTo>
                  <a:cubicBezTo>
                    <a:pt x="186" y="58031"/>
                    <a:pt x="0" y="57713"/>
                    <a:pt x="211" y="57590"/>
                  </a:cubicBezTo>
                  <a:cubicBezTo>
                    <a:pt x="240" y="57574"/>
                    <a:pt x="270" y="57555"/>
                    <a:pt x="298" y="57538"/>
                  </a:cubicBezTo>
                  <a:cubicBezTo>
                    <a:pt x="503" y="57412"/>
                    <a:pt x="698" y="57272"/>
                    <a:pt x="897" y="57138"/>
                  </a:cubicBezTo>
                  <a:cubicBezTo>
                    <a:pt x="1109" y="56997"/>
                    <a:pt x="1315" y="56845"/>
                    <a:pt x="1511" y="56675"/>
                  </a:cubicBezTo>
                  <a:cubicBezTo>
                    <a:pt x="1894" y="56346"/>
                    <a:pt x="2232" y="55965"/>
                    <a:pt x="2463" y="55513"/>
                  </a:cubicBezTo>
                  <a:cubicBezTo>
                    <a:pt x="2697" y="55052"/>
                    <a:pt x="2755" y="54553"/>
                    <a:pt x="2777" y="54042"/>
                  </a:cubicBezTo>
                  <a:cubicBezTo>
                    <a:pt x="2790" y="53746"/>
                    <a:pt x="2794" y="53447"/>
                    <a:pt x="2837" y="53153"/>
                  </a:cubicBezTo>
                  <a:cubicBezTo>
                    <a:pt x="2878" y="52880"/>
                    <a:pt x="3069" y="52682"/>
                    <a:pt x="3357" y="52703"/>
                  </a:cubicBezTo>
                  <a:cubicBezTo>
                    <a:pt x="3636" y="52723"/>
                    <a:pt x="3921" y="52803"/>
                    <a:pt x="4196" y="52855"/>
                  </a:cubicBezTo>
                  <a:cubicBezTo>
                    <a:pt x="4350" y="52885"/>
                    <a:pt x="4507" y="52913"/>
                    <a:pt x="4663" y="52943"/>
                  </a:cubicBezTo>
                  <a:cubicBezTo>
                    <a:pt x="4668" y="52945"/>
                    <a:pt x="4732" y="52952"/>
                    <a:pt x="4776" y="52959"/>
                  </a:cubicBezTo>
                  <a:cubicBezTo>
                    <a:pt x="4799" y="52658"/>
                    <a:pt x="4795" y="52355"/>
                    <a:pt x="4804" y="52054"/>
                  </a:cubicBezTo>
                  <a:cubicBezTo>
                    <a:pt x="4814" y="51801"/>
                    <a:pt x="4877" y="51529"/>
                    <a:pt x="5165" y="51472"/>
                  </a:cubicBezTo>
                  <a:cubicBezTo>
                    <a:pt x="5306" y="51444"/>
                    <a:pt x="5433" y="51496"/>
                    <a:pt x="5572" y="51511"/>
                  </a:cubicBezTo>
                  <a:cubicBezTo>
                    <a:pt x="5641" y="51520"/>
                    <a:pt x="5671" y="51509"/>
                    <a:pt x="5716" y="51466"/>
                  </a:cubicBezTo>
                  <a:cubicBezTo>
                    <a:pt x="5849" y="51345"/>
                    <a:pt x="5844" y="51148"/>
                    <a:pt x="5794" y="50983"/>
                  </a:cubicBezTo>
                  <a:cubicBezTo>
                    <a:pt x="5719" y="50744"/>
                    <a:pt x="5576" y="50536"/>
                    <a:pt x="5487" y="50304"/>
                  </a:cubicBezTo>
                  <a:cubicBezTo>
                    <a:pt x="5403" y="50081"/>
                    <a:pt x="5368" y="49815"/>
                    <a:pt x="5444" y="49584"/>
                  </a:cubicBezTo>
                  <a:cubicBezTo>
                    <a:pt x="5533" y="49324"/>
                    <a:pt x="5768" y="49100"/>
                    <a:pt x="6060" y="49160"/>
                  </a:cubicBezTo>
                  <a:cubicBezTo>
                    <a:pt x="6264" y="49203"/>
                    <a:pt x="6411" y="49404"/>
                    <a:pt x="6586" y="49456"/>
                  </a:cubicBezTo>
                  <a:cubicBezTo>
                    <a:pt x="6777" y="49513"/>
                    <a:pt x="7008" y="49454"/>
                    <a:pt x="7161" y="49318"/>
                  </a:cubicBezTo>
                  <a:cubicBezTo>
                    <a:pt x="7157" y="49311"/>
                    <a:pt x="7153" y="49303"/>
                    <a:pt x="7151" y="49294"/>
                  </a:cubicBezTo>
                  <a:cubicBezTo>
                    <a:pt x="7019" y="48849"/>
                    <a:pt x="7427" y="48474"/>
                    <a:pt x="7843" y="48431"/>
                  </a:cubicBezTo>
                  <a:cubicBezTo>
                    <a:pt x="8202" y="48394"/>
                    <a:pt x="8509" y="48611"/>
                    <a:pt x="8760" y="48855"/>
                  </a:cubicBezTo>
                  <a:cubicBezTo>
                    <a:pt x="8766" y="48797"/>
                    <a:pt x="8764" y="48738"/>
                    <a:pt x="8762" y="48697"/>
                  </a:cubicBezTo>
                  <a:cubicBezTo>
                    <a:pt x="8754" y="48503"/>
                    <a:pt x="8723" y="48308"/>
                    <a:pt x="8780" y="48120"/>
                  </a:cubicBezTo>
                  <a:cubicBezTo>
                    <a:pt x="8844" y="47912"/>
                    <a:pt x="9037" y="47728"/>
                    <a:pt x="9249" y="47693"/>
                  </a:cubicBezTo>
                  <a:cubicBezTo>
                    <a:pt x="9229" y="47415"/>
                    <a:pt x="9227" y="47137"/>
                    <a:pt x="9297" y="46867"/>
                  </a:cubicBezTo>
                  <a:cubicBezTo>
                    <a:pt x="9309" y="46820"/>
                    <a:pt x="9323" y="46776"/>
                    <a:pt x="9340" y="46731"/>
                  </a:cubicBezTo>
                  <a:cubicBezTo>
                    <a:pt x="9400" y="46564"/>
                    <a:pt x="9601" y="46540"/>
                    <a:pt x="9703" y="46683"/>
                  </a:cubicBezTo>
                  <a:cubicBezTo>
                    <a:pt x="9900" y="46958"/>
                    <a:pt x="10371" y="47023"/>
                    <a:pt x="10631" y="46813"/>
                  </a:cubicBezTo>
                  <a:cubicBezTo>
                    <a:pt x="10763" y="46705"/>
                    <a:pt x="11008" y="46761"/>
                    <a:pt x="10997" y="46964"/>
                  </a:cubicBezTo>
                  <a:cubicBezTo>
                    <a:pt x="10994" y="47016"/>
                    <a:pt x="10992" y="47068"/>
                    <a:pt x="10988" y="47118"/>
                  </a:cubicBezTo>
                  <a:cubicBezTo>
                    <a:pt x="10975" y="47356"/>
                    <a:pt x="10960" y="47592"/>
                    <a:pt x="10945" y="47830"/>
                  </a:cubicBezTo>
                  <a:cubicBezTo>
                    <a:pt x="11005" y="47821"/>
                    <a:pt x="11062" y="47812"/>
                    <a:pt x="11122" y="47802"/>
                  </a:cubicBezTo>
                  <a:cubicBezTo>
                    <a:pt x="11219" y="47787"/>
                    <a:pt x="11315" y="47767"/>
                    <a:pt x="11414" y="47752"/>
                  </a:cubicBezTo>
                  <a:cubicBezTo>
                    <a:pt x="11429" y="47590"/>
                    <a:pt x="11455" y="47425"/>
                    <a:pt x="11542" y="47289"/>
                  </a:cubicBezTo>
                  <a:cubicBezTo>
                    <a:pt x="11639" y="47138"/>
                    <a:pt x="11803" y="47027"/>
                    <a:pt x="11987" y="47029"/>
                  </a:cubicBezTo>
                  <a:cubicBezTo>
                    <a:pt x="12152" y="47031"/>
                    <a:pt x="12282" y="47127"/>
                    <a:pt x="12401" y="47235"/>
                  </a:cubicBezTo>
                  <a:cubicBezTo>
                    <a:pt x="12442" y="47270"/>
                    <a:pt x="12522" y="47373"/>
                    <a:pt x="12597" y="47410"/>
                  </a:cubicBezTo>
                  <a:cubicBezTo>
                    <a:pt x="12532" y="47230"/>
                    <a:pt x="12466" y="47051"/>
                    <a:pt x="12401" y="46871"/>
                  </a:cubicBezTo>
                  <a:cubicBezTo>
                    <a:pt x="12245" y="46677"/>
                    <a:pt x="12106" y="46439"/>
                    <a:pt x="12130" y="46188"/>
                  </a:cubicBezTo>
                  <a:cubicBezTo>
                    <a:pt x="12165" y="45842"/>
                    <a:pt x="12466" y="45719"/>
                    <a:pt x="12770" y="45680"/>
                  </a:cubicBezTo>
                  <a:cubicBezTo>
                    <a:pt x="12978" y="45652"/>
                    <a:pt x="13138" y="45600"/>
                    <a:pt x="13242" y="45409"/>
                  </a:cubicBezTo>
                  <a:cubicBezTo>
                    <a:pt x="13339" y="45228"/>
                    <a:pt x="13355" y="45009"/>
                    <a:pt x="13342" y="44808"/>
                  </a:cubicBezTo>
                  <a:cubicBezTo>
                    <a:pt x="13324" y="44516"/>
                    <a:pt x="13233" y="44233"/>
                    <a:pt x="13205" y="43941"/>
                  </a:cubicBezTo>
                  <a:cubicBezTo>
                    <a:pt x="13177" y="43662"/>
                    <a:pt x="13194" y="43298"/>
                    <a:pt x="13398" y="43084"/>
                  </a:cubicBezTo>
                  <a:cubicBezTo>
                    <a:pt x="13582" y="42891"/>
                    <a:pt x="13885" y="42948"/>
                    <a:pt x="14038" y="42712"/>
                  </a:cubicBezTo>
                  <a:cubicBezTo>
                    <a:pt x="14187" y="42482"/>
                    <a:pt x="14060" y="42217"/>
                    <a:pt x="14005" y="41978"/>
                  </a:cubicBezTo>
                  <a:cubicBezTo>
                    <a:pt x="13943" y="41708"/>
                    <a:pt x="13960" y="41453"/>
                    <a:pt x="14150" y="41237"/>
                  </a:cubicBezTo>
                  <a:cubicBezTo>
                    <a:pt x="14230" y="41146"/>
                    <a:pt x="14339" y="41077"/>
                    <a:pt x="14455" y="41055"/>
                  </a:cubicBezTo>
                  <a:cubicBezTo>
                    <a:pt x="14469" y="40875"/>
                    <a:pt x="14559" y="40705"/>
                    <a:pt x="14704" y="40581"/>
                  </a:cubicBezTo>
                  <a:cubicBezTo>
                    <a:pt x="14964" y="40356"/>
                    <a:pt x="15329" y="40352"/>
                    <a:pt x="15645" y="40443"/>
                  </a:cubicBezTo>
                  <a:cubicBezTo>
                    <a:pt x="15922" y="40523"/>
                    <a:pt x="16264" y="40670"/>
                    <a:pt x="16355" y="40975"/>
                  </a:cubicBezTo>
                  <a:cubicBezTo>
                    <a:pt x="16357" y="40983"/>
                    <a:pt x="16359" y="40990"/>
                    <a:pt x="16361" y="40999"/>
                  </a:cubicBezTo>
                  <a:cubicBezTo>
                    <a:pt x="16407" y="41033"/>
                    <a:pt x="16439" y="41089"/>
                    <a:pt x="16445" y="41154"/>
                  </a:cubicBezTo>
                  <a:cubicBezTo>
                    <a:pt x="16500" y="41773"/>
                    <a:pt x="16450" y="42396"/>
                    <a:pt x="16298" y="42999"/>
                  </a:cubicBezTo>
                  <a:cubicBezTo>
                    <a:pt x="16459" y="42948"/>
                    <a:pt x="16627" y="42920"/>
                    <a:pt x="16798" y="42917"/>
                  </a:cubicBezTo>
                  <a:cubicBezTo>
                    <a:pt x="16887" y="42915"/>
                    <a:pt x="16986" y="43000"/>
                    <a:pt x="16976" y="43095"/>
                  </a:cubicBezTo>
                  <a:cubicBezTo>
                    <a:pt x="16962" y="43255"/>
                    <a:pt x="16895" y="43393"/>
                    <a:pt x="16787" y="43493"/>
                  </a:cubicBezTo>
                  <a:cubicBezTo>
                    <a:pt x="16915" y="43638"/>
                    <a:pt x="17042" y="43785"/>
                    <a:pt x="17170" y="43934"/>
                  </a:cubicBezTo>
                  <a:cubicBezTo>
                    <a:pt x="17254" y="44031"/>
                    <a:pt x="17227" y="44193"/>
                    <a:pt x="17092" y="44228"/>
                  </a:cubicBezTo>
                  <a:cubicBezTo>
                    <a:pt x="16770" y="44312"/>
                    <a:pt x="16653" y="44763"/>
                    <a:pt x="16995" y="44912"/>
                  </a:cubicBezTo>
                  <a:cubicBezTo>
                    <a:pt x="17257" y="45026"/>
                    <a:pt x="17477" y="44750"/>
                    <a:pt x="17376" y="44520"/>
                  </a:cubicBezTo>
                  <a:cubicBezTo>
                    <a:pt x="17367" y="44498"/>
                    <a:pt x="17354" y="44475"/>
                    <a:pt x="17335" y="44453"/>
                  </a:cubicBezTo>
                  <a:cubicBezTo>
                    <a:pt x="17291" y="44393"/>
                    <a:pt x="17313" y="44291"/>
                    <a:pt x="17363" y="44243"/>
                  </a:cubicBezTo>
                  <a:cubicBezTo>
                    <a:pt x="17421" y="44185"/>
                    <a:pt x="17503" y="44183"/>
                    <a:pt x="17573" y="44215"/>
                  </a:cubicBezTo>
                  <a:cubicBezTo>
                    <a:pt x="17609" y="44232"/>
                    <a:pt x="17644" y="44248"/>
                    <a:pt x="17679" y="44265"/>
                  </a:cubicBezTo>
                  <a:cubicBezTo>
                    <a:pt x="17709" y="44131"/>
                    <a:pt x="17724" y="43995"/>
                    <a:pt x="17724" y="43858"/>
                  </a:cubicBezTo>
                  <a:cubicBezTo>
                    <a:pt x="17659" y="43752"/>
                    <a:pt x="17691" y="43609"/>
                    <a:pt x="17798" y="43525"/>
                  </a:cubicBezTo>
                  <a:cubicBezTo>
                    <a:pt x="17890" y="43454"/>
                    <a:pt x="17992" y="43523"/>
                    <a:pt x="18033" y="43610"/>
                  </a:cubicBezTo>
                  <a:cubicBezTo>
                    <a:pt x="18096" y="43573"/>
                    <a:pt x="18159" y="43514"/>
                    <a:pt x="18204" y="43480"/>
                  </a:cubicBezTo>
                  <a:cubicBezTo>
                    <a:pt x="18295" y="43413"/>
                    <a:pt x="18382" y="43343"/>
                    <a:pt x="18466" y="43270"/>
                  </a:cubicBezTo>
                  <a:cubicBezTo>
                    <a:pt x="18606" y="43153"/>
                    <a:pt x="18741" y="43026"/>
                    <a:pt x="18866" y="42894"/>
                  </a:cubicBezTo>
                  <a:cubicBezTo>
                    <a:pt x="18600" y="42561"/>
                    <a:pt x="18382" y="42121"/>
                    <a:pt x="18663" y="41730"/>
                  </a:cubicBezTo>
                  <a:cubicBezTo>
                    <a:pt x="18793" y="41548"/>
                    <a:pt x="19005" y="41421"/>
                    <a:pt x="19234" y="41461"/>
                  </a:cubicBezTo>
                  <a:cubicBezTo>
                    <a:pt x="19348" y="41481"/>
                    <a:pt x="19435" y="41540"/>
                    <a:pt x="19530" y="41600"/>
                  </a:cubicBezTo>
                  <a:cubicBezTo>
                    <a:pt x="19491" y="41475"/>
                    <a:pt x="19493" y="41332"/>
                    <a:pt x="19530" y="41211"/>
                  </a:cubicBezTo>
                  <a:cubicBezTo>
                    <a:pt x="19625" y="40901"/>
                    <a:pt x="19920" y="40758"/>
                    <a:pt x="20103" y="40510"/>
                  </a:cubicBezTo>
                  <a:cubicBezTo>
                    <a:pt x="20173" y="40417"/>
                    <a:pt x="20283" y="40399"/>
                    <a:pt x="20374" y="40475"/>
                  </a:cubicBezTo>
                  <a:cubicBezTo>
                    <a:pt x="20445" y="40538"/>
                    <a:pt x="20538" y="40545"/>
                    <a:pt x="20620" y="40519"/>
                  </a:cubicBezTo>
                  <a:cubicBezTo>
                    <a:pt x="20568" y="40227"/>
                    <a:pt x="20616" y="39928"/>
                    <a:pt x="20763" y="39666"/>
                  </a:cubicBezTo>
                  <a:cubicBezTo>
                    <a:pt x="20800" y="39603"/>
                    <a:pt x="20880" y="39573"/>
                    <a:pt x="20951" y="39591"/>
                  </a:cubicBezTo>
                  <a:cubicBezTo>
                    <a:pt x="21256" y="39670"/>
                    <a:pt x="21581" y="39664"/>
                    <a:pt x="21879" y="39565"/>
                  </a:cubicBezTo>
                  <a:cubicBezTo>
                    <a:pt x="21771" y="39283"/>
                    <a:pt x="21834" y="38941"/>
                    <a:pt x="22108" y="38764"/>
                  </a:cubicBezTo>
                  <a:cubicBezTo>
                    <a:pt x="22334" y="38617"/>
                    <a:pt x="22626" y="38660"/>
                    <a:pt x="22822" y="38821"/>
                  </a:cubicBezTo>
                  <a:cubicBezTo>
                    <a:pt x="22956" y="38712"/>
                    <a:pt x="23169" y="38686"/>
                    <a:pt x="23331" y="38755"/>
                  </a:cubicBezTo>
                  <a:cubicBezTo>
                    <a:pt x="23487" y="38820"/>
                    <a:pt x="23603" y="38941"/>
                    <a:pt x="23740" y="39033"/>
                  </a:cubicBezTo>
                  <a:cubicBezTo>
                    <a:pt x="23791" y="39065"/>
                    <a:pt x="23859" y="39100"/>
                    <a:pt x="23928" y="39113"/>
                  </a:cubicBezTo>
                  <a:cubicBezTo>
                    <a:pt x="23908" y="38957"/>
                    <a:pt x="23856" y="38805"/>
                    <a:pt x="23774" y="38662"/>
                  </a:cubicBezTo>
                  <a:cubicBezTo>
                    <a:pt x="23463" y="38113"/>
                    <a:pt x="22846" y="37641"/>
                    <a:pt x="22922" y="36945"/>
                  </a:cubicBezTo>
                  <a:cubicBezTo>
                    <a:pt x="22937" y="36815"/>
                    <a:pt x="23034" y="36731"/>
                    <a:pt x="23168" y="36759"/>
                  </a:cubicBezTo>
                  <a:cubicBezTo>
                    <a:pt x="23415" y="36809"/>
                    <a:pt x="23841" y="36910"/>
                    <a:pt x="23990" y="36621"/>
                  </a:cubicBezTo>
                  <a:cubicBezTo>
                    <a:pt x="24051" y="36502"/>
                    <a:pt x="23988" y="36354"/>
                    <a:pt x="23980" y="36229"/>
                  </a:cubicBezTo>
                  <a:cubicBezTo>
                    <a:pt x="23971" y="36063"/>
                    <a:pt x="24036" y="35930"/>
                    <a:pt x="24151" y="35816"/>
                  </a:cubicBezTo>
                  <a:cubicBezTo>
                    <a:pt x="24257" y="35716"/>
                    <a:pt x="24291" y="35639"/>
                    <a:pt x="24233" y="35498"/>
                  </a:cubicBezTo>
                  <a:cubicBezTo>
                    <a:pt x="24174" y="35357"/>
                    <a:pt x="24068" y="35249"/>
                    <a:pt x="23971" y="35134"/>
                  </a:cubicBezTo>
                  <a:cubicBezTo>
                    <a:pt x="23761" y="34881"/>
                    <a:pt x="23599" y="34589"/>
                    <a:pt x="23739" y="34263"/>
                  </a:cubicBezTo>
                  <a:cubicBezTo>
                    <a:pt x="23763" y="34207"/>
                    <a:pt x="23835" y="34176"/>
                    <a:pt x="23889" y="34176"/>
                  </a:cubicBezTo>
                  <a:cubicBezTo>
                    <a:pt x="24079" y="34179"/>
                    <a:pt x="24287" y="34176"/>
                    <a:pt x="24455" y="34073"/>
                  </a:cubicBezTo>
                  <a:cubicBezTo>
                    <a:pt x="24542" y="34020"/>
                    <a:pt x="24631" y="33882"/>
                    <a:pt x="24600" y="33796"/>
                  </a:cubicBezTo>
                  <a:cubicBezTo>
                    <a:pt x="24555" y="33679"/>
                    <a:pt x="24322" y="33657"/>
                    <a:pt x="24222" y="33612"/>
                  </a:cubicBezTo>
                  <a:cubicBezTo>
                    <a:pt x="24055" y="33538"/>
                    <a:pt x="23906" y="33389"/>
                    <a:pt x="23880" y="33201"/>
                  </a:cubicBezTo>
                  <a:cubicBezTo>
                    <a:pt x="23865" y="33092"/>
                    <a:pt x="23897" y="32986"/>
                    <a:pt x="23964" y="32898"/>
                  </a:cubicBezTo>
                  <a:cubicBezTo>
                    <a:pt x="24010" y="32837"/>
                    <a:pt x="24077" y="32798"/>
                    <a:pt x="24125" y="32738"/>
                  </a:cubicBezTo>
                  <a:cubicBezTo>
                    <a:pt x="24138" y="32721"/>
                    <a:pt x="24144" y="32701"/>
                    <a:pt x="24142" y="32686"/>
                  </a:cubicBezTo>
                  <a:cubicBezTo>
                    <a:pt x="24137" y="32623"/>
                    <a:pt x="24110" y="32558"/>
                    <a:pt x="24088" y="32498"/>
                  </a:cubicBezTo>
                  <a:cubicBezTo>
                    <a:pt x="23986" y="32206"/>
                    <a:pt x="23915" y="31864"/>
                    <a:pt x="24226" y="31667"/>
                  </a:cubicBezTo>
                  <a:cubicBezTo>
                    <a:pt x="24391" y="31563"/>
                    <a:pt x="24559" y="31561"/>
                    <a:pt x="24719" y="31613"/>
                  </a:cubicBezTo>
                  <a:cubicBezTo>
                    <a:pt x="24760" y="31490"/>
                    <a:pt x="24840" y="31394"/>
                    <a:pt x="24919" y="31293"/>
                  </a:cubicBezTo>
                  <a:cubicBezTo>
                    <a:pt x="24994" y="31198"/>
                    <a:pt x="25076" y="31102"/>
                    <a:pt x="25024" y="30977"/>
                  </a:cubicBezTo>
                  <a:cubicBezTo>
                    <a:pt x="24964" y="30834"/>
                    <a:pt x="24853" y="30707"/>
                    <a:pt x="24771" y="30577"/>
                  </a:cubicBezTo>
                  <a:cubicBezTo>
                    <a:pt x="24611" y="30320"/>
                    <a:pt x="24494" y="30019"/>
                    <a:pt x="24600" y="29720"/>
                  </a:cubicBezTo>
                  <a:cubicBezTo>
                    <a:pt x="24678" y="29500"/>
                    <a:pt x="24836" y="29342"/>
                    <a:pt x="25024" y="29210"/>
                  </a:cubicBezTo>
                  <a:cubicBezTo>
                    <a:pt x="25204" y="29084"/>
                    <a:pt x="25401" y="28985"/>
                    <a:pt x="25583" y="28861"/>
                  </a:cubicBezTo>
                  <a:cubicBezTo>
                    <a:pt x="25782" y="28725"/>
                    <a:pt x="25801" y="28451"/>
                    <a:pt x="25769" y="28236"/>
                  </a:cubicBezTo>
                  <a:cubicBezTo>
                    <a:pt x="25725" y="27916"/>
                    <a:pt x="25604" y="27611"/>
                    <a:pt x="25721" y="27289"/>
                  </a:cubicBezTo>
                  <a:cubicBezTo>
                    <a:pt x="25773" y="27142"/>
                    <a:pt x="25864" y="27014"/>
                    <a:pt x="25998" y="26932"/>
                  </a:cubicBezTo>
                  <a:cubicBezTo>
                    <a:pt x="26104" y="26865"/>
                    <a:pt x="26251" y="26856"/>
                    <a:pt x="26312" y="26737"/>
                  </a:cubicBezTo>
                  <a:cubicBezTo>
                    <a:pt x="26443" y="26493"/>
                    <a:pt x="26290" y="26182"/>
                    <a:pt x="26236" y="25939"/>
                  </a:cubicBezTo>
                  <a:cubicBezTo>
                    <a:pt x="26166" y="25625"/>
                    <a:pt x="26195" y="25312"/>
                    <a:pt x="26350" y="25028"/>
                  </a:cubicBezTo>
                  <a:cubicBezTo>
                    <a:pt x="26638" y="24494"/>
                    <a:pt x="27317" y="24272"/>
                    <a:pt x="27836" y="24626"/>
                  </a:cubicBezTo>
                  <a:cubicBezTo>
                    <a:pt x="28077" y="24791"/>
                    <a:pt x="28245" y="25044"/>
                    <a:pt x="28260" y="25344"/>
                  </a:cubicBezTo>
                  <a:cubicBezTo>
                    <a:pt x="28269" y="25530"/>
                    <a:pt x="28213" y="25712"/>
                    <a:pt x="28118" y="25870"/>
                  </a:cubicBezTo>
                  <a:cubicBezTo>
                    <a:pt x="28081" y="25931"/>
                    <a:pt x="28033" y="25991"/>
                    <a:pt x="28007" y="26058"/>
                  </a:cubicBezTo>
                  <a:cubicBezTo>
                    <a:pt x="27999" y="26075"/>
                    <a:pt x="27996" y="26089"/>
                    <a:pt x="27994" y="26106"/>
                  </a:cubicBezTo>
                  <a:cubicBezTo>
                    <a:pt x="27992" y="26112"/>
                    <a:pt x="27992" y="26117"/>
                    <a:pt x="27992" y="26125"/>
                  </a:cubicBezTo>
                  <a:cubicBezTo>
                    <a:pt x="27992" y="26125"/>
                    <a:pt x="27994" y="26129"/>
                    <a:pt x="27994" y="26136"/>
                  </a:cubicBezTo>
                  <a:cubicBezTo>
                    <a:pt x="27996" y="26143"/>
                    <a:pt x="28005" y="26162"/>
                    <a:pt x="28005" y="26166"/>
                  </a:cubicBezTo>
                  <a:lnTo>
                    <a:pt x="28005" y="26166"/>
                  </a:lnTo>
                  <a:lnTo>
                    <a:pt x="28005" y="26168"/>
                  </a:lnTo>
                  <a:cubicBezTo>
                    <a:pt x="28009" y="26173"/>
                    <a:pt x="28012" y="26179"/>
                    <a:pt x="28016" y="26182"/>
                  </a:cubicBezTo>
                  <a:cubicBezTo>
                    <a:pt x="28020" y="26190"/>
                    <a:pt x="28023" y="26197"/>
                    <a:pt x="28029" y="26203"/>
                  </a:cubicBezTo>
                  <a:lnTo>
                    <a:pt x="28029" y="26203"/>
                  </a:lnTo>
                  <a:cubicBezTo>
                    <a:pt x="28029" y="26205"/>
                    <a:pt x="28031" y="26207"/>
                    <a:pt x="28035" y="26210"/>
                  </a:cubicBezTo>
                  <a:cubicBezTo>
                    <a:pt x="28070" y="26251"/>
                    <a:pt x="28109" y="26287"/>
                    <a:pt x="28150" y="26320"/>
                  </a:cubicBezTo>
                  <a:cubicBezTo>
                    <a:pt x="28235" y="26394"/>
                    <a:pt x="28328" y="26460"/>
                    <a:pt x="28408" y="26538"/>
                  </a:cubicBezTo>
                  <a:cubicBezTo>
                    <a:pt x="28633" y="26759"/>
                    <a:pt x="28678" y="27023"/>
                    <a:pt x="28648" y="27328"/>
                  </a:cubicBezTo>
                  <a:cubicBezTo>
                    <a:pt x="28635" y="27447"/>
                    <a:pt x="28609" y="27587"/>
                    <a:pt x="28659" y="27702"/>
                  </a:cubicBezTo>
                  <a:cubicBezTo>
                    <a:pt x="28699" y="27793"/>
                    <a:pt x="28806" y="27840"/>
                    <a:pt x="28894" y="27877"/>
                  </a:cubicBezTo>
                  <a:cubicBezTo>
                    <a:pt x="29124" y="27972"/>
                    <a:pt x="29364" y="28061"/>
                    <a:pt x="29550" y="28238"/>
                  </a:cubicBezTo>
                  <a:cubicBezTo>
                    <a:pt x="29720" y="28397"/>
                    <a:pt x="29844" y="28604"/>
                    <a:pt x="29978" y="28794"/>
                  </a:cubicBezTo>
                  <a:cubicBezTo>
                    <a:pt x="30041" y="28883"/>
                    <a:pt x="30078" y="28942"/>
                    <a:pt x="30164" y="29019"/>
                  </a:cubicBezTo>
                  <a:cubicBezTo>
                    <a:pt x="30173" y="29026"/>
                    <a:pt x="30224" y="29061"/>
                    <a:pt x="30242" y="29069"/>
                  </a:cubicBezTo>
                  <a:cubicBezTo>
                    <a:pt x="30261" y="29078"/>
                    <a:pt x="30320" y="29091"/>
                    <a:pt x="30335" y="29091"/>
                  </a:cubicBezTo>
                  <a:cubicBezTo>
                    <a:pt x="30482" y="29102"/>
                    <a:pt x="30627" y="29275"/>
                    <a:pt x="30521" y="29418"/>
                  </a:cubicBezTo>
                  <a:cubicBezTo>
                    <a:pt x="30437" y="29536"/>
                    <a:pt x="30289" y="29710"/>
                    <a:pt x="30359" y="29863"/>
                  </a:cubicBezTo>
                  <a:cubicBezTo>
                    <a:pt x="30395" y="29939"/>
                    <a:pt x="30450" y="30006"/>
                    <a:pt x="30486" y="30082"/>
                  </a:cubicBezTo>
                  <a:cubicBezTo>
                    <a:pt x="30527" y="30174"/>
                    <a:pt x="30555" y="30268"/>
                    <a:pt x="30569" y="30365"/>
                  </a:cubicBezTo>
                  <a:cubicBezTo>
                    <a:pt x="30612" y="30644"/>
                    <a:pt x="30545" y="30981"/>
                    <a:pt x="30703" y="31228"/>
                  </a:cubicBezTo>
                  <a:cubicBezTo>
                    <a:pt x="30729" y="31269"/>
                    <a:pt x="30759" y="31304"/>
                    <a:pt x="30802" y="31327"/>
                  </a:cubicBezTo>
                  <a:cubicBezTo>
                    <a:pt x="30819" y="31336"/>
                    <a:pt x="30835" y="31340"/>
                    <a:pt x="30854" y="31345"/>
                  </a:cubicBezTo>
                  <a:cubicBezTo>
                    <a:pt x="30858" y="31345"/>
                    <a:pt x="30860" y="31347"/>
                    <a:pt x="30861" y="31347"/>
                  </a:cubicBezTo>
                  <a:lnTo>
                    <a:pt x="30861" y="31347"/>
                  </a:lnTo>
                  <a:cubicBezTo>
                    <a:pt x="30871" y="31347"/>
                    <a:pt x="30882" y="31347"/>
                    <a:pt x="30893" y="31347"/>
                  </a:cubicBezTo>
                  <a:cubicBezTo>
                    <a:pt x="30900" y="31347"/>
                    <a:pt x="30910" y="31347"/>
                    <a:pt x="30919" y="31347"/>
                  </a:cubicBezTo>
                  <a:lnTo>
                    <a:pt x="30919" y="31347"/>
                  </a:lnTo>
                  <a:cubicBezTo>
                    <a:pt x="30921" y="31345"/>
                    <a:pt x="30923" y="31345"/>
                    <a:pt x="30928" y="31343"/>
                  </a:cubicBezTo>
                  <a:cubicBezTo>
                    <a:pt x="30949" y="31338"/>
                    <a:pt x="30967" y="31332"/>
                    <a:pt x="30988" y="31325"/>
                  </a:cubicBezTo>
                  <a:cubicBezTo>
                    <a:pt x="30992" y="31323"/>
                    <a:pt x="31040" y="31302"/>
                    <a:pt x="31034" y="31306"/>
                  </a:cubicBezTo>
                  <a:cubicBezTo>
                    <a:pt x="31053" y="31299"/>
                    <a:pt x="31070" y="31289"/>
                    <a:pt x="31086" y="31280"/>
                  </a:cubicBezTo>
                  <a:cubicBezTo>
                    <a:pt x="31382" y="31113"/>
                    <a:pt x="31676" y="30737"/>
                    <a:pt x="32039" y="30774"/>
                  </a:cubicBezTo>
                  <a:cubicBezTo>
                    <a:pt x="32057" y="30763"/>
                    <a:pt x="32076" y="30756"/>
                    <a:pt x="32096" y="30748"/>
                  </a:cubicBezTo>
                  <a:cubicBezTo>
                    <a:pt x="32163" y="30726"/>
                    <a:pt x="32238" y="30717"/>
                    <a:pt x="32308" y="30702"/>
                  </a:cubicBezTo>
                  <a:cubicBezTo>
                    <a:pt x="32442" y="30672"/>
                    <a:pt x="32576" y="30648"/>
                    <a:pt x="32710" y="30624"/>
                  </a:cubicBezTo>
                  <a:cubicBezTo>
                    <a:pt x="32879" y="30594"/>
                    <a:pt x="33047" y="30564"/>
                    <a:pt x="33214" y="30532"/>
                  </a:cubicBezTo>
                  <a:cubicBezTo>
                    <a:pt x="33024" y="30267"/>
                    <a:pt x="32872" y="29965"/>
                    <a:pt x="32911" y="29636"/>
                  </a:cubicBezTo>
                  <a:cubicBezTo>
                    <a:pt x="32943" y="29353"/>
                    <a:pt x="33115" y="29071"/>
                    <a:pt x="33367" y="28942"/>
                  </a:cubicBezTo>
                  <a:cubicBezTo>
                    <a:pt x="33331" y="28848"/>
                    <a:pt x="33309" y="28745"/>
                    <a:pt x="33300" y="28634"/>
                  </a:cubicBezTo>
                  <a:cubicBezTo>
                    <a:pt x="33285" y="28423"/>
                    <a:pt x="33324" y="28206"/>
                    <a:pt x="33378" y="28005"/>
                  </a:cubicBezTo>
                  <a:cubicBezTo>
                    <a:pt x="33430" y="27815"/>
                    <a:pt x="33497" y="27622"/>
                    <a:pt x="33582" y="27447"/>
                  </a:cubicBezTo>
                  <a:cubicBezTo>
                    <a:pt x="33636" y="27336"/>
                    <a:pt x="33727" y="27244"/>
                    <a:pt x="33846" y="27207"/>
                  </a:cubicBezTo>
                  <a:cubicBezTo>
                    <a:pt x="33960" y="27170"/>
                    <a:pt x="34068" y="27198"/>
                    <a:pt x="34181" y="27213"/>
                  </a:cubicBezTo>
                  <a:cubicBezTo>
                    <a:pt x="34285" y="27226"/>
                    <a:pt x="34373" y="27176"/>
                    <a:pt x="34427" y="27068"/>
                  </a:cubicBezTo>
                  <a:cubicBezTo>
                    <a:pt x="34486" y="26951"/>
                    <a:pt x="34423" y="26856"/>
                    <a:pt x="34321" y="26763"/>
                  </a:cubicBezTo>
                  <a:cubicBezTo>
                    <a:pt x="34187" y="26638"/>
                    <a:pt x="34025" y="26545"/>
                    <a:pt x="33906" y="26406"/>
                  </a:cubicBezTo>
                  <a:cubicBezTo>
                    <a:pt x="33779" y="26255"/>
                    <a:pt x="33683" y="26052"/>
                    <a:pt x="33733" y="25850"/>
                  </a:cubicBezTo>
                  <a:cubicBezTo>
                    <a:pt x="33774" y="25677"/>
                    <a:pt x="33919" y="25524"/>
                    <a:pt x="34092" y="25474"/>
                  </a:cubicBezTo>
                  <a:cubicBezTo>
                    <a:pt x="34189" y="25446"/>
                    <a:pt x="34293" y="25452"/>
                    <a:pt x="34384" y="25496"/>
                  </a:cubicBezTo>
                  <a:cubicBezTo>
                    <a:pt x="34415" y="25513"/>
                    <a:pt x="34447" y="25533"/>
                    <a:pt x="34475" y="25558"/>
                  </a:cubicBezTo>
                  <a:cubicBezTo>
                    <a:pt x="34494" y="25524"/>
                    <a:pt x="34508" y="25487"/>
                    <a:pt x="34518" y="25465"/>
                  </a:cubicBezTo>
                  <a:cubicBezTo>
                    <a:pt x="34542" y="25409"/>
                    <a:pt x="34559" y="25344"/>
                    <a:pt x="34570" y="25282"/>
                  </a:cubicBezTo>
                  <a:cubicBezTo>
                    <a:pt x="34592" y="25147"/>
                    <a:pt x="34579" y="25007"/>
                    <a:pt x="34536" y="24877"/>
                  </a:cubicBezTo>
                  <a:cubicBezTo>
                    <a:pt x="34434" y="24551"/>
                    <a:pt x="34118" y="24406"/>
                    <a:pt x="33869" y="24209"/>
                  </a:cubicBezTo>
                  <a:cubicBezTo>
                    <a:pt x="33608" y="24003"/>
                    <a:pt x="33402" y="23674"/>
                    <a:pt x="33493" y="23331"/>
                  </a:cubicBezTo>
                  <a:cubicBezTo>
                    <a:pt x="33575" y="23013"/>
                    <a:pt x="33861" y="22855"/>
                    <a:pt x="34122" y="22703"/>
                  </a:cubicBezTo>
                  <a:cubicBezTo>
                    <a:pt x="34207" y="22653"/>
                    <a:pt x="34295" y="22597"/>
                    <a:pt x="34293" y="22498"/>
                  </a:cubicBezTo>
                  <a:cubicBezTo>
                    <a:pt x="34291" y="22383"/>
                    <a:pt x="34222" y="22256"/>
                    <a:pt x="34183" y="22147"/>
                  </a:cubicBezTo>
                  <a:cubicBezTo>
                    <a:pt x="34088" y="21875"/>
                    <a:pt x="34107" y="21568"/>
                    <a:pt x="34363" y="21394"/>
                  </a:cubicBezTo>
                  <a:cubicBezTo>
                    <a:pt x="34587" y="21241"/>
                    <a:pt x="34888" y="21265"/>
                    <a:pt x="35137" y="21319"/>
                  </a:cubicBezTo>
                  <a:cubicBezTo>
                    <a:pt x="35306" y="21356"/>
                    <a:pt x="35472" y="21410"/>
                    <a:pt x="35637" y="21460"/>
                  </a:cubicBezTo>
                  <a:cubicBezTo>
                    <a:pt x="35801" y="21509"/>
                    <a:pt x="35996" y="21544"/>
                    <a:pt x="36136" y="21648"/>
                  </a:cubicBezTo>
                  <a:cubicBezTo>
                    <a:pt x="36273" y="21752"/>
                    <a:pt x="36277" y="21907"/>
                    <a:pt x="36258" y="22065"/>
                  </a:cubicBezTo>
                  <a:cubicBezTo>
                    <a:pt x="36247" y="22162"/>
                    <a:pt x="36260" y="22234"/>
                    <a:pt x="36327" y="22309"/>
                  </a:cubicBezTo>
                  <a:cubicBezTo>
                    <a:pt x="36400" y="22390"/>
                    <a:pt x="36521" y="22452"/>
                    <a:pt x="36638" y="22461"/>
                  </a:cubicBezTo>
                  <a:cubicBezTo>
                    <a:pt x="36681" y="22398"/>
                    <a:pt x="36759" y="22364"/>
                    <a:pt x="36831" y="22411"/>
                  </a:cubicBezTo>
                  <a:cubicBezTo>
                    <a:pt x="36837" y="22407"/>
                    <a:pt x="36842" y="22403"/>
                    <a:pt x="36850" y="22398"/>
                  </a:cubicBezTo>
                  <a:cubicBezTo>
                    <a:pt x="36891" y="22362"/>
                    <a:pt x="36937" y="22372"/>
                    <a:pt x="36965" y="22402"/>
                  </a:cubicBezTo>
                  <a:cubicBezTo>
                    <a:pt x="36978" y="22392"/>
                    <a:pt x="36991" y="22379"/>
                    <a:pt x="37001" y="22366"/>
                  </a:cubicBezTo>
                  <a:cubicBezTo>
                    <a:pt x="37064" y="22281"/>
                    <a:pt x="37045" y="22136"/>
                    <a:pt x="37045" y="22037"/>
                  </a:cubicBezTo>
                  <a:cubicBezTo>
                    <a:pt x="37047" y="21782"/>
                    <a:pt x="37092" y="21501"/>
                    <a:pt x="37317" y="21347"/>
                  </a:cubicBezTo>
                  <a:cubicBezTo>
                    <a:pt x="37426" y="21273"/>
                    <a:pt x="37551" y="21284"/>
                    <a:pt x="37661" y="21248"/>
                  </a:cubicBezTo>
                  <a:cubicBezTo>
                    <a:pt x="37666" y="21248"/>
                    <a:pt x="37670" y="21239"/>
                    <a:pt x="37672" y="21237"/>
                  </a:cubicBezTo>
                  <a:cubicBezTo>
                    <a:pt x="37674" y="21237"/>
                    <a:pt x="37674" y="21237"/>
                    <a:pt x="37674" y="21237"/>
                  </a:cubicBezTo>
                  <a:cubicBezTo>
                    <a:pt x="37676" y="21226"/>
                    <a:pt x="37679" y="21213"/>
                    <a:pt x="37681" y="21204"/>
                  </a:cubicBezTo>
                  <a:cubicBezTo>
                    <a:pt x="37681" y="21193"/>
                    <a:pt x="37676" y="21139"/>
                    <a:pt x="37668" y="21107"/>
                  </a:cubicBezTo>
                  <a:cubicBezTo>
                    <a:pt x="37620" y="20904"/>
                    <a:pt x="37477" y="20741"/>
                    <a:pt x="37430" y="20534"/>
                  </a:cubicBezTo>
                  <a:cubicBezTo>
                    <a:pt x="37384" y="20332"/>
                    <a:pt x="37399" y="20101"/>
                    <a:pt x="37570" y="19960"/>
                  </a:cubicBezTo>
                  <a:cubicBezTo>
                    <a:pt x="37692" y="19859"/>
                    <a:pt x="37824" y="19861"/>
                    <a:pt x="37973" y="19846"/>
                  </a:cubicBezTo>
                  <a:cubicBezTo>
                    <a:pt x="37986" y="19844"/>
                    <a:pt x="37997" y="19844"/>
                    <a:pt x="38010" y="19841"/>
                  </a:cubicBezTo>
                  <a:lnTo>
                    <a:pt x="38010" y="19841"/>
                  </a:lnTo>
                  <a:cubicBezTo>
                    <a:pt x="38012" y="19839"/>
                    <a:pt x="38031" y="19833"/>
                    <a:pt x="38038" y="19829"/>
                  </a:cubicBezTo>
                  <a:cubicBezTo>
                    <a:pt x="38038" y="19828"/>
                    <a:pt x="38066" y="19803"/>
                    <a:pt x="38066" y="19805"/>
                  </a:cubicBezTo>
                  <a:cubicBezTo>
                    <a:pt x="38163" y="19683"/>
                    <a:pt x="38196" y="19515"/>
                    <a:pt x="38276" y="19381"/>
                  </a:cubicBezTo>
                  <a:cubicBezTo>
                    <a:pt x="38390" y="19192"/>
                    <a:pt x="38570" y="19074"/>
                    <a:pt x="38797" y="19082"/>
                  </a:cubicBezTo>
                  <a:cubicBezTo>
                    <a:pt x="38909" y="19084"/>
                    <a:pt x="39039" y="19134"/>
                    <a:pt x="39147" y="19087"/>
                  </a:cubicBezTo>
                  <a:cubicBezTo>
                    <a:pt x="39199" y="19065"/>
                    <a:pt x="39243" y="19020"/>
                    <a:pt x="39277" y="18976"/>
                  </a:cubicBezTo>
                  <a:cubicBezTo>
                    <a:pt x="39400" y="18808"/>
                    <a:pt x="39420" y="18596"/>
                    <a:pt x="39433" y="18397"/>
                  </a:cubicBezTo>
                  <a:cubicBezTo>
                    <a:pt x="39465" y="17951"/>
                    <a:pt x="39537" y="17469"/>
                    <a:pt x="39987" y="17257"/>
                  </a:cubicBezTo>
                  <a:cubicBezTo>
                    <a:pt x="40343" y="17092"/>
                    <a:pt x="40781" y="17124"/>
                    <a:pt x="41086" y="17376"/>
                  </a:cubicBezTo>
                  <a:cubicBezTo>
                    <a:pt x="41166" y="17443"/>
                    <a:pt x="41231" y="17527"/>
                    <a:pt x="41284" y="17616"/>
                  </a:cubicBezTo>
                  <a:cubicBezTo>
                    <a:pt x="41330" y="17696"/>
                    <a:pt x="41365" y="17793"/>
                    <a:pt x="41443" y="17847"/>
                  </a:cubicBezTo>
                  <a:cubicBezTo>
                    <a:pt x="41548" y="17921"/>
                    <a:pt x="41663" y="17959"/>
                    <a:pt x="41748" y="18059"/>
                  </a:cubicBezTo>
                  <a:cubicBezTo>
                    <a:pt x="41815" y="18139"/>
                    <a:pt x="41856" y="18232"/>
                    <a:pt x="41873" y="18334"/>
                  </a:cubicBezTo>
                  <a:cubicBezTo>
                    <a:pt x="41910" y="18544"/>
                    <a:pt x="41843" y="18749"/>
                    <a:pt x="41866" y="18957"/>
                  </a:cubicBezTo>
                  <a:cubicBezTo>
                    <a:pt x="41875" y="19043"/>
                    <a:pt x="41921" y="19100"/>
                    <a:pt x="41975" y="19173"/>
                  </a:cubicBezTo>
                  <a:cubicBezTo>
                    <a:pt x="42055" y="19283"/>
                    <a:pt x="42091" y="19409"/>
                    <a:pt x="42068" y="19543"/>
                  </a:cubicBezTo>
                  <a:cubicBezTo>
                    <a:pt x="42050" y="19657"/>
                    <a:pt x="41994" y="19753"/>
                    <a:pt x="41947" y="19856"/>
                  </a:cubicBezTo>
                  <a:cubicBezTo>
                    <a:pt x="41918" y="19924"/>
                    <a:pt x="41907" y="19975"/>
                    <a:pt x="41936" y="20021"/>
                  </a:cubicBezTo>
                  <a:cubicBezTo>
                    <a:pt x="42013" y="20155"/>
                    <a:pt x="42217" y="20224"/>
                    <a:pt x="42357" y="20272"/>
                  </a:cubicBezTo>
                  <a:cubicBezTo>
                    <a:pt x="42468" y="20309"/>
                    <a:pt x="42544" y="20445"/>
                    <a:pt x="42472" y="20555"/>
                  </a:cubicBezTo>
                  <a:cubicBezTo>
                    <a:pt x="42301" y="20813"/>
                    <a:pt x="42161" y="21124"/>
                    <a:pt x="42106" y="21429"/>
                  </a:cubicBezTo>
                  <a:cubicBezTo>
                    <a:pt x="42085" y="21539"/>
                    <a:pt x="42087" y="21632"/>
                    <a:pt x="42210" y="21659"/>
                  </a:cubicBezTo>
                  <a:cubicBezTo>
                    <a:pt x="42340" y="21689"/>
                    <a:pt x="42465" y="21691"/>
                    <a:pt x="42584" y="21764"/>
                  </a:cubicBezTo>
                  <a:cubicBezTo>
                    <a:pt x="42799" y="21898"/>
                    <a:pt x="42911" y="22130"/>
                    <a:pt x="43026" y="22346"/>
                  </a:cubicBezTo>
                  <a:cubicBezTo>
                    <a:pt x="43099" y="22483"/>
                    <a:pt x="43221" y="22651"/>
                    <a:pt x="43374" y="22712"/>
                  </a:cubicBezTo>
                  <a:cubicBezTo>
                    <a:pt x="43422" y="22554"/>
                    <a:pt x="43495" y="22403"/>
                    <a:pt x="43590" y="22264"/>
                  </a:cubicBezTo>
                  <a:cubicBezTo>
                    <a:pt x="43441" y="21901"/>
                    <a:pt x="43420" y="21498"/>
                    <a:pt x="43521" y="21116"/>
                  </a:cubicBezTo>
                  <a:cubicBezTo>
                    <a:pt x="43552" y="21001"/>
                    <a:pt x="43670" y="20947"/>
                    <a:pt x="43781" y="20970"/>
                  </a:cubicBezTo>
                  <a:cubicBezTo>
                    <a:pt x="43982" y="21009"/>
                    <a:pt x="44216" y="21061"/>
                    <a:pt x="44415" y="20981"/>
                  </a:cubicBezTo>
                  <a:cubicBezTo>
                    <a:pt x="44538" y="20932"/>
                    <a:pt x="44670" y="20797"/>
                    <a:pt x="44629" y="20655"/>
                  </a:cubicBezTo>
                  <a:cubicBezTo>
                    <a:pt x="44605" y="20579"/>
                    <a:pt x="44547" y="20510"/>
                    <a:pt x="44512" y="20438"/>
                  </a:cubicBezTo>
                  <a:cubicBezTo>
                    <a:pt x="44469" y="20352"/>
                    <a:pt x="44440" y="20265"/>
                    <a:pt x="44436" y="20168"/>
                  </a:cubicBezTo>
                  <a:cubicBezTo>
                    <a:pt x="44430" y="20021"/>
                    <a:pt x="44495" y="19887"/>
                    <a:pt x="44590" y="19779"/>
                  </a:cubicBezTo>
                  <a:cubicBezTo>
                    <a:pt x="44754" y="19590"/>
                    <a:pt x="45031" y="19500"/>
                    <a:pt x="45169" y="19307"/>
                  </a:cubicBezTo>
                  <a:cubicBezTo>
                    <a:pt x="45252" y="19190"/>
                    <a:pt x="45237" y="18996"/>
                    <a:pt x="45265" y="18851"/>
                  </a:cubicBezTo>
                  <a:cubicBezTo>
                    <a:pt x="45301" y="18673"/>
                    <a:pt x="45407" y="18511"/>
                    <a:pt x="45567" y="18418"/>
                  </a:cubicBezTo>
                  <a:cubicBezTo>
                    <a:pt x="45754" y="18308"/>
                    <a:pt x="45978" y="18297"/>
                    <a:pt x="46195" y="18327"/>
                  </a:cubicBezTo>
                  <a:cubicBezTo>
                    <a:pt x="46214" y="18158"/>
                    <a:pt x="46296" y="17996"/>
                    <a:pt x="46422" y="17871"/>
                  </a:cubicBezTo>
                  <a:cubicBezTo>
                    <a:pt x="46669" y="17629"/>
                    <a:pt x="47032" y="17592"/>
                    <a:pt x="47359" y="17566"/>
                  </a:cubicBezTo>
                  <a:cubicBezTo>
                    <a:pt x="47488" y="17557"/>
                    <a:pt x="47597" y="17706"/>
                    <a:pt x="47557" y="17825"/>
                  </a:cubicBezTo>
                  <a:cubicBezTo>
                    <a:pt x="47555" y="17836"/>
                    <a:pt x="47551" y="17843"/>
                    <a:pt x="47549" y="17847"/>
                  </a:cubicBezTo>
                  <a:cubicBezTo>
                    <a:pt x="47557" y="17867"/>
                    <a:pt x="47573" y="17890"/>
                    <a:pt x="47586" y="17905"/>
                  </a:cubicBezTo>
                  <a:cubicBezTo>
                    <a:pt x="47627" y="17955"/>
                    <a:pt x="47677" y="17994"/>
                    <a:pt x="47726" y="18031"/>
                  </a:cubicBezTo>
                  <a:cubicBezTo>
                    <a:pt x="47839" y="18126"/>
                    <a:pt x="47953" y="18219"/>
                    <a:pt x="48066" y="18314"/>
                  </a:cubicBezTo>
                  <a:cubicBezTo>
                    <a:pt x="48302" y="18511"/>
                    <a:pt x="48538" y="18710"/>
                    <a:pt x="48775" y="18909"/>
                  </a:cubicBezTo>
                  <a:cubicBezTo>
                    <a:pt x="48821" y="18946"/>
                    <a:pt x="48832" y="19013"/>
                    <a:pt x="48823" y="19069"/>
                  </a:cubicBezTo>
                  <a:cubicBezTo>
                    <a:pt x="48873" y="18993"/>
                    <a:pt x="48933" y="18922"/>
                    <a:pt x="48989" y="18848"/>
                  </a:cubicBezTo>
                  <a:cubicBezTo>
                    <a:pt x="49024" y="18799"/>
                    <a:pt x="49076" y="18738"/>
                    <a:pt x="49080" y="18675"/>
                  </a:cubicBezTo>
                  <a:cubicBezTo>
                    <a:pt x="49083" y="18621"/>
                    <a:pt x="49044" y="18567"/>
                    <a:pt x="49015" y="18522"/>
                  </a:cubicBezTo>
                  <a:cubicBezTo>
                    <a:pt x="48914" y="18370"/>
                    <a:pt x="48810" y="18230"/>
                    <a:pt x="48810" y="18037"/>
                  </a:cubicBezTo>
                  <a:cubicBezTo>
                    <a:pt x="48810" y="17938"/>
                    <a:pt x="48845" y="17836"/>
                    <a:pt x="48914" y="17761"/>
                  </a:cubicBezTo>
                  <a:cubicBezTo>
                    <a:pt x="48983" y="17687"/>
                    <a:pt x="49072" y="17659"/>
                    <a:pt x="49163" y="17624"/>
                  </a:cubicBezTo>
                  <a:cubicBezTo>
                    <a:pt x="49247" y="17590"/>
                    <a:pt x="49305" y="17521"/>
                    <a:pt x="49314" y="17438"/>
                  </a:cubicBezTo>
                  <a:cubicBezTo>
                    <a:pt x="49318" y="17412"/>
                    <a:pt x="49316" y="17386"/>
                    <a:pt x="49308" y="17356"/>
                  </a:cubicBezTo>
                  <a:cubicBezTo>
                    <a:pt x="49260" y="17166"/>
                    <a:pt x="49500" y="17021"/>
                    <a:pt x="49641" y="17163"/>
                  </a:cubicBezTo>
                  <a:cubicBezTo>
                    <a:pt x="49662" y="17183"/>
                    <a:pt x="49682" y="17202"/>
                    <a:pt x="49703" y="17220"/>
                  </a:cubicBezTo>
                  <a:cubicBezTo>
                    <a:pt x="49851" y="17347"/>
                    <a:pt x="50034" y="17423"/>
                    <a:pt x="50231" y="17434"/>
                  </a:cubicBezTo>
                  <a:cubicBezTo>
                    <a:pt x="50313" y="17440"/>
                    <a:pt x="50406" y="17492"/>
                    <a:pt x="50422" y="17579"/>
                  </a:cubicBezTo>
                  <a:cubicBezTo>
                    <a:pt x="50538" y="18204"/>
                    <a:pt x="50822" y="18820"/>
                    <a:pt x="51272" y="19273"/>
                  </a:cubicBezTo>
                  <a:cubicBezTo>
                    <a:pt x="51412" y="19415"/>
                    <a:pt x="51626" y="19575"/>
                    <a:pt x="51828" y="19463"/>
                  </a:cubicBezTo>
                  <a:cubicBezTo>
                    <a:pt x="52059" y="19337"/>
                    <a:pt x="51797" y="19033"/>
                    <a:pt x="51748" y="18870"/>
                  </a:cubicBezTo>
                  <a:cubicBezTo>
                    <a:pt x="51685" y="18654"/>
                    <a:pt x="51739" y="18368"/>
                    <a:pt x="51947" y="18249"/>
                  </a:cubicBezTo>
                  <a:cubicBezTo>
                    <a:pt x="52089" y="18169"/>
                    <a:pt x="52239" y="18210"/>
                    <a:pt x="52375" y="18278"/>
                  </a:cubicBezTo>
                  <a:cubicBezTo>
                    <a:pt x="52392" y="18286"/>
                    <a:pt x="52438" y="18314"/>
                    <a:pt x="52442" y="18314"/>
                  </a:cubicBezTo>
                  <a:cubicBezTo>
                    <a:pt x="52490" y="18308"/>
                    <a:pt x="52578" y="18187"/>
                    <a:pt x="52613" y="18156"/>
                  </a:cubicBezTo>
                  <a:cubicBezTo>
                    <a:pt x="52742" y="18035"/>
                    <a:pt x="52870" y="17914"/>
                    <a:pt x="52998" y="17791"/>
                  </a:cubicBezTo>
                  <a:cubicBezTo>
                    <a:pt x="53099" y="17696"/>
                    <a:pt x="53218" y="17603"/>
                    <a:pt x="53301" y="17492"/>
                  </a:cubicBezTo>
                  <a:cubicBezTo>
                    <a:pt x="53448" y="17296"/>
                    <a:pt x="53283" y="17081"/>
                    <a:pt x="53201" y="16893"/>
                  </a:cubicBezTo>
                  <a:cubicBezTo>
                    <a:pt x="53099" y="16653"/>
                    <a:pt x="53065" y="16391"/>
                    <a:pt x="53229" y="16169"/>
                  </a:cubicBezTo>
                  <a:cubicBezTo>
                    <a:pt x="53331" y="16032"/>
                    <a:pt x="53480" y="15937"/>
                    <a:pt x="53644" y="15905"/>
                  </a:cubicBezTo>
                  <a:cubicBezTo>
                    <a:pt x="53627" y="15760"/>
                    <a:pt x="53642" y="15613"/>
                    <a:pt x="53701" y="15481"/>
                  </a:cubicBezTo>
                  <a:cubicBezTo>
                    <a:pt x="53805" y="15253"/>
                    <a:pt x="54036" y="15160"/>
                    <a:pt x="54237" y="15039"/>
                  </a:cubicBezTo>
                  <a:cubicBezTo>
                    <a:pt x="54549" y="14849"/>
                    <a:pt x="54964" y="14596"/>
                    <a:pt x="55059" y="14217"/>
                  </a:cubicBezTo>
                  <a:cubicBezTo>
                    <a:pt x="55152" y="13841"/>
                    <a:pt x="55018" y="13447"/>
                    <a:pt x="55113" y="13067"/>
                  </a:cubicBezTo>
                  <a:cubicBezTo>
                    <a:pt x="55213" y="12664"/>
                    <a:pt x="55544" y="12463"/>
                    <a:pt x="55860" y="12238"/>
                  </a:cubicBezTo>
                  <a:cubicBezTo>
                    <a:pt x="56026" y="12121"/>
                    <a:pt x="56255" y="11868"/>
                    <a:pt x="56236" y="11641"/>
                  </a:cubicBezTo>
                  <a:cubicBezTo>
                    <a:pt x="56204" y="11611"/>
                    <a:pt x="56186" y="11568"/>
                    <a:pt x="56201" y="11520"/>
                  </a:cubicBezTo>
                  <a:cubicBezTo>
                    <a:pt x="56186" y="11494"/>
                    <a:pt x="56169" y="11470"/>
                    <a:pt x="56145" y="11447"/>
                  </a:cubicBezTo>
                  <a:cubicBezTo>
                    <a:pt x="56074" y="11375"/>
                    <a:pt x="56173" y="11235"/>
                    <a:pt x="56258" y="11301"/>
                  </a:cubicBezTo>
                  <a:cubicBezTo>
                    <a:pt x="56264" y="11304"/>
                    <a:pt x="56268" y="11308"/>
                    <a:pt x="56271" y="11312"/>
                  </a:cubicBezTo>
                  <a:cubicBezTo>
                    <a:pt x="56329" y="11142"/>
                    <a:pt x="56389" y="10975"/>
                    <a:pt x="56452" y="10810"/>
                  </a:cubicBezTo>
                  <a:cubicBezTo>
                    <a:pt x="56537" y="10585"/>
                    <a:pt x="56610" y="10354"/>
                    <a:pt x="56662" y="10118"/>
                  </a:cubicBezTo>
                  <a:cubicBezTo>
                    <a:pt x="56757" y="9684"/>
                    <a:pt x="56790" y="9218"/>
                    <a:pt x="57062" y="8849"/>
                  </a:cubicBezTo>
                  <a:cubicBezTo>
                    <a:pt x="57166" y="8708"/>
                    <a:pt x="57294" y="8580"/>
                    <a:pt x="57452" y="8500"/>
                  </a:cubicBezTo>
                  <a:cubicBezTo>
                    <a:pt x="57609" y="8420"/>
                    <a:pt x="57772" y="8399"/>
                    <a:pt x="57947" y="8388"/>
                  </a:cubicBezTo>
                  <a:cubicBezTo>
                    <a:pt x="58049" y="8381"/>
                    <a:pt x="58220" y="8392"/>
                    <a:pt x="58293" y="8301"/>
                  </a:cubicBezTo>
                  <a:cubicBezTo>
                    <a:pt x="58352" y="8223"/>
                    <a:pt x="58304" y="8109"/>
                    <a:pt x="58267" y="8022"/>
                  </a:cubicBezTo>
                  <a:cubicBezTo>
                    <a:pt x="58152" y="7748"/>
                    <a:pt x="57981" y="7471"/>
                    <a:pt x="58127" y="7172"/>
                  </a:cubicBezTo>
                  <a:cubicBezTo>
                    <a:pt x="58207" y="7014"/>
                    <a:pt x="58362" y="6932"/>
                    <a:pt x="58319" y="6737"/>
                  </a:cubicBezTo>
                  <a:cubicBezTo>
                    <a:pt x="58276" y="6553"/>
                    <a:pt x="58233" y="6387"/>
                    <a:pt x="58269" y="6195"/>
                  </a:cubicBezTo>
                  <a:cubicBezTo>
                    <a:pt x="58328" y="5872"/>
                    <a:pt x="58591" y="5576"/>
                    <a:pt x="58933" y="5565"/>
                  </a:cubicBezTo>
                  <a:cubicBezTo>
                    <a:pt x="59262" y="5554"/>
                    <a:pt x="59600" y="5827"/>
                    <a:pt x="59597" y="6168"/>
                  </a:cubicBezTo>
                  <a:cubicBezTo>
                    <a:pt x="59595" y="6333"/>
                    <a:pt x="59513" y="6484"/>
                    <a:pt x="59431" y="6621"/>
                  </a:cubicBezTo>
                  <a:cubicBezTo>
                    <a:pt x="59390" y="6690"/>
                    <a:pt x="59271" y="6837"/>
                    <a:pt x="59316" y="6915"/>
                  </a:cubicBezTo>
                  <a:cubicBezTo>
                    <a:pt x="59364" y="6997"/>
                    <a:pt x="59533" y="6999"/>
                    <a:pt x="59615" y="7019"/>
                  </a:cubicBezTo>
                  <a:cubicBezTo>
                    <a:pt x="59771" y="7055"/>
                    <a:pt x="59902" y="7120"/>
                    <a:pt x="59995" y="7254"/>
                  </a:cubicBezTo>
                  <a:cubicBezTo>
                    <a:pt x="60026" y="7302"/>
                    <a:pt x="60030" y="7391"/>
                    <a:pt x="59995" y="7440"/>
                  </a:cubicBezTo>
                  <a:cubicBezTo>
                    <a:pt x="59690" y="7832"/>
                    <a:pt x="59526" y="8321"/>
                    <a:pt x="59546" y="8812"/>
                  </a:cubicBezTo>
                  <a:cubicBezTo>
                    <a:pt x="59669" y="8743"/>
                    <a:pt x="59807" y="8701"/>
                    <a:pt x="59948" y="8684"/>
                  </a:cubicBezTo>
                  <a:cubicBezTo>
                    <a:pt x="60075" y="8669"/>
                    <a:pt x="60194" y="8686"/>
                    <a:pt x="60318" y="8702"/>
                  </a:cubicBezTo>
                  <a:cubicBezTo>
                    <a:pt x="60391" y="8712"/>
                    <a:pt x="60512" y="8740"/>
                    <a:pt x="60567" y="8676"/>
                  </a:cubicBezTo>
                  <a:cubicBezTo>
                    <a:pt x="60621" y="8613"/>
                    <a:pt x="60603" y="8487"/>
                    <a:pt x="60599" y="8412"/>
                  </a:cubicBezTo>
                  <a:cubicBezTo>
                    <a:pt x="60592" y="8297"/>
                    <a:pt x="60586" y="8189"/>
                    <a:pt x="60612" y="8076"/>
                  </a:cubicBezTo>
                  <a:cubicBezTo>
                    <a:pt x="60659" y="7866"/>
                    <a:pt x="60815" y="7672"/>
                    <a:pt x="61045" y="7681"/>
                  </a:cubicBezTo>
                  <a:cubicBezTo>
                    <a:pt x="61129" y="7685"/>
                    <a:pt x="61198" y="7737"/>
                    <a:pt x="61222" y="7815"/>
                  </a:cubicBezTo>
                  <a:cubicBezTo>
                    <a:pt x="61272" y="7972"/>
                    <a:pt x="61499" y="8018"/>
                    <a:pt x="61635" y="7960"/>
                  </a:cubicBezTo>
                  <a:cubicBezTo>
                    <a:pt x="61698" y="7933"/>
                    <a:pt x="61780" y="7847"/>
                    <a:pt x="61756" y="7782"/>
                  </a:cubicBezTo>
                  <a:cubicBezTo>
                    <a:pt x="61735" y="7730"/>
                    <a:pt x="61616" y="7691"/>
                    <a:pt x="61546" y="7661"/>
                  </a:cubicBezTo>
                  <a:cubicBezTo>
                    <a:pt x="61300" y="7561"/>
                    <a:pt x="61038" y="7384"/>
                    <a:pt x="61111" y="7075"/>
                  </a:cubicBezTo>
                  <a:cubicBezTo>
                    <a:pt x="61159" y="6869"/>
                    <a:pt x="61341" y="6731"/>
                    <a:pt x="61536" y="6646"/>
                  </a:cubicBezTo>
                  <a:cubicBezTo>
                    <a:pt x="61529" y="6601"/>
                    <a:pt x="61527" y="6554"/>
                    <a:pt x="61531" y="6508"/>
                  </a:cubicBezTo>
                  <a:cubicBezTo>
                    <a:pt x="61555" y="6309"/>
                    <a:pt x="61672" y="6186"/>
                    <a:pt x="61823" y="6065"/>
                  </a:cubicBezTo>
                  <a:cubicBezTo>
                    <a:pt x="61929" y="5982"/>
                    <a:pt x="62020" y="5913"/>
                    <a:pt x="61970" y="5770"/>
                  </a:cubicBezTo>
                  <a:cubicBezTo>
                    <a:pt x="61916" y="5619"/>
                    <a:pt x="61817" y="5491"/>
                    <a:pt x="61793" y="5329"/>
                  </a:cubicBezTo>
                  <a:cubicBezTo>
                    <a:pt x="61769" y="5171"/>
                    <a:pt x="61819" y="5016"/>
                    <a:pt x="61934" y="4905"/>
                  </a:cubicBezTo>
                  <a:cubicBezTo>
                    <a:pt x="62037" y="4804"/>
                    <a:pt x="62169" y="4750"/>
                    <a:pt x="62286" y="4674"/>
                  </a:cubicBezTo>
                  <a:cubicBezTo>
                    <a:pt x="62424" y="4587"/>
                    <a:pt x="62405" y="4483"/>
                    <a:pt x="62422" y="4330"/>
                  </a:cubicBezTo>
                  <a:cubicBezTo>
                    <a:pt x="62440" y="4159"/>
                    <a:pt x="62515" y="4020"/>
                    <a:pt x="62656" y="3919"/>
                  </a:cubicBezTo>
                  <a:cubicBezTo>
                    <a:pt x="62803" y="3815"/>
                    <a:pt x="62998" y="3780"/>
                    <a:pt x="63171" y="3822"/>
                  </a:cubicBezTo>
                  <a:cubicBezTo>
                    <a:pt x="63186" y="3700"/>
                    <a:pt x="63201" y="3577"/>
                    <a:pt x="63214" y="3454"/>
                  </a:cubicBezTo>
                  <a:cubicBezTo>
                    <a:pt x="63227" y="3341"/>
                    <a:pt x="63314" y="3257"/>
                    <a:pt x="63435" y="3285"/>
                  </a:cubicBezTo>
                  <a:cubicBezTo>
                    <a:pt x="63644" y="3337"/>
                    <a:pt x="63854" y="3389"/>
                    <a:pt x="64064" y="3441"/>
                  </a:cubicBezTo>
                  <a:cubicBezTo>
                    <a:pt x="64155" y="3463"/>
                    <a:pt x="64248" y="3486"/>
                    <a:pt x="64339" y="3508"/>
                  </a:cubicBezTo>
                  <a:cubicBezTo>
                    <a:pt x="64333" y="3504"/>
                    <a:pt x="64326" y="3501"/>
                    <a:pt x="64320" y="3495"/>
                  </a:cubicBezTo>
                  <a:cubicBezTo>
                    <a:pt x="64207" y="3419"/>
                    <a:pt x="64131" y="3294"/>
                    <a:pt x="64107" y="3158"/>
                  </a:cubicBezTo>
                  <a:cubicBezTo>
                    <a:pt x="64082" y="3015"/>
                    <a:pt x="64097" y="2870"/>
                    <a:pt x="64131" y="2729"/>
                  </a:cubicBezTo>
                  <a:cubicBezTo>
                    <a:pt x="64162" y="2597"/>
                    <a:pt x="64201" y="2428"/>
                    <a:pt x="64322" y="2349"/>
                  </a:cubicBezTo>
                  <a:cubicBezTo>
                    <a:pt x="64495" y="2236"/>
                    <a:pt x="64692" y="2374"/>
                    <a:pt x="64849" y="2450"/>
                  </a:cubicBezTo>
                  <a:cubicBezTo>
                    <a:pt x="64975" y="2511"/>
                    <a:pt x="65103" y="2571"/>
                    <a:pt x="65230" y="2636"/>
                  </a:cubicBezTo>
                  <a:cubicBezTo>
                    <a:pt x="65267" y="2472"/>
                    <a:pt x="65306" y="2312"/>
                    <a:pt x="65353" y="2154"/>
                  </a:cubicBezTo>
                  <a:cubicBezTo>
                    <a:pt x="65284" y="2098"/>
                    <a:pt x="65247" y="1987"/>
                    <a:pt x="65321" y="1898"/>
                  </a:cubicBezTo>
                  <a:cubicBezTo>
                    <a:pt x="65394" y="1808"/>
                    <a:pt x="65462" y="1715"/>
                    <a:pt x="65524" y="1620"/>
                  </a:cubicBezTo>
                  <a:cubicBezTo>
                    <a:pt x="65712" y="1334"/>
                    <a:pt x="65853" y="1018"/>
                    <a:pt x="65946" y="685"/>
                  </a:cubicBezTo>
                  <a:cubicBezTo>
                    <a:pt x="65976" y="581"/>
                    <a:pt x="66097" y="532"/>
                    <a:pt x="66191" y="586"/>
                  </a:cubicBezTo>
                  <a:cubicBezTo>
                    <a:pt x="66251" y="620"/>
                    <a:pt x="66310" y="653"/>
                    <a:pt x="66370" y="687"/>
                  </a:cubicBezTo>
                  <a:cubicBezTo>
                    <a:pt x="66392" y="516"/>
                    <a:pt x="66416" y="343"/>
                    <a:pt x="66439" y="170"/>
                  </a:cubicBezTo>
                  <a:cubicBezTo>
                    <a:pt x="66452" y="81"/>
                    <a:pt x="66508" y="1"/>
                    <a:pt x="66606" y="2"/>
                  </a:cubicBezTo>
                  <a:cubicBezTo>
                    <a:pt x="66872" y="8"/>
                    <a:pt x="67008" y="211"/>
                    <a:pt x="67090" y="439"/>
                  </a:cubicBezTo>
                  <a:cubicBezTo>
                    <a:pt x="67147" y="603"/>
                    <a:pt x="67173" y="819"/>
                    <a:pt x="67298" y="953"/>
                  </a:cubicBezTo>
                  <a:cubicBezTo>
                    <a:pt x="67391" y="1055"/>
                    <a:pt x="67555" y="1031"/>
                    <a:pt x="67677" y="1070"/>
                  </a:cubicBezTo>
                  <a:cubicBezTo>
                    <a:pt x="67808" y="1113"/>
                    <a:pt x="67917" y="1189"/>
                    <a:pt x="68001" y="1297"/>
                  </a:cubicBezTo>
                  <a:cubicBezTo>
                    <a:pt x="68168" y="1511"/>
                    <a:pt x="68217" y="1805"/>
                    <a:pt x="68152" y="2067"/>
                  </a:cubicBezTo>
                  <a:cubicBezTo>
                    <a:pt x="68103" y="2266"/>
                    <a:pt x="68001" y="2441"/>
                    <a:pt x="67880" y="2602"/>
                  </a:cubicBezTo>
                  <a:cubicBezTo>
                    <a:pt x="68085" y="2597"/>
                    <a:pt x="68287" y="2593"/>
                    <a:pt x="68490" y="2588"/>
                  </a:cubicBezTo>
                  <a:cubicBezTo>
                    <a:pt x="68559" y="2586"/>
                    <a:pt x="68639" y="2641"/>
                    <a:pt x="68654" y="2710"/>
                  </a:cubicBezTo>
                  <a:cubicBezTo>
                    <a:pt x="68745" y="3190"/>
                    <a:pt x="68840" y="3670"/>
                    <a:pt x="68935" y="4148"/>
                  </a:cubicBezTo>
                  <a:cubicBezTo>
                    <a:pt x="69217" y="4077"/>
                    <a:pt x="69507" y="4072"/>
                    <a:pt x="69797" y="4122"/>
                  </a:cubicBezTo>
                  <a:cubicBezTo>
                    <a:pt x="69900" y="4140"/>
                    <a:pt x="69956" y="4285"/>
                    <a:pt x="69898" y="4367"/>
                  </a:cubicBezTo>
                  <a:cubicBezTo>
                    <a:pt x="69831" y="4464"/>
                    <a:pt x="69764" y="4559"/>
                    <a:pt x="69697" y="4656"/>
                  </a:cubicBezTo>
                  <a:cubicBezTo>
                    <a:pt x="70060" y="4836"/>
                    <a:pt x="70261" y="5314"/>
                    <a:pt x="70076" y="5701"/>
                  </a:cubicBezTo>
                  <a:cubicBezTo>
                    <a:pt x="70049" y="5762"/>
                    <a:pt x="70009" y="5812"/>
                    <a:pt x="69965" y="5864"/>
                  </a:cubicBezTo>
                  <a:cubicBezTo>
                    <a:pt x="69937" y="5898"/>
                    <a:pt x="69868" y="5954"/>
                    <a:pt x="69872" y="6000"/>
                  </a:cubicBezTo>
                  <a:cubicBezTo>
                    <a:pt x="69874" y="6045"/>
                    <a:pt x="69991" y="6138"/>
                    <a:pt x="70017" y="6171"/>
                  </a:cubicBezTo>
                  <a:cubicBezTo>
                    <a:pt x="70067" y="6231"/>
                    <a:pt x="70114" y="6296"/>
                    <a:pt x="70155" y="6363"/>
                  </a:cubicBezTo>
                  <a:cubicBezTo>
                    <a:pt x="70251" y="6515"/>
                    <a:pt x="70320" y="6685"/>
                    <a:pt x="70363" y="6859"/>
                  </a:cubicBezTo>
                  <a:cubicBezTo>
                    <a:pt x="70590" y="6802"/>
                    <a:pt x="70794" y="6949"/>
                    <a:pt x="70887" y="7161"/>
                  </a:cubicBezTo>
                  <a:cubicBezTo>
                    <a:pt x="70995" y="7408"/>
                    <a:pt x="70997" y="7732"/>
                    <a:pt x="70956" y="7996"/>
                  </a:cubicBezTo>
                  <a:cubicBezTo>
                    <a:pt x="70932" y="8148"/>
                    <a:pt x="70865" y="8273"/>
                    <a:pt x="70791" y="8405"/>
                  </a:cubicBezTo>
                  <a:cubicBezTo>
                    <a:pt x="70774" y="8438"/>
                    <a:pt x="70731" y="8500"/>
                    <a:pt x="70740" y="8541"/>
                  </a:cubicBezTo>
                  <a:cubicBezTo>
                    <a:pt x="70742" y="8546"/>
                    <a:pt x="70746" y="8552"/>
                    <a:pt x="70752" y="8557"/>
                  </a:cubicBezTo>
                  <a:cubicBezTo>
                    <a:pt x="70856" y="8500"/>
                    <a:pt x="71010" y="8602"/>
                    <a:pt x="71001" y="8719"/>
                  </a:cubicBezTo>
                  <a:cubicBezTo>
                    <a:pt x="70997" y="8764"/>
                    <a:pt x="70993" y="8807"/>
                    <a:pt x="70988" y="8849"/>
                  </a:cubicBezTo>
                  <a:cubicBezTo>
                    <a:pt x="70975" y="8974"/>
                    <a:pt x="70952" y="9097"/>
                    <a:pt x="70919" y="9219"/>
                  </a:cubicBezTo>
                  <a:cubicBezTo>
                    <a:pt x="71049" y="9244"/>
                    <a:pt x="71170" y="9309"/>
                    <a:pt x="71270" y="9402"/>
                  </a:cubicBezTo>
                  <a:cubicBezTo>
                    <a:pt x="71445" y="9567"/>
                    <a:pt x="71518" y="9803"/>
                    <a:pt x="71538" y="10036"/>
                  </a:cubicBezTo>
                  <a:cubicBezTo>
                    <a:pt x="71557" y="10246"/>
                    <a:pt x="71546" y="10479"/>
                    <a:pt x="71495" y="10683"/>
                  </a:cubicBezTo>
                  <a:cubicBezTo>
                    <a:pt x="71443" y="10891"/>
                    <a:pt x="71328" y="11018"/>
                    <a:pt x="71155" y="11135"/>
                  </a:cubicBezTo>
                  <a:cubicBezTo>
                    <a:pt x="71112" y="11163"/>
                    <a:pt x="71081" y="11183"/>
                    <a:pt x="71097" y="11230"/>
                  </a:cubicBezTo>
                  <a:cubicBezTo>
                    <a:pt x="71120" y="11293"/>
                    <a:pt x="71203" y="11349"/>
                    <a:pt x="71252" y="11390"/>
                  </a:cubicBezTo>
                  <a:cubicBezTo>
                    <a:pt x="71375" y="11496"/>
                    <a:pt x="71514" y="11596"/>
                    <a:pt x="71592" y="11743"/>
                  </a:cubicBezTo>
                  <a:cubicBezTo>
                    <a:pt x="71739" y="12020"/>
                    <a:pt x="71654" y="12340"/>
                    <a:pt x="71570" y="12623"/>
                  </a:cubicBezTo>
                  <a:cubicBezTo>
                    <a:pt x="71512" y="12814"/>
                    <a:pt x="71389" y="13101"/>
                    <a:pt x="71486" y="13302"/>
                  </a:cubicBezTo>
                  <a:cubicBezTo>
                    <a:pt x="71717" y="13196"/>
                    <a:pt x="71873" y="12943"/>
                    <a:pt x="72120" y="12852"/>
                  </a:cubicBezTo>
                  <a:cubicBezTo>
                    <a:pt x="72423" y="12736"/>
                    <a:pt x="72736" y="12894"/>
                    <a:pt x="72901" y="13157"/>
                  </a:cubicBezTo>
                  <a:cubicBezTo>
                    <a:pt x="73082" y="13439"/>
                    <a:pt x="73046" y="13787"/>
                    <a:pt x="72840" y="14044"/>
                  </a:cubicBezTo>
                  <a:cubicBezTo>
                    <a:pt x="72675" y="14250"/>
                    <a:pt x="72420" y="14380"/>
                    <a:pt x="72159" y="14421"/>
                  </a:cubicBezTo>
                  <a:cubicBezTo>
                    <a:pt x="72187" y="14600"/>
                    <a:pt x="72422" y="14739"/>
                    <a:pt x="72554" y="14834"/>
                  </a:cubicBezTo>
                  <a:cubicBezTo>
                    <a:pt x="72773" y="14992"/>
                    <a:pt x="72965" y="15161"/>
                    <a:pt x="73108" y="15398"/>
                  </a:cubicBezTo>
                  <a:cubicBezTo>
                    <a:pt x="73346" y="15790"/>
                    <a:pt x="73426" y="16281"/>
                    <a:pt x="73314" y="16727"/>
                  </a:cubicBezTo>
                  <a:cubicBezTo>
                    <a:pt x="73588" y="16776"/>
                    <a:pt x="73829" y="16978"/>
                    <a:pt x="73922" y="17248"/>
                  </a:cubicBezTo>
                  <a:cubicBezTo>
                    <a:pt x="74058" y="17641"/>
                    <a:pt x="73770" y="17985"/>
                    <a:pt x="73599" y="18310"/>
                  </a:cubicBezTo>
                  <a:cubicBezTo>
                    <a:pt x="73528" y="18446"/>
                    <a:pt x="73457" y="18611"/>
                    <a:pt x="73487" y="18768"/>
                  </a:cubicBezTo>
                  <a:cubicBezTo>
                    <a:pt x="73515" y="18911"/>
                    <a:pt x="73647" y="18963"/>
                    <a:pt x="73772" y="19002"/>
                  </a:cubicBezTo>
                  <a:cubicBezTo>
                    <a:pt x="74099" y="19099"/>
                    <a:pt x="74441" y="19195"/>
                    <a:pt x="74490" y="19593"/>
                  </a:cubicBezTo>
                  <a:cubicBezTo>
                    <a:pt x="74512" y="19777"/>
                    <a:pt x="74451" y="19954"/>
                    <a:pt x="74454" y="20136"/>
                  </a:cubicBezTo>
                  <a:cubicBezTo>
                    <a:pt x="74456" y="20227"/>
                    <a:pt x="74488" y="20400"/>
                    <a:pt x="74605" y="20399"/>
                  </a:cubicBezTo>
                  <a:cubicBezTo>
                    <a:pt x="74718" y="20397"/>
                    <a:pt x="74826" y="20545"/>
                    <a:pt x="74746" y="20648"/>
                  </a:cubicBezTo>
                  <a:cubicBezTo>
                    <a:pt x="74324" y="21198"/>
                    <a:pt x="74162" y="21864"/>
                    <a:pt x="74108" y="22547"/>
                  </a:cubicBezTo>
                  <a:cubicBezTo>
                    <a:pt x="74108" y="22948"/>
                    <a:pt x="74107" y="23348"/>
                    <a:pt x="74112" y="23750"/>
                  </a:cubicBezTo>
                  <a:cubicBezTo>
                    <a:pt x="74136" y="23759"/>
                    <a:pt x="74162" y="23767"/>
                    <a:pt x="74196" y="23776"/>
                  </a:cubicBezTo>
                  <a:cubicBezTo>
                    <a:pt x="74350" y="23817"/>
                    <a:pt x="74514" y="23804"/>
                    <a:pt x="74670" y="23808"/>
                  </a:cubicBezTo>
                  <a:cubicBezTo>
                    <a:pt x="74956" y="23811"/>
                    <a:pt x="75226" y="23871"/>
                    <a:pt x="75473" y="24014"/>
                  </a:cubicBezTo>
                  <a:cubicBezTo>
                    <a:pt x="75578" y="24073"/>
                    <a:pt x="75672" y="24144"/>
                    <a:pt x="75764" y="24220"/>
                  </a:cubicBezTo>
                  <a:cubicBezTo>
                    <a:pt x="76020" y="23363"/>
                    <a:pt x="76232" y="22493"/>
                    <a:pt x="76627" y="21682"/>
                  </a:cubicBezTo>
                  <a:cubicBezTo>
                    <a:pt x="76764" y="21401"/>
                    <a:pt x="76907" y="21120"/>
                    <a:pt x="77069" y="20854"/>
                  </a:cubicBezTo>
                  <a:cubicBezTo>
                    <a:pt x="77238" y="20575"/>
                    <a:pt x="77430" y="20309"/>
                    <a:pt x="77620" y="20043"/>
                  </a:cubicBezTo>
                  <a:cubicBezTo>
                    <a:pt x="77934" y="19601"/>
                    <a:pt x="78256" y="19115"/>
                    <a:pt x="78736" y="18836"/>
                  </a:cubicBezTo>
                  <a:cubicBezTo>
                    <a:pt x="78983" y="18691"/>
                    <a:pt x="79254" y="18634"/>
                    <a:pt x="79539" y="18630"/>
                  </a:cubicBezTo>
                  <a:cubicBezTo>
                    <a:pt x="79697" y="18626"/>
                    <a:pt x="79859" y="18639"/>
                    <a:pt x="80013" y="18598"/>
                  </a:cubicBezTo>
                  <a:cubicBezTo>
                    <a:pt x="80099" y="18576"/>
                    <a:pt x="80140" y="18559"/>
                    <a:pt x="80218" y="18511"/>
                  </a:cubicBezTo>
                  <a:cubicBezTo>
                    <a:pt x="80484" y="18351"/>
                    <a:pt x="80653" y="18042"/>
                    <a:pt x="80800" y="17748"/>
                  </a:cubicBezTo>
                  <a:cubicBezTo>
                    <a:pt x="81058" y="17237"/>
                    <a:pt x="81376" y="16313"/>
                    <a:pt x="82064" y="16309"/>
                  </a:cubicBezTo>
                  <a:cubicBezTo>
                    <a:pt x="82241" y="16101"/>
                    <a:pt x="82557" y="16130"/>
                    <a:pt x="82766" y="16287"/>
                  </a:cubicBezTo>
                  <a:cubicBezTo>
                    <a:pt x="82864" y="16359"/>
                    <a:pt x="82929" y="16450"/>
                    <a:pt x="82974" y="16554"/>
                  </a:cubicBezTo>
                  <a:cubicBezTo>
                    <a:pt x="83022" y="16514"/>
                    <a:pt x="83091" y="16463"/>
                    <a:pt x="83112" y="16407"/>
                  </a:cubicBezTo>
                  <a:cubicBezTo>
                    <a:pt x="83128" y="16361"/>
                    <a:pt x="83097" y="16341"/>
                    <a:pt x="83054" y="16313"/>
                  </a:cubicBezTo>
                  <a:cubicBezTo>
                    <a:pt x="82881" y="16195"/>
                    <a:pt x="82766" y="16069"/>
                    <a:pt x="82714" y="15861"/>
                  </a:cubicBezTo>
                  <a:cubicBezTo>
                    <a:pt x="82663" y="15656"/>
                    <a:pt x="82652" y="15424"/>
                    <a:pt x="82671" y="15214"/>
                  </a:cubicBezTo>
                  <a:cubicBezTo>
                    <a:pt x="82691" y="14981"/>
                    <a:pt x="82764" y="14745"/>
                    <a:pt x="82939" y="14579"/>
                  </a:cubicBezTo>
                  <a:cubicBezTo>
                    <a:pt x="83039" y="14486"/>
                    <a:pt x="83160" y="14421"/>
                    <a:pt x="83288" y="14397"/>
                  </a:cubicBezTo>
                  <a:cubicBezTo>
                    <a:pt x="83257" y="14276"/>
                    <a:pt x="83234" y="14152"/>
                    <a:pt x="83221" y="14027"/>
                  </a:cubicBezTo>
                  <a:cubicBezTo>
                    <a:pt x="83216" y="13984"/>
                    <a:pt x="83212" y="13941"/>
                    <a:pt x="83208" y="13897"/>
                  </a:cubicBezTo>
                  <a:cubicBezTo>
                    <a:pt x="83199" y="13780"/>
                    <a:pt x="83351" y="13675"/>
                    <a:pt x="83457" y="13735"/>
                  </a:cubicBezTo>
                  <a:cubicBezTo>
                    <a:pt x="83463" y="13729"/>
                    <a:pt x="83467" y="13724"/>
                    <a:pt x="83469" y="13718"/>
                  </a:cubicBezTo>
                  <a:cubicBezTo>
                    <a:pt x="83478" y="13679"/>
                    <a:pt x="83435" y="13616"/>
                    <a:pt x="83417" y="13584"/>
                  </a:cubicBezTo>
                  <a:cubicBezTo>
                    <a:pt x="83344" y="13450"/>
                    <a:pt x="83277" y="13324"/>
                    <a:pt x="83253" y="13171"/>
                  </a:cubicBezTo>
                  <a:cubicBezTo>
                    <a:pt x="83212" y="12909"/>
                    <a:pt x="83216" y="12586"/>
                    <a:pt x="83322" y="12338"/>
                  </a:cubicBezTo>
                  <a:cubicBezTo>
                    <a:pt x="83415" y="12126"/>
                    <a:pt x="83619" y="11979"/>
                    <a:pt x="83846" y="12037"/>
                  </a:cubicBezTo>
                  <a:cubicBezTo>
                    <a:pt x="83889" y="11862"/>
                    <a:pt x="83960" y="11693"/>
                    <a:pt x="84054" y="11540"/>
                  </a:cubicBezTo>
                  <a:cubicBezTo>
                    <a:pt x="84095" y="11474"/>
                    <a:pt x="84142" y="11408"/>
                    <a:pt x="84192" y="11347"/>
                  </a:cubicBezTo>
                  <a:cubicBezTo>
                    <a:pt x="84218" y="11315"/>
                    <a:pt x="84335" y="11222"/>
                    <a:pt x="84337" y="11176"/>
                  </a:cubicBezTo>
                  <a:cubicBezTo>
                    <a:pt x="84341" y="11131"/>
                    <a:pt x="84272" y="11076"/>
                    <a:pt x="84244" y="11042"/>
                  </a:cubicBezTo>
                  <a:cubicBezTo>
                    <a:pt x="84200" y="10990"/>
                    <a:pt x="84160" y="10938"/>
                    <a:pt x="84131" y="10878"/>
                  </a:cubicBezTo>
                  <a:cubicBezTo>
                    <a:pt x="83948" y="10492"/>
                    <a:pt x="84149" y="10014"/>
                    <a:pt x="84512" y="9831"/>
                  </a:cubicBezTo>
                  <a:cubicBezTo>
                    <a:pt x="84445" y="9736"/>
                    <a:pt x="84378" y="9642"/>
                    <a:pt x="84311" y="9545"/>
                  </a:cubicBezTo>
                  <a:cubicBezTo>
                    <a:pt x="84253" y="9463"/>
                    <a:pt x="84309" y="9318"/>
                    <a:pt x="84412" y="9299"/>
                  </a:cubicBezTo>
                  <a:cubicBezTo>
                    <a:pt x="84700" y="9249"/>
                    <a:pt x="84992" y="9255"/>
                    <a:pt x="85274" y="9325"/>
                  </a:cubicBezTo>
                  <a:cubicBezTo>
                    <a:pt x="85369" y="8848"/>
                    <a:pt x="85464" y="8368"/>
                    <a:pt x="85555" y="7888"/>
                  </a:cubicBezTo>
                  <a:cubicBezTo>
                    <a:pt x="85568" y="7819"/>
                    <a:pt x="85648" y="7763"/>
                    <a:pt x="85719" y="7765"/>
                  </a:cubicBezTo>
                  <a:cubicBezTo>
                    <a:pt x="85922" y="7771"/>
                    <a:pt x="86124" y="7774"/>
                    <a:pt x="86329" y="7782"/>
                  </a:cubicBezTo>
                  <a:cubicBezTo>
                    <a:pt x="86206" y="7618"/>
                    <a:pt x="86104" y="7443"/>
                    <a:pt x="86057" y="7246"/>
                  </a:cubicBezTo>
                  <a:cubicBezTo>
                    <a:pt x="85992" y="6982"/>
                    <a:pt x="86039" y="6688"/>
                    <a:pt x="86208" y="6474"/>
                  </a:cubicBezTo>
                  <a:cubicBezTo>
                    <a:pt x="86292" y="6367"/>
                    <a:pt x="86401" y="6290"/>
                    <a:pt x="86532" y="6248"/>
                  </a:cubicBezTo>
                  <a:cubicBezTo>
                    <a:pt x="86654" y="6208"/>
                    <a:pt x="86816" y="6233"/>
                    <a:pt x="86911" y="6130"/>
                  </a:cubicBezTo>
                  <a:cubicBezTo>
                    <a:pt x="87034" y="5996"/>
                    <a:pt x="87060" y="5783"/>
                    <a:pt x="87119" y="5617"/>
                  </a:cubicBezTo>
                  <a:cubicBezTo>
                    <a:pt x="87201" y="5388"/>
                    <a:pt x="87335" y="5186"/>
                    <a:pt x="87603" y="5180"/>
                  </a:cubicBezTo>
                  <a:cubicBezTo>
                    <a:pt x="87701" y="5178"/>
                    <a:pt x="87757" y="5258"/>
                    <a:pt x="87768" y="5347"/>
                  </a:cubicBezTo>
                  <a:cubicBezTo>
                    <a:pt x="87793" y="5519"/>
                    <a:pt x="87815" y="5693"/>
                    <a:pt x="87839" y="5866"/>
                  </a:cubicBezTo>
                  <a:cubicBezTo>
                    <a:pt x="87899" y="5831"/>
                    <a:pt x="87958" y="5797"/>
                    <a:pt x="88018" y="5764"/>
                  </a:cubicBezTo>
                  <a:cubicBezTo>
                    <a:pt x="88111" y="5710"/>
                    <a:pt x="88233" y="5758"/>
                    <a:pt x="88263" y="5864"/>
                  </a:cubicBezTo>
                  <a:cubicBezTo>
                    <a:pt x="88354" y="6195"/>
                    <a:pt x="88496" y="6512"/>
                    <a:pt x="88683" y="6798"/>
                  </a:cubicBezTo>
                  <a:cubicBezTo>
                    <a:pt x="88747" y="6893"/>
                    <a:pt x="88815" y="6986"/>
                    <a:pt x="88888" y="7075"/>
                  </a:cubicBezTo>
                  <a:cubicBezTo>
                    <a:pt x="88960" y="7164"/>
                    <a:pt x="88925" y="7276"/>
                    <a:pt x="88854" y="7332"/>
                  </a:cubicBezTo>
                  <a:cubicBezTo>
                    <a:pt x="88903" y="7490"/>
                    <a:pt x="88942" y="7650"/>
                    <a:pt x="88979" y="7813"/>
                  </a:cubicBezTo>
                  <a:cubicBezTo>
                    <a:pt x="89104" y="7748"/>
                    <a:pt x="89234" y="7689"/>
                    <a:pt x="89360" y="7628"/>
                  </a:cubicBezTo>
                  <a:cubicBezTo>
                    <a:pt x="89517" y="7549"/>
                    <a:pt x="89712" y="7414"/>
                    <a:pt x="89887" y="7527"/>
                  </a:cubicBezTo>
                  <a:cubicBezTo>
                    <a:pt x="90006" y="7605"/>
                    <a:pt x="90047" y="7776"/>
                    <a:pt x="90078" y="7906"/>
                  </a:cubicBezTo>
                  <a:cubicBezTo>
                    <a:pt x="90110" y="8048"/>
                    <a:pt x="90127" y="8193"/>
                    <a:pt x="90102" y="8336"/>
                  </a:cubicBezTo>
                  <a:cubicBezTo>
                    <a:pt x="90078" y="8472"/>
                    <a:pt x="90002" y="8596"/>
                    <a:pt x="89887" y="8675"/>
                  </a:cubicBezTo>
                  <a:cubicBezTo>
                    <a:pt x="89881" y="8678"/>
                    <a:pt x="89876" y="8682"/>
                    <a:pt x="89868" y="8686"/>
                  </a:cubicBezTo>
                  <a:cubicBezTo>
                    <a:pt x="89961" y="8663"/>
                    <a:pt x="90052" y="8641"/>
                    <a:pt x="90145" y="8619"/>
                  </a:cubicBezTo>
                  <a:cubicBezTo>
                    <a:pt x="90353" y="8567"/>
                    <a:pt x="90564" y="8515"/>
                    <a:pt x="90774" y="8463"/>
                  </a:cubicBezTo>
                  <a:cubicBezTo>
                    <a:pt x="90893" y="8435"/>
                    <a:pt x="90982" y="8518"/>
                    <a:pt x="90995" y="8630"/>
                  </a:cubicBezTo>
                  <a:cubicBezTo>
                    <a:pt x="91008" y="8755"/>
                    <a:pt x="91023" y="8877"/>
                    <a:pt x="91036" y="9000"/>
                  </a:cubicBezTo>
                  <a:cubicBezTo>
                    <a:pt x="91211" y="8957"/>
                    <a:pt x="91406" y="8993"/>
                    <a:pt x="91553" y="9097"/>
                  </a:cubicBezTo>
                  <a:cubicBezTo>
                    <a:pt x="91692" y="9197"/>
                    <a:pt x="91769" y="9337"/>
                    <a:pt x="91787" y="9508"/>
                  </a:cubicBezTo>
                  <a:cubicBezTo>
                    <a:pt x="91802" y="9660"/>
                    <a:pt x="91784" y="9764"/>
                    <a:pt x="91921" y="9852"/>
                  </a:cubicBezTo>
                  <a:cubicBezTo>
                    <a:pt x="92040" y="9928"/>
                    <a:pt x="92172" y="9984"/>
                    <a:pt x="92273" y="10082"/>
                  </a:cubicBezTo>
                  <a:cubicBezTo>
                    <a:pt x="92388" y="10194"/>
                    <a:pt x="92438" y="10348"/>
                    <a:pt x="92416" y="10506"/>
                  </a:cubicBezTo>
                  <a:cubicBezTo>
                    <a:pt x="92390" y="10668"/>
                    <a:pt x="92291" y="10797"/>
                    <a:pt x="92237" y="10947"/>
                  </a:cubicBezTo>
                  <a:cubicBezTo>
                    <a:pt x="92187" y="11090"/>
                    <a:pt x="92280" y="11159"/>
                    <a:pt x="92386" y="11243"/>
                  </a:cubicBezTo>
                  <a:cubicBezTo>
                    <a:pt x="92535" y="11364"/>
                    <a:pt x="92654" y="11487"/>
                    <a:pt x="92676" y="11687"/>
                  </a:cubicBezTo>
                  <a:cubicBezTo>
                    <a:pt x="92682" y="11734"/>
                    <a:pt x="92680" y="11779"/>
                    <a:pt x="92671" y="11823"/>
                  </a:cubicBezTo>
                  <a:cubicBezTo>
                    <a:pt x="92868" y="11909"/>
                    <a:pt x="93050" y="12048"/>
                    <a:pt x="93098" y="12253"/>
                  </a:cubicBezTo>
                  <a:cubicBezTo>
                    <a:pt x="93171" y="12561"/>
                    <a:pt x="92907" y="12738"/>
                    <a:pt x="92663" y="12839"/>
                  </a:cubicBezTo>
                  <a:cubicBezTo>
                    <a:pt x="92591" y="12868"/>
                    <a:pt x="92472" y="12907"/>
                    <a:pt x="92451" y="12959"/>
                  </a:cubicBezTo>
                  <a:cubicBezTo>
                    <a:pt x="92427" y="13025"/>
                    <a:pt x="92509" y="13110"/>
                    <a:pt x="92574" y="13138"/>
                  </a:cubicBezTo>
                  <a:cubicBezTo>
                    <a:pt x="92710" y="13196"/>
                    <a:pt x="92937" y="13151"/>
                    <a:pt x="92985" y="12993"/>
                  </a:cubicBezTo>
                  <a:cubicBezTo>
                    <a:pt x="93011" y="12915"/>
                    <a:pt x="93078" y="12863"/>
                    <a:pt x="93162" y="12859"/>
                  </a:cubicBezTo>
                  <a:cubicBezTo>
                    <a:pt x="93394" y="12850"/>
                    <a:pt x="93549" y="13045"/>
                    <a:pt x="93597" y="13253"/>
                  </a:cubicBezTo>
                  <a:cubicBezTo>
                    <a:pt x="93623" y="13367"/>
                    <a:pt x="93615" y="13475"/>
                    <a:pt x="93610" y="13590"/>
                  </a:cubicBezTo>
                  <a:cubicBezTo>
                    <a:pt x="93604" y="13664"/>
                    <a:pt x="93586" y="13791"/>
                    <a:pt x="93642" y="13854"/>
                  </a:cubicBezTo>
                  <a:cubicBezTo>
                    <a:pt x="93697" y="13917"/>
                    <a:pt x="93816" y="13889"/>
                    <a:pt x="93891" y="13880"/>
                  </a:cubicBezTo>
                  <a:cubicBezTo>
                    <a:pt x="94015" y="13863"/>
                    <a:pt x="94133" y="13847"/>
                    <a:pt x="94259" y="13861"/>
                  </a:cubicBezTo>
                  <a:cubicBezTo>
                    <a:pt x="94402" y="13878"/>
                    <a:pt x="94538" y="13923"/>
                    <a:pt x="94663" y="13990"/>
                  </a:cubicBezTo>
                  <a:cubicBezTo>
                    <a:pt x="94681" y="13497"/>
                    <a:pt x="94517" y="13010"/>
                    <a:pt x="94214" y="12615"/>
                  </a:cubicBezTo>
                  <a:cubicBezTo>
                    <a:pt x="94177" y="12569"/>
                    <a:pt x="94181" y="12480"/>
                    <a:pt x="94214" y="12431"/>
                  </a:cubicBezTo>
                  <a:cubicBezTo>
                    <a:pt x="94305" y="12297"/>
                    <a:pt x="94438" y="12232"/>
                    <a:pt x="94592" y="12197"/>
                  </a:cubicBezTo>
                  <a:cubicBezTo>
                    <a:pt x="94674" y="12178"/>
                    <a:pt x="94845" y="12175"/>
                    <a:pt x="94891" y="12093"/>
                  </a:cubicBezTo>
                  <a:cubicBezTo>
                    <a:pt x="94938" y="12015"/>
                    <a:pt x="94819" y="11868"/>
                    <a:pt x="94778" y="11799"/>
                  </a:cubicBezTo>
                  <a:cubicBezTo>
                    <a:pt x="94696" y="11661"/>
                    <a:pt x="94612" y="11511"/>
                    <a:pt x="94610" y="11347"/>
                  </a:cubicBezTo>
                  <a:cubicBezTo>
                    <a:pt x="94609" y="11005"/>
                    <a:pt x="94947" y="10731"/>
                    <a:pt x="95274" y="10743"/>
                  </a:cubicBezTo>
                  <a:cubicBezTo>
                    <a:pt x="95618" y="10754"/>
                    <a:pt x="95881" y="11049"/>
                    <a:pt x="95940" y="11373"/>
                  </a:cubicBezTo>
                  <a:cubicBezTo>
                    <a:pt x="95976" y="11563"/>
                    <a:pt x="95931" y="11730"/>
                    <a:pt x="95890" y="11914"/>
                  </a:cubicBezTo>
                  <a:cubicBezTo>
                    <a:pt x="95845" y="12110"/>
                    <a:pt x="96002" y="12191"/>
                    <a:pt x="96080" y="12349"/>
                  </a:cubicBezTo>
                  <a:cubicBezTo>
                    <a:pt x="96228" y="12647"/>
                    <a:pt x="96057" y="12926"/>
                    <a:pt x="95942" y="13199"/>
                  </a:cubicBezTo>
                  <a:cubicBezTo>
                    <a:pt x="95905" y="13287"/>
                    <a:pt x="95855" y="13400"/>
                    <a:pt x="95916" y="13478"/>
                  </a:cubicBezTo>
                  <a:cubicBezTo>
                    <a:pt x="95987" y="13569"/>
                    <a:pt x="96160" y="13558"/>
                    <a:pt x="96262" y="13566"/>
                  </a:cubicBezTo>
                  <a:cubicBezTo>
                    <a:pt x="96435" y="13575"/>
                    <a:pt x="96600" y="13597"/>
                    <a:pt x="96757" y="13677"/>
                  </a:cubicBezTo>
                  <a:cubicBezTo>
                    <a:pt x="96915" y="13757"/>
                    <a:pt x="97043" y="13886"/>
                    <a:pt x="97145" y="14027"/>
                  </a:cubicBezTo>
                  <a:cubicBezTo>
                    <a:pt x="97419" y="14395"/>
                    <a:pt x="97452" y="14862"/>
                    <a:pt x="97547" y="15295"/>
                  </a:cubicBezTo>
                  <a:cubicBezTo>
                    <a:pt x="97597" y="15532"/>
                    <a:pt x="97672" y="15762"/>
                    <a:pt x="97757" y="15987"/>
                  </a:cubicBezTo>
                  <a:cubicBezTo>
                    <a:pt x="97820" y="16153"/>
                    <a:pt x="97878" y="16322"/>
                    <a:pt x="97936" y="16487"/>
                  </a:cubicBezTo>
                  <a:cubicBezTo>
                    <a:pt x="97941" y="16486"/>
                    <a:pt x="97945" y="16482"/>
                    <a:pt x="97949" y="16478"/>
                  </a:cubicBezTo>
                  <a:cubicBezTo>
                    <a:pt x="98036" y="16413"/>
                    <a:pt x="98135" y="16551"/>
                    <a:pt x="98062" y="16625"/>
                  </a:cubicBezTo>
                  <a:cubicBezTo>
                    <a:pt x="98040" y="16647"/>
                    <a:pt x="98021" y="16672"/>
                    <a:pt x="98008" y="16696"/>
                  </a:cubicBezTo>
                  <a:cubicBezTo>
                    <a:pt x="98021" y="16746"/>
                    <a:pt x="98005" y="16789"/>
                    <a:pt x="97971" y="16819"/>
                  </a:cubicBezTo>
                  <a:cubicBezTo>
                    <a:pt x="97954" y="17045"/>
                    <a:pt x="98183" y="17298"/>
                    <a:pt x="98349" y="17415"/>
                  </a:cubicBezTo>
                  <a:cubicBezTo>
                    <a:pt x="98665" y="17641"/>
                    <a:pt x="98996" y="17841"/>
                    <a:pt x="99096" y="18245"/>
                  </a:cubicBezTo>
                  <a:cubicBezTo>
                    <a:pt x="99191" y="18624"/>
                    <a:pt x="99057" y="19019"/>
                    <a:pt x="99150" y="19394"/>
                  </a:cubicBezTo>
                  <a:cubicBezTo>
                    <a:pt x="99243" y="19774"/>
                    <a:pt x="99658" y="20027"/>
                    <a:pt x="99970" y="20214"/>
                  </a:cubicBezTo>
                  <a:cubicBezTo>
                    <a:pt x="100171" y="20337"/>
                    <a:pt x="100402" y="20430"/>
                    <a:pt x="100506" y="20657"/>
                  </a:cubicBezTo>
                  <a:cubicBezTo>
                    <a:pt x="100567" y="20791"/>
                    <a:pt x="100582" y="20938"/>
                    <a:pt x="100565" y="21081"/>
                  </a:cubicBezTo>
                  <a:cubicBezTo>
                    <a:pt x="100727" y="21115"/>
                    <a:pt x="100878" y="21209"/>
                    <a:pt x="100980" y="21347"/>
                  </a:cubicBezTo>
                  <a:cubicBezTo>
                    <a:pt x="101144" y="21568"/>
                    <a:pt x="101110" y="21831"/>
                    <a:pt x="101006" y="22069"/>
                  </a:cubicBezTo>
                  <a:cubicBezTo>
                    <a:pt x="100924" y="22258"/>
                    <a:pt x="100759" y="22472"/>
                    <a:pt x="100906" y="22669"/>
                  </a:cubicBezTo>
                  <a:cubicBezTo>
                    <a:pt x="100989" y="22781"/>
                    <a:pt x="101108" y="22874"/>
                    <a:pt x="101211" y="22969"/>
                  </a:cubicBezTo>
                  <a:cubicBezTo>
                    <a:pt x="101339" y="23090"/>
                    <a:pt x="101466" y="23211"/>
                    <a:pt x="101594" y="23331"/>
                  </a:cubicBezTo>
                  <a:cubicBezTo>
                    <a:pt x="101629" y="23365"/>
                    <a:pt x="101718" y="23484"/>
                    <a:pt x="101767" y="23490"/>
                  </a:cubicBezTo>
                  <a:cubicBezTo>
                    <a:pt x="101771" y="23490"/>
                    <a:pt x="101817" y="23463"/>
                    <a:pt x="101834" y="23454"/>
                  </a:cubicBezTo>
                  <a:cubicBezTo>
                    <a:pt x="101970" y="23387"/>
                    <a:pt x="102120" y="23346"/>
                    <a:pt x="102262" y="23426"/>
                  </a:cubicBezTo>
                  <a:cubicBezTo>
                    <a:pt x="102468" y="23543"/>
                    <a:pt x="102524" y="23832"/>
                    <a:pt x="102461" y="24047"/>
                  </a:cubicBezTo>
                  <a:cubicBezTo>
                    <a:pt x="102412" y="24211"/>
                    <a:pt x="102148" y="24514"/>
                    <a:pt x="102379" y="24641"/>
                  </a:cubicBezTo>
                  <a:cubicBezTo>
                    <a:pt x="102583" y="24752"/>
                    <a:pt x="102795" y="24592"/>
                    <a:pt x="102935" y="24451"/>
                  </a:cubicBezTo>
                  <a:cubicBezTo>
                    <a:pt x="103385" y="23997"/>
                    <a:pt x="103669" y="23382"/>
                    <a:pt x="103787" y="22757"/>
                  </a:cubicBezTo>
                  <a:cubicBezTo>
                    <a:pt x="103801" y="22669"/>
                    <a:pt x="103894" y="22615"/>
                    <a:pt x="103976" y="22612"/>
                  </a:cubicBezTo>
                  <a:cubicBezTo>
                    <a:pt x="104173" y="22601"/>
                    <a:pt x="104357" y="22524"/>
                    <a:pt x="104504" y="22398"/>
                  </a:cubicBezTo>
                  <a:cubicBezTo>
                    <a:pt x="104527" y="22379"/>
                    <a:pt x="104547" y="22361"/>
                    <a:pt x="104566" y="22340"/>
                  </a:cubicBezTo>
                  <a:cubicBezTo>
                    <a:pt x="104709" y="22197"/>
                    <a:pt x="104947" y="22344"/>
                    <a:pt x="104899" y="22534"/>
                  </a:cubicBezTo>
                  <a:cubicBezTo>
                    <a:pt x="104891" y="22563"/>
                    <a:pt x="104889" y="22589"/>
                    <a:pt x="104893" y="22617"/>
                  </a:cubicBezTo>
                  <a:cubicBezTo>
                    <a:pt x="104902" y="22699"/>
                    <a:pt x="104960" y="22768"/>
                    <a:pt x="105044" y="22801"/>
                  </a:cubicBezTo>
                  <a:cubicBezTo>
                    <a:pt x="105100" y="22822"/>
                    <a:pt x="105155" y="22840"/>
                    <a:pt x="105204" y="22868"/>
                  </a:cubicBezTo>
                  <a:lnTo>
                    <a:pt x="105204" y="23683"/>
                  </a:lnTo>
                  <a:lnTo>
                    <a:pt x="105193" y="23700"/>
                  </a:lnTo>
                  <a:cubicBezTo>
                    <a:pt x="105163" y="23744"/>
                    <a:pt x="105126" y="23796"/>
                    <a:pt x="105127" y="23852"/>
                  </a:cubicBezTo>
                  <a:cubicBezTo>
                    <a:pt x="105131" y="23906"/>
                    <a:pt x="105170" y="23960"/>
                    <a:pt x="105204" y="24005"/>
                  </a:cubicBezTo>
                  <a:lnTo>
                    <a:pt x="105204" y="60265"/>
                  </a:lnTo>
                  <a:lnTo>
                    <a:pt x="3460" y="60265"/>
                  </a:lnTo>
                  <a:close/>
                  <a:moveTo>
                    <a:pt x="102076" y="23772"/>
                  </a:moveTo>
                  <a:lnTo>
                    <a:pt x="102076" y="23772"/>
                  </a:lnTo>
                  <a:cubicBezTo>
                    <a:pt x="102072" y="23765"/>
                    <a:pt x="102066" y="23761"/>
                    <a:pt x="102061" y="23759"/>
                  </a:cubicBezTo>
                  <a:cubicBezTo>
                    <a:pt x="102064" y="23759"/>
                    <a:pt x="102070" y="23770"/>
                    <a:pt x="102076" y="23772"/>
                  </a:cubicBezTo>
                  <a:close/>
                  <a:moveTo>
                    <a:pt x="92323" y="11749"/>
                  </a:moveTo>
                  <a:lnTo>
                    <a:pt x="92323" y="11749"/>
                  </a:lnTo>
                  <a:cubicBezTo>
                    <a:pt x="92317" y="11754"/>
                    <a:pt x="92323" y="11762"/>
                    <a:pt x="92323" y="11749"/>
                  </a:cubicBezTo>
                  <a:close/>
                  <a:moveTo>
                    <a:pt x="89691" y="8708"/>
                  </a:moveTo>
                  <a:lnTo>
                    <a:pt x="89691" y="8708"/>
                  </a:lnTo>
                  <a:cubicBezTo>
                    <a:pt x="89684" y="8682"/>
                    <a:pt x="89660" y="8710"/>
                    <a:pt x="89691" y="8708"/>
                  </a:cubicBezTo>
                  <a:close/>
                  <a:moveTo>
                    <a:pt x="34189" y="25885"/>
                  </a:moveTo>
                  <a:cubicBezTo>
                    <a:pt x="34179" y="25872"/>
                    <a:pt x="34179" y="25877"/>
                    <a:pt x="34189" y="25885"/>
                  </a:cubicBezTo>
                  <a:close/>
                  <a:moveTo>
                    <a:pt x="3290" y="53147"/>
                  </a:moveTo>
                  <a:cubicBezTo>
                    <a:pt x="3316" y="53136"/>
                    <a:pt x="3298" y="53112"/>
                    <a:pt x="3290" y="53147"/>
                  </a:cubicBezTo>
                  <a:close/>
                  <a:moveTo>
                    <a:pt x="25092" y="31866"/>
                  </a:moveTo>
                  <a:cubicBezTo>
                    <a:pt x="25092" y="31870"/>
                    <a:pt x="25092" y="31873"/>
                    <a:pt x="25094" y="31868"/>
                  </a:cubicBezTo>
                  <a:cubicBezTo>
                    <a:pt x="25094" y="31868"/>
                    <a:pt x="25094" y="31866"/>
                    <a:pt x="25092" y="31866"/>
                  </a:cubicBezTo>
                  <a:close/>
                  <a:moveTo>
                    <a:pt x="33995" y="27655"/>
                  </a:moveTo>
                  <a:cubicBezTo>
                    <a:pt x="33949" y="27652"/>
                    <a:pt x="33980" y="27661"/>
                    <a:pt x="33995" y="27655"/>
                  </a:cubicBezTo>
                  <a:close/>
                  <a:moveTo>
                    <a:pt x="34533" y="25623"/>
                  </a:moveTo>
                  <a:cubicBezTo>
                    <a:pt x="34549" y="25641"/>
                    <a:pt x="34551" y="25626"/>
                    <a:pt x="34533" y="25623"/>
                  </a:cubicBezTo>
                  <a:close/>
                  <a:moveTo>
                    <a:pt x="48832" y="20177"/>
                  </a:moveTo>
                  <a:cubicBezTo>
                    <a:pt x="48881" y="20069"/>
                    <a:pt x="48814" y="19900"/>
                    <a:pt x="48777" y="19777"/>
                  </a:cubicBezTo>
                  <a:cubicBezTo>
                    <a:pt x="48752" y="19697"/>
                    <a:pt x="48732" y="19616"/>
                    <a:pt x="48721" y="19532"/>
                  </a:cubicBezTo>
                  <a:cubicBezTo>
                    <a:pt x="48654" y="19829"/>
                    <a:pt x="48591" y="20129"/>
                    <a:pt x="48531" y="20428"/>
                  </a:cubicBezTo>
                  <a:cubicBezTo>
                    <a:pt x="48557" y="20412"/>
                    <a:pt x="48581" y="20397"/>
                    <a:pt x="48609" y="20380"/>
                  </a:cubicBezTo>
                  <a:cubicBezTo>
                    <a:pt x="48698" y="20324"/>
                    <a:pt x="48791" y="20265"/>
                    <a:pt x="48832" y="20175"/>
                  </a:cubicBezTo>
                  <a:lnTo>
                    <a:pt x="48832" y="20175"/>
                  </a:lnTo>
                  <a:close/>
                  <a:moveTo>
                    <a:pt x="52137" y="18593"/>
                  </a:moveTo>
                  <a:cubicBezTo>
                    <a:pt x="52143" y="18593"/>
                    <a:pt x="52148" y="18582"/>
                    <a:pt x="52150" y="18582"/>
                  </a:cubicBezTo>
                  <a:cubicBezTo>
                    <a:pt x="52145" y="18583"/>
                    <a:pt x="52141" y="18587"/>
                    <a:pt x="52137" y="18593"/>
                  </a:cubicBezTo>
                  <a:close/>
                  <a:moveTo>
                    <a:pt x="61888" y="6571"/>
                  </a:moveTo>
                  <a:cubicBezTo>
                    <a:pt x="61888" y="6584"/>
                    <a:pt x="61895" y="6577"/>
                    <a:pt x="61888" y="6571"/>
                  </a:cubicBezTo>
                  <a:close/>
                  <a:moveTo>
                    <a:pt x="64519" y="3529"/>
                  </a:moveTo>
                  <a:cubicBezTo>
                    <a:pt x="64553" y="3532"/>
                    <a:pt x="64527" y="3504"/>
                    <a:pt x="64519" y="3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5"/>
            <p:cNvSpPr/>
            <p:nvPr/>
          </p:nvSpPr>
          <p:spPr>
            <a:xfrm>
              <a:off x="-93825" y="4862544"/>
              <a:ext cx="1835816" cy="1030536"/>
            </a:xfrm>
            <a:custGeom>
              <a:avLst/>
              <a:gdLst/>
              <a:ahLst/>
              <a:cxnLst/>
              <a:rect l="l" t="t" r="r" b="b"/>
              <a:pathLst>
                <a:path w="71073" h="59603" extrusionOk="0">
                  <a:moveTo>
                    <a:pt x="68458" y="59602"/>
                  </a:moveTo>
                  <a:cubicBezTo>
                    <a:pt x="69180" y="59035"/>
                    <a:pt x="69896" y="58458"/>
                    <a:pt x="70608" y="57882"/>
                  </a:cubicBezTo>
                  <a:cubicBezTo>
                    <a:pt x="70628" y="57893"/>
                    <a:pt x="70651" y="57904"/>
                    <a:pt x="70671" y="57915"/>
                  </a:cubicBezTo>
                  <a:cubicBezTo>
                    <a:pt x="70887" y="58031"/>
                    <a:pt x="71073" y="57713"/>
                    <a:pt x="70863" y="57590"/>
                  </a:cubicBezTo>
                  <a:cubicBezTo>
                    <a:pt x="70833" y="57573"/>
                    <a:pt x="70803" y="57555"/>
                    <a:pt x="70773" y="57538"/>
                  </a:cubicBezTo>
                  <a:cubicBezTo>
                    <a:pt x="70571" y="57411"/>
                    <a:pt x="70375" y="57272"/>
                    <a:pt x="70176" y="57138"/>
                  </a:cubicBezTo>
                  <a:cubicBezTo>
                    <a:pt x="69963" y="56997"/>
                    <a:pt x="69758" y="56844"/>
                    <a:pt x="69563" y="56677"/>
                  </a:cubicBezTo>
                  <a:cubicBezTo>
                    <a:pt x="69180" y="56346"/>
                    <a:pt x="68841" y="55964"/>
                    <a:pt x="68610" y="55513"/>
                  </a:cubicBezTo>
                  <a:cubicBezTo>
                    <a:pt x="68376" y="55053"/>
                    <a:pt x="68318" y="54553"/>
                    <a:pt x="68296" y="54043"/>
                  </a:cubicBezTo>
                  <a:cubicBezTo>
                    <a:pt x="68283" y="53748"/>
                    <a:pt x="68279" y="53446"/>
                    <a:pt x="68237" y="53154"/>
                  </a:cubicBezTo>
                  <a:cubicBezTo>
                    <a:pt x="68194" y="52881"/>
                    <a:pt x="68004" y="52682"/>
                    <a:pt x="67714" y="52702"/>
                  </a:cubicBezTo>
                  <a:cubicBezTo>
                    <a:pt x="67435" y="52723"/>
                    <a:pt x="67152" y="52803"/>
                    <a:pt x="66877" y="52855"/>
                  </a:cubicBezTo>
                  <a:cubicBezTo>
                    <a:pt x="66721" y="52885"/>
                    <a:pt x="66565" y="52913"/>
                    <a:pt x="66410" y="52942"/>
                  </a:cubicBezTo>
                  <a:cubicBezTo>
                    <a:pt x="66405" y="52944"/>
                    <a:pt x="66342" y="52952"/>
                    <a:pt x="66295" y="52959"/>
                  </a:cubicBezTo>
                  <a:cubicBezTo>
                    <a:pt x="66275" y="52658"/>
                    <a:pt x="66278" y="52355"/>
                    <a:pt x="66267" y="52053"/>
                  </a:cubicBezTo>
                  <a:cubicBezTo>
                    <a:pt x="66260" y="51800"/>
                    <a:pt x="66196" y="51529"/>
                    <a:pt x="65908" y="51471"/>
                  </a:cubicBezTo>
                  <a:cubicBezTo>
                    <a:pt x="65767" y="51443"/>
                    <a:pt x="65639" y="51495"/>
                    <a:pt x="65501" y="51510"/>
                  </a:cubicBezTo>
                  <a:cubicBezTo>
                    <a:pt x="65432" y="51520"/>
                    <a:pt x="65402" y="51508"/>
                    <a:pt x="65356" y="51466"/>
                  </a:cubicBezTo>
                  <a:cubicBezTo>
                    <a:pt x="65224" y="51345"/>
                    <a:pt x="65229" y="51148"/>
                    <a:pt x="65280" y="50982"/>
                  </a:cubicBezTo>
                  <a:cubicBezTo>
                    <a:pt x="65354" y="50744"/>
                    <a:pt x="65497" y="50536"/>
                    <a:pt x="65585" y="50303"/>
                  </a:cubicBezTo>
                  <a:cubicBezTo>
                    <a:pt x="65670" y="50080"/>
                    <a:pt x="65706" y="49814"/>
                    <a:pt x="65629" y="49584"/>
                  </a:cubicBezTo>
                  <a:cubicBezTo>
                    <a:pt x="65540" y="49323"/>
                    <a:pt x="65306" y="49100"/>
                    <a:pt x="65014" y="49160"/>
                  </a:cubicBezTo>
                  <a:cubicBezTo>
                    <a:pt x="64809" y="49202"/>
                    <a:pt x="64662" y="49403"/>
                    <a:pt x="64487" y="49455"/>
                  </a:cubicBezTo>
                  <a:cubicBezTo>
                    <a:pt x="64294" y="49513"/>
                    <a:pt x="64065" y="49453"/>
                    <a:pt x="63913" y="49318"/>
                  </a:cubicBezTo>
                  <a:cubicBezTo>
                    <a:pt x="63916" y="49310"/>
                    <a:pt x="63920" y="49303"/>
                    <a:pt x="63922" y="49293"/>
                  </a:cubicBezTo>
                  <a:cubicBezTo>
                    <a:pt x="64054" y="48849"/>
                    <a:pt x="63645" y="48473"/>
                    <a:pt x="63230" y="48431"/>
                  </a:cubicBezTo>
                  <a:cubicBezTo>
                    <a:pt x="62869" y="48393"/>
                    <a:pt x="62564" y="48611"/>
                    <a:pt x="62313" y="48855"/>
                  </a:cubicBezTo>
                  <a:cubicBezTo>
                    <a:pt x="62306" y="48797"/>
                    <a:pt x="62310" y="48737"/>
                    <a:pt x="62311" y="48695"/>
                  </a:cubicBezTo>
                  <a:cubicBezTo>
                    <a:pt x="62319" y="48503"/>
                    <a:pt x="62350" y="48308"/>
                    <a:pt x="62293" y="48118"/>
                  </a:cubicBezTo>
                  <a:cubicBezTo>
                    <a:pt x="62230" y="47912"/>
                    <a:pt x="62036" y="47728"/>
                    <a:pt x="61824" y="47692"/>
                  </a:cubicBezTo>
                  <a:cubicBezTo>
                    <a:pt x="61845" y="47415"/>
                    <a:pt x="61846" y="47134"/>
                    <a:pt x="61776" y="46866"/>
                  </a:cubicBezTo>
                  <a:cubicBezTo>
                    <a:pt x="61765" y="46820"/>
                    <a:pt x="61750" y="46775"/>
                    <a:pt x="61733" y="46729"/>
                  </a:cubicBezTo>
                  <a:cubicBezTo>
                    <a:pt x="61674" y="46563"/>
                    <a:pt x="61473" y="46539"/>
                    <a:pt x="61370" y="46682"/>
                  </a:cubicBezTo>
                  <a:cubicBezTo>
                    <a:pt x="61173" y="46958"/>
                    <a:pt x="60703" y="47023"/>
                    <a:pt x="60442" y="46811"/>
                  </a:cubicBezTo>
                  <a:cubicBezTo>
                    <a:pt x="60310" y="46705"/>
                    <a:pt x="60065" y="46760"/>
                    <a:pt x="60076" y="46963"/>
                  </a:cubicBezTo>
                  <a:cubicBezTo>
                    <a:pt x="60080" y="47015"/>
                    <a:pt x="60082" y="47065"/>
                    <a:pt x="60085" y="47118"/>
                  </a:cubicBezTo>
                  <a:cubicBezTo>
                    <a:pt x="60098" y="47354"/>
                    <a:pt x="60113" y="47592"/>
                    <a:pt x="60128" y="47828"/>
                  </a:cubicBezTo>
                  <a:cubicBezTo>
                    <a:pt x="60069" y="47821"/>
                    <a:pt x="60009" y="47809"/>
                    <a:pt x="59951" y="47802"/>
                  </a:cubicBezTo>
                  <a:cubicBezTo>
                    <a:pt x="59855" y="47787"/>
                    <a:pt x="59756" y="47767"/>
                    <a:pt x="59659" y="47752"/>
                  </a:cubicBezTo>
                  <a:cubicBezTo>
                    <a:pt x="59645" y="47590"/>
                    <a:pt x="59617" y="47424"/>
                    <a:pt x="59531" y="47289"/>
                  </a:cubicBezTo>
                  <a:cubicBezTo>
                    <a:pt x="59433" y="47138"/>
                    <a:pt x="59271" y="47026"/>
                    <a:pt x="59087" y="47028"/>
                  </a:cubicBezTo>
                  <a:cubicBezTo>
                    <a:pt x="58919" y="47032"/>
                    <a:pt x="58789" y="47127"/>
                    <a:pt x="58672" y="47233"/>
                  </a:cubicBezTo>
                  <a:cubicBezTo>
                    <a:pt x="58631" y="47270"/>
                    <a:pt x="58549" y="47372"/>
                    <a:pt x="58475" y="47410"/>
                  </a:cubicBezTo>
                  <a:cubicBezTo>
                    <a:pt x="58540" y="47229"/>
                    <a:pt x="58607" y="47051"/>
                    <a:pt x="58672" y="46870"/>
                  </a:cubicBezTo>
                  <a:cubicBezTo>
                    <a:pt x="58828" y="46677"/>
                    <a:pt x="58966" y="46439"/>
                    <a:pt x="58942" y="46190"/>
                  </a:cubicBezTo>
                  <a:cubicBezTo>
                    <a:pt x="58908" y="45842"/>
                    <a:pt x="58605" y="45719"/>
                    <a:pt x="58302" y="45680"/>
                  </a:cubicBezTo>
                  <a:cubicBezTo>
                    <a:pt x="58095" y="45652"/>
                    <a:pt x="57934" y="45600"/>
                    <a:pt x="57829" y="45408"/>
                  </a:cubicBezTo>
                  <a:cubicBezTo>
                    <a:pt x="57733" y="45228"/>
                    <a:pt x="57716" y="45009"/>
                    <a:pt x="57729" y="44808"/>
                  </a:cubicBezTo>
                  <a:cubicBezTo>
                    <a:pt x="57749" y="44518"/>
                    <a:pt x="57839" y="44233"/>
                    <a:pt x="57868" y="43941"/>
                  </a:cubicBezTo>
                  <a:cubicBezTo>
                    <a:pt x="57896" y="43664"/>
                    <a:pt x="57878" y="43298"/>
                    <a:pt x="57673" y="43084"/>
                  </a:cubicBezTo>
                  <a:cubicBezTo>
                    <a:pt x="57489" y="42890"/>
                    <a:pt x="57186" y="42950"/>
                    <a:pt x="57035" y="42712"/>
                  </a:cubicBezTo>
                  <a:cubicBezTo>
                    <a:pt x="56887" y="42481"/>
                    <a:pt x="57013" y="42217"/>
                    <a:pt x="57069" y="41975"/>
                  </a:cubicBezTo>
                  <a:cubicBezTo>
                    <a:pt x="57130" y="41706"/>
                    <a:pt x="57112" y="41453"/>
                    <a:pt x="56924" y="41237"/>
                  </a:cubicBezTo>
                  <a:cubicBezTo>
                    <a:pt x="56844" y="41148"/>
                    <a:pt x="56734" y="41079"/>
                    <a:pt x="56617" y="41055"/>
                  </a:cubicBezTo>
                  <a:cubicBezTo>
                    <a:pt x="56602" y="40876"/>
                    <a:pt x="56515" y="40705"/>
                    <a:pt x="56369" y="40580"/>
                  </a:cubicBezTo>
                  <a:cubicBezTo>
                    <a:pt x="56109" y="40355"/>
                    <a:pt x="55745" y="40352"/>
                    <a:pt x="55428" y="40443"/>
                  </a:cubicBezTo>
                  <a:cubicBezTo>
                    <a:pt x="55149" y="40523"/>
                    <a:pt x="54809" y="40670"/>
                    <a:pt x="54718" y="40975"/>
                  </a:cubicBezTo>
                  <a:cubicBezTo>
                    <a:pt x="54714" y="40982"/>
                    <a:pt x="54712" y="40990"/>
                    <a:pt x="54711" y="40999"/>
                  </a:cubicBezTo>
                  <a:cubicBezTo>
                    <a:pt x="54664" y="41032"/>
                    <a:pt x="54632" y="41088"/>
                    <a:pt x="54627" y="41153"/>
                  </a:cubicBezTo>
                  <a:cubicBezTo>
                    <a:pt x="54573" y="41773"/>
                    <a:pt x="54623" y="42396"/>
                    <a:pt x="54774" y="42998"/>
                  </a:cubicBezTo>
                  <a:cubicBezTo>
                    <a:pt x="54614" y="42948"/>
                    <a:pt x="54445" y="42920"/>
                    <a:pt x="54275" y="42916"/>
                  </a:cubicBezTo>
                  <a:cubicBezTo>
                    <a:pt x="54184" y="42916"/>
                    <a:pt x="54088" y="43000"/>
                    <a:pt x="54097" y="43095"/>
                  </a:cubicBezTo>
                  <a:cubicBezTo>
                    <a:pt x="54112" y="43255"/>
                    <a:pt x="54177" y="43392"/>
                    <a:pt x="54285" y="43493"/>
                  </a:cubicBezTo>
                  <a:cubicBezTo>
                    <a:pt x="54158" y="43640"/>
                    <a:pt x="54030" y="43787"/>
                    <a:pt x="53903" y="43932"/>
                  </a:cubicBezTo>
                  <a:cubicBezTo>
                    <a:pt x="53820" y="44030"/>
                    <a:pt x="53846" y="44192"/>
                    <a:pt x="53982" y="44227"/>
                  </a:cubicBezTo>
                  <a:cubicBezTo>
                    <a:pt x="54303" y="44311"/>
                    <a:pt x="54420" y="44763"/>
                    <a:pt x="54078" y="44912"/>
                  </a:cubicBezTo>
                  <a:cubicBezTo>
                    <a:pt x="53814" y="45027"/>
                    <a:pt x="53597" y="44750"/>
                    <a:pt x="53697" y="44519"/>
                  </a:cubicBezTo>
                  <a:cubicBezTo>
                    <a:pt x="53706" y="44497"/>
                    <a:pt x="53719" y="44475"/>
                    <a:pt x="53736" y="44452"/>
                  </a:cubicBezTo>
                  <a:cubicBezTo>
                    <a:pt x="53783" y="44393"/>
                    <a:pt x="53758" y="44291"/>
                    <a:pt x="53710" y="44242"/>
                  </a:cubicBezTo>
                  <a:cubicBezTo>
                    <a:pt x="53652" y="44185"/>
                    <a:pt x="53571" y="44183"/>
                    <a:pt x="53500" y="44214"/>
                  </a:cubicBezTo>
                  <a:cubicBezTo>
                    <a:pt x="53465" y="44231"/>
                    <a:pt x="53429" y="44248"/>
                    <a:pt x="53394" y="44265"/>
                  </a:cubicBezTo>
                  <a:cubicBezTo>
                    <a:pt x="53364" y="44131"/>
                    <a:pt x="53349" y="43995"/>
                    <a:pt x="53349" y="43857"/>
                  </a:cubicBezTo>
                  <a:cubicBezTo>
                    <a:pt x="53414" y="43751"/>
                    <a:pt x="53383" y="43606"/>
                    <a:pt x="53275" y="43524"/>
                  </a:cubicBezTo>
                  <a:cubicBezTo>
                    <a:pt x="53184" y="43454"/>
                    <a:pt x="53080" y="43523"/>
                    <a:pt x="53041" y="43610"/>
                  </a:cubicBezTo>
                  <a:cubicBezTo>
                    <a:pt x="52975" y="43573"/>
                    <a:pt x="52914" y="43513"/>
                    <a:pt x="52868" y="43478"/>
                  </a:cubicBezTo>
                  <a:cubicBezTo>
                    <a:pt x="52778" y="43413"/>
                    <a:pt x="52691" y="43342"/>
                    <a:pt x="52605" y="43270"/>
                  </a:cubicBezTo>
                  <a:cubicBezTo>
                    <a:pt x="52468" y="43152"/>
                    <a:pt x="52332" y="43026"/>
                    <a:pt x="52207" y="42894"/>
                  </a:cubicBezTo>
                  <a:cubicBezTo>
                    <a:pt x="52473" y="42561"/>
                    <a:pt x="52689" y="42120"/>
                    <a:pt x="52410" y="41730"/>
                  </a:cubicBezTo>
                  <a:cubicBezTo>
                    <a:pt x="52278" y="41548"/>
                    <a:pt x="52068" y="41423"/>
                    <a:pt x="51837" y="41462"/>
                  </a:cubicBezTo>
                  <a:cubicBezTo>
                    <a:pt x="51726" y="41481"/>
                    <a:pt x="51636" y="41542"/>
                    <a:pt x="51542" y="41600"/>
                  </a:cubicBezTo>
                  <a:cubicBezTo>
                    <a:pt x="51582" y="41475"/>
                    <a:pt x="51579" y="41332"/>
                    <a:pt x="51542" y="41211"/>
                  </a:cubicBezTo>
                  <a:cubicBezTo>
                    <a:pt x="51447" y="40900"/>
                    <a:pt x="51151" y="40757"/>
                    <a:pt x="50969" y="40510"/>
                  </a:cubicBezTo>
                  <a:cubicBezTo>
                    <a:pt x="50900" y="40417"/>
                    <a:pt x="50788" y="40398"/>
                    <a:pt x="50699" y="40476"/>
                  </a:cubicBezTo>
                  <a:cubicBezTo>
                    <a:pt x="50627" y="40538"/>
                    <a:pt x="50535" y="40545"/>
                    <a:pt x="50452" y="40519"/>
                  </a:cubicBezTo>
                  <a:cubicBezTo>
                    <a:pt x="50504" y="40229"/>
                    <a:pt x="50455" y="39928"/>
                    <a:pt x="50309" y="39667"/>
                  </a:cubicBezTo>
                  <a:cubicBezTo>
                    <a:pt x="50273" y="39602"/>
                    <a:pt x="50191" y="39572"/>
                    <a:pt x="50121" y="39589"/>
                  </a:cubicBezTo>
                  <a:cubicBezTo>
                    <a:pt x="49818" y="39669"/>
                    <a:pt x="49492" y="39662"/>
                    <a:pt x="49193" y="39565"/>
                  </a:cubicBezTo>
                  <a:cubicBezTo>
                    <a:pt x="49301" y="39282"/>
                    <a:pt x="49239" y="38940"/>
                    <a:pt x="48966" y="38763"/>
                  </a:cubicBezTo>
                  <a:cubicBezTo>
                    <a:pt x="48739" y="38617"/>
                    <a:pt x="48445" y="38659"/>
                    <a:pt x="48252" y="38821"/>
                  </a:cubicBezTo>
                  <a:cubicBezTo>
                    <a:pt x="48116" y="38711"/>
                    <a:pt x="47904" y="38685"/>
                    <a:pt x="47740" y="38754"/>
                  </a:cubicBezTo>
                  <a:cubicBezTo>
                    <a:pt x="47584" y="38819"/>
                    <a:pt x="47471" y="38940"/>
                    <a:pt x="47333" y="39031"/>
                  </a:cubicBezTo>
                  <a:cubicBezTo>
                    <a:pt x="47283" y="39065"/>
                    <a:pt x="47214" y="39100"/>
                    <a:pt x="47145" y="39113"/>
                  </a:cubicBezTo>
                  <a:cubicBezTo>
                    <a:pt x="47166" y="38957"/>
                    <a:pt x="47218" y="38804"/>
                    <a:pt x="47298" y="38661"/>
                  </a:cubicBezTo>
                  <a:cubicBezTo>
                    <a:pt x="47610" y="38114"/>
                    <a:pt x="48227" y="37640"/>
                    <a:pt x="48151" y="36945"/>
                  </a:cubicBezTo>
                  <a:cubicBezTo>
                    <a:pt x="48136" y="36816"/>
                    <a:pt x="48038" y="36731"/>
                    <a:pt x="47904" y="36759"/>
                  </a:cubicBezTo>
                  <a:cubicBezTo>
                    <a:pt x="47658" y="36809"/>
                    <a:pt x="47231" y="36909"/>
                    <a:pt x="47082" y="36621"/>
                  </a:cubicBezTo>
                  <a:cubicBezTo>
                    <a:pt x="47020" y="36502"/>
                    <a:pt x="47084" y="36353"/>
                    <a:pt x="47091" y="36229"/>
                  </a:cubicBezTo>
                  <a:cubicBezTo>
                    <a:pt x="47102" y="36063"/>
                    <a:pt x="47037" y="35929"/>
                    <a:pt x="46920" y="35816"/>
                  </a:cubicBezTo>
                  <a:cubicBezTo>
                    <a:pt x="46816" y="35715"/>
                    <a:pt x="46782" y="35639"/>
                    <a:pt x="46840" y="35498"/>
                  </a:cubicBezTo>
                  <a:cubicBezTo>
                    <a:pt x="46898" y="35356"/>
                    <a:pt x="47006" y="35248"/>
                    <a:pt x="47100" y="35133"/>
                  </a:cubicBezTo>
                  <a:cubicBezTo>
                    <a:pt x="47311" y="34880"/>
                    <a:pt x="47474" y="34588"/>
                    <a:pt x="47333" y="34263"/>
                  </a:cubicBezTo>
                  <a:cubicBezTo>
                    <a:pt x="47311" y="34209"/>
                    <a:pt x="47238" y="34175"/>
                    <a:pt x="47182" y="34175"/>
                  </a:cubicBezTo>
                  <a:cubicBezTo>
                    <a:pt x="46993" y="34179"/>
                    <a:pt x="46786" y="34175"/>
                    <a:pt x="46619" y="34073"/>
                  </a:cubicBezTo>
                  <a:cubicBezTo>
                    <a:pt x="46531" y="34019"/>
                    <a:pt x="46442" y="33882"/>
                    <a:pt x="46474" y="33796"/>
                  </a:cubicBezTo>
                  <a:cubicBezTo>
                    <a:pt x="46516" y="33679"/>
                    <a:pt x="46751" y="33656"/>
                    <a:pt x="46851" y="33612"/>
                  </a:cubicBezTo>
                  <a:cubicBezTo>
                    <a:pt x="47017" y="33537"/>
                    <a:pt x="47166" y="33389"/>
                    <a:pt x="47192" y="33201"/>
                  </a:cubicBezTo>
                  <a:cubicBezTo>
                    <a:pt x="47208" y="33091"/>
                    <a:pt x="47177" y="32985"/>
                    <a:pt x="47110" y="32898"/>
                  </a:cubicBezTo>
                  <a:cubicBezTo>
                    <a:pt x="47061" y="32836"/>
                    <a:pt x="46994" y="32797"/>
                    <a:pt x="46946" y="32738"/>
                  </a:cubicBezTo>
                  <a:cubicBezTo>
                    <a:pt x="46933" y="32721"/>
                    <a:pt x="46929" y="32701"/>
                    <a:pt x="46931" y="32686"/>
                  </a:cubicBezTo>
                  <a:cubicBezTo>
                    <a:pt x="46937" y="32622"/>
                    <a:pt x="46963" y="32557"/>
                    <a:pt x="46985" y="32498"/>
                  </a:cubicBezTo>
                  <a:cubicBezTo>
                    <a:pt x="47087" y="32206"/>
                    <a:pt x="47158" y="31864"/>
                    <a:pt x="46847" y="31667"/>
                  </a:cubicBezTo>
                  <a:cubicBezTo>
                    <a:pt x="46682" y="31562"/>
                    <a:pt x="46513" y="31561"/>
                    <a:pt x="46355" y="31613"/>
                  </a:cubicBezTo>
                  <a:cubicBezTo>
                    <a:pt x="46314" y="31490"/>
                    <a:pt x="46234" y="31393"/>
                    <a:pt x="46154" y="31293"/>
                  </a:cubicBezTo>
                  <a:cubicBezTo>
                    <a:pt x="46078" y="31198"/>
                    <a:pt x="45996" y="31101"/>
                    <a:pt x="46048" y="30977"/>
                  </a:cubicBezTo>
                  <a:cubicBezTo>
                    <a:pt x="46107" y="30835"/>
                    <a:pt x="46219" y="30707"/>
                    <a:pt x="46301" y="30577"/>
                  </a:cubicBezTo>
                  <a:cubicBezTo>
                    <a:pt x="46463" y="30320"/>
                    <a:pt x="46578" y="30019"/>
                    <a:pt x="46472" y="29719"/>
                  </a:cubicBezTo>
                  <a:cubicBezTo>
                    <a:pt x="46396" y="29500"/>
                    <a:pt x="46237" y="29342"/>
                    <a:pt x="46050" y="29210"/>
                  </a:cubicBezTo>
                  <a:cubicBezTo>
                    <a:pt x="45869" y="29083"/>
                    <a:pt x="45670" y="28985"/>
                    <a:pt x="45488" y="28860"/>
                  </a:cubicBezTo>
                  <a:cubicBezTo>
                    <a:pt x="45291" y="28724"/>
                    <a:pt x="45272" y="28451"/>
                    <a:pt x="45302" y="28235"/>
                  </a:cubicBezTo>
                  <a:cubicBezTo>
                    <a:pt x="45349" y="27915"/>
                    <a:pt x="45469" y="27610"/>
                    <a:pt x="45352" y="27289"/>
                  </a:cubicBezTo>
                  <a:cubicBezTo>
                    <a:pt x="45298" y="27142"/>
                    <a:pt x="45209" y="27015"/>
                    <a:pt x="45075" y="26930"/>
                  </a:cubicBezTo>
                  <a:cubicBezTo>
                    <a:pt x="44969" y="26865"/>
                    <a:pt x="44822" y="26855"/>
                    <a:pt x="44759" y="26736"/>
                  </a:cubicBezTo>
                  <a:cubicBezTo>
                    <a:pt x="44629" y="26493"/>
                    <a:pt x="44783" y="26184"/>
                    <a:pt x="44837" y="25938"/>
                  </a:cubicBezTo>
                  <a:cubicBezTo>
                    <a:pt x="44906" y="25626"/>
                    <a:pt x="44878" y="25312"/>
                    <a:pt x="44724" y="25027"/>
                  </a:cubicBezTo>
                  <a:cubicBezTo>
                    <a:pt x="44435" y="24493"/>
                    <a:pt x="43755" y="24272"/>
                    <a:pt x="43238" y="24625"/>
                  </a:cubicBezTo>
                  <a:cubicBezTo>
                    <a:pt x="42994" y="24793"/>
                    <a:pt x="42829" y="25046"/>
                    <a:pt x="42812" y="25343"/>
                  </a:cubicBezTo>
                  <a:cubicBezTo>
                    <a:pt x="42803" y="25529"/>
                    <a:pt x="42858" y="25713"/>
                    <a:pt x="42953" y="25870"/>
                  </a:cubicBezTo>
                  <a:cubicBezTo>
                    <a:pt x="42990" y="25931"/>
                    <a:pt x="43041" y="25991"/>
                    <a:pt x="43067" y="26057"/>
                  </a:cubicBezTo>
                  <a:cubicBezTo>
                    <a:pt x="43074" y="26074"/>
                    <a:pt x="43076" y="26089"/>
                    <a:pt x="43080" y="26106"/>
                  </a:cubicBezTo>
                  <a:cubicBezTo>
                    <a:pt x="43080" y="26111"/>
                    <a:pt x="43081" y="26119"/>
                    <a:pt x="43080" y="26124"/>
                  </a:cubicBezTo>
                  <a:cubicBezTo>
                    <a:pt x="43080" y="26124"/>
                    <a:pt x="43080" y="26128"/>
                    <a:pt x="43078" y="26136"/>
                  </a:cubicBezTo>
                  <a:cubicBezTo>
                    <a:pt x="43076" y="26143"/>
                    <a:pt x="43068" y="26163"/>
                    <a:pt x="43067" y="26165"/>
                  </a:cubicBezTo>
                  <a:lnTo>
                    <a:pt x="43067" y="26167"/>
                  </a:lnTo>
                  <a:lnTo>
                    <a:pt x="43067" y="26167"/>
                  </a:lnTo>
                  <a:cubicBezTo>
                    <a:pt x="43063" y="26173"/>
                    <a:pt x="43061" y="26178"/>
                    <a:pt x="43057" y="26184"/>
                  </a:cubicBezTo>
                  <a:cubicBezTo>
                    <a:pt x="43052" y="26189"/>
                    <a:pt x="43048" y="26197"/>
                    <a:pt x="43044" y="26203"/>
                  </a:cubicBezTo>
                  <a:lnTo>
                    <a:pt x="43044" y="26204"/>
                  </a:lnTo>
                  <a:cubicBezTo>
                    <a:pt x="43042" y="26204"/>
                    <a:pt x="43041" y="26208"/>
                    <a:pt x="43037" y="26212"/>
                  </a:cubicBezTo>
                  <a:cubicBezTo>
                    <a:pt x="43001" y="26251"/>
                    <a:pt x="42962" y="26286"/>
                    <a:pt x="42922" y="26322"/>
                  </a:cubicBezTo>
                  <a:cubicBezTo>
                    <a:pt x="42836" y="26394"/>
                    <a:pt x="42743" y="26459"/>
                    <a:pt x="42663" y="26537"/>
                  </a:cubicBezTo>
                  <a:cubicBezTo>
                    <a:pt x="42438" y="26759"/>
                    <a:pt x="42393" y="27025"/>
                    <a:pt x="42423" y="27328"/>
                  </a:cubicBezTo>
                  <a:cubicBezTo>
                    <a:pt x="42436" y="27447"/>
                    <a:pt x="42462" y="27586"/>
                    <a:pt x="42412" y="27701"/>
                  </a:cubicBezTo>
                  <a:cubicBezTo>
                    <a:pt x="42373" y="27793"/>
                    <a:pt x="42265" y="27839"/>
                    <a:pt x="42178" y="27876"/>
                  </a:cubicBezTo>
                  <a:cubicBezTo>
                    <a:pt x="41947" y="27971"/>
                    <a:pt x="41707" y="28062"/>
                    <a:pt x="41521" y="28237"/>
                  </a:cubicBezTo>
                  <a:cubicBezTo>
                    <a:pt x="41350" y="28397"/>
                    <a:pt x="41227" y="28603"/>
                    <a:pt x="41093" y="28793"/>
                  </a:cubicBezTo>
                  <a:cubicBezTo>
                    <a:pt x="41030" y="28882"/>
                    <a:pt x="40993" y="28944"/>
                    <a:pt x="40907" y="29018"/>
                  </a:cubicBezTo>
                  <a:cubicBezTo>
                    <a:pt x="40898" y="29028"/>
                    <a:pt x="40848" y="29061"/>
                    <a:pt x="40829" y="29068"/>
                  </a:cubicBezTo>
                  <a:cubicBezTo>
                    <a:pt x="40809" y="29078"/>
                    <a:pt x="40751" y="29091"/>
                    <a:pt x="40736" y="29093"/>
                  </a:cubicBezTo>
                  <a:cubicBezTo>
                    <a:pt x="40589" y="29102"/>
                    <a:pt x="40444" y="29275"/>
                    <a:pt x="40548" y="29420"/>
                  </a:cubicBezTo>
                  <a:cubicBezTo>
                    <a:pt x="40634" y="29535"/>
                    <a:pt x="40783" y="29710"/>
                    <a:pt x="40712" y="29863"/>
                  </a:cubicBezTo>
                  <a:cubicBezTo>
                    <a:pt x="40677" y="29941"/>
                    <a:pt x="40621" y="30006"/>
                    <a:pt x="40586" y="30084"/>
                  </a:cubicBezTo>
                  <a:cubicBezTo>
                    <a:pt x="40545" y="30175"/>
                    <a:pt x="40517" y="30268"/>
                    <a:pt x="40502" y="30367"/>
                  </a:cubicBezTo>
                  <a:cubicBezTo>
                    <a:pt x="40459" y="30644"/>
                    <a:pt x="40524" y="30980"/>
                    <a:pt x="40368" y="31229"/>
                  </a:cubicBezTo>
                  <a:cubicBezTo>
                    <a:pt x="40342" y="31270"/>
                    <a:pt x="40312" y="31306"/>
                    <a:pt x="40268" y="31328"/>
                  </a:cubicBezTo>
                  <a:cubicBezTo>
                    <a:pt x="40251" y="31335"/>
                    <a:pt x="40236" y="31341"/>
                    <a:pt x="40217" y="31345"/>
                  </a:cubicBezTo>
                  <a:cubicBezTo>
                    <a:pt x="40214" y="31347"/>
                    <a:pt x="40212" y="31347"/>
                    <a:pt x="40210" y="31347"/>
                  </a:cubicBezTo>
                  <a:lnTo>
                    <a:pt x="40210" y="31347"/>
                  </a:lnTo>
                  <a:cubicBezTo>
                    <a:pt x="40199" y="31349"/>
                    <a:pt x="40190" y="31349"/>
                    <a:pt x="40178" y="31349"/>
                  </a:cubicBezTo>
                  <a:cubicBezTo>
                    <a:pt x="40169" y="31349"/>
                    <a:pt x="40162" y="31349"/>
                    <a:pt x="40152" y="31347"/>
                  </a:cubicBezTo>
                  <a:lnTo>
                    <a:pt x="40152" y="31347"/>
                  </a:lnTo>
                  <a:cubicBezTo>
                    <a:pt x="40150" y="31347"/>
                    <a:pt x="40147" y="31345"/>
                    <a:pt x="40143" y="31345"/>
                  </a:cubicBezTo>
                  <a:cubicBezTo>
                    <a:pt x="40123" y="31339"/>
                    <a:pt x="40102" y="31334"/>
                    <a:pt x="40084" y="31326"/>
                  </a:cubicBezTo>
                  <a:cubicBezTo>
                    <a:pt x="40080" y="31324"/>
                    <a:pt x="40030" y="31302"/>
                    <a:pt x="40037" y="31306"/>
                  </a:cubicBezTo>
                  <a:cubicBezTo>
                    <a:pt x="40018" y="31298"/>
                    <a:pt x="40002" y="31289"/>
                    <a:pt x="39985" y="31280"/>
                  </a:cubicBezTo>
                  <a:cubicBezTo>
                    <a:pt x="39689" y="31114"/>
                    <a:pt x="39395" y="30737"/>
                    <a:pt x="39033" y="30774"/>
                  </a:cubicBezTo>
                  <a:cubicBezTo>
                    <a:pt x="39014" y="30765"/>
                    <a:pt x="38994" y="30755"/>
                    <a:pt x="38973" y="30748"/>
                  </a:cubicBezTo>
                  <a:cubicBezTo>
                    <a:pt x="38906" y="30727"/>
                    <a:pt x="38832" y="30716"/>
                    <a:pt x="38763" y="30701"/>
                  </a:cubicBezTo>
                  <a:cubicBezTo>
                    <a:pt x="38629" y="30672"/>
                    <a:pt x="38495" y="30647"/>
                    <a:pt x="38360" y="30623"/>
                  </a:cubicBezTo>
                  <a:cubicBezTo>
                    <a:pt x="38192" y="30593"/>
                    <a:pt x="38025" y="30564"/>
                    <a:pt x="37857" y="30534"/>
                  </a:cubicBezTo>
                  <a:cubicBezTo>
                    <a:pt x="38047" y="30266"/>
                    <a:pt x="38200" y="29967"/>
                    <a:pt x="38161" y="29636"/>
                  </a:cubicBezTo>
                  <a:cubicBezTo>
                    <a:pt x="38127" y="29355"/>
                    <a:pt x="37956" y="29070"/>
                    <a:pt x="37705" y="28944"/>
                  </a:cubicBezTo>
                  <a:cubicBezTo>
                    <a:pt x="37740" y="28847"/>
                    <a:pt x="37761" y="28745"/>
                    <a:pt x="37770" y="28633"/>
                  </a:cubicBezTo>
                  <a:cubicBezTo>
                    <a:pt x="37787" y="28423"/>
                    <a:pt x="37748" y="28205"/>
                    <a:pt x="37692" y="28005"/>
                  </a:cubicBezTo>
                  <a:cubicBezTo>
                    <a:pt x="37640" y="27817"/>
                    <a:pt x="37575" y="27623"/>
                    <a:pt x="37487" y="27447"/>
                  </a:cubicBezTo>
                  <a:cubicBezTo>
                    <a:pt x="37433" y="27335"/>
                    <a:pt x="37342" y="27246"/>
                    <a:pt x="37223" y="27207"/>
                  </a:cubicBezTo>
                  <a:cubicBezTo>
                    <a:pt x="37110" y="27170"/>
                    <a:pt x="37004" y="27199"/>
                    <a:pt x="36890" y="27212"/>
                  </a:cubicBezTo>
                  <a:cubicBezTo>
                    <a:pt x="36784" y="27225"/>
                    <a:pt x="36699" y="27175"/>
                    <a:pt x="36645" y="27067"/>
                  </a:cubicBezTo>
                  <a:cubicBezTo>
                    <a:pt x="36585" y="26950"/>
                    <a:pt x="36647" y="26857"/>
                    <a:pt x="36749" y="26762"/>
                  </a:cubicBezTo>
                  <a:cubicBezTo>
                    <a:pt x="36883" y="26638"/>
                    <a:pt x="37045" y="26547"/>
                    <a:pt x="37166" y="26405"/>
                  </a:cubicBezTo>
                  <a:cubicBezTo>
                    <a:pt x="37292" y="26255"/>
                    <a:pt x="37387" y="26052"/>
                    <a:pt x="37339" y="25851"/>
                  </a:cubicBezTo>
                  <a:cubicBezTo>
                    <a:pt x="37296" y="25676"/>
                    <a:pt x="37153" y="25526"/>
                    <a:pt x="36980" y="25475"/>
                  </a:cubicBezTo>
                  <a:cubicBezTo>
                    <a:pt x="36883" y="25446"/>
                    <a:pt x="36779" y="25453"/>
                    <a:pt x="36688" y="25498"/>
                  </a:cubicBezTo>
                  <a:cubicBezTo>
                    <a:pt x="36654" y="25513"/>
                    <a:pt x="36624" y="25533"/>
                    <a:pt x="36596" y="25557"/>
                  </a:cubicBezTo>
                  <a:cubicBezTo>
                    <a:pt x="36578" y="25526"/>
                    <a:pt x="36563" y="25487"/>
                    <a:pt x="36554" y="25466"/>
                  </a:cubicBezTo>
                  <a:cubicBezTo>
                    <a:pt x="36530" y="25408"/>
                    <a:pt x="36511" y="25345"/>
                    <a:pt x="36502" y="25282"/>
                  </a:cubicBezTo>
                  <a:cubicBezTo>
                    <a:pt x="36477" y="25148"/>
                    <a:pt x="36492" y="25007"/>
                    <a:pt x="36533" y="24876"/>
                  </a:cubicBezTo>
                  <a:cubicBezTo>
                    <a:pt x="36637" y="24553"/>
                    <a:pt x="36954" y="24408"/>
                    <a:pt x="37203" y="24209"/>
                  </a:cubicBezTo>
                  <a:cubicBezTo>
                    <a:pt x="37461" y="24002"/>
                    <a:pt x="37668" y="23673"/>
                    <a:pt x="37578" y="23331"/>
                  </a:cubicBezTo>
                  <a:cubicBezTo>
                    <a:pt x="37495" y="23013"/>
                    <a:pt x="37210" y="22857"/>
                    <a:pt x="36950" y="22704"/>
                  </a:cubicBezTo>
                  <a:cubicBezTo>
                    <a:pt x="36864" y="22654"/>
                    <a:pt x="36777" y="22598"/>
                    <a:pt x="36779" y="22498"/>
                  </a:cubicBezTo>
                  <a:cubicBezTo>
                    <a:pt x="36781" y="22383"/>
                    <a:pt x="36849" y="22258"/>
                    <a:pt x="36887" y="22148"/>
                  </a:cubicBezTo>
                  <a:cubicBezTo>
                    <a:pt x="36983" y="21875"/>
                    <a:pt x="36965" y="21568"/>
                    <a:pt x="36708" y="21393"/>
                  </a:cubicBezTo>
                  <a:cubicBezTo>
                    <a:pt x="36485" y="21242"/>
                    <a:pt x="36184" y="21265"/>
                    <a:pt x="35934" y="21321"/>
                  </a:cubicBezTo>
                  <a:cubicBezTo>
                    <a:pt x="35765" y="21358"/>
                    <a:pt x="35600" y="21412"/>
                    <a:pt x="35432" y="21460"/>
                  </a:cubicBezTo>
                  <a:cubicBezTo>
                    <a:pt x="35270" y="21508"/>
                    <a:pt x="35075" y="21544"/>
                    <a:pt x="34936" y="21648"/>
                  </a:cubicBezTo>
                  <a:cubicBezTo>
                    <a:pt x="34796" y="21752"/>
                    <a:pt x="34794" y="21906"/>
                    <a:pt x="34813" y="22065"/>
                  </a:cubicBezTo>
                  <a:cubicBezTo>
                    <a:pt x="34824" y="22161"/>
                    <a:pt x="34811" y="22234"/>
                    <a:pt x="34744" y="22308"/>
                  </a:cubicBezTo>
                  <a:cubicBezTo>
                    <a:pt x="34672" y="22390"/>
                    <a:pt x="34551" y="22453"/>
                    <a:pt x="34434" y="22461"/>
                  </a:cubicBezTo>
                  <a:cubicBezTo>
                    <a:pt x="34391" y="22399"/>
                    <a:pt x="34313" y="22364"/>
                    <a:pt x="34240" y="22412"/>
                  </a:cubicBezTo>
                  <a:cubicBezTo>
                    <a:pt x="34235" y="22409"/>
                    <a:pt x="34227" y="22403"/>
                    <a:pt x="34222" y="22397"/>
                  </a:cubicBezTo>
                  <a:cubicBezTo>
                    <a:pt x="34181" y="22362"/>
                    <a:pt x="34132" y="22373"/>
                    <a:pt x="34106" y="22403"/>
                  </a:cubicBezTo>
                  <a:cubicBezTo>
                    <a:pt x="34093" y="22392"/>
                    <a:pt x="34080" y="22381"/>
                    <a:pt x="34071" y="22368"/>
                  </a:cubicBezTo>
                  <a:cubicBezTo>
                    <a:pt x="34008" y="22282"/>
                    <a:pt x="34026" y="22135"/>
                    <a:pt x="34024" y="22037"/>
                  </a:cubicBezTo>
                  <a:cubicBezTo>
                    <a:pt x="34024" y="21784"/>
                    <a:pt x="33980" y="21503"/>
                    <a:pt x="33755" y="21347"/>
                  </a:cubicBezTo>
                  <a:cubicBezTo>
                    <a:pt x="33645" y="21274"/>
                    <a:pt x="33520" y="21283"/>
                    <a:pt x="33411" y="21250"/>
                  </a:cubicBezTo>
                  <a:cubicBezTo>
                    <a:pt x="33405" y="21248"/>
                    <a:pt x="33400" y="21241"/>
                    <a:pt x="33398" y="21239"/>
                  </a:cubicBezTo>
                  <a:lnTo>
                    <a:pt x="33398" y="21239"/>
                  </a:lnTo>
                  <a:cubicBezTo>
                    <a:pt x="33396" y="21228"/>
                    <a:pt x="33392" y="21215"/>
                    <a:pt x="33390" y="21205"/>
                  </a:cubicBezTo>
                  <a:cubicBezTo>
                    <a:pt x="33390" y="21194"/>
                    <a:pt x="33396" y="21140"/>
                    <a:pt x="33403" y="21109"/>
                  </a:cubicBezTo>
                  <a:cubicBezTo>
                    <a:pt x="33452" y="20904"/>
                    <a:pt x="33595" y="20740"/>
                    <a:pt x="33641" y="20534"/>
                  </a:cubicBezTo>
                  <a:cubicBezTo>
                    <a:pt x="33688" y="20333"/>
                    <a:pt x="33673" y="20101"/>
                    <a:pt x="33502" y="19959"/>
                  </a:cubicBezTo>
                  <a:cubicBezTo>
                    <a:pt x="33379" y="19859"/>
                    <a:pt x="33247" y="19863"/>
                    <a:pt x="33098" y="19846"/>
                  </a:cubicBezTo>
                  <a:cubicBezTo>
                    <a:pt x="33083" y="19846"/>
                    <a:pt x="33072" y="19844"/>
                    <a:pt x="33061" y="19842"/>
                  </a:cubicBezTo>
                  <a:lnTo>
                    <a:pt x="33061" y="19842"/>
                  </a:lnTo>
                  <a:cubicBezTo>
                    <a:pt x="33059" y="19840"/>
                    <a:pt x="33041" y="19835"/>
                    <a:pt x="33033" y="19829"/>
                  </a:cubicBezTo>
                  <a:cubicBezTo>
                    <a:pt x="33033" y="19829"/>
                    <a:pt x="33005" y="19803"/>
                    <a:pt x="33005" y="19807"/>
                  </a:cubicBezTo>
                  <a:cubicBezTo>
                    <a:pt x="32909" y="19682"/>
                    <a:pt x="32875" y="19517"/>
                    <a:pt x="32795" y="19383"/>
                  </a:cubicBezTo>
                  <a:cubicBezTo>
                    <a:pt x="32682" y="19191"/>
                    <a:pt x="32501" y="19076"/>
                    <a:pt x="32274" y="19081"/>
                  </a:cubicBezTo>
                  <a:cubicBezTo>
                    <a:pt x="32161" y="19085"/>
                    <a:pt x="32033" y="19135"/>
                    <a:pt x="31925" y="19089"/>
                  </a:cubicBezTo>
                  <a:cubicBezTo>
                    <a:pt x="31873" y="19067"/>
                    <a:pt x="31828" y="19022"/>
                    <a:pt x="31795" y="18975"/>
                  </a:cubicBezTo>
                  <a:cubicBezTo>
                    <a:pt x="31672" y="18810"/>
                    <a:pt x="31651" y="18598"/>
                    <a:pt x="31638" y="18399"/>
                  </a:cubicBezTo>
                  <a:cubicBezTo>
                    <a:pt x="31607" y="17951"/>
                    <a:pt x="31534" y="17471"/>
                    <a:pt x="31084" y="17259"/>
                  </a:cubicBezTo>
                  <a:cubicBezTo>
                    <a:pt x="30729" y="17091"/>
                    <a:pt x="30290" y="17125"/>
                    <a:pt x="29985" y="17378"/>
                  </a:cubicBezTo>
                  <a:cubicBezTo>
                    <a:pt x="29905" y="17445"/>
                    <a:pt x="29840" y="17527"/>
                    <a:pt x="29788" y="17618"/>
                  </a:cubicBezTo>
                  <a:cubicBezTo>
                    <a:pt x="29741" y="17698"/>
                    <a:pt x="29706" y="17793"/>
                    <a:pt x="29628" y="17848"/>
                  </a:cubicBezTo>
                  <a:cubicBezTo>
                    <a:pt x="29524" y="17923"/>
                    <a:pt x="29408" y="17958"/>
                    <a:pt x="29323" y="18060"/>
                  </a:cubicBezTo>
                  <a:cubicBezTo>
                    <a:pt x="29256" y="18139"/>
                    <a:pt x="29215" y="18233"/>
                    <a:pt x="29198" y="18336"/>
                  </a:cubicBezTo>
                  <a:cubicBezTo>
                    <a:pt x="29161" y="18544"/>
                    <a:pt x="29228" y="18750"/>
                    <a:pt x="29206" y="18959"/>
                  </a:cubicBezTo>
                  <a:cubicBezTo>
                    <a:pt x="29196" y="19042"/>
                    <a:pt x="29148" y="19102"/>
                    <a:pt x="29096" y="19173"/>
                  </a:cubicBezTo>
                  <a:cubicBezTo>
                    <a:pt x="29016" y="19284"/>
                    <a:pt x="28981" y="19409"/>
                    <a:pt x="29003" y="19545"/>
                  </a:cubicBezTo>
                  <a:cubicBezTo>
                    <a:pt x="29022" y="19656"/>
                    <a:pt x="29077" y="19753"/>
                    <a:pt x="29124" y="19857"/>
                  </a:cubicBezTo>
                  <a:cubicBezTo>
                    <a:pt x="29154" y="19924"/>
                    <a:pt x="29163" y="19974"/>
                    <a:pt x="29135" y="20022"/>
                  </a:cubicBezTo>
                  <a:cubicBezTo>
                    <a:pt x="29059" y="20155"/>
                    <a:pt x="28854" y="20225"/>
                    <a:pt x="28715" y="20272"/>
                  </a:cubicBezTo>
                  <a:cubicBezTo>
                    <a:pt x="28603" y="20311"/>
                    <a:pt x="28527" y="20445"/>
                    <a:pt x="28599" y="20554"/>
                  </a:cubicBezTo>
                  <a:cubicBezTo>
                    <a:pt x="28771" y="20813"/>
                    <a:pt x="28910" y="21123"/>
                    <a:pt x="28966" y="21430"/>
                  </a:cubicBezTo>
                  <a:cubicBezTo>
                    <a:pt x="28986" y="21538"/>
                    <a:pt x="28984" y="21633"/>
                    <a:pt x="28862" y="21659"/>
                  </a:cubicBezTo>
                  <a:cubicBezTo>
                    <a:pt x="28732" y="21689"/>
                    <a:pt x="28607" y="21691"/>
                    <a:pt x="28488" y="21765"/>
                  </a:cubicBezTo>
                  <a:cubicBezTo>
                    <a:pt x="28272" y="21897"/>
                    <a:pt x="28161" y="22131"/>
                    <a:pt x="28045" y="22347"/>
                  </a:cubicBezTo>
                  <a:cubicBezTo>
                    <a:pt x="27973" y="22483"/>
                    <a:pt x="27850" y="22650"/>
                    <a:pt x="27697" y="22714"/>
                  </a:cubicBezTo>
                  <a:cubicBezTo>
                    <a:pt x="27649" y="22555"/>
                    <a:pt x="27577" y="22403"/>
                    <a:pt x="27482" y="22265"/>
                  </a:cubicBezTo>
                  <a:cubicBezTo>
                    <a:pt x="27631" y="21901"/>
                    <a:pt x="27651" y="21499"/>
                    <a:pt x="27551" y="21116"/>
                  </a:cubicBezTo>
                  <a:cubicBezTo>
                    <a:pt x="27519" y="21001"/>
                    <a:pt x="27402" y="20947"/>
                    <a:pt x="27290" y="20969"/>
                  </a:cubicBezTo>
                  <a:cubicBezTo>
                    <a:pt x="27089" y="21010"/>
                    <a:pt x="26855" y="21060"/>
                    <a:pt x="26656" y="20982"/>
                  </a:cubicBezTo>
                  <a:cubicBezTo>
                    <a:pt x="26533" y="20934"/>
                    <a:pt x="26401" y="20798"/>
                    <a:pt x="26442" y="20657"/>
                  </a:cubicBezTo>
                  <a:cubicBezTo>
                    <a:pt x="26466" y="20579"/>
                    <a:pt x="26524" y="20512"/>
                    <a:pt x="26559" y="20437"/>
                  </a:cubicBezTo>
                  <a:cubicBezTo>
                    <a:pt x="26602" y="20352"/>
                    <a:pt x="26632" y="20264"/>
                    <a:pt x="26636" y="20169"/>
                  </a:cubicBezTo>
                  <a:cubicBezTo>
                    <a:pt x="26641" y="20022"/>
                    <a:pt x="26576" y="19889"/>
                    <a:pt x="26481" y="19779"/>
                  </a:cubicBezTo>
                  <a:cubicBezTo>
                    <a:pt x="26316" y="19591"/>
                    <a:pt x="26040" y="19502"/>
                    <a:pt x="25903" y="19308"/>
                  </a:cubicBezTo>
                  <a:cubicBezTo>
                    <a:pt x="25817" y="19191"/>
                    <a:pt x="25834" y="18996"/>
                    <a:pt x="25806" y="18853"/>
                  </a:cubicBezTo>
                  <a:cubicBezTo>
                    <a:pt x="25769" y="18672"/>
                    <a:pt x="25665" y="18512"/>
                    <a:pt x="25505" y="18419"/>
                  </a:cubicBezTo>
                  <a:cubicBezTo>
                    <a:pt x="25317" y="18310"/>
                    <a:pt x="25094" y="18298"/>
                    <a:pt x="24876" y="18328"/>
                  </a:cubicBezTo>
                  <a:cubicBezTo>
                    <a:pt x="24858" y="18159"/>
                    <a:pt x="24776" y="17995"/>
                    <a:pt x="24649" y="17873"/>
                  </a:cubicBezTo>
                  <a:cubicBezTo>
                    <a:pt x="24402" y="17629"/>
                    <a:pt x="24039" y="17592"/>
                    <a:pt x="23712" y="17566"/>
                  </a:cubicBezTo>
                  <a:cubicBezTo>
                    <a:pt x="23584" y="17556"/>
                    <a:pt x="23472" y="17705"/>
                    <a:pt x="23513" y="17826"/>
                  </a:cubicBezTo>
                  <a:cubicBezTo>
                    <a:pt x="23517" y="17835"/>
                    <a:pt x="23520" y="17843"/>
                    <a:pt x="23522" y="17848"/>
                  </a:cubicBezTo>
                  <a:cubicBezTo>
                    <a:pt x="23515" y="17867"/>
                    <a:pt x="23498" y="17889"/>
                    <a:pt x="23483" y="17906"/>
                  </a:cubicBezTo>
                  <a:cubicBezTo>
                    <a:pt x="23444" y="17954"/>
                    <a:pt x="23394" y="17993"/>
                    <a:pt x="23346" y="18033"/>
                  </a:cubicBezTo>
                  <a:cubicBezTo>
                    <a:pt x="23232" y="18126"/>
                    <a:pt x="23119" y="18220"/>
                    <a:pt x="23005" y="18313"/>
                  </a:cubicBezTo>
                  <a:cubicBezTo>
                    <a:pt x="22767" y="18510"/>
                    <a:pt x="22533" y="18709"/>
                    <a:pt x="22297" y="18908"/>
                  </a:cubicBezTo>
                  <a:cubicBezTo>
                    <a:pt x="22250" y="18946"/>
                    <a:pt x="22239" y="19013"/>
                    <a:pt x="22247" y="19068"/>
                  </a:cubicBezTo>
                  <a:cubicBezTo>
                    <a:pt x="22198" y="18992"/>
                    <a:pt x="22139" y="18922"/>
                    <a:pt x="22083" y="18847"/>
                  </a:cubicBezTo>
                  <a:cubicBezTo>
                    <a:pt x="22048" y="18801"/>
                    <a:pt x="21995" y="18737"/>
                    <a:pt x="21992" y="18674"/>
                  </a:cubicBezTo>
                  <a:cubicBezTo>
                    <a:pt x="21988" y="18620"/>
                    <a:pt x="22027" y="18566"/>
                    <a:pt x="22057" y="18524"/>
                  </a:cubicBezTo>
                  <a:cubicBezTo>
                    <a:pt x="22157" y="18371"/>
                    <a:pt x="22261" y="18230"/>
                    <a:pt x="22261" y="18038"/>
                  </a:cubicBezTo>
                  <a:cubicBezTo>
                    <a:pt x="22261" y="17938"/>
                    <a:pt x="22224" y="17837"/>
                    <a:pt x="22157" y="17763"/>
                  </a:cubicBezTo>
                  <a:cubicBezTo>
                    <a:pt x="22088" y="17687"/>
                    <a:pt x="21999" y="17659"/>
                    <a:pt x="21908" y="17623"/>
                  </a:cubicBezTo>
                  <a:cubicBezTo>
                    <a:pt x="21824" y="17592"/>
                    <a:pt x="21767" y="17523"/>
                    <a:pt x="21757" y="17439"/>
                  </a:cubicBezTo>
                  <a:cubicBezTo>
                    <a:pt x="21754" y="17413"/>
                    <a:pt x="21756" y="17385"/>
                    <a:pt x="21763" y="17357"/>
                  </a:cubicBezTo>
                  <a:cubicBezTo>
                    <a:pt x="21811" y="17166"/>
                    <a:pt x="21571" y="17021"/>
                    <a:pt x="21430" y="17164"/>
                  </a:cubicBezTo>
                  <a:cubicBezTo>
                    <a:pt x="21410" y="17184"/>
                    <a:pt x="21389" y="17203"/>
                    <a:pt x="21369" y="17222"/>
                  </a:cubicBezTo>
                  <a:cubicBezTo>
                    <a:pt x="21220" y="17348"/>
                    <a:pt x="21038" y="17423"/>
                    <a:pt x="20841" y="17434"/>
                  </a:cubicBezTo>
                  <a:cubicBezTo>
                    <a:pt x="20759" y="17439"/>
                    <a:pt x="20666" y="17491"/>
                    <a:pt x="20649" y="17581"/>
                  </a:cubicBezTo>
                  <a:cubicBezTo>
                    <a:pt x="20534" y="18204"/>
                    <a:pt x="20249" y="18821"/>
                    <a:pt x="19799" y="19275"/>
                  </a:cubicBezTo>
                  <a:cubicBezTo>
                    <a:pt x="19660" y="19414"/>
                    <a:pt x="19446" y="19576"/>
                    <a:pt x="19243" y="19465"/>
                  </a:cubicBezTo>
                  <a:cubicBezTo>
                    <a:pt x="19012" y="19338"/>
                    <a:pt x="19275" y="19035"/>
                    <a:pt x="19323" y="18869"/>
                  </a:cubicBezTo>
                  <a:cubicBezTo>
                    <a:pt x="19386" y="18656"/>
                    <a:pt x="19332" y="18367"/>
                    <a:pt x="19124" y="18250"/>
                  </a:cubicBezTo>
                  <a:cubicBezTo>
                    <a:pt x="18983" y="18168"/>
                    <a:pt x="18832" y="18211"/>
                    <a:pt x="18696" y="18278"/>
                  </a:cubicBezTo>
                  <a:cubicBezTo>
                    <a:pt x="18679" y="18287"/>
                    <a:pt x="18633" y="18313"/>
                    <a:pt x="18629" y="18313"/>
                  </a:cubicBezTo>
                  <a:cubicBezTo>
                    <a:pt x="18581" y="18308"/>
                    <a:pt x="18494" y="18189"/>
                    <a:pt x="18458" y="18155"/>
                  </a:cubicBezTo>
                  <a:cubicBezTo>
                    <a:pt x="18330" y="18034"/>
                    <a:pt x="18202" y="17914"/>
                    <a:pt x="18073" y="17793"/>
                  </a:cubicBezTo>
                  <a:cubicBezTo>
                    <a:pt x="17973" y="17698"/>
                    <a:pt x="17852" y="17605"/>
                    <a:pt x="17770" y="17493"/>
                  </a:cubicBezTo>
                  <a:cubicBezTo>
                    <a:pt x="17623" y="17296"/>
                    <a:pt x="17789" y="17082"/>
                    <a:pt x="17869" y="16892"/>
                  </a:cubicBezTo>
                  <a:cubicBezTo>
                    <a:pt x="17973" y="16653"/>
                    <a:pt x="18006" y="16392"/>
                    <a:pt x="17843" y="16169"/>
                  </a:cubicBezTo>
                  <a:cubicBezTo>
                    <a:pt x="17740" y="16031"/>
                    <a:pt x="17592" y="15937"/>
                    <a:pt x="17428" y="15905"/>
                  </a:cubicBezTo>
                  <a:cubicBezTo>
                    <a:pt x="17445" y="15762"/>
                    <a:pt x="17430" y="15613"/>
                    <a:pt x="17368" y="15481"/>
                  </a:cubicBezTo>
                  <a:cubicBezTo>
                    <a:pt x="17266" y="15254"/>
                    <a:pt x="17035" y="15161"/>
                    <a:pt x="16835" y="15038"/>
                  </a:cubicBezTo>
                  <a:cubicBezTo>
                    <a:pt x="16522" y="14850"/>
                    <a:pt x="16107" y="14598"/>
                    <a:pt x="16013" y="14216"/>
                  </a:cubicBezTo>
                  <a:cubicBezTo>
                    <a:pt x="15920" y="13842"/>
                    <a:pt x="16053" y="13448"/>
                    <a:pt x="15959" y="13069"/>
                  </a:cubicBezTo>
                  <a:cubicBezTo>
                    <a:pt x="15858" y="12665"/>
                    <a:pt x="15527" y="12464"/>
                    <a:pt x="15211" y="12239"/>
                  </a:cubicBezTo>
                  <a:cubicBezTo>
                    <a:pt x="15046" y="12122"/>
                    <a:pt x="14817" y="11869"/>
                    <a:pt x="14833" y="11640"/>
                  </a:cubicBezTo>
                  <a:cubicBezTo>
                    <a:pt x="14867" y="11613"/>
                    <a:pt x="14884" y="11570"/>
                    <a:pt x="14871" y="11520"/>
                  </a:cubicBezTo>
                  <a:cubicBezTo>
                    <a:pt x="14886" y="11495"/>
                    <a:pt x="14902" y="11471"/>
                    <a:pt x="14925" y="11449"/>
                  </a:cubicBezTo>
                  <a:cubicBezTo>
                    <a:pt x="14997" y="11375"/>
                    <a:pt x="14899" y="11237"/>
                    <a:pt x="14813" y="11302"/>
                  </a:cubicBezTo>
                  <a:cubicBezTo>
                    <a:pt x="14807" y="11304"/>
                    <a:pt x="14804" y="11309"/>
                    <a:pt x="14800" y="11311"/>
                  </a:cubicBezTo>
                  <a:cubicBezTo>
                    <a:pt x="14741" y="11144"/>
                    <a:pt x="14683" y="10977"/>
                    <a:pt x="14620" y="10809"/>
                  </a:cubicBezTo>
                  <a:cubicBezTo>
                    <a:pt x="14534" y="10584"/>
                    <a:pt x="14460" y="10354"/>
                    <a:pt x="14409" y="10119"/>
                  </a:cubicBezTo>
                  <a:cubicBezTo>
                    <a:pt x="14315" y="9684"/>
                    <a:pt x="14281" y="9219"/>
                    <a:pt x="14010" y="8849"/>
                  </a:cubicBezTo>
                  <a:cubicBezTo>
                    <a:pt x="13905" y="8708"/>
                    <a:pt x="13777" y="8581"/>
                    <a:pt x="13619" y="8501"/>
                  </a:cubicBezTo>
                  <a:cubicBezTo>
                    <a:pt x="13463" y="8421"/>
                    <a:pt x="13299" y="8399"/>
                    <a:pt x="13124" y="8388"/>
                  </a:cubicBezTo>
                  <a:cubicBezTo>
                    <a:pt x="13022" y="8382"/>
                    <a:pt x="12851" y="8391"/>
                    <a:pt x="12778" y="8300"/>
                  </a:cubicBezTo>
                  <a:cubicBezTo>
                    <a:pt x="12719" y="8224"/>
                    <a:pt x="12767" y="8111"/>
                    <a:pt x="12804" y="8023"/>
                  </a:cubicBezTo>
                  <a:cubicBezTo>
                    <a:pt x="12920" y="7750"/>
                    <a:pt x="13091" y="7471"/>
                    <a:pt x="12942" y="7173"/>
                  </a:cubicBezTo>
                  <a:cubicBezTo>
                    <a:pt x="12864" y="7015"/>
                    <a:pt x="12710" y="6932"/>
                    <a:pt x="12752" y="6738"/>
                  </a:cubicBezTo>
                  <a:cubicBezTo>
                    <a:pt x="12793" y="6552"/>
                    <a:pt x="12838" y="6387"/>
                    <a:pt x="12803" y="6197"/>
                  </a:cubicBezTo>
                  <a:cubicBezTo>
                    <a:pt x="12743" y="5873"/>
                    <a:pt x="12481" y="5578"/>
                    <a:pt x="12139" y="5566"/>
                  </a:cubicBezTo>
                  <a:cubicBezTo>
                    <a:pt x="11810" y="5555"/>
                    <a:pt x="11471" y="5829"/>
                    <a:pt x="11475" y="6169"/>
                  </a:cubicBezTo>
                  <a:cubicBezTo>
                    <a:pt x="11477" y="6335"/>
                    <a:pt x="11558" y="6485"/>
                    <a:pt x="11640" y="6623"/>
                  </a:cubicBezTo>
                  <a:cubicBezTo>
                    <a:pt x="11681" y="6690"/>
                    <a:pt x="11800" y="6839"/>
                    <a:pt x="11756" y="6917"/>
                  </a:cubicBezTo>
                  <a:cubicBezTo>
                    <a:pt x="11707" y="6997"/>
                    <a:pt x="11538" y="7000"/>
                    <a:pt x="11454" y="7021"/>
                  </a:cubicBezTo>
                  <a:cubicBezTo>
                    <a:pt x="11300" y="7056"/>
                    <a:pt x="11168" y="7121"/>
                    <a:pt x="11077" y="7255"/>
                  </a:cubicBezTo>
                  <a:cubicBezTo>
                    <a:pt x="11045" y="7303"/>
                    <a:pt x="11041" y="7393"/>
                    <a:pt x="11077" y="7439"/>
                  </a:cubicBezTo>
                  <a:cubicBezTo>
                    <a:pt x="11380" y="7834"/>
                    <a:pt x="11544" y="8321"/>
                    <a:pt x="11525" y="8814"/>
                  </a:cubicBezTo>
                  <a:cubicBezTo>
                    <a:pt x="11402" y="8745"/>
                    <a:pt x="11265" y="8702"/>
                    <a:pt x="11121" y="8683"/>
                  </a:cubicBezTo>
                  <a:cubicBezTo>
                    <a:pt x="10997" y="8669"/>
                    <a:pt x="10878" y="8687"/>
                    <a:pt x="10753" y="8704"/>
                  </a:cubicBezTo>
                  <a:cubicBezTo>
                    <a:pt x="10681" y="8713"/>
                    <a:pt x="10560" y="8741"/>
                    <a:pt x="10504" y="8678"/>
                  </a:cubicBezTo>
                  <a:cubicBezTo>
                    <a:pt x="10448" y="8615"/>
                    <a:pt x="10469" y="8488"/>
                    <a:pt x="10472" y="8414"/>
                  </a:cubicBezTo>
                  <a:cubicBezTo>
                    <a:pt x="10478" y="8298"/>
                    <a:pt x="10485" y="8191"/>
                    <a:pt x="10459" y="8077"/>
                  </a:cubicBezTo>
                  <a:cubicBezTo>
                    <a:pt x="10413" y="7867"/>
                    <a:pt x="10257" y="7674"/>
                    <a:pt x="10024" y="7683"/>
                  </a:cubicBezTo>
                  <a:cubicBezTo>
                    <a:pt x="9942" y="7685"/>
                    <a:pt x="9873" y="7737"/>
                    <a:pt x="9849" y="7817"/>
                  </a:cubicBezTo>
                  <a:cubicBezTo>
                    <a:pt x="9799" y="7973"/>
                    <a:pt x="9572" y="8020"/>
                    <a:pt x="9436" y="7960"/>
                  </a:cubicBezTo>
                  <a:cubicBezTo>
                    <a:pt x="9371" y="7932"/>
                    <a:pt x="9291" y="7847"/>
                    <a:pt x="9316" y="7783"/>
                  </a:cubicBezTo>
                  <a:cubicBezTo>
                    <a:pt x="9336" y="7729"/>
                    <a:pt x="9455" y="7690"/>
                    <a:pt x="9526" y="7661"/>
                  </a:cubicBezTo>
                  <a:cubicBezTo>
                    <a:pt x="9769" y="7562"/>
                    <a:pt x="10033" y="7385"/>
                    <a:pt x="9961" y="7077"/>
                  </a:cubicBezTo>
                  <a:cubicBezTo>
                    <a:pt x="9913" y="6870"/>
                    <a:pt x="9730" y="6731"/>
                    <a:pt x="9535" y="6645"/>
                  </a:cubicBezTo>
                  <a:cubicBezTo>
                    <a:pt x="9542" y="6602"/>
                    <a:pt x="9544" y="6556"/>
                    <a:pt x="9539" y="6509"/>
                  </a:cubicBezTo>
                  <a:cubicBezTo>
                    <a:pt x="9516" y="6310"/>
                    <a:pt x="9399" y="6186"/>
                    <a:pt x="9249" y="6067"/>
                  </a:cubicBezTo>
                  <a:cubicBezTo>
                    <a:pt x="9143" y="5983"/>
                    <a:pt x="9050" y="5914"/>
                    <a:pt x="9102" y="5771"/>
                  </a:cubicBezTo>
                  <a:cubicBezTo>
                    <a:pt x="9154" y="5620"/>
                    <a:pt x="9254" y="5492"/>
                    <a:pt x="9278" y="5330"/>
                  </a:cubicBezTo>
                  <a:cubicBezTo>
                    <a:pt x="9303" y="5172"/>
                    <a:pt x="9252" y="5018"/>
                    <a:pt x="9137" y="4904"/>
                  </a:cubicBezTo>
                  <a:cubicBezTo>
                    <a:pt x="9035" y="4806"/>
                    <a:pt x="8903" y="4752"/>
                    <a:pt x="8786" y="4676"/>
                  </a:cubicBezTo>
                  <a:cubicBezTo>
                    <a:pt x="8648" y="4588"/>
                    <a:pt x="8667" y="4482"/>
                    <a:pt x="8650" y="4332"/>
                  </a:cubicBezTo>
                  <a:cubicBezTo>
                    <a:pt x="8631" y="4160"/>
                    <a:pt x="8557" y="4019"/>
                    <a:pt x="8415" y="3921"/>
                  </a:cubicBezTo>
                  <a:cubicBezTo>
                    <a:pt x="8269" y="3816"/>
                    <a:pt x="8073" y="3781"/>
                    <a:pt x="7898" y="3824"/>
                  </a:cubicBezTo>
                  <a:cubicBezTo>
                    <a:pt x="7885" y="3701"/>
                    <a:pt x="7871" y="3578"/>
                    <a:pt x="7858" y="3454"/>
                  </a:cubicBezTo>
                  <a:cubicBezTo>
                    <a:pt x="7844" y="3342"/>
                    <a:pt x="7755" y="3257"/>
                    <a:pt x="7636" y="3286"/>
                  </a:cubicBezTo>
                  <a:cubicBezTo>
                    <a:pt x="7426" y="3338"/>
                    <a:pt x="7218" y="3391"/>
                    <a:pt x="7008" y="3441"/>
                  </a:cubicBezTo>
                  <a:cubicBezTo>
                    <a:pt x="6915" y="3465"/>
                    <a:pt x="6823" y="3487"/>
                    <a:pt x="6732" y="3510"/>
                  </a:cubicBezTo>
                  <a:cubicBezTo>
                    <a:pt x="6738" y="3506"/>
                    <a:pt x="6744" y="3500"/>
                    <a:pt x="6749" y="3497"/>
                  </a:cubicBezTo>
                  <a:cubicBezTo>
                    <a:pt x="6864" y="3418"/>
                    <a:pt x="6941" y="3296"/>
                    <a:pt x="6965" y="3158"/>
                  </a:cubicBezTo>
                  <a:cubicBezTo>
                    <a:pt x="6989" y="3015"/>
                    <a:pt x="6974" y="2870"/>
                    <a:pt x="6941" y="2730"/>
                  </a:cubicBezTo>
                  <a:cubicBezTo>
                    <a:pt x="6909" y="2598"/>
                    <a:pt x="6870" y="2429"/>
                    <a:pt x="6749" y="2351"/>
                  </a:cubicBezTo>
                  <a:cubicBezTo>
                    <a:pt x="6576" y="2237"/>
                    <a:pt x="6379" y="2373"/>
                    <a:pt x="6223" y="2451"/>
                  </a:cubicBezTo>
                  <a:cubicBezTo>
                    <a:pt x="6096" y="2513"/>
                    <a:pt x="5968" y="2572"/>
                    <a:pt x="5842" y="2637"/>
                  </a:cubicBezTo>
                  <a:cubicBezTo>
                    <a:pt x="5804" y="2474"/>
                    <a:pt x="5765" y="2314"/>
                    <a:pt x="5719" y="2156"/>
                  </a:cubicBezTo>
                  <a:cubicBezTo>
                    <a:pt x="5788" y="2100"/>
                    <a:pt x="5825" y="1988"/>
                    <a:pt x="5750" y="1899"/>
                  </a:cubicBezTo>
                  <a:cubicBezTo>
                    <a:pt x="5678" y="1810"/>
                    <a:pt x="5611" y="1717"/>
                    <a:pt x="5548" y="1622"/>
                  </a:cubicBezTo>
                  <a:cubicBezTo>
                    <a:pt x="5360" y="1335"/>
                    <a:pt x="5219" y="1019"/>
                    <a:pt x="5126" y="686"/>
                  </a:cubicBezTo>
                  <a:cubicBezTo>
                    <a:pt x="5096" y="582"/>
                    <a:pt x="4973" y="534"/>
                    <a:pt x="4880" y="588"/>
                  </a:cubicBezTo>
                  <a:cubicBezTo>
                    <a:pt x="4821" y="621"/>
                    <a:pt x="4761" y="655"/>
                    <a:pt x="4701" y="688"/>
                  </a:cubicBezTo>
                  <a:cubicBezTo>
                    <a:pt x="4679" y="515"/>
                    <a:pt x="4655" y="342"/>
                    <a:pt x="4633" y="171"/>
                  </a:cubicBezTo>
                  <a:cubicBezTo>
                    <a:pt x="4620" y="82"/>
                    <a:pt x="4564" y="0"/>
                    <a:pt x="4465" y="4"/>
                  </a:cubicBezTo>
                  <a:cubicBezTo>
                    <a:pt x="4199" y="9"/>
                    <a:pt x="4064" y="210"/>
                    <a:pt x="3982" y="439"/>
                  </a:cubicBezTo>
                  <a:cubicBezTo>
                    <a:pt x="3924" y="605"/>
                    <a:pt x="3898" y="820"/>
                    <a:pt x="3775" y="954"/>
                  </a:cubicBezTo>
                  <a:cubicBezTo>
                    <a:pt x="3680" y="1057"/>
                    <a:pt x="3517" y="1032"/>
                    <a:pt x="3394" y="1071"/>
                  </a:cubicBezTo>
                  <a:cubicBezTo>
                    <a:pt x="3266" y="1112"/>
                    <a:pt x="3154" y="1190"/>
                    <a:pt x="3072" y="1296"/>
                  </a:cubicBezTo>
                  <a:cubicBezTo>
                    <a:pt x="2903" y="1512"/>
                    <a:pt x="2855" y="1806"/>
                    <a:pt x="2920" y="2068"/>
                  </a:cubicBezTo>
                  <a:cubicBezTo>
                    <a:pt x="2968" y="2267"/>
                    <a:pt x="3070" y="2442"/>
                    <a:pt x="3191" y="2604"/>
                  </a:cubicBezTo>
                  <a:cubicBezTo>
                    <a:pt x="2989" y="2598"/>
                    <a:pt x="2784" y="2595"/>
                    <a:pt x="2581" y="2589"/>
                  </a:cubicBezTo>
                  <a:cubicBezTo>
                    <a:pt x="2513" y="2585"/>
                    <a:pt x="2433" y="2641"/>
                    <a:pt x="2420" y="2712"/>
                  </a:cubicBezTo>
                  <a:cubicBezTo>
                    <a:pt x="2328" y="3192"/>
                    <a:pt x="2232" y="3669"/>
                    <a:pt x="2139" y="4149"/>
                  </a:cubicBezTo>
                  <a:cubicBezTo>
                    <a:pt x="1856" y="4079"/>
                    <a:pt x="1564" y="4073"/>
                    <a:pt x="1274" y="4123"/>
                  </a:cubicBezTo>
                  <a:cubicBezTo>
                    <a:pt x="1174" y="4140"/>
                    <a:pt x="1116" y="4285"/>
                    <a:pt x="1174" y="4369"/>
                  </a:cubicBezTo>
                  <a:cubicBezTo>
                    <a:pt x="1240" y="4464"/>
                    <a:pt x="1309" y="4560"/>
                    <a:pt x="1376" y="4655"/>
                  </a:cubicBezTo>
                  <a:cubicBezTo>
                    <a:pt x="1012" y="4837"/>
                    <a:pt x="811" y="5314"/>
                    <a:pt x="995" y="5700"/>
                  </a:cubicBezTo>
                  <a:cubicBezTo>
                    <a:pt x="1023" y="5762"/>
                    <a:pt x="1064" y="5814"/>
                    <a:pt x="1107" y="5866"/>
                  </a:cubicBezTo>
                  <a:cubicBezTo>
                    <a:pt x="1134" y="5899"/>
                    <a:pt x="1205" y="5955"/>
                    <a:pt x="1201" y="6000"/>
                  </a:cubicBezTo>
                  <a:cubicBezTo>
                    <a:pt x="1198" y="6046"/>
                    <a:pt x="1082" y="6139"/>
                    <a:pt x="1054" y="6171"/>
                  </a:cubicBezTo>
                  <a:cubicBezTo>
                    <a:pt x="1006" y="6232"/>
                    <a:pt x="960" y="6295"/>
                    <a:pt x="917" y="6362"/>
                  </a:cubicBezTo>
                  <a:cubicBezTo>
                    <a:pt x="822" y="6517"/>
                    <a:pt x="751" y="6686"/>
                    <a:pt x="709" y="6861"/>
                  </a:cubicBezTo>
                  <a:cubicBezTo>
                    <a:pt x="482" y="6803"/>
                    <a:pt x="277" y="6950"/>
                    <a:pt x="186" y="7162"/>
                  </a:cubicBezTo>
                  <a:cubicBezTo>
                    <a:pt x="78" y="7410"/>
                    <a:pt x="76" y="7733"/>
                    <a:pt x="117" y="7995"/>
                  </a:cubicBezTo>
                  <a:cubicBezTo>
                    <a:pt x="139" y="8148"/>
                    <a:pt x="208" y="8274"/>
                    <a:pt x="281" y="8406"/>
                  </a:cubicBezTo>
                  <a:cubicBezTo>
                    <a:pt x="299" y="8440"/>
                    <a:pt x="342" y="8501"/>
                    <a:pt x="331" y="8542"/>
                  </a:cubicBezTo>
                  <a:cubicBezTo>
                    <a:pt x="329" y="8548"/>
                    <a:pt x="325" y="8553"/>
                    <a:pt x="320" y="8559"/>
                  </a:cubicBezTo>
                  <a:cubicBezTo>
                    <a:pt x="216" y="8499"/>
                    <a:pt x="61" y="8602"/>
                    <a:pt x="71" y="8721"/>
                  </a:cubicBezTo>
                  <a:cubicBezTo>
                    <a:pt x="74" y="8763"/>
                    <a:pt x="78" y="8806"/>
                    <a:pt x="84" y="8851"/>
                  </a:cubicBezTo>
                  <a:cubicBezTo>
                    <a:pt x="97" y="8975"/>
                    <a:pt x="119" y="9098"/>
                    <a:pt x="153" y="9221"/>
                  </a:cubicBezTo>
                  <a:cubicBezTo>
                    <a:pt x="100" y="9230"/>
                    <a:pt x="48" y="9247"/>
                    <a:pt x="0" y="9269"/>
                  </a:cubicBezTo>
                  <a:lnTo>
                    <a:pt x="0" y="59602"/>
                  </a:lnTo>
                  <a:lnTo>
                    <a:pt x="68458" y="59602"/>
                  </a:lnTo>
                  <a:close/>
                  <a:moveTo>
                    <a:pt x="36885" y="25884"/>
                  </a:moveTo>
                  <a:cubicBezTo>
                    <a:pt x="36894" y="25871"/>
                    <a:pt x="36894" y="25875"/>
                    <a:pt x="36885" y="25884"/>
                  </a:cubicBezTo>
                  <a:close/>
                  <a:moveTo>
                    <a:pt x="67783" y="53147"/>
                  </a:moveTo>
                  <a:cubicBezTo>
                    <a:pt x="67757" y="53136"/>
                    <a:pt x="67775" y="53112"/>
                    <a:pt x="67783" y="53147"/>
                  </a:cubicBezTo>
                  <a:close/>
                  <a:moveTo>
                    <a:pt x="45981" y="31866"/>
                  </a:moveTo>
                  <a:cubicBezTo>
                    <a:pt x="45981" y="31869"/>
                    <a:pt x="45981" y="31873"/>
                    <a:pt x="45979" y="31867"/>
                  </a:cubicBezTo>
                  <a:cubicBezTo>
                    <a:pt x="45979" y="31867"/>
                    <a:pt x="45979" y="31866"/>
                    <a:pt x="45981" y="31866"/>
                  </a:cubicBezTo>
                  <a:close/>
                  <a:moveTo>
                    <a:pt x="37078" y="27655"/>
                  </a:moveTo>
                  <a:cubicBezTo>
                    <a:pt x="37125" y="27651"/>
                    <a:pt x="37093" y="27661"/>
                    <a:pt x="37078" y="27655"/>
                  </a:cubicBezTo>
                  <a:close/>
                  <a:moveTo>
                    <a:pt x="36541" y="25622"/>
                  </a:moveTo>
                  <a:cubicBezTo>
                    <a:pt x="36522" y="25641"/>
                    <a:pt x="36522" y="25626"/>
                    <a:pt x="36541" y="25622"/>
                  </a:cubicBezTo>
                  <a:close/>
                  <a:moveTo>
                    <a:pt x="22241" y="20177"/>
                  </a:moveTo>
                  <a:cubicBezTo>
                    <a:pt x="22193" y="20069"/>
                    <a:pt x="22260" y="19900"/>
                    <a:pt x="22297" y="19777"/>
                  </a:cubicBezTo>
                  <a:cubicBezTo>
                    <a:pt x="22321" y="19697"/>
                    <a:pt x="22341" y="19615"/>
                    <a:pt x="22353" y="19532"/>
                  </a:cubicBezTo>
                  <a:cubicBezTo>
                    <a:pt x="22419" y="19829"/>
                    <a:pt x="22483" y="20128"/>
                    <a:pt x="22542" y="20426"/>
                  </a:cubicBezTo>
                  <a:cubicBezTo>
                    <a:pt x="22516" y="20411"/>
                    <a:pt x="22490" y="20396"/>
                    <a:pt x="22464" y="20380"/>
                  </a:cubicBezTo>
                  <a:cubicBezTo>
                    <a:pt x="22375" y="20324"/>
                    <a:pt x="22282" y="20264"/>
                    <a:pt x="22241" y="20175"/>
                  </a:cubicBezTo>
                  <a:lnTo>
                    <a:pt x="22241" y="20175"/>
                  </a:lnTo>
                  <a:close/>
                  <a:moveTo>
                    <a:pt x="18936" y="18592"/>
                  </a:moveTo>
                  <a:cubicBezTo>
                    <a:pt x="18932" y="18592"/>
                    <a:pt x="18925" y="18581"/>
                    <a:pt x="18923" y="18581"/>
                  </a:cubicBezTo>
                  <a:cubicBezTo>
                    <a:pt x="18929" y="18583"/>
                    <a:pt x="18932" y="18587"/>
                    <a:pt x="18936" y="18592"/>
                  </a:cubicBezTo>
                  <a:close/>
                  <a:moveTo>
                    <a:pt x="9185" y="6571"/>
                  </a:moveTo>
                  <a:cubicBezTo>
                    <a:pt x="9185" y="6584"/>
                    <a:pt x="9178" y="6576"/>
                    <a:pt x="9185" y="6571"/>
                  </a:cubicBezTo>
                  <a:close/>
                  <a:moveTo>
                    <a:pt x="6554" y="3528"/>
                  </a:moveTo>
                  <a:cubicBezTo>
                    <a:pt x="6520" y="3532"/>
                    <a:pt x="6546" y="3504"/>
                    <a:pt x="6554" y="35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5"/>
            <p:cNvSpPr/>
            <p:nvPr/>
          </p:nvSpPr>
          <p:spPr>
            <a:xfrm>
              <a:off x="4784350" y="4476749"/>
              <a:ext cx="4359654" cy="1352648"/>
            </a:xfrm>
            <a:custGeom>
              <a:avLst/>
              <a:gdLst/>
              <a:ahLst/>
              <a:cxnLst/>
              <a:rect l="l" t="t" r="r" b="b"/>
              <a:pathLst>
                <a:path w="105204" h="60265" extrusionOk="0">
                  <a:moveTo>
                    <a:pt x="3460" y="60265"/>
                  </a:moveTo>
                  <a:cubicBezTo>
                    <a:pt x="2450" y="59482"/>
                    <a:pt x="1453" y="58684"/>
                    <a:pt x="465" y="57882"/>
                  </a:cubicBezTo>
                  <a:cubicBezTo>
                    <a:pt x="445" y="57893"/>
                    <a:pt x="423" y="57905"/>
                    <a:pt x="402" y="57916"/>
                  </a:cubicBezTo>
                  <a:cubicBezTo>
                    <a:pt x="186" y="58031"/>
                    <a:pt x="0" y="57713"/>
                    <a:pt x="211" y="57590"/>
                  </a:cubicBezTo>
                  <a:cubicBezTo>
                    <a:pt x="240" y="57574"/>
                    <a:pt x="270" y="57555"/>
                    <a:pt x="298" y="57538"/>
                  </a:cubicBezTo>
                  <a:cubicBezTo>
                    <a:pt x="503" y="57412"/>
                    <a:pt x="698" y="57272"/>
                    <a:pt x="897" y="57138"/>
                  </a:cubicBezTo>
                  <a:cubicBezTo>
                    <a:pt x="1109" y="56997"/>
                    <a:pt x="1315" y="56845"/>
                    <a:pt x="1511" y="56675"/>
                  </a:cubicBezTo>
                  <a:cubicBezTo>
                    <a:pt x="1894" y="56346"/>
                    <a:pt x="2232" y="55965"/>
                    <a:pt x="2463" y="55513"/>
                  </a:cubicBezTo>
                  <a:cubicBezTo>
                    <a:pt x="2697" y="55052"/>
                    <a:pt x="2755" y="54553"/>
                    <a:pt x="2777" y="54042"/>
                  </a:cubicBezTo>
                  <a:cubicBezTo>
                    <a:pt x="2790" y="53746"/>
                    <a:pt x="2794" y="53447"/>
                    <a:pt x="2837" y="53153"/>
                  </a:cubicBezTo>
                  <a:cubicBezTo>
                    <a:pt x="2878" y="52880"/>
                    <a:pt x="3069" y="52682"/>
                    <a:pt x="3357" y="52703"/>
                  </a:cubicBezTo>
                  <a:cubicBezTo>
                    <a:pt x="3636" y="52723"/>
                    <a:pt x="3921" y="52803"/>
                    <a:pt x="4196" y="52855"/>
                  </a:cubicBezTo>
                  <a:cubicBezTo>
                    <a:pt x="4350" y="52885"/>
                    <a:pt x="4507" y="52913"/>
                    <a:pt x="4663" y="52943"/>
                  </a:cubicBezTo>
                  <a:cubicBezTo>
                    <a:pt x="4668" y="52945"/>
                    <a:pt x="4732" y="52952"/>
                    <a:pt x="4776" y="52959"/>
                  </a:cubicBezTo>
                  <a:cubicBezTo>
                    <a:pt x="4799" y="52658"/>
                    <a:pt x="4795" y="52355"/>
                    <a:pt x="4804" y="52054"/>
                  </a:cubicBezTo>
                  <a:cubicBezTo>
                    <a:pt x="4814" y="51801"/>
                    <a:pt x="4877" y="51529"/>
                    <a:pt x="5165" y="51472"/>
                  </a:cubicBezTo>
                  <a:cubicBezTo>
                    <a:pt x="5306" y="51444"/>
                    <a:pt x="5433" y="51496"/>
                    <a:pt x="5572" y="51511"/>
                  </a:cubicBezTo>
                  <a:cubicBezTo>
                    <a:pt x="5641" y="51520"/>
                    <a:pt x="5671" y="51509"/>
                    <a:pt x="5716" y="51466"/>
                  </a:cubicBezTo>
                  <a:cubicBezTo>
                    <a:pt x="5849" y="51345"/>
                    <a:pt x="5844" y="51148"/>
                    <a:pt x="5794" y="50983"/>
                  </a:cubicBezTo>
                  <a:cubicBezTo>
                    <a:pt x="5719" y="50744"/>
                    <a:pt x="5576" y="50536"/>
                    <a:pt x="5487" y="50304"/>
                  </a:cubicBezTo>
                  <a:cubicBezTo>
                    <a:pt x="5403" y="50081"/>
                    <a:pt x="5368" y="49815"/>
                    <a:pt x="5444" y="49584"/>
                  </a:cubicBezTo>
                  <a:cubicBezTo>
                    <a:pt x="5533" y="49324"/>
                    <a:pt x="5768" y="49100"/>
                    <a:pt x="6060" y="49160"/>
                  </a:cubicBezTo>
                  <a:cubicBezTo>
                    <a:pt x="6264" y="49203"/>
                    <a:pt x="6411" y="49404"/>
                    <a:pt x="6586" y="49456"/>
                  </a:cubicBezTo>
                  <a:cubicBezTo>
                    <a:pt x="6777" y="49513"/>
                    <a:pt x="7008" y="49454"/>
                    <a:pt x="7161" y="49318"/>
                  </a:cubicBezTo>
                  <a:cubicBezTo>
                    <a:pt x="7157" y="49311"/>
                    <a:pt x="7153" y="49303"/>
                    <a:pt x="7151" y="49294"/>
                  </a:cubicBezTo>
                  <a:cubicBezTo>
                    <a:pt x="7019" y="48849"/>
                    <a:pt x="7427" y="48474"/>
                    <a:pt x="7843" y="48431"/>
                  </a:cubicBezTo>
                  <a:cubicBezTo>
                    <a:pt x="8202" y="48394"/>
                    <a:pt x="8509" y="48611"/>
                    <a:pt x="8760" y="48855"/>
                  </a:cubicBezTo>
                  <a:cubicBezTo>
                    <a:pt x="8766" y="48797"/>
                    <a:pt x="8764" y="48738"/>
                    <a:pt x="8762" y="48697"/>
                  </a:cubicBezTo>
                  <a:cubicBezTo>
                    <a:pt x="8754" y="48503"/>
                    <a:pt x="8723" y="48308"/>
                    <a:pt x="8780" y="48120"/>
                  </a:cubicBezTo>
                  <a:cubicBezTo>
                    <a:pt x="8844" y="47912"/>
                    <a:pt x="9037" y="47728"/>
                    <a:pt x="9249" y="47693"/>
                  </a:cubicBezTo>
                  <a:cubicBezTo>
                    <a:pt x="9229" y="47415"/>
                    <a:pt x="9227" y="47137"/>
                    <a:pt x="9297" y="46867"/>
                  </a:cubicBezTo>
                  <a:cubicBezTo>
                    <a:pt x="9309" y="46820"/>
                    <a:pt x="9323" y="46776"/>
                    <a:pt x="9340" y="46731"/>
                  </a:cubicBezTo>
                  <a:cubicBezTo>
                    <a:pt x="9400" y="46564"/>
                    <a:pt x="9601" y="46540"/>
                    <a:pt x="9703" y="46683"/>
                  </a:cubicBezTo>
                  <a:cubicBezTo>
                    <a:pt x="9900" y="46958"/>
                    <a:pt x="10371" y="47023"/>
                    <a:pt x="10631" y="46813"/>
                  </a:cubicBezTo>
                  <a:cubicBezTo>
                    <a:pt x="10763" y="46705"/>
                    <a:pt x="11008" y="46761"/>
                    <a:pt x="10997" y="46964"/>
                  </a:cubicBezTo>
                  <a:cubicBezTo>
                    <a:pt x="10994" y="47016"/>
                    <a:pt x="10992" y="47068"/>
                    <a:pt x="10988" y="47118"/>
                  </a:cubicBezTo>
                  <a:cubicBezTo>
                    <a:pt x="10975" y="47356"/>
                    <a:pt x="10960" y="47592"/>
                    <a:pt x="10945" y="47830"/>
                  </a:cubicBezTo>
                  <a:cubicBezTo>
                    <a:pt x="11005" y="47821"/>
                    <a:pt x="11062" y="47812"/>
                    <a:pt x="11122" y="47802"/>
                  </a:cubicBezTo>
                  <a:cubicBezTo>
                    <a:pt x="11219" y="47787"/>
                    <a:pt x="11315" y="47767"/>
                    <a:pt x="11414" y="47752"/>
                  </a:cubicBezTo>
                  <a:cubicBezTo>
                    <a:pt x="11429" y="47590"/>
                    <a:pt x="11455" y="47425"/>
                    <a:pt x="11542" y="47289"/>
                  </a:cubicBezTo>
                  <a:cubicBezTo>
                    <a:pt x="11639" y="47138"/>
                    <a:pt x="11803" y="47027"/>
                    <a:pt x="11987" y="47029"/>
                  </a:cubicBezTo>
                  <a:cubicBezTo>
                    <a:pt x="12152" y="47031"/>
                    <a:pt x="12282" y="47127"/>
                    <a:pt x="12401" y="47235"/>
                  </a:cubicBezTo>
                  <a:cubicBezTo>
                    <a:pt x="12442" y="47270"/>
                    <a:pt x="12522" y="47373"/>
                    <a:pt x="12597" y="47410"/>
                  </a:cubicBezTo>
                  <a:cubicBezTo>
                    <a:pt x="12532" y="47230"/>
                    <a:pt x="12466" y="47051"/>
                    <a:pt x="12401" y="46871"/>
                  </a:cubicBezTo>
                  <a:cubicBezTo>
                    <a:pt x="12245" y="46677"/>
                    <a:pt x="12106" y="46439"/>
                    <a:pt x="12130" y="46188"/>
                  </a:cubicBezTo>
                  <a:cubicBezTo>
                    <a:pt x="12165" y="45842"/>
                    <a:pt x="12466" y="45719"/>
                    <a:pt x="12770" y="45680"/>
                  </a:cubicBezTo>
                  <a:cubicBezTo>
                    <a:pt x="12978" y="45652"/>
                    <a:pt x="13138" y="45600"/>
                    <a:pt x="13242" y="45409"/>
                  </a:cubicBezTo>
                  <a:cubicBezTo>
                    <a:pt x="13339" y="45228"/>
                    <a:pt x="13355" y="45009"/>
                    <a:pt x="13342" y="44808"/>
                  </a:cubicBezTo>
                  <a:cubicBezTo>
                    <a:pt x="13324" y="44516"/>
                    <a:pt x="13233" y="44233"/>
                    <a:pt x="13205" y="43941"/>
                  </a:cubicBezTo>
                  <a:cubicBezTo>
                    <a:pt x="13177" y="43662"/>
                    <a:pt x="13194" y="43298"/>
                    <a:pt x="13398" y="43084"/>
                  </a:cubicBezTo>
                  <a:cubicBezTo>
                    <a:pt x="13582" y="42891"/>
                    <a:pt x="13885" y="42948"/>
                    <a:pt x="14038" y="42712"/>
                  </a:cubicBezTo>
                  <a:cubicBezTo>
                    <a:pt x="14187" y="42482"/>
                    <a:pt x="14060" y="42217"/>
                    <a:pt x="14005" y="41978"/>
                  </a:cubicBezTo>
                  <a:cubicBezTo>
                    <a:pt x="13943" y="41708"/>
                    <a:pt x="13960" y="41453"/>
                    <a:pt x="14150" y="41237"/>
                  </a:cubicBezTo>
                  <a:cubicBezTo>
                    <a:pt x="14230" y="41146"/>
                    <a:pt x="14339" y="41077"/>
                    <a:pt x="14455" y="41055"/>
                  </a:cubicBezTo>
                  <a:cubicBezTo>
                    <a:pt x="14469" y="40875"/>
                    <a:pt x="14559" y="40705"/>
                    <a:pt x="14704" y="40581"/>
                  </a:cubicBezTo>
                  <a:cubicBezTo>
                    <a:pt x="14964" y="40356"/>
                    <a:pt x="15329" y="40352"/>
                    <a:pt x="15645" y="40443"/>
                  </a:cubicBezTo>
                  <a:cubicBezTo>
                    <a:pt x="15922" y="40523"/>
                    <a:pt x="16264" y="40670"/>
                    <a:pt x="16355" y="40975"/>
                  </a:cubicBezTo>
                  <a:cubicBezTo>
                    <a:pt x="16357" y="40983"/>
                    <a:pt x="16359" y="40990"/>
                    <a:pt x="16361" y="40999"/>
                  </a:cubicBezTo>
                  <a:cubicBezTo>
                    <a:pt x="16407" y="41033"/>
                    <a:pt x="16439" y="41089"/>
                    <a:pt x="16445" y="41154"/>
                  </a:cubicBezTo>
                  <a:cubicBezTo>
                    <a:pt x="16500" y="41773"/>
                    <a:pt x="16450" y="42396"/>
                    <a:pt x="16298" y="42999"/>
                  </a:cubicBezTo>
                  <a:cubicBezTo>
                    <a:pt x="16459" y="42948"/>
                    <a:pt x="16627" y="42920"/>
                    <a:pt x="16798" y="42917"/>
                  </a:cubicBezTo>
                  <a:cubicBezTo>
                    <a:pt x="16887" y="42915"/>
                    <a:pt x="16986" y="43000"/>
                    <a:pt x="16976" y="43095"/>
                  </a:cubicBezTo>
                  <a:cubicBezTo>
                    <a:pt x="16962" y="43255"/>
                    <a:pt x="16895" y="43393"/>
                    <a:pt x="16787" y="43493"/>
                  </a:cubicBezTo>
                  <a:cubicBezTo>
                    <a:pt x="16915" y="43638"/>
                    <a:pt x="17042" y="43785"/>
                    <a:pt x="17170" y="43934"/>
                  </a:cubicBezTo>
                  <a:cubicBezTo>
                    <a:pt x="17254" y="44031"/>
                    <a:pt x="17227" y="44193"/>
                    <a:pt x="17092" y="44228"/>
                  </a:cubicBezTo>
                  <a:cubicBezTo>
                    <a:pt x="16770" y="44312"/>
                    <a:pt x="16653" y="44763"/>
                    <a:pt x="16995" y="44912"/>
                  </a:cubicBezTo>
                  <a:cubicBezTo>
                    <a:pt x="17257" y="45026"/>
                    <a:pt x="17477" y="44750"/>
                    <a:pt x="17376" y="44520"/>
                  </a:cubicBezTo>
                  <a:cubicBezTo>
                    <a:pt x="17367" y="44498"/>
                    <a:pt x="17354" y="44475"/>
                    <a:pt x="17335" y="44453"/>
                  </a:cubicBezTo>
                  <a:cubicBezTo>
                    <a:pt x="17291" y="44393"/>
                    <a:pt x="17313" y="44291"/>
                    <a:pt x="17363" y="44243"/>
                  </a:cubicBezTo>
                  <a:cubicBezTo>
                    <a:pt x="17421" y="44185"/>
                    <a:pt x="17503" y="44183"/>
                    <a:pt x="17573" y="44215"/>
                  </a:cubicBezTo>
                  <a:cubicBezTo>
                    <a:pt x="17609" y="44232"/>
                    <a:pt x="17644" y="44248"/>
                    <a:pt x="17679" y="44265"/>
                  </a:cubicBezTo>
                  <a:cubicBezTo>
                    <a:pt x="17709" y="44131"/>
                    <a:pt x="17724" y="43995"/>
                    <a:pt x="17724" y="43858"/>
                  </a:cubicBezTo>
                  <a:cubicBezTo>
                    <a:pt x="17659" y="43752"/>
                    <a:pt x="17691" y="43609"/>
                    <a:pt x="17798" y="43525"/>
                  </a:cubicBezTo>
                  <a:cubicBezTo>
                    <a:pt x="17890" y="43454"/>
                    <a:pt x="17992" y="43523"/>
                    <a:pt x="18033" y="43610"/>
                  </a:cubicBezTo>
                  <a:cubicBezTo>
                    <a:pt x="18096" y="43573"/>
                    <a:pt x="18159" y="43514"/>
                    <a:pt x="18204" y="43480"/>
                  </a:cubicBezTo>
                  <a:cubicBezTo>
                    <a:pt x="18295" y="43413"/>
                    <a:pt x="18382" y="43343"/>
                    <a:pt x="18466" y="43270"/>
                  </a:cubicBezTo>
                  <a:cubicBezTo>
                    <a:pt x="18606" y="43153"/>
                    <a:pt x="18741" y="43026"/>
                    <a:pt x="18866" y="42894"/>
                  </a:cubicBezTo>
                  <a:cubicBezTo>
                    <a:pt x="18600" y="42561"/>
                    <a:pt x="18382" y="42121"/>
                    <a:pt x="18663" y="41730"/>
                  </a:cubicBezTo>
                  <a:cubicBezTo>
                    <a:pt x="18793" y="41548"/>
                    <a:pt x="19005" y="41421"/>
                    <a:pt x="19234" y="41461"/>
                  </a:cubicBezTo>
                  <a:cubicBezTo>
                    <a:pt x="19348" y="41481"/>
                    <a:pt x="19435" y="41540"/>
                    <a:pt x="19530" y="41600"/>
                  </a:cubicBezTo>
                  <a:cubicBezTo>
                    <a:pt x="19491" y="41475"/>
                    <a:pt x="19493" y="41332"/>
                    <a:pt x="19530" y="41211"/>
                  </a:cubicBezTo>
                  <a:cubicBezTo>
                    <a:pt x="19625" y="40901"/>
                    <a:pt x="19920" y="40758"/>
                    <a:pt x="20103" y="40510"/>
                  </a:cubicBezTo>
                  <a:cubicBezTo>
                    <a:pt x="20173" y="40417"/>
                    <a:pt x="20283" y="40399"/>
                    <a:pt x="20374" y="40475"/>
                  </a:cubicBezTo>
                  <a:cubicBezTo>
                    <a:pt x="20445" y="40538"/>
                    <a:pt x="20538" y="40545"/>
                    <a:pt x="20620" y="40519"/>
                  </a:cubicBezTo>
                  <a:cubicBezTo>
                    <a:pt x="20568" y="40227"/>
                    <a:pt x="20616" y="39928"/>
                    <a:pt x="20763" y="39666"/>
                  </a:cubicBezTo>
                  <a:cubicBezTo>
                    <a:pt x="20800" y="39603"/>
                    <a:pt x="20880" y="39573"/>
                    <a:pt x="20951" y="39591"/>
                  </a:cubicBezTo>
                  <a:cubicBezTo>
                    <a:pt x="21256" y="39670"/>
                    <a:pt x="21581" y="39664"/>
                    <a:pt x="21879" y="39565"/>
                  </a:cubicBezTo>
                  <a:cubicBezTo>
                    <a:pt x="21771" y="39283"/>
                    <a:pt x="21834" y="38941"/>
                    <a:pt x="22108" y="38764"/>
                  </a:cubicBezTo>
                  <a:cubicBezTo>
                    <a:pt x="22334" y="38617"/>
                    <a:pt x="22626" y="38660"/>
                    <a:pt x="22822" y="38821"/>
                  </a:cubicBezTo>
                  <a:cubicBezTo>
                    <a:pt x="22956" y="38712"/>
                    <a:pt x="23169" y="38686"/>
                    <a:pt x="23331" y="38755"/>
                  </a:cubicBezTo>
                  <a:cubicBezTo>
                    <a:pt x="23487" y="38820"/>
                    <a:pt x="23603" y="38941"/>
                    <a:pt x="23740" y="39033"/>
                  </a:cubicBezTo>
                  <a:cubicBezTo>
                    <a:pt x="23791" y="39065"/>
                    <a:pt x="23859" y="39100"/>
                    <a:pt x="23928" y="39113"/>
                  </a:cubicBezTo>
                  <a:cubicBezTo>
                    <a:pt x="23908" y="38957"/>
                    <a:pt x="23856" y="38805"/>
                    <a:pt x="23774" y="38662"/>
                  </a:cubicBezTo>
                  <a:cubicBezTo>
                    <a:pt x="23463" y="38113"/>
                    <a:pt x="22846" y="37641"/>
                    <a:pt x="22922" y="36945"/>
                  </a:cubicBezTo>
                  <a:cubicBezTo>
                    <a:pt x="22937" y="36815"/>
                    <a:pt x="23034" y="36731"/>
                    <a:pt x="23168" y="36759"/>
                  </a:cubicBezTo>
                  <a:cubicBezTo>
                    <a:pt x="23415" y="36809"/>
                    <a:pt x="23841" y="36910"/>
                    <a:pt x="23990" y="36621"/>
                  </a:cubicBezTo>
                  <a:cubicBezTo>
                    <a:pt x="24051" y="36502"/>
                    <a:pt x="23988" y="36354"/>
                    <a:pt x="23980" y="36229"/>
                  </a:cubicBezTo>
                  <a:cubicBezTo>
                    <a:pt x="23971" y="36063"/>
                    <a:pt x="24036" y="35930"/>
                    <a:pt x="24151" y="35816"/>
                  </a:cubicBezTo>
                  <a:cubicBezTo>
                    <a:pt x="24257" y="35716"/>
                    <a:pt x="24291" y="35639"/>
                    <a:pt x="24233" y="35498"/>
                  </a:cubicBezTo>
                  <a:cubicBezTo>
                    <a:pt x="24174" y="35357"/>
                    <a:pt x="24068" y="35249"/>
                    <a:pt x="23971" y="35134"/>
                  </a:cubicBezTo>
                  <a:cubicBezTo>
                    <a:pt x="23761" y="34881"/>
                    <a:pt x="23599" y="34589"/>
                    <a:pt x="23739" y="34263"/>
                  </a:cubicBezTo>
                  <a:cubicBezTo>
                    <a:pt x="23763" y="34207"/>
                    <a:pt x="23835" y="34176"/>
                    <a:pt x="23889" y="34176"/>
                  </a:cubicBezTo>
                  <a:cubicBezTo>
                    <a:pt x="24079" y="34179"/>
                    <a:pt x="24287" y="34176"/>
                    <a:pt x="24455" y="34073"/>
                  </a:cubicBezTo>
                  <a:cubicBezTo>
                    <a:pt x="24542" y="34020"/>
                    <a:pt x="24631" y="33882"/>
                    <a:pt x="24600" y="33796"/>
                  </a:cubicBezTo>
                  <a:cubicBezTo>
                    <a:pt x="24555" y="33679"/>
                    <a:pt x="24322" y="33657"/>
                    <a:pt x="24222" y="33612"/>
                  </a:cubicBezTo>
                  <a:cubicBezTo>
                    <a:pt x="24055" y="33538"/>
                    <a:pt x="23906" y="33389"/>
                    <a:pt x="23880" y="33201"/>
                  </a:cubicBezTo>
                  <a:cubicBezTo>
                    <a:pt x="23865" y="33092"/>
                    <a:pt x="23897" y="32986"/>
                    <a:pt x="23964" y="32898"/>
                  </a:cubicBezTo>
                  <a:cubicBezTo>
                    <a:pt x="24010" y="32837"/>
                    <a:pt x="24077" y="32798"/>
                    <a:pt x="24125" y="32738"/>
                  </a:cubicBezTo>
                  <a:cubicBezTo>
                    <a:pt x="24138" y="32721"/>
                    <a:pt x="24144" y="32701"/>
                    <a:pt x="24142" y="32686"/>
                  </a:cubicBezTo>
                  <a:cubicBezTo>
                    <a:pt x="24137" y="32623"/>
                    <a:pt x="24110" y="32558"/>
                    <a:pt x="24088" y="32498"/>
                  </a:cubicBezTo>
                  <a:cubicBezTo>
                    <a:pt x="23986" y="32206"/>
                    <a:pt x="23915" y="31864"/>
                    <a:pt x="24226" y="31667"/>
                  </a:cubicBezTo>
                  <a:cubicBezTo>
                    <a:pt x="24391" y="31563"/>
                    <a:pt x="24559" y="31561"/>
                    <a:pt x="24719" y="31613"/>
                  </a:cubicBezTo>
                  <a:cubicBezTo>
                    <a:pt x="24760" y="31490"/>
                    <a:pt x="24840" y="31394"/>
                    <a:pt x="24919" y="31293"/>
                  </a:cubicBezTo>
                  <a:cubicBezTo>
                    <a:pt x="24994" y="31198"/>
                    <a:pt x="25076" y="31102"/>
                    <a:pt x="25024" y="30977"/>
                  </a:cubicBezTo>
                  <a:cubicBezTo>
                    <a:pt x="24964" y="30834"/>
                    <a:pt x="24853" y="30707"/>
                    <a:pt x="24771" y="30577"/>
                  </a:cubicBezTo>
                  <a:cubicBezTo>
                    <a:pt x="24611" y="30320"/>
                    <a:pt x="24494" y="30019"/>
                    <a:pt x="24600" y="29720"/>
                  </a:cubicBezTo>
                  <a:cubicBezTo>
                    <a:pt x="24678" y="29500"/>
                    <a:pt x="24836" y="29342"/>
                    <a:pt x="25024" y="29210"/>
                  </a:cubicBezTo>
                  <a:cubicBezTo>
                    <a:pt x="25204" y="29084"/>
                    <a:pt x="25401" y="28985"/>
                    <a:pt x="25583" y="28861"/>
                  </a:cubicBezTo>
                  <a:cubicBezTo>
                    <a:pt x="25782" y="28725"/>
                    <a:pt x="25801" y="28451"/>
                    <a:pt x="25769" y="28236"/>
                  </a:cubicBezTo>
                  <a:cubicBezTo>
                    <a:pt x="25725" y="27916"/>
                    <a:pt x="25604" y="27611"/>
                    <a:pt x="25721" y="27289"/>
                  </a:cubicBezTo>
                  <a:cubicBezTo>
                    <a:pt x="25773" y="27142"/>
                    <a:pt x="25864" y="27014"/>
                    <a:pt x="25998" y="26932"/>
                  </a:cubicBezTo>
                  <a:cubicBezTo>
                    <a:pt x="26104" y="26865"/>
                    <a:pt x="26251" y="26856"/>
                    <a:pt x="26312" y="26737"/>
                  </a:cubicBezTo>
                  <a:cubicBezTo>
                    <a:pt x="26443" y="26493"/>
                    <a:pt x="26290" y="26182"/>
                    <a:pt x="26236" y="25939"/>
                  </a:cubicBezTo>
                  <a:cubicBezTo>
                    <a:pt x="26166" y="25625"/>
                    <a:pt x="26195" y="25312"/>
                    <a:pt x="26350" y="25028"/>
                  </a:cubicBezTo>
                  <a:cubicBezTo>
                    <a:pt x="26638" y="24494"/>
                    <a:pt x="27317" y="24272"/>
                    <a:pt x="27836" y="24626"/>
                  </a:cubicBezTo>
                  <a:cubicBezTo>
                    <a:pt x="28077" y="24791"/>
                    <a:pt x="28245" y="25044"/>
                    <a:pt x="28260" y="25344"/>
                  </a:cubicBezTo>
                  <a:cubicBezTo>
                    <a:pt x="28269" y="25530"/>
                    <a:pt x="28213" y="25712"/>
                    <a:pt x="28118" y="25870"/>
                  </a:cubicBezTo>
                  <a:cubicBezTo>
                    <a:pt x="28081" y="25931"/>
                    <a:pt x="28033" y="25991"/>
                    <a:pt x="28007" y="26058"/>
                  </a:cubicBezTo>
                  <a:cubicBezTo>
                    <a:pt x="27999" y="26075"/>
                    <a:pt x="27996" y="26089"/>
                    <a:pt x="27994" y="26106"/>
                  </a:cubicBezTo>
                  <a:cubicBezTo>
                    <a:pt x="27992" y="26112"/>
                    <a:pt x="27992" y="26117"/>
                    <a:pt x="27992" y="26125"/>
                  </a:cubicBezTo>
                  <a:cubicBezTo>
                    <a:pt x="27992" y="26125"/>
                    <a:pt x="27994" y="26129"/>
                    <a:pt x="27994" y="26136"/>
                  </a:cubicBezTo>
                  <a:cubicBezTo>
                    <a:pt x="27996" y="26143"/>
                    <a:pt x="28005" y="26162"/>
                    <a:pt x="28005" y="26166"/>
                  </a:cubicBezTo>
                  <a:lnTo>
                    <a:pt x="28005" y="26166"/>
                  </a:lnTo>
                  <a:lnTo>
                    <a:pt x="28005" y="26168"/>
                  </a:lnTo>
                  <a:cubicBezTo>
                    <a:pt x="28009" y="26173"/>
                    <a:pt x="28012" y="26179"/>
                    <a:pt x="28016" y="26182"/>
                  </a:cubicBezTo>
                  <a:cubicBezTo>
                    <a:pt x="28020" y="26190"/>
                    <a:pt x="28023" y="26197"/>
                    <a:pt x="28029" y="26203"/>
                  </a:cubicBezTo>
                  <a:lnTo>
                    <a:pt x="28029" y="26203"/>
                  </a:lnTo>
                  <a:cubicBezTo>
                    <a:pt x="28029" y="26205"/>
                    <a:pt x="28031" y="26207"/>
                    <a:pt x="28035" y="26210"/>
                  </a:cubicBezTo>
                  <a:cubicBezTo>
                    <a:pt x="28070" y="26251"/>
                    <a:pt x="28109" y="26287"/>
                    <a:pt x="28150" y="26320"/>
                  </a:cubicBezTo>
                  <a:cubicBezTo>
                    <a:pt x="28235" y="26394"/>
                    <a:pt x="28328" y="26460"/>
                    <a:pt x="28408" y="26538"/>
                  </a:cubicBezTo>
                  <a:cubicBezTo>
                    <a:pt x="28633" y="26759"/>
                    <a:pt x="28678" y="27023"/>
                    <a:pt x="28648" y="27328"/>
                  </a:cubicBezTo>
                  <a:cubicBezTo>
                    <a:pt x="28635" y="27447"/>
                    <a:pt x="28609" y="27587"/>
                    <a:pt x="28659" y="27702"/>
                  </a:cubicBezTo>
                  <a:cubicBezTo>
                    <a:pt x="28699" y="27793"/>
                    <a:pt x="28806" y="27840"/>
                    <a:pt x="28894" y="27877"/>
                  </a:cubicBezTo>
                  <a:cubicBezTo>
                    <a:pt x="29124" y="27972"/>
                    <a:pt x="29364" y="28061"/>
                    <a:pt x="29550" y="28238"/>
                  </a:cubicBezTo>
                  <a:cubicBezTo>
                    <a:pt x="29720" y="28397"/>
                    <a:pt x="29844" y="28604"/>
                    <a:pt x="29978" y="28794"/>
                  </a:cubicBezTo>
                  <a:cubicBezTo>
                    <a:pt x="30041" y="28883"/>
                    <a:pt x="30078" y="28942"/>
                    <a:pt x="30164" y="29019"/>
                  </a:cubicBezTo>
                  <a:cubicBezTo>
                    <a:pt x="30173" y="29026"/>
                    <a:pt x="30224" y="29061"/>
                    <a:pt x="30242" y="29069"/>
                  </a:cubicBezTo>
                  <a:cubicBezTo>
                    <a:pt x="30261" y="29078"/>
                    <a:pt x="30320" y="29091"/>
                    <a:pt x="30335" y="29091"/>
                  </a:cubicBezTo>
                  <a:cubicBezTo>
                    <a:pt x="30482" y="29102"/>
                    <a:pt x="30627" y="29275"/>
                    <a:pt x="30521" y="29418"/>
                  </a:cubicBezTo>
                  <a:cubicBezTo>
                    <a:pt x="30437" y="29536"/>
                    <a:pt x="30289" y="29710"/>
                    <a:pt x="30359" y="29863"/>
                  </a:cubicBezTo>
                  <a:cubicBezTo>
                    <a:pt x="30395" y="29939"/>
                    <a:pt x="30450" y="30006"/>
                    <a:pt x="30486" y="30082"/>
                  </a:cubicBezTo>
                  <a:cubicBezTo>
                    <a:pt x="30527" y="30174"/>
                    <a:pt x="30555" y="30268"/>
                    <a:pt x="30569" y="30365"/>
                  </a:cubicBezTo>
                  <a:cubicBezTo>
                    <a:pt x="30612" y="30644"/>
                    <a:pt x="30545" y="30981"/>
                    <a:pt x="30703" y="31228"/>
                  </a:cubicBezTo>
                  <a:cubicBezTo>
                    <a:pt x="30729" y="31269"/>
                    <a:pt x="30759" y="31304"/>
                    <a:pt x="30802" y="31327"/>
                  </a:cubicBezTo>
                  <a:cubicBezTo>
                    <a:pt x="30819" y="31336"/>
                    <a:pt x="30835" y="31340"/>
                    <a:pt x="30854" y="31345"/>
                  </a:cubicBezTo>
                  <a:cubicBezTo>
                    <a:pt x="30858" y="31345"/>
                    <a:pt x="30860" y="31347"/>
                    <a:pt x="30861" y="31347"/>
                  </a:cubicBezTo>
                  <a:lnTo>
                    <a:pt x="30861" y="31347"/>
                  </a:lnTo>
                  <a:cubicBezTo>
                    <a:pt x="30871" y="31347"/>
                    <a:pt x="30882" y="31347"/>
                    <a:pt x="30893" y="31347"/>
                  </a:cubicBezTo>
                  <a:cubicBezTo>
                    <a:pt x="30900" y="31347"/>
                    <a:pt x="30910" y="31347"/>
                    <a:pt x="30919" y="31347"/>
                  </a:cubicBezTo>
                  <a:lnTo>
                    <a:pt x="30919" y="31347"/>
                  </a:lnTo>
                  <a:cubicBezTo>
                    <a:pt x="30921" y="31345"/>
                    <a:pt x="30923" y="31345"/>
                    <a:pt x="30928" y="31343"/>
                  </a:cubicBezTo>
                  <a:cubicBezTo>
                    <a:pt x="30949" y="31338"/>
                    <a:pt x="30967" y="31332"/>
                    <a:pt x="30988" y="31325"/>
                  </a:cubicBezTo>
                  <a:cubicBezTo>
                    <a:pt x="30992" y="31323"/>
                    <a:pt x="31040" y="31302"/>
                    <a:pt x="31034" y="31306"/>
                  </a:cubicBezTo>
                  <a:cubicBezTo>
                    <a:pt x="31053" y="31299"/>
                    <a:pt x="31070" y="31289"/>
                    <a:pt x="31086" y="31280"/>
                  </a:cubicBezTo>
                  <a:cubicBezTo>
                    <a:pt x="31382" y="31113"/>
                    <a:pt x="31676" y="30737"/>
                    <a:pt x="32039" y="30774"/>
                  </a:cubicBezTo>
                  <a:cubicBezTo>
                    <a:pt x="32057" y="30763"/>
                    <a:pt x="32076" y="30756"/>
                    <a:pt x="32096" y="30748"/>
                  </a:cubicBezTo>
                  <a:cubicBezTo>
                    <a:pt x="32163" y="30726"/>
                    <a:pt x="32238" y="30717"/>
                    <a:pt x="32308" y="30702"/>
                  </a:cubicBezTo>
                  <a:cubicBezTo>
                    <a:pt x="32442" y="30672"/>
                    <a:pt x="32576" y="30648"/>
                    <a:pt x="32710" y="30624"/>
                  </a:cubicBezTo>
                  <a:cubicBezTo>
                    <a:pt x="32879" y="30594"/>
                    <a:pt x="33047" y="30564"/>
                    <a:pt x="33214" y="30532"/>
                  </a:cubicBezTo>
                  <a:cubicBezTo>
                    <a:pt x="33024" y="30267"/>
                    <a:pt x="32872" y="29965"/>
                    <a:pt x="32911" y="29636"/>
                  </a:cubicBezTo>
                  <a:cubicBezTo>
                    <a:pt x="32943" y="29353"/>
                    <a:pt x="33115" y="29071"/>
                    <a:pt x="33367" y="28942"/>
                  </a:cubicBezTo>
                  <a:cubicBezTo>
                    <a:pt x="33331" y="28848"/>
                    <a:pt x="33309" y="28745"/>
                    <a:pt x="33300" y="28634"/>
                  </a:cubicBezTo>
                  <a:cubicBezTo>
                    <a:pt x="33285" y="28423"/>
                    <a:pt x="33324" y="28206"/>
                    <a:pt x="33378" y="28005"/>
                  </a:cubicBezTo>
                  <a:cubicBezTo>
                    <a:pt x="33430" y="27815"/>
                    <a:pt x="33497" y="27622"/>
                    <a:pt x="33582" y="27447"/>
                  </a:cubicBezTo>
                  <a:cubicBezTo>
                    <a:pt x="33636" y="27336"/>
                    <a:pt x="33727" y="27244"/>
                    <a:pt x="33846" y="27207"/>
                  </a:cubicBezTo>
                  <a:cubicBezTo>
                    <a:pt x="33960" y="27170"/>
                    <a:pt x="34068" y="27198"/>
                    <a:pt x="34181" y="27213"/>
                  </a:cubicBezTo>
                  <a:cubicBezTo>
                    <a:pt x="34285" y="27226"/>
                    <a:pt x="34373" y="27176"/>
                    <a:pt x="34427" y="27068"/>
                  </a:cubicBezTo>
                  <a:cubicBezTo>
                    <a:pt x="34486" y="26951"/>
                    <a:pt x="34423" y="26856"/>
                    <a:pt x="34321" y="26763"/>
                  </a:cubicBezTo>
                  <a:cubicBezTo>
                    <a:pt x="34187" y="26638"/>
                    <a:pt x="34025" y="26545"/>
                    <a:pt x="33906" y="26406"/>
                  </a:cubicBezTo>
                  <a:cubicBezTo>
                    <a:pt x="33779" y="26255"/>
                    <a:pt x="33683" y="26052"/>
                    <a:pt x="33733" y="25850"/>
                  </a:cubicBezTo>
                  <a:cubicBezTo>
                    <a:pt x="33774" y="25677"/>
                    <a:pt x="33919" y="25524"/>
                    <a:pt x="34092" y="25474"/>
                  </a:cubicBezTo>
                  <a:cubicBezTo>
                    <a:pt x="34189" y="25446"/>
                    <a:pt x="34293" y="25452"/>
                    <a:pt x="34384" y="25496"/>
                  </a:cubicBezTo>
                  <a:cubicBezTo>
                    <a:pt x="34415" y="25513"/>
                    <a:pt x="34447" y="25533"/>
                    <a:pt x="34475" y="25558"/>
                  </a:cubicBezTo>
                  <a:cubicBezTo>
                    <a:pt x="34494" y="25524"/>
                    <a:pt x="34508" y="25487"/>
                    <a:pt x="34518" y="25465"/>
                  </a:cubicBezTo>
                  <a:cubicBezTo>
                    <a:pt x="34542" y="25409"/>
                    <a:pt x="34559" y="25344"/>
                    <a:pt x="34570" y="25282"/>
                  </a:cubicBezTo>
                  <a:cubicBezTo>
                    <a:pt x="34592" y="25147"/>
                    <a:pt x="34579" y="25007"/>
                    <a:pt x="34536" y="24877"/>
                  </a:cubicBezTo>
                  <a:cubicBezTo>
                    <a:pt x="34434" y="24551"/>
                    <a:pt x="34118" y="24406"/>
                    <a:pt x="33869" y="24209"/>
                  </a:cubicBezTo>
                  <a:cubicBezTo>
                    <a:pt x="33608" y="24003"/>
                    <a:pt x="33402" y="23674"/>
                    <a:pt x="33493" y="23331"/>
                  </a:cubicBezTo>
                  <a:cubicBezTo>
                    <a:pt x="33575" y="23013"/>
                    <a:pt x="33861" y="22855"/>
                    <a:pt x="34122" y="22703"/>
                  </a:cubicBezTo>
                  <a:cubicBezTo>
                    <a:pt x="34207" y="22653"/>
                    <a:pt x="34295" y="22597"/>
                    <a:pt x="34293" y="22498"/>
                  </a:cubicBezTo>
                  <a:cubicBezTo>
                    <a:pt x="34291" y="22383"/>
                    <a:pt x="34222" y="22256"/>
                    <a:pt x="34183" y="22147"/>
                  </a:cubicBezTo>
                  <a:cubicBezTo>
                    <a:pt x="34088" y="21875"/>
                    <a:pt x="34107" y="21568"/>
                    <a:pt x="34363" y="21394"/>
                  </a:cubicBezTo>
                  <a:cubicBezTo>
                    <a:pt x="34587" y="21241"/>
                    <a:pt x="34888" y="21265"/>
                    <a:pt x="35137" y="21319"/>
                  </a:cubicBezTo>
                  <a:cubicBezTo>
                    <a:pt x="35306" y="21356"/>
                    <a:pt x="35472" y="21410"/>
                    <a:pt x="35637" y="21460"/>
                  </a:cubicBezTo>
                  <a:cubicBezTo>
                    <a:pt x="35801" y="21509"/>
                    <a:pt x="35996" y="21544"/>
                    <a:pt x="36136" y="21648"/>
                  </a:cubicBezTo>
                  <a:cubicBezTo>
                    <a:pt x="36273" y="21752"/>
                    <a:pt x="36277" y="21907"/>
                    <a:pt x="36258" y="22065"/>
                  </a:cubicBezTo>
                  <a:cubicBezTo>
                    <a:pt x="36247" y="22162"/>
                    <a:pt x="36260" y="22234"/>
                    <a:pt x="36327" y="22309"/>
                  </a:cubicBezTo>
                  <a:cubicBezTo>
                    <a:pt x="36400" y="22390"/>
                    <a:pt x="36521" y="22452"/>
                    <a:pt x="36638" y="22461"/>
                  </a:cubicBezTo>
                  <a:cubicBezTo>
                    <a:pt x="36681" y="22398"/>
                    <a:pt x="36759" y="22364"/>
                    <a:pt x="36831" y="22411"/>
                  </a:cubicBezTo>
                  <a:cubicBezTo>
                    <a:pt x="36837" y="22407"/>
                    <a:pt x="36842" y="22403"/>
                    <a:pt x="36850" y="22398"/>
                  </a:cubicBezTo>
                  <a:cubicBezTo>
                    <a:pt x="36891" y="22362"/>
                    <a:pt x="36937" y="22372"/>
                    <a:pt x="36965" y="22402"/>
                  </a:cubicBezTo>
                  <a:cubicBezTo>
                    <a:pt x="36978" y="22392"/>
                    <a:pt x="36991" y="22379"/>
                    <a:pt x="37001" y="22366"/>
                  </a:cubicBezTo>
                  <a:cubicBezTo>
                    <a:pt x="37064" y="22281"/>
                    <a:pt x="37045" y="22136"/>
                    <a:pt x="37045" y="22037"/>
                  </a:cubicBezTo>
                  <a:cubicBezTo>
                    <a:pt x="37047" y="21782"/>
                    <a:pt x="37092" y="21501"/>
                    <a:pt x="37317" y="21347"/>
                  </a:cubicBezTo>
                  <a:cubicBezTo>
                    <a:pt x="37426" y="21273"/>
                    <a:pt x="37551" y="21284"/>
                    <a:pt x="37661" y="21248"/>
                  </a:cubicBezTo>
                  <a:cubicBezTo>
                    <a:pt x="37666" y="21248"/>
                    <a:pt x="37670" y="21239"/>
                    <a:pt x="37672" y="21237"/>
                  </a:cubicBezTo>
                  <a:cubicBezTo>
                    <a:pt x="37674" y="21237"/>
                    <a:pt x="37674" y="21237"/>
                    <a:pt x="37674" y="21237"/>
                  </a:cubicBezTo>
                  <a:cubicBezTo>
                    <a:pt x="37676" y="21226"/>
                    <a:pt x="37679" y="21213"/>
                    <a:pt x="37681" y="21204"/>
                  </a:cubicBezTo>
                  <a:cubicBezTo>
                    <a:pt x="37681" y="21193"/>
                    <a:pt x="37676" y="21139"/>
                    <a:pt x="37668" y="21107"/>
                  </a:cubicBezTo>
                  <a:cubicBezTo>
                    <a:pt x="37620" y="20904"/>
                    <a:pt x="37477" y="20741"/>
                    <a:pt x="37430" y="20534"/>
                  </a:cubicBezTo>
                  <a:cubicBezTo>
                    <a:pt x="37384" y="20332"/>
                    <a:pt x="37399" y="20101"/>
                    <a:pt x="37570" y="19960"/>
                  </a:cubicBezTo>
                  <a:cubicBezTo>
                    <a:pt x="37692" y="19859"/>
                    <a:pt x="37824" y="19861"/>
                    <a:pt x="37973" y="19846"/>
                  </a:cubicBezTo>
                  <a:cubicBezTo>
                    <a:pt x="37986" y="19844"/>
                    <a:pt x="37997" y="19844"/>
                    <a:pt x="38010" y="19841"/>
                  </a:cubicBezTo>
                  <a:lnTo>
                    <a:pt x="38010" y="19841"/>
                  </a:lnTo>
                  <a:cubicBezTo>
                    <a:pt x="38012" y="19839"/>
                    <a:pt x="38031" y="19833"/>
                    <a:pt x="38038" y="19829"/>
                  </a:cubicBezTo>
                  <a:cubicBezTo>
                    <a:pt x="38038" y="19828"/>
                    <a:pt x="38066" y="19803"/>
                    <a:pt x="38066" y="19805"/>
                  </a:cubicBezTo>
                  <a:cubicBezTo>
                    <a:pt x="38163" y="19683"/>
                    <a:pt x="38196" y="19515"/>
                    <a:pt x="38276" y="19381"/>
                  </a:cubicBezTo>
                  <a:cubicBezTo>
                    <a:pt x="38390" y="19192"/>
                    <a:pt x="38570" y="19074"/>
                    <a:pt x="38797" y="19082"/>
                  </a:cubicBezTo>
                  <a:cubicBezTo>
                    <a:pt x="38909" y="19084"/>
                    <a:pt x="39039" y="19134"/>
                    <a:pt x="39147" y="19087"/>
                  </a:cubicBezTo>
                  <a:cubicBezTo>
                    <a:pt x="39199" y="19065"/>
                    <a:pt x="39243" y="19020"/>
                    <a:pt x="39277" y="18976"/>
                  </a:cubicBezTo>
                  <a:cubicBezTo>
                    <a:pt x="39400" y="18808"/>
                    <a:pt x="39420" y="18596"/>
                    <a:pt x="39433" y="18397"/>
                  </a:cubicBezTo>
                  <a:cubicBezTo>
                    <a:pt x="39465" y="17951"/>
                    <a:pt x="39537" y="17469"/>
                    <a:pt x="39987" y="17257"/>
                  </a:cubicBezTo>
                  <a:cubicBezTo>
                    <a:pt x="40343" y="17092"/>
                    <a:pt x="40781" y="17124"/>
                    <a:pt x="41086" y="17376"/>
                  </a:cubicBezTo>
                  <a:cubicBezTo>
                    <a:pt x="41166" y="17443"/>
                    <a:pt x="41231" y="17527"/>
                    <a:pt x="41284" y="17616"/>
                  </a:cubicBezTo>
                  <a:cubicBezTo>
                    <a:pt x="41330" y="17696"/>
                    <a:pt x="41365" y="17793"/>
                    <a:pt x="41443" y="17847"/>
                  </a:cubicBezTo>
                  <a:cubicBezTo>
                    <a:pt x="41548" y="17921"/>
                    <a:pt x="41663" y="17959"/>
                    <a:pt x="41748" y="18059"/>
                  </a:cubicBezTo>
                  <a:cubicBezTo>
                    <a:pt x="41815" y="18139"/>
                    <a:pt x="41856" y="18232"/>
                    <a:pt x="41873" y="18334"/>
                  </a:cubicBezTo>
                  <a:cubicBezTo>
                    <a:pt x="41910" y="18544"/>
                    <a:pt x="41843" y="18749"/>
                    <a:pt x="41866" y="18957"/>
                  </a:cubicBezTo>
                  <a:cubicBezTo>
                    <a:pt x="41875" y="19043"/>
                    <a:pt x="41921" y="19100"/>
                    <a:pt x="41975" y="19173"/>
                  </a:cubicBezTo>
                  <a:cubicBezTo>
                    <a:pt x="42055" y="19283"/>
                    <a:pt x="42091" y="19409"/>
                    <a:pt x="42068" y="19543"/>
                  </a:cubicBezTo>
                  <a:cubicBezTo>
                    <a:pt x="42050" y="19657"/>
                    <a:pt x="41994" y="19753"/>
                    <a:pt x="41947" y="19856"/>
                  </a:cubicBezTo>
                  <a:cubicBezTo>
                    <a:pt x="41918" y="19924"/>
                    <a:pt x="41907" y="19975"/>
                    <a:pt x="41936" y="20021"/>
                  </a:cubicBezTo>
                  <a:cubicBezTo>
                    <a:pt x="42013" y="20155"/>
                    <a:pt x="42217" y="20224"/>
                    <a:pt x="42357" y="20272"/>
                  </a:cubicBezTo>
                  <a:cubicBezTo>
                    <a:pt x="42468" y="20309"/>
                    <a:pt x="42544" y="20445"/>
                    <a:pt x="42472" y="20555"/>
                  </a:cubicBezTo>
                  <a:cubicBezTo>
                    <a:pt x="42301" y="20813"/>
                    <a:pt x="42161" y="21124"/>
                    <a:pt x="42106" y="21429"/>
                  </a:cubicBezTo>
                  <a:cubicBezTo>
                    <a:pt x="42085" y="21539"/>
                    <a:pt x="42087" y="21632"/>
                    <a:pt x="42210" y="21659"/>
                  </a:cubicBezTo>
                  <a:cubicBezTo>
                    <a:pt x="42340" y="21689"/>
                    <a:pt x="42465" y="21691"/>
                    <a:pt x="42584" y="21764"/>
                  </a:cubicBezTo>
                  <a:cubicBezTo>
                    <a:pt x="42799" y="21898"/>
                    <a:pt x="42911" y="22130"/>
                    <a:pt x="43026" y="22346"/>
                  </a:cubicBezTo>
                  <a:cubicBezTo>
                    <a:pt x="43099" y="22483"/>
                    <a:pt x="43221" y="22651"/>
                    <a:pt x="43374" y="22712"/>
                  </a:cubicBezTo>
                  <a:cubicBezTo>
                    <a:pt x="43422" y="22554"/>
                    <a:pt x="43495" y="22403"/>
                    <a:pt x="43590" y="22264"/>
                  </a:cubicBezTo>
                  <a:cubicBezTo>
                    <a:pt x="43441" y="21901"/>
                    <a:pt x="43420" y="21498"/>
                    <a:pt x="43521" y="21116"/>
                  </a:cubicBezTo>
                  <a:cubicBezTo>
                    <a:pt x="43552" y="21001"/>
                    <a:pt x="43670" y="20947"/>
                    <a:pt x="43781" y="20970"/>
                  </a:cubicBezTo>
                  <a:cubicBezTo>
                    <a:pt x="43982" y="21009"/>
                    <a:pt x="44216" y="21061"/>
                    <a:pt x="44415" y="20981"/>
                  </a:cubicBezTo>
                  <a:cubicBezTo>
                    <a:pt x="44538" y="20932"/>
                    <a:pt x="44670" y="20797"/>
                    <a:pt x="44629" y="20655"/>
                  </a:cubicBezTo>
                  <a:cubicBezTo>
                    <a:pt x="44605" y="20579"/>
                    <a:pt x="44547" y="20510"/>
                    <a:pt x="44512" y="20438"/>
                  </a:cubicBezTo>
                  <a:cubicBezTo>
                    <a:pt x="44469" y="20352"/>
                    <a:pt x="44440" y="20265"/>
                    <a:pt x="44436" y="20168"/>
                  </a:cubicBezTo>
                  <a:cubicBezTo>
                    <a:pt x="44430" y="20021"/>
                    <a:pt x="44495" y="19887"/>
                    <a:pt x="44590" y="19779"/>
                  </a:cubicBezTo>
                  <a:cubicBezTo>
                    <a:pt x="44754" y="19590"/>
                    <a:pt x="45031" y="19500"/>
                    <a:pt x="45169" y="19307"/>
                  </a:cubicBezTo>
                  <a:cubicBezTo>
                    <a:pt x="45252" y="19190"/>
                    <a:pt x="45237" y="18996"/>
                    <a:pt x="45265" y="18851"/>
                  </a:cubicBezTo>
                  <a:cubicBezTo>
                    <a:pt x="45301" y="18673"/>
                    <a:pt x="45407" y="18511"/>
                    <a:pt x="45567" y="18418"/>
                  </a:cubicBezTo>
                  <a:cubicBezTo>
                    <a:pt x="45754" y="18308"/>
                    <a:pt x="45978" y="18297"/>
                    <a:pt x="46195" y="18327"/>
                  </a:cubicBezTo>
                  <a:cubicBezTo>
                    <a:pt x="46214" y="18158"/>
                    <a:pt x="46296" y="17996"/>
                    <a:pt x="46422" y="17871"/>
                  </a:cubicBezTo>
                  <a:cubicBezTo>
                    <a:pt x="46669" y="17629"/>
                    <a:pt x="47032" y="17592"/>
                    <a:pt x="47359" y="17566"/>
                  </a:cubicBezTo>
                  <a:cubicBezTo>
                    <a:pt x="47488" y="17557"/>
                    <a:pt x="47597" y="17706"/>
                    <a:pt x="47557" y="17825"/>
                  </a:cubicBezTo>
                  <a:cubicBezTo>
                    <a:pt x="47555" y="17836"/>
                    <a:pt x="47551" y="17843"/>
                    <a:pt x="47549" y="17847"/>
                  </a:cubicBezTo>
                  <a:cubicBezTo>
                    <a:pt x="47557" y="17867"/>
                    <a:pt x="47573" y="17890"/>
                    <a:pt x="47586" y="17905"/>
                  </a:cubicBezTo>
                  <a:cubicBezTo>
                    <a:pt x="47627" y="17955"/>
                    <a:pt x="47677" y="17994"/>
                    <a:pt x="47726" y="18031"/>
                  </a:cubicBezTo>
                  <a:cubicBezTo>
                    <a:pt x="47839" y="18126"/>
                    <a:pt x="47953" y="18219"/>
                    <a:pt x="48066" y="18314"/>
                  </a:cubicBezTo>
                  <a:cubicBezTo>
                    <a:pt x="48302" y="18511"/>
                    <a:pt x="48538" y="18710"/>
                    <a:pt x="48775" y="18909"/>
                  </a:cubicBezTo>
                  <a:cubicBezTo>
                    <a:pt x="48821" y="18946"/>
                    <a:pt x="48832" y="19013"/>
                    <a:pt x="48823" y="19069"/>
                  </a:cubicBezTo>
                  <a:cubicBezTo>
                    <a:pt x="48873" y="18993"/>
                    <a:pt x="48933" y="18922"/>
                    <a:pt x="48989" y="18848"/>
                  </a:cubicBezTo>
                  <a:cubicBezTo>
                    <a:pt x="49024" y="18799"/>
                    <a:pt x="49076" y="18738"/>
                    <a:pt x="49080" y="18675"/>
                  </a:cubicBezTo>
                  <a:cubicBezTo>
                    <a:pt x="49083" y="18621"/>
                    <a:pt x="49044" y="18567"/>
                    <a:pt x="49015" y="18522"/>
                  </a:cubicBezTo>
                  <a:cubicBezTo>
                    <a:pt x="48914" y="18370"/>
                    <a:pt x="48810" y="18230"/>
                    <a:pt x="48810" y="18037"/>
                  </a:cubicBezTo>
                  <a:cubicBezTo>
                    <a:pt x="48810" y="17938"/>
                    <a:pt x="48845" y="17836"/>
                    <a:pt x="48914" y="17761"/>
                  </a:cubicBezTo>
                  <a:cubicBezTo>
                    <a:pt x="48983" y="17687"/>
                    <a:pt x="49072" y="17659"/>
                    <a:pt x="49163" y="17624"/>
                  </a:cubicBezTo>
                  <a:cubicBezTo>
                    <a:pt x="49247" y="17590"/>
                    <a:pt x="49305" y="17521"/>
                    <a:pt x="49314" y="17438"/>
                  </a:cubicBezTo>
                  <a:cubicBezTo>
                    <a:pt x="49318" y="17412"/>
                    <a:pt x="49316" y="17386"/>
                    <a:pt x="49308" y="17356"/>
                  </a:cubicBezTo>
                  <a:cubicBezTo>
                    <a:pt x="49260" y="17166"/>
                    <a:pt x="49500" y="17021"/>
                    <a:pt x="49641" y="17163"/>
                  </a:cubicBezTo>
                  <a:cubicBezTo>
                    <a:pt x="49662" y="17183"/>
                    <a:pt x="49682" y="17202"/>
                    <a:pt x="49703" y="17220"/>
                  </a:cubicBezTo>
                  <a:cubicBezTo>
                    <a:pt x="49851" y="17347"/>
                    <a:pt x="50034" y="17423"/>
                    <a:pt x="50231" y="17434"/>
                  </a:cubicBezTo>
                  <a:cubicBezTo>
                    <a:pt x="50313" y="17440"/>
                    <a:pt x="50406" y="17492"/>
                    <a:pt x="50422" y="17579"/>
                  </a:cubicBezTo>
                  <a:cubicBezTo>
                    <a:pt x="50538" y="18204"/>
                    <a:pt x="50822" y="18820"/>
                    <a:pt x="51272" y="19273"/>
                  </a:cubicBezTo>
                  <a:cubicBezTo>
                    <a:pt x="51412" y="19415"/>
                    <a:pt x="51626" y="19575"/>
                    <a:pt x="51828" y="19463"/>
                  </a:cubicBezTo>
                  <a:cubicBezTo>
                    <a:pt x="52059" y="19337"/>
                    <a:pt x="51797" y="19033"/>
                    <a:pt x="51748" y="18870"/>
                  </a:cubicBezTo>
                  <a:cubicBezTo>
                    <a:pt x="51685" y="18654"/>
                    <a:pt x="51739" y="18368"/>
                    <a:pt x="51947" y="18249"/>
                  </a:cubicBezTo>
                  <a:cubicBezTo>
                    <a:pt x="52089" y="18169"/>
                    <a:pt x="52239" y="18210"/>
                    <a:pt x="52375" y="18278"/>
                  </a:cubicBezTo>
                  <a:cubicBezTo>
                    <a:pt x="52392" y="18286"/>
                    <a:pt x="52438" y="18314"/>
                    <a:pt x="52442" y="18314"/>
                  </a:cubicBezTo>
                  <a:cubicBezTo>
                    <a:pt x="52490" y="18308"/>
                    <a:pt x="52578" y="18187"/>
                    <a:pt x="52613" y="18156"/>
                  </a:cubicBezTo>
                  <a:cubicBezTo>
                    <a:pt x="52742" y="18035"/>
                    <a:pt x="52870" y="17914"/>
                    <a:pt x="52998" y="17791"/>
                  </a:cubicBezTo>
                  <a:cubicBezTo>
                    <a:pt x="53099" y="17696"/>
                    <a:pt x="53218" y="17603"/>
                    <a:pt x="53301" y="17492"/>
                  </a:cubicBezTo>
                  <a:cubicBezTo>
                    <a:pt x="53448" y="17296"/>
                    <a:pt x="53283" y="17081"/>
                    <a:pt x="53201" y="16893"/>
                  </a:cubicBezTo>
                  <a:cubicBezTo>
                    <a:pt x="53099" y="16653"/>
                    <a:pt x="53065" y="16391"/>
                    <a:pt x="53229" y="16169"/>
                  </a:cubicBezTo>
                  <a:cubicBezTo>
                    <a:pt x="53331" y="16032"/>
                    <a:pt x="53480" y="15937"/>
                    <a:pt x="53644" y="15905"/>
                  </a:cubicBezTo>
                  <a:cubicBezTo>
                    <a:pt x="53627" y="15760"/>
                    <a:pt x="53642" y="15613"/>
                    <a:pt x="53701" y="15481"/>
                  </a:cubicBezTo>
                  <a:cubicBezTo>
                    <a:pt x="53805" y="15253"/>
                    <a:pt x="54036" y="15160"/>
                    <a:pt x="54237" y="15039"/>
                  </a:cubicBezTo>
                  <a:cubicBezTo>
                    <a:pt x="54549" y="14849"/>
                    <a:pt x="54964" y="14596"/>
                    <a:pt x="55059" y="14217"/>
                  </a:cubicBezTo>
                  <a:cubicBezTo>
                    <a:pt x="55152" y="13841"/>
                    <a:pt x="55018" y="13447"/>
                    <a:pt x="55113" y="13067"/>
                  </a:cubicBezTo>
                  <a:cubicBezTo>
                    <a:pt x="55213" y="12664"/>
                    <a:pt x="55544" y="12463"/>
                    <a:pt x="55860" y="12238"/>
                  </a:cubicBezTo>
                  <a:cubicBezTo>
                    <a:pt x="56026" y="12121"/>
                    <a:pt x="56255" y="11868"/>
                    <a:pt x="56236" y="11641"/>
                  </a:cubicBezTo>
                  <a:cubicBezTo>
                    <a:pt x="56204" y="11611"/>
                    <a:pt x="56186" y="11568"/>
                    <a:pt x="56201" y="11520"/>
                  </a:cubicBezTo>
                  <a:cubicBezTo>
                    <a:pt x="56186" y="11494"/>
                    <a:pt x="56169" y="11470"/>
                    <a:pt x="56145" y="11447"/>
                  </a:cubicBezTo>
                  <a:cubicBezTo>
                    <a:pt x="56074" y="11375"/>
                    <a:pt x="56173" y="11235"/>
                    <a:pt x="56258" y="11301"/>
                  </a:cubicBezTo>
                  <a:cubicBezTo>
                    <a:pt x="56264" y="11304"/>
                    <a:pt x="56268" y="11308"/>
                    <a:pt x="56271" y="11312"/>
                  </a:cubicBezTo>
                  <a:cubicBezTo>
                    <a:pt x="56329" y="11142"/>
                    <a:pt x="56389" y="10975"/>
                    <a:pt x="56452" y="10810"/>
                  </a:cubicBezTo>
                  <a:cubicBezTo>
                    <a:pt x="56537" y="10585"/>
                    <a:pt x="56610" y="10354"/>
                    <a:pt x="56662" y="10118"/>
                  </a:cubicBezTo>
                  <a:cubicBezTo>
                    <a:pt x="56757" y="9684"/>
                    <a:pt x="56790" y="9218"/>
                    <a:pt x="57062" y="8849"/>
                  </a:cubicBezTo>
                  <a:cubicBezTo>
                    <a:pt x="57166" y="8708"/>
                    <a:pt x="57294" y="8580"/>
                    <a:pt x="57452" y="8500"/>
                  </a:cubicBezTo>
                  <a:cubicBezTo>
                    <a:pt x="57609" y="8420"/>
                    <a:pt x="57772" y="8399"/>
                    <a:pt x="57947" y="8388"/>
                  </a:cubicBezTo>
                  <a:cubicBezTo>
                    <a:pt x="58049" y="8381"/>
                    <a:pt x="58220" y="8392"/>
                    <a:pt x="58293" y="8301"/>
                  </a:cubicBezTo>
                  <a:cubicBezTo>
                    <a:pt x="58352" y="8223"/>
                    <a:pt x="58304" y="8109"/>
                    <a:pt x="58267" y="8022"/>
                  </a:cubicBezTo>
                  <a:cubicBezTo>
                    <a:pt x="58152" y="7748"/>
                    <a:pt x="57981" y="7471"/>
                    <a:pt x="58127" y="7172"/>
                  </a:cubicBezTo>
                  <a:cubicBezTo>
                    <a:pt x="58207" y="7014"/>
                    <a:pt x="58362" y="6932"/>
                    <a:pt x="58319" y="6737"/>
                  </a:cubicBezTo>
                  <a:cubicBezTo>
                    <a:pt x="58276" y="6553"/>
                    <a:pt x="58233" y="6387"/>
                    <a:pt x="58269" y="6195"/>
                  </a:cubicBezTo>
                  <a:cubicBezTo>
                    <a:pt x="58328" y="5872"/>
                    <a:pt x="58591" y="5576"/>
                    <a:pt x="58933" y="5565"/>
                  </a:cubicBezTo>
                  <a:cubicBezTo>
                    <a:pt x="59262" y="5554"/>
                    <a:pt x="59600" y="5827"/>
                    <a:pt x="59597" y="6168"/>
                  </a:cubicBezTo>
                  <a:cubicBezTo>
                    <a:pt x="59595" y="6333"/>
                    <a:pt x="59513" y="6484"/>
                    <a:pt x="59431" y="6621"/>
                  </a:cubicBezTo>
                  <a:cubicBezTo>
                    <a:pt x="59390" y="6690"/>
                    <a:pt x="59271" y="6837"/>
                    <a:pt x="59316" y="6915"/>
                  </a:cubicBezTo>
                  <a:cubicBezTo>
                    <a:pt x="59364" y="6997"/>
                    <a:pt x="59533" y="6999"/>
                    <a:pt x="59615" y="7019"/>
                  </a:cubicBezTo>
                  <a:cubicBezTo>
                    <a:pt x="59771" y="7055"/>
                    <a:pt x="59902" y="7120"/>
                    <a:pt x="59995" y="7254"/>
                  </a:cubicBezTo>
                  <a:cubicBezTo>
                    <a:pt x="60026" y="7302"/>
                    <a:pt x="60030" y="7391"/>
                    <a:pt x="59995" y="7440"/>
                  </a:cubicBezTo>
                  <a:cubicBezTo>
                    <a:pt x="59690" y="7832"/>
                    <a:pt x="59526" y="8321"/>
                    <a:pt x="59546" y="8812"/>
                  </a:cubicBezTo>
                  <a:cubicBezTo>
                    <a:pt x="59669" y="8743"/>
                    <a:pt x="59807" y="8701"/>
                    <a:pt x="59948" y="8684"/>
                  </a:cubicBezTo>
                  <a:cubicBezTo>
                    <a:pt x="60075" y="8669"/>
                    <a:pt x="60194" y="8686"/>
                    <a:pt x="60318" y="8702"/>
                  </a:cubicBezTo>
                  <a:cubicBezTo>
                    <a:pt x="60391" y="8712"/>
                    <a:pt x="60512" y="8740"/>
                    <a:pt x="60567" y="8676"/>
                  </a:cubicBezTo>
                  <a:cubicBezTo>
                    <a:pt x="60621" y="8613"/>
                    <a:pt x="60603" y="8487"/>
                    <a:pt x="60599" y="8412"/>
                  </a:cubicBezTo>
                  <a:cubicBezTo>
                    <a:pt x="60592" y="8297"/>
                    <a:pt x="60586" y="8189"/>
                    <a:pt x="60612" y="8076"/>
                  </a:cubicBezTo>
                  <a:cubicBezTo>
                    <a:pt x="60659" y="7866"/>
                    <a:pt x="60815" y="7672"/>
                    <a:pt x="61045" y="7681"/>
                  </a:cubicBezTo>
                  <a:cubicBezTo>
                    <a:pt x="61129" y="7685"/>
                    <a:pt x="61198" y="7737"/>
                    <a:pt x="61222" y="7815"/>
                  </a:cubicBezTo>
                  <a:cubicBezTo>
                    <a:pt x="61272" y="7972"/>
                    <a:pt x="61499" y="8018"/>
                    <a:pt x="61635" y="7960"/>
                  </a:cubicBezTo>
                  <a:cubicBezTo>
                    <a:pt x="61698" y="7933"/>
                    <a:pt x="61780" y="7847"/>
                    <a:pt x="61756" y="7782"/>
                  </a:cubicBezTo>
                  <a:cubicBezTo>
                    <a:pt x="61735" y="7730"/>
                    <a:pt x="61616" y="7691"/>
                    <a:pt x="61546" y="7661"/>
                  </a:cubicBezTo>
                  <a:cubicBezTo>
                    <a:pt x="61300" y="7561"/>
                    <a:pt x="61038" y="7384"/>
                    <a:pt x="61111" y="7075"/>
                  </a:cubicBezTo>
                  <a:cubicBezTo>
                    <a:pt x="61159" y="6869"/>
                    <a:pt x="61341" y="6731"/>
                    <a:pt x="61536" y="6646"/>
                  </a:cubicBezTo>
                  <a:cubicBezTo>
                    <a:pt x="61529" y="6601"/>
                    <a:pt x="61527" y="6554"/>
                    <a:pt x="61531" y="6508"/>
                  </a:cubicBezTo>
                  <a:cubicBezTo>
                    <a:pt x="61555" y="6309"/>
                    <a:pt x="61672" y="6186"/>
                    <a:pt x="61823" y="6065"/>
                  </a:cubicBezTo>
                  <a:cubicBezTo>
                    <a:pt x="61929" y="5982"/>
                    <a:pt x="62020" y="5913"/>
                    <a:pt x="61970" y="5770"/>
                  </a:cubicBezTo>
                  <a:cubicBezTo>
                    <a:pt x="61916" y="5619"/>
                    <a:pt x="61817" y="5491"/>
                    <a:pt x="61793" y="5329"/>
                  </a:cubicBezTo>
                  <a:cubicBezTo>
                    <a:pt x="61769" y="5171"/>
                    <a:pt x="61819" y="5016"/>
                    <a:pt x="61934" y="4905"/>
                  </a:cubicBezTo>
                  <a:cubicBezTo>
                    <a:pt x="62037" y="4804"/>
                    <a:pt x="62169" y="4750"/>
                    <a:pt x="62286" y="4674"/>
                  </a:cubicBezTo>
                  <a:cubicBezTo>
                    <a:pt x="62424" y="4587"/>
                    <a:pt x="62405" y="4483"/>
                    <a:pt x="62422" y="4330"/>
                  </a:cubicBezTo>
                  <a:cubicBezTo>
                    <a:pt x="62440" y="4159"/>
                    <a:pt x="62515" y="4020"/>
                    <a:pt x="62656" y="3919"/>
                  </a:cubicBezTo>
                  <a:cubicBezTo>
                    <a:pt x="62803" y="3815"/>
                    <a:pt x="62998" y="3780"/>
                    <a:pt x="63171" y="3822"/>
                  </a:cubicBezTo>
                  <a:cubicBezTo>
                    <a:pt x="63186" y="3700"/>
                    <a:pt x="63201" y="3577"/>
                    <a:pt x="63214" y="3454"/>
                  </a:cubicBezTo>
                  <a:cubicBezTo>
                    <a:pt x="63227" y="3341"/>
                    <a:pt x="63314" y="3257"/>
                    <a:pt x="63435" y="3285"/>
                  </a:cubicBezTo>
                  <a:cubicBezTo>
                    <a:pt x="63644" y="3337"/>
                    <a:pt x="63854" y="3389"/>
                    <a:pt x="64064" y="3441"/>
                  </a:cubicBezTo>
                  <a:cubicBezTo>
                    <a:pt x="64155" y="3463"/>
                    <a:pt x="64248" y="3486"/>
                    <a:pt x="64339" y="3508"/>
                  </a:cubicBezTo>
                  <a:cubicBezTo>
                    <a:pt x="64333" y="3504"/>
                    <a:pt x="64326" y="3501"/>
                    <a:pt x="64320" y="3495"/>
                  </a:cubicBezTo>
                  <a:cubicBezTo>
                    <a:pt x="64207" y="3419"/>
                    <a:pt x="64131" y="3294"/>
                    <a:pt x="64107" y="3158"/>
                  </a:cubicBezTo>
                  <a:cubicBezTo>
                    <a:pt x="64082" y="3015"/>
                    <a:pt x="64097" y="2870"/>
                    <a:pt x="64131" y="2729"/>
                  </a:cubicBezTo>
                  <a:cubicBezTo>
                    <a:pt x="64162" y="2597"/>
                    <a:pt x="64201" y="2428"/>
                    <a:pt x="64322" y="2349"/>
                  </a:cubicBezTo>
                  <a:cubicBezTo>
                    <a:pt x="64495" y="2236"/>
                    <a:pt x="64692" y="2374"/>
                    <a:pt x="64849" y="2450"/>
                  </a:cubicBezTo>
                  <a:cubicBezTo>
                    <a:pt x="64975" y="2511"/>
                    <a:pt x="65103" y="2571"/>
                    <a:pt x="65230" y="2636"/>
                  </a:cubicBezTo>
                  <a:cubicBezTo>
                    <a:pt x="65267" y="2472"/>
                    <a:pt x="65306" y="2312"/>
                    <a:pt x="65353" y="2154"/>
                  </a:cubicBezTo>
                  <a:cubicBezTo>
                    <a:pt x="65284" y="2098"/>
                    <a:pt x="65247" y="1987"/>
                    <a:pt x="65321" y="1898"/>
                  </a:cubicBezTo>
                  <a:cubicBezTo>
                    <a:pt x="65394" y="1808"/>
                    <a:pt x="65462" y="1715"/>
                    <a:pt x="65524" y="1620"/>
                  </a:cubicBezTo>
                  <a:cubicBezTo>
                    <a:pt x="65712" y="1334"/>
                    <a:pt x="65853" y="1018"/>
                    <a:pt x="65946" y="685"/>
                  </a:cubicBezTo>
                  <a:cubicBezTo>
                    <a:pt x="65976" y="581"/>
                    <a:pt x="66097" y="532"/>
                    <a:pt x="66191" y="586"/>
                  </a:cubicBezTo>
                  <a:cubicBezTo>
                    <a:pt x="66251" y="620"/>
                    <a:pt x="66310" y="653"/>
                    <a:pt x="66370" y="687"/>
                  </a:cubicBezTo>
                  <a:cubicBezTo>
                    <a:pt x="66392" y="516"/>
                    <a:pt x="66416" y="343"/>
                    <a:pt x="66439" y="170"/>
                  </a:cubicBezTo>
                  <a:cubicBezTo>
                    <a:pt x="66452" y="81"/>
                    <a:pt x="66508" y="1"/>
                    <a:pt x="66606" y="2"/>
                  </a:cubicBezTo>
                  <a:cubicBezTo>
                    <a:pt x="66872" y="8"/>
                    <a:pt x="67008" y="211"/>
                    <a:pt x="67090" y="439"/>
                  </a:cubicBezTo>
                  <a:cubicBezTo>
                    <a:pt x="67147" y="603"/>
                    <a:pt x="67173" y="819"/>
                    <a:pt x="67298" y="953"/>
                  </a:cubicBezTo>
                  <a:cubicBezTo>
                    <a:pt x="67391" y="1055"/>
                    <a:pt x="67555" y="1031"/>
                    <a:pt x="67677" y="1070"/>
                  </a:cubicBezTo>
                  <a:cubicBezTo>
                    <a:pt x="67808" y="1113"/>
                    <a:pt x="67917" y="1189"/>
                    <a:pt x="68001" y="1297"/>
                  </a:cubicBezTo>
                  <a:cubicBezTo>
                    <a:pt x="68168" y="1511"/>
                    <a:pt x="68217" y="1805"/>
                    <a:pt x="68152" y="2067"/>
                  </a:cubicBezTo>
                  <a:cubicBezTo>
                    <a:pt x="68103" y="2266"/>
                    <a:pt x="68001" y="2441"/>
                    <a:pt x="67880" y="2602"/>
                  </a:cubicBezTo>
                  <a:cubicBezTo>
                    <a:pt x="68085" y="2597"/>
                    <a:pt x="68287" y="2593"/>
                    <a:pt x="68490" y="2588"/>
                  </a:cubicBezTo>
                  <a:cubicBezTo>
                    <a:pt x="68559" y="2586"/>
                    <a:pt x="68639" y="2641"/>
                    <a:pt x="68654" y="2710"/>
                  </a:cubicBezTo>
                  <a:cubicBezTo>
                    <a:pt x="68745" y="3190"/>
                    <a:pt x="68840" y="3670"/>
                    <a:pt x="68935" y="4148"/>
                  </a:cubicBezTo>
                  <a:cubicBezTo>
                    <a:pt x="69217" y="4077"/>
                    <a:pt x="69507" y="4072"/>
                    <a:pt x="69797" y="4122"/>
                  </a:cubicBezTo>
                  <a:cubicBezTo>
                    <a:pt x="69900" y="4140"/>
                    <a:pt x="69956" y="4285"/>
                    <a:pt x="69898" y="4367"/>
                  </a:cubicBezTo>
                  <a:cubicBezTo>
                    <a:pt x="69831" y="4464"/>
                    <a:pt x="69764" y="4559"/>
                    <a:pt x="69697" y="4656"/>
                  </a:cubicBezTo>
                  <a:cubicBezTo>
                    <a:pt x="70060" y="4836"/>
                    <a:pt x="70261" y="5314"/>
                    <a:pt x="70076" y="5701"/>
                  </a:cubicBezTo>
                  <a:cubicBezTo>
                    <a:pt x="70049" y="5762"/>
                    <a:pt x="70009" y="5812"/>
                    <a:pt x="69965" y="5864"/>
                  </a:cubicBezTo>
                  <a:cubicBezTo>
                    <a:pt x="69937" y="5898"/>
                    <a:pt x="69868" y="5954"/>
                    <a:pt x="69872" y="6000"/>
                  </a:cubicBezTo>
                  <a:cubicBezTo>
                    <a:pt x="69874" y="6045"/>
                    <a:pt x="69991" y="6138"/>
                    <a:pt x="70017" y="6171"/>
                  </a:cubicBezTo>
                  <a:cubicBezTo>
                    <a:pt x="70067" y="6231"/>
                    <a:pt x="70114" y="6296"/>
                    <a:pt x="70155" y="6363"/>
                  </a:cubicBezTo>
                  <a:cubicBezTo>
                    <a:pt x="70251" y="6515"/>
                    <a:pt x="70320" y="6685"/>
                    <a:pt x="70363" y="6859"/>
                  </a:cubicBezTo>
                  <a:cubicBezTo>
                    <a:pt x="70590" y="6802"/>
                    <a:pt x="70794" y="6949"/>
                    <a:pt x="70887" y="7161"/>
                  </a:cubicBezTo>
                  <a:cubicBezTo>
                    <a:pt x="70995" y="7408"/>
                    <a:pt x="70997" y="7732"/>
                    <a:pt x="70956" y="7996"/>
                  </a:cubicBezTo>
                  <a:cubicBezTo>
                    <a:pt x="70932" y="8148"/>
                    <a:pt x="70865" y="8273"/>
                    <a:pt x="70791" y="8405"/>
                  </a:cubicBezTo>
                  <a:cubicBezTo>
                    <a:pt x="70774" y="8438"/>
                    <a:pt x="70731" y="8500"/>
                    <a:pt x="70740" y="8541"/>
                  </a:cubicBezTo>
                  <a:cubicBezTo>
                    <a:pt x="70742" y="8546"/>
                    <a:pt x="70746" y="8552"/>
                    <a:pt x="70752" y="8557"/>
                  </a:cubicBezTo>
                  <a:cubicBezTo>
                    <a:pt x="70856" y="8500"/>
                    <a:pt x="71010" y="8602"/>
                    <a:pt x="71001" y="8719"/>
                  </a:cubicBezTo>
                  <a:cubicBezTo>
                    <a:pt x="70997" y="8764"/>
                    <a:pt x="70993" y="8807"/>
                    <a:pt x="70988" y="8849"/>
                  </a:cubicBezTo>
                  <a:cubicBezTo>
                    <a:pt x="70975" y="8974"/>
                    <a:pt x="70952" y="9097"/>
                    <a:pt x="70919" y="9219"/>
                  </a:cubicBezTo>
                  <a:cubicBezTo>
                    <a:pt x="71049" y="9244"/>
                    <a:pt x="71170" y="9309"/>
                    <a:pt x="71270" y="9402"/>
                  </a:cubicBezTo>
                  <a:cubicBezTo>
                    <a:pt x="71445" y="9567"/>
                    <a:pt x="71518" y="9803"/>
                    <a:pt x="71538" y="10036"/>
                  </a:cubicBezTo>
                  <a:cubicBezTo>
                    <a:pt x="71557" y="10246"/>
                    <a:pt x="71546" y="10479"/>
                    <a:pt x="71495" y="10683"/>
                  </a:cubicBezTo>
                  <a:cubicBezTo>
                    <a:pt x="71443" y="10891"/>
                    <a:pt x="71328" y="11018"/>
                    <a:pt x="71155" y="11135"/>
                  </a:cubicBezTo>
                  <a:cubicBezTo>
                    <a:pt x="71112" y="11163"/>
                    <a:pt x="71081" y="11183"/>
                    <a:pt x="71097" y="11230"/>
                  </a:cubicBezTo>
                  <a:cubicBezTo>
                    <a:pt x="71120" y="11293"/>
                    <a:pt x="71203" y="11349"/>
                    <a:pt x="71252" y="11390"/>
                  </a:cubicBezTo>
                  <a:cubicBezTo>
                    <a:pt x="71375" y="11496"/>
                    <a:pt x="71514" y="11596"/>
                    <a:pt x="71592" y="11743"/>
                  </a:cubicBezTo>
                  <a:cubicBezTo>
                    <a:pt x="71739" y="12020"/>
                    <a:pt x="71654" y="12340"/>
                    <a:pt x="71570" y="12623"/>
                  </a:cubicBezTo>
                  <a:cubicBezTo>
                    <a:pt x="71512" y="12814"/>
                    <a:pt x="71389" y="13101"/>
                    <a:pt x="71486" y="13302"/>
                  </a:cubicBezTo>
                  <a:cubicBezTo>
                    <a:pt x="71717" y="13196"/>
                    <a:pt x="71873" y="12943"/>
                    <a:pt x="72120" y="12852"/>
                  </a:cubicBezTo>
                  <a:cubicBezTo>
                    <a:pt x="72423" y="12736"/>
                    <a:pt x="72736" y="12894"/>
                    <a:pt x="72901" y="13157"/>
                  </a:cubicBezTo>
                  <a:cubicBezTo>
                    <a:pt x="73082" y="13439"/>
                    <a:pt x="73046" y="13787"/>
                    <a:pt x="72840" y="14044"/>
                  </a:cubicBezTo>
                  <a:cubicBezTo>
                    <a:pt x="72675" y="14250"/>
                    <a:pt x="72420" y="14380"/>
                    <a:pt x="72159" y="14421"/>
                  </a:cubicBezTo>
                  <a:cubicBezTo>
                    <a:pt x="72187" y="14600"/>
                    <a:pt x="72422" y="14739"/>
                    <a:pt x="72554" y="14834"/>
                  </a:cubicBezTo>
                  <a:cubicBezTo>
                    <a:pt x="72773" y="14992"/>
                    <a:pt x="72965" y="15161"/>
                    <a:pt x="73108" y="15398"/>
                  </a:cubicBezTo>
                  <a:cubicBezTo>
                    <a:pt x="73346" y="15790"/>
                    <a:pt x="73426" y="16281"/>
                    <a:pt x="73314" y="16727"/>
                  </a:cubicBezTo>
                  <a:cubicBezTo>
                    <a:pt x="73588" y="16776"/>
                    <a:pt x="73829" y="16978"/>
                    <a:pt x="73922" y="17248"/>
                  </a:cubicBezTo>
                  <a:cubicBezTo>
                    <a:pt x="74058" y="17641"/>
                    <a:pt x="73770" y="17985"/>
                    <a:pt x="73599" y="18310"/>
                  </a:cubicBezTo>
                  <a:cubicBezTo>
                    <a:pt x="73528" y="18446"/>
                    <a:pt x="73457" y="18611"/>
                    <a:pt x="73487" y="18768"/>
                  </a:cubicBezTo>
                  <a:cubicBezTo>
                    <a:pt x="73515" y="18911"/>
                    <a:pt x="73647" y="18963"/>
                    <a:pt x="73772" y="19002"/>
                  </a:cubicBezTo>
                  <a:cubicBezTo>
                    <a:pt x="74099" y="19099"/>
                    <a:pt x="74441" y="19195"/>
                    <a:pt x="74490" y="19593"/>
                  </a:cubicBezTo>
                  <a:cubicBezTo>
                    <a:pt x="74512" y="19777"/>
                    <a:pt x="74451" y="19954"/>
                    <a:pt x="74454" y="20136"/>
                  </a:cubicBezTo>
                  <a:cubicBezTo>
                    <a:pt x="74456" y="20227"/>
                    <a:pt x="74488" y="20400"/>
                    <a:pt x="74605" y="20399"/>
                  </a:cubicBezTo>
                  <a:cubicBezTo>
                    <a:pt x="74718" y="20397"/>
                    <a:pt x="74826" y="20545"/>
                    <a:pt x="74746" y="20648"/>
                  </a:cubicBezTo>
                  <a:cubicBezTo>
                    <a:pt x="74324" y="21198"/>
                    <a:pt x="74162" y="21864"/>
                    <a:pt x="74108" y="22547"/>
                  </a:cubicBezTo>
                  <a:cubicBezTo>
                    <a:pt x="74108" y="22948"/>
                    <a:pt x="74107" y="23348"/>
                    <a:pt x="74112" y="23750"/>
                  </a:cubicBezTo>
                  <a:cubicBezTo>
                    <a:pt x="74136" y="23759"/>
                    <a:pt x="74162" y="23767"/>
                    <a:pt x="74196" y="23776"/>
                  </a:cubicBezTo>
                  <a:cubicBezTo>
                    <a:pt x="74350" y="23817"/>
                    <a:pt x="74514" y="23804"/>
                    <a:pt x="74670" y="23808"/>
                  </a:cubicBezTo>
                  <a:cubicBezTo>
                    <a:pt x="74956" y="23811"/>
                    <a:pt x="75226" y="23871"/>
                    <a:pt x="75473" y="24014"/>
                  </a:cubicBezTo>
                  <a:cubicBezTo>
                    <a:pt x="75578" y="24073"/>
                    <a:pt x="75672" y="24144"/>
                    <a:pt x="75764" y="24220"/>
                  </a:cubicBezTo>
                  <a:cubicBezTo>
                    <a:pt x="76020" y="23363"/>
                    <a:pt x="76232" y="22493"/>
                    <a:pt x="76627" y="21682"/>
                  </a:cubicBezTo>
                  <a:cubicBezTo>
                    <a:pt x="76764" y="21401"/>
                    <a:pt x="76907" y="21120"/>
                    <a:pt x="77069" y="20854"/>
                  </a:cubicBezTo>
                  <a:cubicBezTo>
                    <a:pt x="77238" y="20575"/>
                    <a:pt x="77430" y="20309"/>
                    <a:pt x="77620" y="20043"/>
                  </a:cubicBezTo>
                  <a:cubicBezTo>
                    <a:pt x="77934" y="19601"/>
                    <a:pt x="78256" y="19115"/>
                    <a:pt x="78736" y="18836"/>
                  </a:cubicBezTo>
                  <a:cubicBezTo>
                    <a:pt x="78983" y="18691"/>
                    <a:pt x="79254" y="18634"/>
                    <a:pt x="79539" y="18630"/>
                  </a:cubicBezTo>
                  <a:cubicBezTo>
                    <a:pt x="79697" y="18626"/>
                    <a:pt x="79859" y="18639"/>
                    <a:pt x="80013" y="18598"/>
                  </a:cubicBezTo>
                  <a:cubicBezTo>
                    <a:pt x="80099" y="18576"/>
                    <a:pt x="80140" y="18559"/>
                    <a:pt x="80218" y="18511"/>
                  </a:cubicBezTo>
                  <a:cubicBezTo>
                    <a:pt x="80484" y="18351"/>
                    <a:pt x="80653" y="18042"/>
                    <a:pt x="80800" y="17748"/>
                  </a:cubicBezTo>
                  <a:cubicBezTo>
                    <a:pt x="81058" y="17237"/>
                    <a:pt x="81376" y="16313"/>
                    <a:pt x="82064" y="16309"/>
                  </a:cubicBezTo>
                  <a:cubicBezTo>
                    <a:pt x="82241" y="16101"/>
                    <a:pt x="82557" y="16130"/>
                    <a:pt x="82766" y="16287"/>
                  </a:cubicBezTo>
                  <a:cubicBezTo>
                    <a:pt x="82864" y="16359"/>
                    <a:pt x="82929" y="16450"/>
                    <a:pt x="82974" y="16554"/>
                  </a:cubicBezTo>
                  <a:cubicBezTo>
                    <a:pt x="83022" y="16514"/>
                    <a:pt x="83091" y="16463"/>
                    <a:pt x="83112" y="16407"/>
                  </a:cubicBezTo>
                  <a:cubicBezTo>
                    <a:pt x="83128" y="16361"/>
                    <a:pt x="83097" y="16341"/>
                    <a:pt x="83054" y="16313"/>
                  </a:cubicBezTo>
                  <a:cubicBezTo>
                    <a:pt x="82881" y="16195"/>
                    <a:pt x="82766" y="16069"/>
                    <a:pt x="82714" y="15861"/>
                  </a:cubicBezTo>
                  <a:cubicBezTo>
                    <a:pt x="82663" y="15656"/>
                    <a:pt x="82652" y="15424"/>
                    <a:pt x="82671" y="15214"/>
                  </a:cubicBezTo>
                  <a:cubicBezTo>
                    <a:pt x="82691" y="14981"/>
                    <a:pt x="82764" y="14745"/>
                    <a:pt x="82939" y="14579"/>
                  </a:cubicBezTo>
                  <a:cubicBezTo>
                    <a:pt x="83039" y="14486"/>
                    <a:pt x="83160" y="14421"/>
                    <a:pt x="83288" y="14397"/>
                  </a:cubicBezTo>
                  <a:cubicBezTo>
                    <a:pt x="83257" y="14276"/>
                    <a:pt x="83234" y="14152"/>
                    <a:pt x="83221" y="14027"/>
                  </a:cubicBezTo>
                  <a:cubicBezTo>
                    <a:pt x="83216" y="13984"/>
                    <a:pt x="83212" y="13941"/>
                    <a:pt x="83208" y="13897"/>
                  </a:cubicBezTo>
                  <a:cubicBezTo>
                    <a:pt x="83199" y="13780"/>
                    <a:pt x="83351" y="13675"/>
                    <a:pt x="83457" y="13735"/>
                  </a:cubicBezTo>
                  <a:cubicBezTo>
                    <a:pt x="83463" y="13729"/>
                    <a:pt x="83467" y="13724"/>
                    <a:pt x="83469" y="13718"/>
                  </a:cubicBezTo>
                  <a:cubicBezTo>
                    <a:pt x="83478" y="13679"/>
                    <a:pt x="83435" y="13616"/>
                    <a:pt x="83417" y="13584"/>
                  </a:cubicBezTo>
                  <a:cubicBezTo>
                    <a:pt x="83344" y="13450"/>
                    <a:pt x="83277" y="13324"/>
                    <a:pt x="83253" y="13171"/>
                  </a:cubicBezTo>
                  <a:cubicBezTo>
                    <a:pt x="83212" y="12909"/>
                    <a:pt x="83216" y="12586"/>
                    <a:pt x="83322" y="12338"/>
                  </a:cubicBezTo>
                  <a:cubicBezTo>
                    <a:pt x="83415" y="12126"/>
                    <a:pt x="83619" y="11979"/>
                    <a:pt x="83846" y="12037"/>
                  </a:cubicBezTo>
                  <a:cubicBezTo>
                    <a:pt x="83889" y="11862"/>
                    <a:pt x="83960" y="11693"/>
                    <a:pt x="84054" y="11540"/>
                  </a:cubicBezTo>
                  <a:cubicBezTo>
                    <a:pt x="84095" y="11474"/>
                    <a:pt x="84142" y="11408"/>
                    <a:pt x="84192" y="11347"/>
                  </a:cubicBezTo>
                  <a:cubicBezTo>
                    <a:pt x="84218" y="11315"/>
                    <a:pt x="84335" y="11222"/>
                    <a:pt x="84337" y="11176"/>
                  </a:cubicBezTo>
                  <a:cubicBezTo>
                    <a:pt x="84341" y="11131"/>
                    <a:pt x="84272" y="11076"/>
                    <a:pt x="84244" y="11042"/>
                  </a:cubicBezTo>
                  <a:cubicBezTo>
                    <a:pt x="84200" y="10990"/>
                    <a:pt x="84160" y="10938"/>
                    <a:pt x="84131" y="10878"/>
                  </a:cubicBezTo>
                  <a:cubicBezTo>
                    <a:pt x="83948" y="10492"/>
                    <a:pt x="84149" y="10014"/>
                    <a:pt x="84512" y="9831"/>
                  </a:cubicBezTo>
                  <a:cubicBezTo>
                    <a:pt x="84445" y="9736"/>
                    <a:pt x="84378" y="9642"/>
                    <a:pt x="84311" y="9545"/>
                  </a:cubicBezTo>
                  <a:cubicBezTo>
                    <a:pt x="84253" y="9463"/>
                    <a:pt x="84309" y="9318"/>
                    <a:pt x="84412" y="9299"/>
                  </a:cubicBezTo>
                  <a:cubicBezTo>
                    <a:pt x="84700" y="9249"/>
                    <a:pt x="84992" y="9255"/>
                    <a:pt x="85274" y="9325"/>
                  </a:cubicBezTo>
                  <a:cubicBezTo>
                    <a:pt x="85369" y="8848"/>
                    <a:pt x="85464" y="8368"/>
                    <a:pt x="85555" y="7888"/>
                  </a:cubicBezTo>
                  <a:cubicBezTo>
                    <a:pt x="85568" y="7819"/>
                    <a:pt x="85648" y="7763"/>
                    <a:pt x="85719" y="7765"/>
                  </a:cubicBezTo>
                  <a:cubicBezTo>
                    <a:pt x="85922" y="7771"/>
                    <a:pt x="86124" y="7774"/>
                    <a:pt x="86329" y="7782"/>
                  </a:cubicBezTo>
                  <a:cubicBezTo>
                    <a:pt x="86206" y="7618"/>
                    <a:pt x="86104" y="7443"/>
                    <a:pt x="86057" y="7246"/>
                  </a:cubicBezTo>
                  <a:cubicBezTo>
                    <a:pt x="85992" y="6982"/>
                    <a:pt x="86039" y="6688"/>
                    <a:pt x="86208" y="6474"/>
                  </a:cubicBezTo>
                  <a:cubicBezTo>
                    <a:pt x="86292" y="6367"/>
                    <a:pt x="86401" y="6290"/>
                    <a:pt x="86532" y="6248"/>
                  </a:cubicBezTo>
                  <a:cubicBezTo>
                    <a:pt x="86654" y="6208"/>
                    <a:pt x="86816" y="6233"/>
                    <a:pt x="86911" y="6130"/>
                  </a:cubicBezTo>
                  <a:cubicBezTo>
                    <a:pt x="87034" y="5996"/>
                    <a:pt x="87060" y="5783"/>
                    <a:pt x="87119" y="5617"/>
                  </a:cubicBezTo>
                  <a:cubicBezTo>
                    <a:pt x="87201" y="5388"/>
                    <a:pt x="87335" y="5186"/>
                    <a:pt x="87603" y="5180"/>
                  </a:cubicBezTo>
                  <a:cubicBezTo>
                    <a:pt x="87701" y="5178"/>
                    <a:pt x="87757" y="5258"/>
                    <a:pt x="87768" y="5347"/>
                  </a:cubicBezTo>
                  <a:cubicBezTo>
                    <a:pt x="87793" y="5519"/>
                    <a:pt x="87815" y="5693"/>
                    <a:pt x="87839" y="5866"/>
                  </a:cubicBezTo>
                  <a:cubicBezTo>
                    <a:pt x="87899" y="5831"/>
                    <a:pt x="87958" y="5797"/>
                    <a:pt x="88018" y="5764"/>
                  </a:cubicBezTo>
                  <a:cubicBezTo>
                    <a:pt x="88111" y="5710"/>
                    <a:pt x="88233" y="5758"/>
                    <a:pt x="88263" y="5864"/>
                  </a:cubicBezTo>
                  <a:cubicBezTo>
                    <a:pt x="88354" y="6195"/>
                    <a:pt x="88496" y="6512"/>
                    <a:pt x="88683" y="6798"/>
                  </a:cubicBezTo>
                  <a:cubicBezTo>
                    <a:pt x="88747" y="6893"/>
                    <a:pt x="88815" y="6986"/>
                    <a:pt x="88888" y="7075"/>
                  </a:cubicBezTo>
                  <a:cubicBezTo>
                    <a:pt x="88960" y="7164"/>
                    <a:pt x="88925" y="7276"/>
                    <a:pt x="88854" y="7332"/>
                  </a:cubicBezTo>
                  <a:cubicBezTo>
                    <a:pt x="88903" y="7490"/>
                    <a:pt x="88942" y="7650"/>
                    <a:pt x="88979" y="7813"/>
                  </a:cubicBezTo>
                  <a:cubicBezTo>
                    <a:pt x="89104" y="7748"/>
                    <a:pt x="89234" y="7689"/>
                    <a:pt x="89360" y="7628"/>
                  </a:cubicBezTo>
                  <a:cubicBezTo>
                    <a:pt x="89517" y="7549"/>
                    <a:pt x="89712" y="7414"/>
                    <a:pt x="89887" y="7527"/>
                  </a:cubicBezTo>
                  <a:cubicBezTo>
                    <a:pt x="90006" y="7605"/>
                    <a:pt x="90047" y="7776"/>
                    <a:pt x="90078" y="7906"/>
                  </a:cubicBezTo>
                  <a:cubicBezTo>
                    <a:pt x="90110" y="8048"/>
                    <a:pt x="90127" y="8193"/>
                    <a:pt x="90102" y="8336"/>
                  </a:cubicBezTo>
                  <a:cubicBezTo>
                    <a:pt x="90078" y="8472"/>
                    <a:pt x="90002" y="8596"/>
                    <a:pt x="89887" y="8675"/>
                  </a:cubicBezTo>
                  <a:cubicBezTo>
                    <a:pt x="89881" y="8678"/>
                    <a:pt x="89876" y="8682"/>
                    <a:pt x="89868" y="8686"/>
                  </a:cubicBezTo>
                  <a:cubicBezTo>
                    <a:pt x="89961" y="8663"/>
                    <a:pt x="90052" y="8641"/>
                    <a:pt x="90145" y="8619"/>
                  </a:cubicBezTo>
                  <a:cubicBezTo>
                    <a:pt x="90353" y="8567"/>
                    <a:pt x="90564" y="8515"/>
                    <a:pt x="90774" y="8463"/>
                  </a:cubicBezTo>
                  <a:cubicBezTo>
                    <a:pt x="90893" y="8435"/>
                    <a:pt x="90982" y="8518"/>
                    <a:pt x="90995" y="8630"/>
                  </a:cubicBezTo>
                  <a:cubicBezTo>
                    <a:pt x="91008" y="8755"/>
                    <a:pt x="91023" y="8877"/>
                    <a:pt x="91036" y="9000"/>
                  </a:cubicBezTo>
                  <a:cubicBezTo>
                    <a:pt x="91211" y="8957"/>
                    <a:pt x="91406" y="8993"/>
                    <a:pt x="91553" y="9097"/>
                  </a:cubicBezTo>
                  <a:cubicBezTo>
                    <a:pt x="91692" y="9197"/>
                    <a:pt x="91769" y="9337"/>
                    <a:pt x="91787" y="9508"/>
                  </a:cubicBezTo>
                  <a:cubicBezTo>
                    <a:pt x="91802" y="9660"/>
                    <a:pt x="91784" y="9764"/>
                    <a:pt x="91921" y="9852"/>
                  </a:cubicBezTo>
                  <a:cubicBezTo>
                    <a:pt x="92040" y="9928"/>
                    <a:pt x="92172" y="9984"/>
                    <a:pt x="92273" y="10082"/>
                  </a:cubicBezTo>
                  <a:cubicBezTo>
                    <a:pt x="92388" y="10194"/>
                    <a:pt x="92438" y="10348"/>
                    <a:pt x="92416" y="10506"/>
                  </a:cubicBezTo>
                  <a:cubicBezTo>
                    <a:pt x="92390" y="10668"/>
                    <a:pt x="92291" y="10797"/>
                    <a:pt x="92237" y="10947"/>
                  </a:cubicBezTo>
                  <a:cubicBezTo>
                    <a:pt x="92187" y="11090"/>
                    <a:pt x="92280" y="11159"/>
                    <a:pt x="92386" y="11243"/>
                  </a:cubicBezTo>
                  <a:cubicBezTo>
                    <a:pt x="92535" y="11364"/>
                    <a:pt x="92654" y="11487"/>
                    <a:pt x="92676" y="11687"/>
                  </a:cubicBezTo>
                  <a:cubicBezTo>
                    <a:pt x="92682" y="11734"/>
                    <a:pt x="92680" y="11779"/>
                    <a:pt x="92671" y="11823"/>
                  </a:cubicBezTo>
                  <a:cubicBezTo>
                    <a:pt x="92868" y="11909"/>
                    <a:pt x="93050" y="12048"/>
                    <a:pt x="93098" y="12253"/>
                  </a:cubicBezTo>
                  <a:cubicBezTo>
                    <a:pt x="93171" y="12561"/>
                    <a:pt x="92907" y="12738"/>
                    <a:pt x="92663" y="12839"/>
                  </a:cubicBezTo>
                  <a:cubicBezTo>
                    <a:pt x="92591" y="12868"/>
                    <a:pt x="92472" y="12907"/>
                    <a:pt x="92451" y="12959"/>
                  </a:cubicBezTo>
                  <a:cubicBezTo>
                    <a:pt x="92427" y="13025"/>
                    <a:pt x="92509" y="13110"/>
                    <a:pt x="92574" y="13138"/>
                  </a:cubicBezTo>
                  <a:cubicBezTo>
                    <a:pt x="92710" y="13196"/>
                    <a:pt x="92937" y="13151"/>
                    <a:pt x="92985" y="12993"/>
                  </a:cubicBezTo>
                  <a:cubicBezTo>
                    <a:pt x="93011" y="12915"/>
                    <a:pt x="93078" y="12863"/>
                    <a:pt x="93162" y="12859"/>
                  </a:cubicBezTo>
                  <a:cubicBezTo>
                    <a:pt x="93394" y="12850"/>
                    <a:pt x="93549" y="13045"/>
                    <a:pt x="93597" y="13253"/>
                  </a:cubicBezTo>
                  <a:cubicBezTo>
                    <a:pt x="93623" y="13367"/>
                    <a:pt x="93615" y="13475"/>
                    <a:pt x="93610" y="13590"/>
                  </a:cubicBezTo>
                  <a:cubicBezTo>
                    <a:pt x="93604" y="13664"/>
                    <a:pt x="93586" y="13791"/>
                    <a:pt x="93642" y="13854"/>
                  </a:cubicBezTo>
                  <a:cubicBezTo>
                    <a:pt x="93697" y="13917"/>
                    <a:pt x="93816" y="13889"/>
                    <a:pt x="93891" y="13880"/>
                  </a:cubicBezTo>
                  <a:cubicBezTo>
                    <a:pt x="94015" y="13863"/>
                    <a:pt x="94133" y="13847"/>
                    <a:pt x="94259" y="13861"/>
                  </a:cubicBezTo>
                  <a:cubicBezTo>
                    <a:pt x="94402" y="13878"/>
                    <a:pt x="94538" y="13923"/>
                    <a:pt x="94663" y="13990"/>
                  </a:cubicBezTo>
                  <a:cubicBezTo>
                    <a:pt x="94681" y="13497"/>
                    <a:pt x="94517" y="13010"/>
                    <a:pt x="94214" y="12615"/>
                  </a:cubicBezTo>
                  <a:cubicBezTo>
                    <a:pt x="94177" y="12569"/>
                    <a:pt x="94181" y="12480"/>
                    <a:pt x="94214" y="12431"/>
                  </a:cubicBezTo>
                  <a:cubicBezTo>
                    <a:pt x="94305" y="12297"/>
                    <a:pt x="94438" y="12232"/>
                    <a:pt x="94592" y="12197"/>
                  </a:cubicBezTo>
                  <a:cubicBezTo>
                    <a:pt x="94674" y="12178"/>
                    <a:pt x="94845" y="12175"/>
                    <a:pt x="94891" y="12093"/>
                  </a:cubicBezTo>
                  <a:cubicBezTo>
                    <a:pt x="94938" y="12015"/>
                    <a:pt x="94819" y="11868"/>
                    <a:pt x="94778" y="11799"/>
                  </a:cubicBezTo>
                  <a:cubicBezTo>
                    <a:pt x="94696" y="11661"/>
                    <a:pt x="94612" y="11511"/>
                    <a:pt x="94610" y="11347"/>
                  </a:cubicBezTo>
                  <a:cubicBezTo>
                    <a:pt x="94609" y="11005"/>
                    <a:pt x="94947" y="10731"/>
                    <a:pt x="95274" y="10743"/>
                  </a:cubicBezTo>
                  <a:cubicBezTo>
                    <a:pt x="95618" y="10754"/>
                    <a:pt x="95881" y="11049"/>
                    <a:pt x="95940" y="11373"/>
                  </a:cubicBezTo>
                  <a:cubicBezTo>
                    <a:pt x="95976" y="11563"/>
                    <a:pt x="95931" y="11730"/>
                    <a:pt x="95890" y="11914"/>
                  </a:cubicBezTo>
                  <a:cubicBezTo>
                    <a:pt x="95845" y="12110"/>
                    <a:pt x="96002" y="12191"/>
                    <a:pt x="96080" y="12349"/>
                  </a:cubicBezTo>
                  <a:cubicBezTo>
                    <a:pt x="96228" y="12647"/>
                    <a:pt x="96057" y="12926"/>
                    <a:pt x="95942" y="13199"/>
                  </a:cubicBezTo>
                  <a:cubicBezTo>
                    <a:pt x="95905" y="13287"/>
                    <a:pt x="95855" y="13400"/>
                    <a:pt x="95916" y="13478"/>
                  </a:cubicBezTo>
                  <a:cubicBezTo>
                    <a:pt x="95987" y="13569"/>
                    <a:pt x="96160" y="13558"/>
                    <a:pt x="96262" y="13566"/>
                  </a:cubicBezTo>
                  <a:cubicBezTo>
                    <a:pt x="96435" y="13575"/>
                    <a:pt x="96600" y="13597"/>
                    <a:pt x="96757" y="13677"/>
                  </a:cubicBezTo>
                  <a:cubicBezTo>
                    <a:pt x="96915" y="13757"/>
                    <a:pt x="97043" y="13886"/>
                    <a:pt x="97145" y="14027"/>
                  </a:cubicBezTo>
                  <a:cubicBezTo>
                    <a:pt x="97419" y="14395"/>
                    <a:pt x="97452" y="14862"/>
                    <a:pt x="97547" y="15295"/>
                  </a:cubicBezTo>
                  <a:cubicBezTo>
                    <a:pt x="97597" y="15532"/>
                    <a:pt x="97672" y="15762"/>
                    <a:pt x="97757" y="15987"/>
                  </a:cubicBezTo>
                  <a:cubicBezTo>
                    <a:pt x="97820" y="16153"/>
                    <a:pt x="97878" y="16322"/>
                    <a:pt x="97936" y="16487"/>
                  </a:cubicBezTo>
                  <a:cubicBezTo>
                    <a:pt x="97941" y="16486"/>
                    <a:pt x="97945" y="16482"/>
                    <a:pt x="97949" y="16478"/>
                  </a:cubicBezTo>
                  <a:cubicBezTo>
                    <a:pt x="98036" y="16413"/>
                    <a:pt x="98135" y="16551"/>
                    <a:pt x="98062" y="16625"/>
                  </a:cubicBezTo>
                  <a:cubicBezTo>
                    <a:pt x="98040" y="16647"/>
                    <a:pt x="98021" y="16672"/>
                    <a:pt x="98008" y="16696"/>
                  </a:cubicBezTo>
                  <a:cubicBezTo>
                    <a:pt x="98021" y="16746"/>
                    <a:pt x="98005" y="16789"/>
                    <a:pt x="97971" y="16819"/>
                  </a:cubicBezTo>
                  <a:cubicBezTo>
                    <a:pt x="97954" y="17045"/>
                    <a:pt x="98183" y="17298"/>
                    <a:pt x="98349" y="17415"/>
                  </a:cubicBezTo>
                  <a:cubicBezTo>
                    <a:pt x="98665" y="17641"/>
                    <a:pt x="98996" y="17841"/>
                    <a:pt x="99096" y="18245"/>
                  </a:cubicBezTo>
                  <a:cubicBezTo>
                    <a:pt x="99191" y="18624"/>
                    <a:pt x="99057" y="19019"/>
                    <a:pt x="99150" y="19394"/>
                  </a:cubicBezTo>
                  <a:cubicBezTo>
                    <a:pt x="99243" y="19774"/>
                    <a:pt x="99658" y="20027"/>
                    <a:pt x="99970" y="20214"/>
                  </a:cubicBezTo>
                  <a:cubicBezTo>
                    <a:pt x="100171" y="20337"/>
                    <a:pt x="100402" y="20430"/>
                    <a:pt x="100506" y="20657"/>
                  </a:cubicBezTo>
                  <a:cubicBezTo>
                    <a:pt x="100567" y="20791"/>
                    <a:pt x="100582" y="20938"/>
                    <a:pt x="100565" y="21081"/>
                  </a:cubicBezTo>
                  <a:cubicBezTo>
                    <a:pt x="100727" y="21115"/>
                    <a:pt x="100878" y="21209"/>
                    <a:pt x="100980" y="21347"/>
                  </a:cubicBezTo>
                  <a:cubicBezTo>
                    <a:pt x="101144" y="21568"/>
                    <a:pt x="101110" y="21831"/>
                    <a:pt x="101006" y="22069"/>
                  </a:cubicBezTo>
                  <a:cubicBezTo>
                    <a:pt x="100924" y="22258"/>
                    <a:pt x="100759" y="22472"/>
                    <a:pt x="100906" y="22669"/>
                  </a:cubicBezTo>
                  <a:cubicBezTo>
                    <a:pt x="100989" y="22781"/>
                    <a:pt x="101108" y="22874"/>
                    <a:pt x="101211" y="22969"/>
                  </a:cubicBezTo>
                  <a:cubicBezTo>
                    <a:pt x="101339" y="23090"/>
                    <a:pt x="101466" y="23211"/>
                    <a:pt x="101594" y="23331"/>
                  </a:cubicBezTo>
                  <a:cubicBezTo>
                    <a:pt x="101629" y="23365"/>
                    <a:pt x="101718" y="23484"/>
                    <a:pt x="101767" y="23490"/>
                  </a:cubicBezTo>
                  <a:cubicBezTo>
                    <a:pt x="101771" y="23490"/>
                    <a:pt x="101817" y="23463"/>
                    <a:pt x="101834" y="23454"/>
                  </a:cubicBezTo>
                  <a:cubicBezTo>
                    <a:pt x="101970" y="23387"/>
                    <a:pt x="102120" y="23346"/>
                    <a:pt x="102262" y="23426"/>
                  </a:cubicBezTo>
                  <a:cubicBezTo>
                    <a:pt x="102468" y="23543"/>
                    <a:pt x="102524" y="23832"/>
                    <a:pt x="102461" y="24047"/>
                  </a:cubicBezTo>
                  <a:cubicBezTo>
                    <a:pt x="102412" y="24211"/>
                    <a:pt x="102148" y="24514"/>
                    <a:pt x="102379" y="24641"/>
                  </a:cubicBezTo>
                  <a:cubicBezTo>
                    <a:pt x="102583" y="24752"/>
                    <a:pt x="102795" y="24592"/>
                    <a:pt x="102935" y="24451"/>
                  </a:cubicBezTo>
                  <a:cubicBezTo>
                    <a:pt x="103385" y="23997"/>
                    <a:pt x="103669" y="23382"/>
                    <a:pt x="103787" y="22757"/>
                  </a:cubicBezTo>
                  <a:cubicBezTo>
                    <a:pt x="103801" y="22669"/>
                    <a:pt x="103894" y="22615"/>
                    <a:pt x="103976" y="22612"/>
                  </a:cubicBezTo>
                  <a:cubicBezTo>
                    <a:pt x="104173" y="22601"/>
                    <a:pt x="104357" y="22524"/>
                    <a:pt x="104504" y="22398"/>
                  </a:cubicBezTo>
                  <a:cubicBezTo>
                    <a:pt x="104527" y="22379"/>
                    <a:pt x="104547" y="22361"/>
                    <a:pt x="104566" y="22340"/>
                  </a:cubicBezTo>
                  <a:cubicBezTo>
                    <a:pt x="104709" y="22197"/>
                    <a:pt x="104947" y="22344"/>
                    <a:pt x="104899" y="22534"/>
                  </a:cubicBezTo>
                  <a:cubicBezTo>
                    <a:pt x="104891" y="22563"/>
                    <a:pt x="104889" y="22589"/>
                    <a:pt x="104893" y="22617"/>
                  </a:cubicBezTo>
                  <a:cubicBezTo>
                    <a:pt x="104902" y="22699"/>
                    <a:pt x="104960" y="22768"/>
                    <a:pt x="105044" y="22801"/>
                  </a:cubicBezTo>
                  <a:cubicBezTo>
                    <a:pt x="105100" y="22822"/>
                    <a:pt x="105155" y="22840"/>
                    <a:pt x="105204" y="22868"/>
                  </a:cubicBezTo>
                  <a:lnTo>
                    <a:pt x="105204" y="23683"/>
                  </a:lnTo>
                  <a:lnTo>
                    <a:pt x="105193" y="23700"/>
                  </a:lnTo>
                  <a:cubicBezTo>
                    <a:pt x="105163" y="23744"/>
                    <a:pt x="105126" y="23796"/>
                    <a:pt x="105127" y="23852"/>
                  </a:cubicBezTo>
                  <a:cubicBezTo>
                    <a:pt x="105131" y="23906"/>
                    <a:pt x="105170" y="23960"/>
                    <a:pt x="105204" y="24005"/>
                  </a:cubicBezTo>
                  <a:lnTo>
                    <a:pt x="105204" y="60265"/>
                  </a:lnTo>
                  <a:lnTo>
                    <a:pt x="3460" y="60265"/>
                  </a:lnTo>
                  <a:close/>
                  <a:moveTo>
                    <a:pt x="102076" y="23772"/>
                  </a:moveTo>
                  <a:lnTo>
                    <a:pt x="102076" y="23772"/>
                  </a:lnTo>
                  <a:cubicBezTo>
                    <a:pt x="102072" y="23765"/>
                    <a:pt x="102066" y="23761"/>
                    <a:pt x="102061" y="23759"/>
                  </a:cubicBezTo>
                  <a:cubicBezTo>
                    <a:pt x="102064" y="23759"/>
                    <a:pt x="102070" y="23770"/>
                    <a:pt x="102076" y="23772"/>
                  </a:cubicBezTo>
                  <a:close/>
                  <a:moveTo>
                    <a:pt x="92323" y="11749"/>
                  </a:moveTo>
                  <a:lnTo>
                    <a:pt x="92323" y="11749"/>
                  </a:lnTo>
                  <a:cubicBezTo>
                    <a:pt x="92317" y="11754"/>
                    <a:pt x="92323" y="11762"/>
                    <a:pt x="92323" y="11749"/>
                  </a:cubicBezTo>
                  <a:close/>
                  <a:moveTo>
                    <a:pt x="89691" y="8708"/>
                  </a:moveTo>
                  <a:lnTo>
                    <a:pt x="89691" y="8708"/>
                  </a:lnTo>
                  <a:cubicBezTo>
                    <a:pt x="89684" y="8682"/>
                    <a:pt x="89660" y="8710"/>
                    <a:pt x="89691" y="8708"/>
                  </a:cubicBezTo>
                  <a:close/>
                  <a:moveTo>
                    <a:pt x="34189" y="25885"/>
                  </a:moveTo>
                  <a:cubicBezTo>
                    <a:pt x="34179" y="25872"/>
                    <a:pt x="34179" y="25877"/>
                    <a:pt x="34189" y="25885"/>
                  </a:cubicBezTo>
                  <a:close/>
                  <a:moveTo>
                    <a:pt x="3290" y="53147"/>
                  </a:moveTo>
                  <a:cubicBezTo>
                    <a:pt x="3316" y="53136"/>
                    <a:pt x="3298" y="53112"/>
                    <a:pt x="3290" y="53147"/>
                  </a:cubicBezTo>
                  <a:close/>
                  <a:moveTo>
                    <a:pt x="25092" y="31866"/>
                  </a:moveTo>
                  <a:cubicBezTo>
                    <a:pt x="25092" y="31870"/>
                    <a:pt x="25092" y="31873"/>
                    <a:pt x="25094" y="31868"/>
                  </a:cubicBezTo>
                  <a:cubicBezTo>
                    <a:pt x="25094" y="31868"/>
                    <a:pt x="25094" y="31866"/>
                    <a:pt x="25092" y="31866"/>
                  </a:cubicBezTo>
                  <a:close/>
                  <a:moveTo>
                    <a:pt x="33995" y="27655"/>
                  </a:moveTo>
                  <a:cubicBezTo>
                    <a:pt x="33949" y="27652"/>
                    <a:pt x="33980" y="27661"/>
                    <a:pt x="33995" y="27655"/>
                  </a:cubicBezTo>
                  <a:close/>
                  <a:moveTo>
                    <a:pt x="34533" y="25623"/>
                  </a:moveTo>
                  <a:cubicBezTo>
                    <a:pt x="34549" y="25641"/>
                    <a:pt x="34551" y="25626"/>
                    <a:pt x="34533" y="25623"/>
                  </a:cubicBezTo>
                  <a:close/>
                  <a:moveTo>
                    <a:pt x="48832" y="20177"/>
                  </a:moveTo>
                  <a:cubicBezTo>
                    <a:pt x="48881" y="20069"/>
                    <a:pt x="48814" y="19900"/>
                    <a:pt x="48777" y="19777"/>
                  </a:cubicBezTo>
                  <a:cubicBezTo>
                    <a:pt x="48752" y="19697"/>
                    <a:pt x="48732" y="19616"/>
                    <a:pt x="48721" y="19532"/>
                  </a:cubicBezTo>
                  <a:cubicBezTo>
                    <a:pt x="48654" y="19829"/>
                    <a:pt x="48591" y="20129"/>
                    <a:pt x="48531" y="20428"/>
                  </a:cubicBezTo>
                  <a:cubicBezTo>
                    <a:pt x="48557" y="20412"/>
                    <a:pt x="48581" y="20397"/>
                    <a:pt x="48609" y="20380"/>
                  </a:cubicBezTo>
                  <a:cubicBezTo>
                    <a:pt x="48698" y="20324"/>
                    <a:pt x="48791" y="20265"/>
                    <a:pt x="48832" y="20175"/>
                  </a:cubicBezTo>
                  <a:lnTo>
                    <a:pt x="48832" y="20175"/>
                  </a:lnTo>
                  <a:close/>
                  <a:moveTo>
                    <a:pt x="52137" y="18593"/>
                  </a:moveTo>
                  <a:cubicBezTo>
                    <a:pt x="52143" y="18593"/>
                    <a:pt x="52148" y="18582"/>
                    <a:pt x="52150" y="18582"/>
                  </a:cubicBezTo>
                  <a:cubicBezTo>
                    <a:pt x="52145" y="18583"/>
                    <a:pt x="52141" y="18587"/>
                    <a:pt x="52137" y="18593"/>
                  </a:cubicBezTo>
                  <a:close/>
                  <a:moveTo>
                    <a:pt x="61888" y="6571"/>
                  </a:moveTo>
                  <a:cubicBezTo>
                    <a:pt x="61888" y="6584"/>
                    <a:pt x="61895" y="6577"/>
                    <a:pt x="61888" y="6571"/>
                  </a:cubicBezTo>
                  <a:close/>
                  <a:moveTo>
                    <a:pt x="64519" y="3529"/>
                  </a:moveTo>
                  <a:cubicBezTo>
                    <a:pt x="64553" y="3532"/>
                    <a:pt x="64527" y="3504"/>
                    <a:pt x="64519" y="3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8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0" name="Google Shape;8610;p6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Middle Earth Literature Minitheme by Slidesgo">
  <a:themeElements>
    <a:clrScheme name="Simple Light">
      <a:dk1>
        <a:srgbClr val="1C0919"/>
      </a:dk1>
      <a:lt1>
        <a:srgbClr val="FFE9A9"/>
      </a:lt1>
      <a:dk2>
        <a:srgbClr val="72222A"/>
      </a:dk2>
      <a:lt2>
        <a:srgbClr val="7C3139"/>
      </a:lt2>
      <a:accent1>
        <a:srgbClr val="8B352A"/>
      </a:accent1>
      <a:accent2>
        <a:srgbClr val="C36930"/>
      </a:accent2>
      <a:accent3>
        <a:srgbClr val="D88B35"/>
      </a:accent3>
      <a:accent4>
        <a:srgbClr val="E4B279"/>
      </a:accent4>
      <a:accent5>
        <a:srgbClr val="FAF9D9"/>
      </a:accent5>
      <a:accent6>
        <a:srgbClr val="FFFFFF"/>
      </a:accent6>
      <a:hlink>
        <a:srgbClr val="1C0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219</Words>
  <Application>Microsoft Office PowerPoint</Application>
  <PresentationFormat>Presentación en pantalla (16:9)</PresentationFormat>
  <Paragraphs>34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24" baseType="lpstr">
      <vt:lpstr>Philosopher</vt:lpstr>
      <vt:lpstr>Darker Grotesque SemiBold</vt:lpstr>
      <vt:lpstr>Proxima Nova Semibold</vt:lpstr>
      <vt:lpstr>Bebas Neue</vt:lpstr>
      <vt:lpstr>Proxima Nova</vt:lpstr>
      <vt:lpstr>Metamorphous</vt:lpstr>
      <vt:lpstr>Arial</vt:lpstr>
      <vt:lpstr>Middle Earth Literature Minitheme by Slidesgo</vt:lpstr>
      <vt:lpstr>Slidesgo Final Pages</vt:lpstr>
      <vt:lpstr>Aplicaciones de la traducción orientada por la sintaxis</vt:lpstr>
      <vt:lpstr>Agenda</vt:lpstr>
      <vt:lpstr>Agenda</vt:lpstr>
      <vt:lpstr>Construcción de árboles de análisis sintáctico con atributos sintetizados</vt:lpstr>
      <vt:lpstr>Presentación de PowerPoint</vt:lpstr>
      <vt:lpstr>Presentación de PowerPoint</vt:lpstr>
      <vt:lpstr>Construcción de árboles de análisis sintáctico con atributos heredados</vt:lpstr>
      <vt:lpstr>Presentación de PowerPoint</vt:lpstr>
      <vt:lpstr>Presentación de PowerPoint</vt:lpstr>
      <vt:lpstr>Estructura de tipos</vt:lpstr>
      <vt:lpstr>Presentación de PowerPoint</vt:lpstr>
      <vt:lpstr>Presentación de PowerPoint</vt:lpstr>
      <vt:lpstr>¿Es posible manejar definiciones dirigidas por la sintaxis con atributos heredados por la izquierda en gramáticas LR?</vt:lpstr>
      <vt:lpstr>¡Muchas gracias por su atención!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Valdez</cp:lastModifiedBy>
  <cp:revision>15</cp:revision>
  <dcterms:modified xsi:type="dcterms:W3CDTF">2026-08-19T03:32:49Z</dcterms:modified>
</cp:coreProperties>
</file>