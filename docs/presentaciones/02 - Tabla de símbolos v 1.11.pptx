
<file path=[Content_Types].xml><?xml version="1.0" encoding="utf-8"?>
<Types xmlns="http://schemas.openxmlformats.org/package/2006/content-types">
  <Default Extension="fntdata" ContentType="application/x-fontdata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72" r:id="rId1"/>
    <p:sldMasterId id="2147483673" r:id="rId2"/>
  </p:sldMasterIdLst>
  <p:notesMasterIdLst>
    <p:notesMasterId r:id="rId19"/>
  </p:notesMasterIdLst>
  <p:sldIdLst>
    <p:sldId id="256" r:id="rId3"/>
    <p:sldId id="258" r:id="rId4"/>
    <p:sldId id="296" r:id="rId5"/>
    <p:sldId id="259" r:id="rId6"/>
    <p:sldId id="298" r:id="rId7"/>
    <p:sldId id="271" r:id="rId8"/>
    <p:sldId id="270" r:id="rId9"/>
    <p:sldId id="272" r:id="rId10"/>
    <p:sldId id="266" r:id="rId11"/>
    <p:sldId id="264" r:id="rId12"/>
    <p:sldId id="263" r:id="rId13"/>
    <p:sldId id="300" r:id="rId14"/>
    <p:sldId id="261" r:id="rId15"/>
    <p:sldId id="276" r:id="rId16"/>
    <p:sldId id="260" r:id="rId17"/>
    <p:sldId id="294" r:id="rId18"/>
  </p:sldIdLst>
  <p:sldSz cx="9144000" cy="5143500" type="screen16x9"/>
  <p:notesSz cx="6858000" cy="9144000"/>
  <p:embeddedFontLst>
    <p:embeddedFont>
      <p:font typeface="Overpass" panose="020B0604020202020204" charset="0"/>
      <p:regular r:id="rId20"/>
      <p:bold r:id="rId21"/>
      <p:italic r:id="rId22"/>
      <p:boldItalic r:id="rId23"/>
    </p:embeddedFont>
    <p:embeddedFont>
      <p:font typeface="Oxanium" panose="020B0604020202020204" charset="0"/>
      <p:regular r:id="rId24"/>
      <p:bold r:id="rId25"/>
    </p:embeddedFont>
    <p:embeddedFont>
      <p:font typeface="Oxanium Medium" panose="020B0604020202020204" charset="0"/>
      <p:regular r:id="rId26"/>
      <p:bold r:id="rId27"/>
    </p:embeddedFont>
    <p:embeddedFont>
      <p:font typeface="Proxima Nova" panose="020B0604020202020204" charset="0"/>
      <p:regular r:id="rId28"/>
      <p:bold r:id="rId29"/>
      <p:italic r:id="rId30"/>
      <p:boldItalic r:id="rId31"/>
    </p:embeddedFont>
    <p:embeddedFont>
      <p:font typeface="Roboto Condensed" panose="02000000000000000000" pitchFamily="2" charset="0"/>
      <p:regular r:id="rId32"/>
      <p:bold r:id="rId33"/>
      <p:italic r:id="rId34"/>
      <p:boldItalic r:id="rId35"/>
    </p:embeddedFont>
    <p:embeddedFont>
      <p:font typeface="Roboto Mono" panose="00000009000000000000" pitchFamily="49" charset="0"/>
      <p:regular r:id="rId36"/>
      <p:bold r:id="rId37"/>
      <p:italic r:id="rId38"/>
      <p:boldItalic r:id="rId39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1620" userDrawn="1">
          <p15:clr>
            <a:srgbClr val="A4A3A4"/>
          </p15:clr>
        </p15:guide>
        <p15:guide id="2" pos="288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66938B0F-EC88-4ED5-BDB1-E73308B0D97E}" v="1" dt="2026-07-09T05:04:17.342"/>
  </p1510:revLst>
</p1510:revInfo>
</file>

<file path=ppt/tableStyles.xml><?xml version="1.0" encoding="utf-8"?>
<a:tblStyleLst xmlns:a="http://schemas.openxmlformats.org/drawingml/2006/main" def="{4B5A7CD3-97D1-4E09-9452-5C31B1B86E84}">
  <a:tblStyle styleId="{4B5A7CD3-97D1-4E09-9452-5C31B1B86E84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V>
        </a:tcBdr>
      </a:tcStyle>
    </a:wholeTbl>
    <a:band1H>
      <a:tcTxStyle/>
      <a:tcStyle>
        <a:tcBdr/>
      </a:tcStyle>
    </a:band1H>
    <a:band2H>
      <a:tcTxStyle/>
      <a:tcStyle>
        <a:tcBdr/>
      </a:tcStyle>
    </a:band2H>
    <a:band1V>
      <a:tcTxStyle/>
      <a:tcStyle>
        <a:tcBdr/>
      </a:tcStyle>
    </a:band1V>
    <a:band2V>
      <a:tcTxStyle/>
      <a:tcStyle>
        <a:tcBdr/>
      </a:tcStyle>
    </a:band2V>
    <a:lastCol>
      <a:tcTxStyle/>
      <a:tcStyle>
        <a:tcBdr/>
      </a:tcStyle>
    </a:lastCol>
    <a:firstCol>
      <a:tcTxStyle/>
      <a:tcStyle>
        <a:tcBdr/>
      </a:tcStyle>
    </a:firstCol>
    <a:lastRow>
      <a:tcTxStyle/>
      <a:tcStyle>
        <a:tcBdr/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/>
      <a:tcStyle>
        <a:tcBdr/>
      </a:tcStyle>
    </a:firstRow>
    <a:neCell>
      <a:tcTxStyle/>
      <a:tcStyle>
        <a:tcBdr/>
      </a:tcStyle>
    </a:neCell>
    <a:nwCell>
      <a:tcTxStyle/>
      <a:tcStyle>
        <a:tcBdr/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80729" autoAdjust="0"/>
  </p:normalViewPr>
  <p:slideViewPr>
    <p:cSldViewPr snapToGrid="0" showGuides="1">
      <p:cViewPr varScale="1">
        <p:scale>
          <a:sx n="166" d="100"/>
          <a:sy n="166" d="100"/>
        </p:scale>
        <p:origin x="258" y="732"/>
      </p:cViewPr>
      <p:guideLst>
        <p:guide orient="horz" pos="162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1.xml"/><Relationship Id="rId18" Type="http://schemas.openxmlformats.org/officeDocument/2006/relationships/slide" Target="slides/slide16.xml"/><Relationship Id="rId26" Type="http://schemas.openxmlformats.org/officeDocument/2006/relationships/font" Target="fonts/font7.fntdata"/><Relationship Id="rId39" Type="http://schemas.openxmlformats.org/officeDocument/2006/relationships/font" Target="fonts/font20.fntdata"/><Relationship Id="rId21" Type="http://schemas.openxmlformats.org/officeDocument/2006/relationships/font" Target="fonts/font2.fntdata"/><Relationship Id="rId34" Type="http://schemas.openxmlformats.org/officeDocument/2006/relationships/font" Target="fonts/font15.fntdata"/><Relationship Id="rId42" Type="http://schemas.openxmlformats.org/officeDocument/2006/relationships/theme" Target="theme/theme1.xml"/><Relationship Id="rId7" Type="http://schemas.openxmlformats.org/officeDocument/2006/relationships/slide" Target="slides/slide5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4.xml"/><Relationship Id="rId29" Type="http://schemas.openxmlformats.org/officeDocument/2006/relationships/font" Target="fonts/font10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1" Type="http://schemas.openxmlformats.org/officeDocument/2006/relationships/slide" Target="slides/slide9.xml"/><Relationship Id="rId24" Type="http://schemas.openxmlformats.org/officeDocument/2006/relationships/font" Target="fonts/font5.fntdata"/><Relationship Id="rId32" Type="http://schemas.openxmlformats.org/officeDocument/2006/relationships/font" Target="fonts/font13.fntdata"/><Relationship Id="rId37" Type="http://schemas.openxmlformats.org/officeDocument/2006/relationships/font" Target="fonts/font18.fntdata"/><Relationship Id="rId40" Type="http://schemas.openxmlformats.org/officeDocument/2006/relationships/presProps" Target="presProps.xml"/><Relationship Id="rId45" Type="http://schemas.microsoft.com/office/2015/10/relationships/revisionInfo" Target="revisionInfo.xml"/><Relationship Id="rId5" Type="http://schemas.openxmlformats.org/officeDocument/2006/relationships/slide" Target="slides/slide3.xml"/><Relationship Id="rId15" Type="http://schemas.openxmlformats.org/officeDocument/2006/relationships/slide" Target="slides/slide13.xml"/><Relationship Id="rId23" Type="http://schemas.openxmlformats.org/officeDocument/2006/relationships/font" Target="fonts/font4.fntdata"/><Relationship Id="rId28" Type="http://schemas.openxmlformats.org/officeDocument/2006/relationships/font" Target="fonts/font9.fntdata"/><Relationship Id="rId36" Type="http://schemas.openxmlformats.org/officeDocument/2006/relationships/font" Target="fonts/font17.fntdata"/><Relationship Id="rId10" Type="http://schemas.openxmlformats.org/officeDocument/2006/relationships/slide" Target="slides/slide8.xml"/><Relationship Id="rId19" Type="http://schemas.openxmlformats.org/officeDocument/2006/relationships/notesMaster" Target="notesMasters/notesMaster1.xml"/><Relationship Id="rId31" Type="http://schemas.openxmlformats.org/officeDocument/2006/relationships/font" Target="fonts/font12.fntdata"/><Relationship Id="rId44" Type="http://schemas.microsoft.com/office/2016/11/relationships/changesInfo" Target="changesInfos/changesInfo1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4" Type="http://schemas.openxmlformats.org/officeDocument/2006/relationships/slide" Target="slides/slide12.xml"/><Relationship Id="rId22" Type="http://schemas.openxmlformats.org/officeDocument/2006/relationships/font" Target="fonts/font3.fntdata"/><Relationship Id="rId27" Type="http://schemas.openxmlformats.org/officeDocument/2006/relationships/font" Target="fonts/font8.fntdata"/><Relationship Id="rId30" Type="http://schemas.openxmlformats.org/officeDocument/2006/relationships/font" Target="fonts/font11.fntdata"/><Relationship Id="rId35" Type="http://schemas.openxmlformats.org/officeDocument/2006/relationships/font" Target="fonts/font16.fntdata"/><Relationship Id="rId43" Type="http://schemas.openxmlformats.org/officeDocument/2006/relationships/tableStyles" Target="tableStyles.xml"/><Relationship Id="rId8" Type="http://schemas.openxmlformats.org/officeDocument/2006/relationships/slide" Target="slides/slide6.xml"/><Relationship Id="rId3" Type="http://schemas.openxmlformats.org/officeDocument/2006/relationships/slide" Target="slides/slide1.xml"/><Relationship Id="rId12" Type="http://schemas.openxmlformats.org/officeDocument/2006/relationships/slide" Target="slides/slide10.xml"/><Relationship Id="rId17" Type="http://schemas.openxmlformats.org/officeDocument/2006/relationships/slide" Target="slides/slide15.xml"/><Relationship Id="rId25" Type="http://schemas.openxmlformats.org/officeDocument/2006/relationships/font" Target="fonts/font6.fntdata"/><Relationship Id="rId33" Type="http://schemas.openxmlformats.org/officeDocument/2006/relationships/font" Target="fonts/font14.fntdata"/><Relationship Id="rId38" Type="http://schemas.openxmlformats.org/officeDocument/2006/relationships/font" Target="fonts/font19.fntdata"/><Relationship Id="rId20" Type="http://schemas.openxmlformats.org/officeDocument/2006/relationships/font" Target="fonts/font1.fntdata"/><Relationship Id="rId41" Type="http://schemas.openxmlformats.org/officeDocument/2006/relationships/viewProps" Target="view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Carlos Valdez" userId="e3f2b272ee7ec1ec" providerId="LiveId" clId="{2572EC0B-DA09-444F-A39C-A317C27FD138}"/>
    <pc:docChg chg="modSld">
      <pc:chgData name="Carlos Valdez" userId="e3f2b272ee7ec1ec" providerId="LiveId" clId="{2572EC0B-DA09-444F-A39C-A317C27FD138}" dt="2026-07-09T05:04:29.211" v="8" actId="20577"/>
      <pc:docMkLst>
        <pc:docMk/>
      </pc:docMkLst>
      <pc:sldChg chg="modNotesTx">
        <pc:chgData name="Carlos Valdez" userId="e3f2b272ee7ec1ec" providerId="LiveId" clId="{2572EC0B-DA09-444F-A39C-A317C27FD138}" dt="2026-07-09T05:04:29.211" v="8" actId="20577"/>
        <pc:sldMkLst>
          <pc:docMk/>
          <pc:sldMk cId="0" sldId="256"/>
        </pc:sldMkLst>
      </pc:sldChg>
      <pc:sldChg chg="modNotesTx">
        <pc:chgData name="Carlos Valdez" userId="e3f2b272ee7ec1ec" providerId="LiveId" clId="{2572EC0B-DA09-444F-A39C-A317C27FD138}" dt="2026-07-09T05:04:24.313" v="7" actId="20577"/>
        <pc:sldMkLst>
          <pc:docMk/>
          <pc:sldMk cId="0" sldId="259"/>
        </pc:sldMkLst>
      </pc:sldChg>
      <pc:sldChg chg="modNotesTx">
        <pc:chgData name="Carlos Valdez" userId="e3f2b272ee7ec1ec" providerId="LiveId" clId="{2572EC0B-DA09-444F-A39C-A317C27FD138}" dt="2026-07-09T05:03:20.150" v="0" actId="20577"/>
        <pc:sldMkLst>
          <pc:docMk/>
          <pc:sldMk cId="0" sldId="261"/>
        </pc:sldMkLst>
      </pc:sldChg>
      <pc:sldChg chg="modNotesTx">
        <pc:chgData name="Carlos Valdez" userId="e3f2b272ee7ec1ec" providerId="LiveId" clId="{2572EC0B-DA09-444F-A39C-A317C27FD138}" dt="2026-07-09T05:03:52.005" v="2" actId="20577"/>
        <pc:sldMkLst>
          <pc:docMk/>
          <pc:sldMk cId="0" sldId="263"/>
        </pc:sldMkLst>
      </pc:sldChg>
      <pc:sldChg chg="modNotesTx">
        <pc:chgData name="Carlos Valdez" userId="e3f2b272ee7ec1ec" providerId="LiveId" clId="{2572EC0B-DA09-444F-A39C-A317C27FD138}" dt="2026-07-09T05:03:56.715" v="3" actId="20577"/>
        <pc:sldMkLst>
          <pc:docMk/>
          <pc:sldMk cId="0" sldId="266"/>
        </pc:sldMkLst>
      </pc:sldChg>
      <pc:sldChg chg="modNotesTx">
        <pc:chgData name="Carlos Valdez" userId="e3f2b272ee7ec1ec" providerId="LiveId" clId="{2572EC0B-DA09-444F-A39C-A317C27FD138}" dt="2026-07-09T05:04:01.110" v="4" actId="20577"/>
        <pc:sldMkLst>
          <pc:docMk/>
          <pc:sldMk cId="0" sldId="270"/>
        </pc:sldMkLst>
      </pc:sldChg>
      <pc:sldChg chg="modNotesTx">
        <pc:chgData name="Carlos Valdez" userId="e3f2b272ee7ec1ec" providerId="LiveId" clId="{2572EC0B-DA09-444F-A39C-A317C27FD138}" dt="2026-07-09T05:04:09.180" v="5" actId="20577"/>
        <pc:sldMkLst>
          <pc:docMk/>
          <pc:sldMk cId="0" sldId="271"/>
        </pc:sldMkLst>
      </pc:sldChg>
      <pc:sldChg chg="modNotesTx">
        <pc:chgData name="Carlos Valdez" userId="e3f2b272ee7ec1ec" providerId="LiveId" clId="{2572EC0B-DA09-444F-A39C-A317C27FD138}" dt="2026-07-09T05:04:19.350" v="6" actId="20577"/>
        <pc:sldMkLst>
          <pc:docMk/>
          <pc:sldMk cId="3294018502" sldId="298"/>
        </pc:sldMkLst>
      </pc:sldChg>
      <pc:sldChg chg="modNotesTx">
        <pc:chgData name="Carlos Valdez" userId="e3f2b272ee7ec1ec" providerId="LiveId" clId="{2572EC0B-DA09-444F-A39C-A317C27FD138}" dt="2026-07-09T05:03:44.072" v="1" actId="20577"/>
        <pc:sldMkLst>
          <pc:docMk/>
          <pc:sldMk cId="603022936" sldId="300"/>
        </pc:sldMkLst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7" name="Google Shape;317;g1232387ba2b_1_1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18" name="Google Shape;318;g1232387ba2b_1_1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6" name="Google Shape;336;g1209512ea0c_1_32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37" name="Google Shape;337;g1209512ea0c_1_32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6" name="Google Shape;336;g1209512ea0c_1_32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37" name="Google Shape;337;g1209512ea0c_1_32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07784868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9" name="Google Shape;359;g1209512ea0c_1_31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60" name="Google Shape;360;g1209512ea0c_1_31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lang="es-ES" dirty="0"/>
          </a:p>
        </p:txBody>
      </p:sp>
    </p:spTree>
    <p:extLst>
      <p:ext uri="{BB962C8B-B14F-4D97-AF65-F5344CB8AC3E}">
        <p14:creationId xmlns:p14="http://schemas.microsoft.com/office/powerpoint/2010/main" val="259426564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6" name="Google Shape;746;g1237dacfa85_12_51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47" name="Google Shape;747;g1237dacfa85_12_51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lang="es-ES" dirty="0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0" name="Google Shape;730;g1237dacfa85_7_7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31" name="Google Shape;731;g1237dacfa85_7_7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tabLst/>
              <a:defRPr/>
            </a:pPr>
            <a:endParaRPr lang="es-GT" dirty="0"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4" name="Google Shape;794;g1237dacfa85_12_29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95" name="Google Shape;795;g1237dacfa85_12_29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2" name="Google Shape;572;g1237dacfa85_12_15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73" name="Google Shape;573;g1237dacfa85_12_15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8" name="Google Shape;498;g1237dacfa85_10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99" name="Google Shape;499;g1237dacfa85_10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8" name="Google Shape;488;g1237dacfa85_7_28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89" name="Google Shape;489;g1237dacfa85_7_28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29">
          <a:extLst>
            <a:ext uri="{FF2B5EF4-FFF2-40B4-BE49-F238E27FC236}">
              <a16:creationId xmlns:a16="http://schemas.microsoft.com/office/drawing/2014/main" id="{A4CDC726-885C-1DA4-4B0C-EA9357EC1AF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0" name="Google Shape;430;g1237dacfa85_7_175:notes">
            <a:extLst>
              <a:ext uri="{FF2B5EF4-FFF2-40B4-BE49-F238E27FC236}">
                <a16:creationId xmlns:a16="http://schemas.microsoft.com/office/drawing/2014/main" id="{9FD8B054-870C-09A2-81F1-D22BC997EF5F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31" name="Google Shape;431;g1237dacfa85_7_175:notes">
            <a:extLst>
              <a:ext uri="{FF2B5EF4-FFF2-40B4-BE49-F238E27FC236}">
                <a16:creationId xmlns:a16="http://schemas.microsoft.com/office/drawing/2014/main" id="{99FE0B10-37CB-15C1-02F4-483FAEBE1682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1423396982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2" name="Google Shape;372;g1237dacfa85_7_7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73" name="Google Shape;373;g1237dacfa85_7_7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GT" dirty="0"/>
              <a:t>Figura 2.36, página </a:t>
            </a:r>
            <a:r>
              <a:rPr lang="es-GT"/>
              <a:t>88.</a:t>
            </a:r>
            <a:endParaRPr lang="es-GT" dirty="0"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2" name="Google Shape;1132;g1237dacfa85_12_56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33" name="Google Shape;1133;g1237dacfa85_12_56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6" name="Google Shape;366;g1209512ea0c_1_32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67" name="Google Shape;367;g1209512ea0c_1_32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7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784" name="Google Shape;12784;g1237dacfa85_12_2785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785" name="Google Shape;12785;g1237dacfa85_12_2785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/>
              <a:t>Tech Company Job Descriptions by </a:t>
            </a:r>
            <a:r>
              <a:rPr lang="en-US" dirty="0" err="1"/>
              <a:t>Slidesgo</a:t>
            </a:r>
            <a:endParaRPr dirty="0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Layouts/_rels/slideLayout2.xml.rels><?xml version="1.0" encoding="UTF-8" standalone="yes"?>
<Relationships xmlns="http://schemas.openxmlformats.org/package/2006/relationships"><Relationship Id="rId8" Type="http://schemas.openxmlformats.org/officeDocument/2006/relationships/image" Target="../media/image4.png"/><Relationship Id="rId3" Type="http://schemas.openxmlformats.org/officeDocument/2006/relationships/image" Target="../media/image6.png"/><Relationship Id="rId7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7.png"/><Relationship Id="rId5" Type="http://schemas.openxmlformats.org/officeDocument/2006/relationships/image" Target="../media/image3.png"/><Relationship Id="rId4" Type="http://schemas.openxmlformats.org/officeDocument/2006/relationships/image" Target="../media/image5.png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4.png"/><Relationship Id="rId4" Type="http://schemas.openxmlformats.org/officeDocument/2006/relationships/image" Target="../media/image7.png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3.png"/><Relationship Id="rId4" Type="http://schemas.openxmlformats.org/officeDocument/2006/relationships/image" Target="../media/image6.png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4.png"/><Relationship Id="rId5" Type="http://schemas.openxmlformats.org/officeDocument/2006/relationships/image" Target="../media/image6.png"/><Relationship Id="rId4" Type="http://schemas.openxmlformats.org/officeDocument/2006/relationships/image" Target="../media/image3.png"/></Relationships>
</file>

<file path=ppt/slideLayouts/_rels/slideLayout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4.png"/><Relationship Id="rId5" Type="http://schemas.openxmlformats.org/officeDocument/2006/relationships/image" Target="../media/image6.png"/><Relationship Id="rId4" Type="http://schemas.openxmlformats.org/officeDocument/2006/relationships/image" Target="../media/image3.png"/></Relationships>
</file>

<file path=ppt/slideLayouts/_rels/slideLayout7.xml.rels><?xml version="1.0" encoding="UTF-8" standalone="yes"?>
<Relationships xmlns="http://schemas.openxmlformats.org/package/2006/relationships"><Relationship Id="rId8" Type="http://schemas.openxmlformats.org/officeDocument/2006/relationships/image" Target="../media/image4.png"/><Relationship Id="rId3" Type="http://schemas.openxmlformats.org/officeDocument/2006/relationships/image" Target="../media/image5.png"/><Relationship Id="rId7" Type="http://schemas.openxmlformats.org/officeDocument/2006/relationships/image" Target="../media/image7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2.png"/><Relationship Id="rId5" Type="http://schemas.openxmlformats.org/officeDocument/2006/relationships/image" Target="../media/image6.png"/><Relationship Id="rId4" Type="http://schemas.openxmlformats.org/officeDocument/2006/relationships/image" Target="../media/image3.png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4.png"/><Relationship Id="rId5" Type="http://schemas.openxmlformats.org/officeDocument/2006/relationships/image" Target="../media/image6.png"/><Relationship Id="rId4" Type="http://schemas.openxmlformats.org/officeDocument/2006/relationships/image" Target="../media/image3.png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4.png"/></Relationships>
</file>

<file path=ppt/slideLayouts/_rels/slideLayout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7.png"/><Relationship Id="rId4" Type="http://schemas.openxmlformats.org/officeDocument/2006/relationships/image" Target="../media/image3.png"/></Relationships>
</file>

<file path=ppt/slideLayouts/_rels/slideLayout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3.png"/><Relationship Id="rId4" Type="http://schemas.openxmlformats.org/officeDocument/2006/relationships/image" Target="../media/image7.png"/></Relationships>
</file>

<file path=ppt/slideLayouts/_rels/slideLayout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3.png"/><Relationship Id="rId5" Type="http://schemas.openxmlformats.org/officeDocument/2006/relationships/image" Target="../media/image4.png"/><Relationship Id="rId4" Type="http://schemas.openxmlformats.org/officeDocument/2006/relationships/image" Target="../media/image2.png"/></Relationships>
</file>

<file path=ppt/slideLayouts/_rels/slideLayout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4.png"/><Relationship Id="rId5" Type="http://schemas.openxmlformats.org/officeDocument/2006/relationships/image" Target="../media/image7.png"/><Relationship Id="rId4" Type="http://schemas.openxmlformats.org/officeDocument/2006/relationships/image" Target="../media/image3.png"/></Relationships>
</file>

<file path=ppt/slideLayouts/_rels/slideLayout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3.png"/><Relationship Id="rId4" Type="http://schemas.openxmlformats.org/officeDocument/2006/relationships/image" Target="../media/image4.png"/></Relationships>
</file>

<file path=ppt/slideLayouts/_rels/slideLayout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3.png"/><Relationship Id="rId4" Type="http://schemas.openxmlformats.org/officeDocument/2006/relationships/image" Target="../media/image4.png"/></Relationships>
</file>

<file path=ppt/slideLayouts/_rels/slideLayout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7.png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bg>
      <p:bgPr>
        <a:gradFill>
          <a:gsLst>
            <a:gs pos="0">
              <a:schemeClr val="lt1"/>
            </a:gs>
            <a:gs pos="100000">
              <a:srgbClr val="010101"/>
            </a:gs>
          </a:gsLst>
          <a:lin ang="5400012" scaled="0"/>
        </a:gradFill>
        <a:effectLst/>
      </p:bgPr>
    </p:bg>
    <p:spTree>
      <p:nvGrpSpPr>
        <p:cNvPr id="1" name="Shape 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Google Shape;9;p2"/>
          <p:cNvPicPr preferRelativeResize="0"/>
          <p:nvPr/>
        </p:nvPicPr>
        <p:blipFill>
          <a:blip r:embed="rId2">
            <a:alphaModFix amt="50000"/>
          </a:blip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0" name="Google Shape;10;p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-435532" y="3192113"/>
            <a:ext cx="6994611" cy="5143498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11" name="Google Shape;11;p2"/>
          <p:cNvGrpSpPr/>
          <p:nvPr/>
        </p:nvGrpSpPr>
        <p:grpSpPr>
          <a:xfrm>
            <a:off x="1624081" y="4615987"/>
            <a:ext cx="1038288" cy="281297"/>
            <a:chOff x="2443300" y="461900"/>
            <a:chExt cx="403250" cy="109250"/>
          </a:xfrm>
        </p:grpSpPr>
        <p:sp>
          <p:nvSpPr>
            <p:cNvPr id="12" name="Google Shape;12;p2"/>
            <p:cNvSpPr/>
            <p:nvPr/>
          </p:nvSpPr>
          <p:spPr>
            <a:xfrm>
              <a:off x="2757925" y="461900"/>
              <a:ext cx="88625" cy="109250"/>
            </a:xfrm>
            <a:custGeom>
              <a:avLst/>
              <a:gdLst/>
              <a:ahLst/>
              <a:cxnLst/>
              <a:rect l="l" t="t" r="r" b="b"/>
              <a:pathLst>
                <a:path w="3545" h="4370" extrusionOk="0">
                  <a:moveTo>
                    <a:pt x="0" y="4369"/>
                  </a:moveTo>
                  <a:lnTo>
                    <a:pt x="2586" y="0"/>
                  </a:lnTo>
                  <a:lnTo>
                    <a:pt x="3544" y="0"/>
                  </a:lnTo>
                  <a:lnTo>
                    <a:pt x="959" y="4369"/>
                  </a:ln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2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" name="Google Shape;13;p2"/>
            <p:cNvSpPr/>
            <p:nvPr/>
          </p:nvSpPr>
          <p:spPr>
            <a:xfrm>
              <a:off x="2705550" y="461900"/>
              <a:ext cx="88500" cy="109250"/>
            </a:xfrm>
            <a:custGeom>
              <a:avLst/>
              <a:gdLst/>
              <a:ahLst/>
              <a:cxnLst/>
              <a:rect l="l" t="t" r="r" b="b"/>
              <a:pathLst>
                <a:path w="3540" h="4370" extrusionOk="0">
                  <a:moveTo>
                    <a:pt x="0" y="4369"/>
                  </a:moveTo>
                  <a:lnTo>
                    <a:pt x="2586" y="0"/>
                  </a:lnTo>
                  <a:lnTo>
                    <a:pt x="3540" y="0"/>
                  </a:lnTo>
                  <a:lnTo>
                    <a:pt x="954" y="4369"/>
                  </a:ln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2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" name="Google Shape;14;p2"/>
            <p:cNvSpPr/>
            <p:nvPr/>
          </p:nvSpPr>
          <p:spPr>
            <a:xfrm>
              <a:off x="2653050" y="461900"/>
              <a:ext cx="88625" cy="109250"/>
            </a:xfrm>
            <a:custGeom>
              <a:avLst/>
              <a:gdLst/>
              <a:ahLst/>
              <a:cxnLst/>
              <a:rect l="l" t="t" r="r" b="b"/>
              <a:pathLst>
                <a:path w="3545" h="4370" extrusionOk="0">
                  <a:moveTo>
                    <a:pt x="1" y="4369"/>
                  </a:moveTo>
                  <a:lnTo>
                    <a:pt x="2586" y="0"/>
                  </a:lnTo>
                  <a:lnTo>
                    <a:pt x="3545" y="0"/>
                  </a:lnTo>
                  <a:lnTo>
                    <a:pt x="959" y="4369"/>
                  </a:ln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2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" name="Google Shape;15;p2"/>
            <p:cNvSpPr/>
            <p:nvPr/>
          </p:nvSpPr>
          <p:spPr>
            <a:xfrm>
              <a:off x="2600675" y="461900"/>
              <a:ext cx="88500" cy="109250"/>
            </a:xfrm>
            <a:custGeom>
              <a:avLst/>
              <a:gdLst/>
              <a:ahLst/>
              <a:cxnLst/>
              <a:rect l="l" t="t" r="r" b="b"/>
              <a:pathLst>
                <a:path w="3540" h="4370" extrusionOk="0">
                  <a:moveTo>
                    <a:pt x="0" y="4369"/>
                  </a:moveTo>
                  <a:lnTo>
                    <a:pt x="2586" y="0"/>
                  </a:lnTo>
                  <a:lnTo>
                    <a:pt x="3540" y="0"/>
                  </a:lnTo>
                  <a:lnTo>
                    <a:pt x="954" y="4369"/>
                  </a:ln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2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" name="Google Shape;16;p2"/>
            <p:cNvSpPr/>
            <p:nvPr/>
          </p:nvSpPr>
          <p:spPr>
            <a:xfrm>
              <a:off x="2548175" y="461900"/>
              <a:ext cx="88525" cy="109250"/>
            </a:xfrm>
            <a:custGeom>
              <a:avLst/>
              <a:gdLst/>
              <a:ahLst/>
              <a:cxnLst/>
              <a:rect l="l" t="t" r="r" b="b"/>
              <a:pathLst>
                <a:path w="3541" h="4370" extrusionOk="0">
                  <a:moveTo>
                    <a:pt x="1" y="4369"/>
                  </a:moveTo>
                  <a:lnTo>
                    <a:pt x="2586" y="0"/>
                  </a:lnTo>
                  <a:lnTo>
                    <a:pt x="3540" y="0"/>
                  </a:lnTo>
                  <a:lnTo>
                    <a:pt x="955" y="4369"/>
                  </a:ln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2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" name="Google Shape;17;p2"/>
            <p:cNvSpPr/>
            <p:nvPr/>
          </p:nvSpPr>
          <p:spPr>
            <a:xfrm>
              <a:off x="2495700" y="461900"/>
              <a:ext cx="88625" cy="109250"/>
            </a:xfrm>
            <a:custGeom>
              <a:avLst/>
              <a:gdLst/>
              <a:ahLst/>
              <a:cxnLst/>
              <a:rect l="l" t="t" r="r" b="b"/>
              <a:pathLst>
                <a:path w="3545" h="4370" extrusionOk="0">
                  <a:moveTo>
                    <a:pt x="0" y="4369"/>
                  </a:moveTo>
                  <a:lnTo>
                    <a:pt x="2586" y="0"/>
                  </a:lnTo>
                  <a:lnTo>
                    <a:pt x="3544" y="0"/>
                  </a:lnTo>
                  <a:lnTo>
                    <a:pt x="959" y="4369"/>
                  </a:ln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2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" name="Google Shape;18;p2"/>
            <p:cNvSpPr/>
            <p:nvPr/>
          </p:nvSpPr>
          <p:spPr>
            <a:xfrm>
              <a:off x="2443300" y="461900"/>
              <a:ext cx="88425" cy="109250"/>
            </a:xfrm>
            <a:custGeom>
              <a:avLst/>
              <a:gdLst/>
              <a:ahLst/>
              <a:cxnLst/>
              <a:rect l="l" t="t" r="r" b="b"/>
              <a:pathLst>
                <a:path w="3537" h="4370" extrusionOk="0">
                  <a:moveTo>
                    <a:pt x="1" y="4369"/>
                  </a:moveTo>
                  <a:lnTo>
                    <a:pt x="2587" y="0"/>
                  </a:lnTo>
                  <a:lnTo>
                    <a:pt x="3536" y="0"/>
                  </a:lnTo>
                  <a:lnTo>
                    <a:pt x="950" y="4369"/>
                  </a:ln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2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19" name="Google Shape;19;p2"/>
          <p:cNvGrpSpPr/>
          <p:nvPr/>
        </p:nvGrpSpPr>
        <p:grpSpPr>
          <a:xfrm rot="10800000">
            <a:off x="6963897" y="539500"/>
            <a:ext cx="4914957" cy="5143501"/>
            <a:chOff x="-2927778" y="-3028300"/>
            <a:chExt cx="4914957" cy="5143501"/>
          </a:xfrm>
        </p:grpSpPr>
        <p:pic>
          <p:nvPicPr>
            <p:cNvPr id="20" name="Google Shape;20;p2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-2927778" y="-3028300"/>
              <a:ext cx="4914957" cy="5143501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21" name="Google Shape;21;p2"/>
            <p:cNvSpPr/>
            <p:nvPr/>
          </p:nvSpPr>
          <p:spPr>
            <a:xfrm>
              <a:off x="-2504200" y="-2804175"/>
              <a:ext cx="4066911" cy="4654702"/>
            </a:xfrm>
            <a:custGeom>
              <a:avLst/>
              <a:gdLst/>
              <a:ahLst/>
              <a:cxnLst/>
              <a:rect l="l" t="t" r="r" b="b"/>
              <a:pathLst>
                <a:path w="44232" h="51065" fill="none" extrusionOk="0">
                  <a:moveTo>
                    <a:pt x="0" y="38302"/>
                  </a:moveTo>
                  <a:lnTo>
                    <a:pt x="0" y="12767"/>
                  </a:lnTo>
                  <a:lnTo>
                    <a:pt x="22111" y="0"/>
                  </a:lnTo>
                  <a:lnTo>
                    <a:pt x="44231" y="12767"/>
                  </a:lnTo>
                  <a:lnTo>
                    <a:pt x="44231" y="38302"/>
                  </a:lnTo>
                  <a:lnTo>
                    <a:pt x="22111" y="51065"/>
                  </a:lnTo>
                  <a:close/>
                </a:path>
              </a:pathLst>
            </a:custGeom>
            <a:noFill/>
            <a:ln w="19050" cap="flat" cmpd="sng">
              <a:solidFill>
                <a:srgbClr val="5233DA"/>
              </a:solidFill>
              <a:prstDash val="solid"/>
              <a:miter lim="4457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pic>
        <p:nvPicPr>
          <p:cNvPr id="22" name="Google Shape;22;p2"/>
          <p:cNvPicPr preferRelativeResize="0"/>
          <p:nvPr/>
        </p:nvPicPr>
        <p:blipFill rotWithShape="1">
          <a:blip r:embed="rId5">
            <a:alphaModFix/>
          </a:blip>
          <a:srcRect l="17360" t="15311" r="23370"/>
          <a:stretch/>
        </p:blipFill>
        <p:spPr>
          <a:xfrm rot="10800000">
            <a:off x="5118985" y="2814225"/>
            <a:ext cx="4565427" cy="4860325"/>
          </a:xfrm>
          <a:prstGeom prst="rect">
            <a:avLst/>
          </a:prstGeom>
          <a:noFill/>
          <a:ln>
            <a:noFill/>
          </a:ln>
        </p:spPr>
      </p:pic>
      <p:sp>
        <p:nvSpPr>
          <p:cNvPr id="23" name="Google Shape;23;p2"/>
          <p:cNvSpPr txBox="1">
            <a:spLocks noGrp="1"/>
          </p:cNvSpPr>
          <p:nvPr>
            <p:ph type="ctrTitle"/>
          </p:nvPr>
        </p:nvSpPr>
        <p:spPr>
          <a:xfrm>
            <a:off x="1462950" y="1609326"/>
            <a:ext cx="4541700" cy="1730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6600">
                <a:latin typeface="Oxanium Medium"/>
                <a:ea typeface="Oxanium Medium"/>
                <a:cs typeface="Oxanium Medium"/>
                <a:sym typeface="Oxanium Medium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>
            <a:endParaRPr/>
          </a:p>
        </p:txBody>
      </p:sp>
      <p:sp>
        <p:nvSpPr>
          <p:cNvPr id="24" name="Google Shape;24;p2"/>
          <p:cNvSpPr txBox="1">
            <a:spLocks noGrp="1"/>
          </p:cNvSpPr>
          <p:nvPr>
            <p:ph type="subTitle" idx="1"/>
          </p:nvPr>
        </p:nvSpPr>
        <p:spPr>
          <a:xfrm>
            <a:off x="1462950" y="3409925"/>
            <a:ext cx="4541700" cy="388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600">
                <a:latin typeface="Overpass"/>
                <a:ea typeface="Overpass"/>
                <a:cs typeface="Overpass"/>
                <a:sym typeface="Overpass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>
            <a:endParaRPr/>
          </a:p>
        </p:txBody>
      </p:sp>
      <p:sp>
        <p:nvSpPr>
          <p:cNvPr id="25" name="Google Shape;25;p2"/>
          <p:cNvSpPr txBox="1">
            <a:spLocks noGrp="1"/>
          </p:cNvSpPr>
          <p:nvPr>
            <p:ph type="ctrTitle" idx="2"/>
          </p:nvPr>
        </p:nvSpPr>
        <p:spPr>
          <a:xfrm>
            <a:off x="1462950" y="1103026"/>
            <a:ext cx="4541700" cy="535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5200"/>
              <a:buNone/>
              <a:defRPr>
                <a:solidFill>
                  <a:schemeClr val="accent1"/>
                </a:solidFill>
                <a:latin typeface="Oxanium Medium"/>
                <a:ea typeface="Oxanium Medium"/>
                <a:cs typeface="Oxanium Medium"/>
                <a:sym typeface="Oxanium Medium"/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>
            <a:endParaRPr/>
          </a:p>
        </p:txBody>
      </p:sp>
      <p:grpSp>
        <p:nvGrpSpPr>
          <p:cNvPr id="26" name="Google Shape;26;p2"/>
          <p:cNvGrpSpPr/>
          <p:nvPr/>
        </p:nvGrpSpPr>
        <p:grpSpPr>
          <a:xfrm>
            <a:off x="-4087047" y="-3028300"/>
            <a:ext cx="6074226" cy="8077999"/>
            <a:chOff x="-4087047" y="-3028300"/>
            <a:chExt cx="6074226" cy="8077999"/>
          </a:xfrm>
        </p:grpSpPr>
        <p:pic>
          <p:nvPicPr>
            <p:cNvPr id="27" name="Google Shape;27;p2"/>
            <p:cNvPicPr preferRelativeResize="0"/>
            <p:nvPr/>
          </p:nvPicPr>
          <p:blipFill>
            <a:blip r:embed="rId6">
              <a:alphaModFix/>
            </a:blip>
            <a:stretch>
              <a:fillRect/>
            </a:stretch>
          </p:blipFill>
          <p:spPr>
            <a:xfrm>
              <a:off x="-4087047" y="-93800"/>
              <a:ext cx="5549993" cy="5143499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28" name="Google Shape;28;p2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-2927778" y="-3028300"/>
              <a:ext cx="4914957" cy="5143501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29" name="Google Shape;29;p2"/>
            <p:cNvSpPr/>
            <p:nvPr/>
          </p:nvSpPr>
          <p:spPr>
            <a:xfrm>
              <a:off x="-2504200" y="-2804175"/>
              <a:ext cx="4066911" cy="4654702"/>
            </a:xfrm>
            <a:custGeom>
              <a:avLst/>
              <a:gdLst/>
              <a:ahLst/>
              <a:cxnLst/>
              <a:rect l="l" t="t" r="r" b="b"/>
              <a:pathLst>
                <a:path w="44232" h="51065" fill="none" extrusionOk="0">
                  <a:moveTo>
                    <a:pt x="0" y="38302"/>
                  </a:moveTo>
                  <a:lnTo>
                    <a:pt x="0" y="12767"/>
                  </a:lnTo>
                  <a:lnTo>
                    <a:pt x="22111" y="0"/>
                  </a:lnTo>
                  <a:lnTo>
                    <a:pt x="44231" y="12767"/>
                  </a:lnTo>
                  <a:lnTo>
                    <a:pt x="44231" y="38302"/>
                  </a:lnTo>
                  <a:lnTo>
                    <a:pt x="22111" y="51065"/>
                  </a:lnTo>
                  <a:close/>
                </a:path>
              </a:pathLst>
            </a:custGeom>
            <a:noFill/>
            <a:ln w="19050" cap="flat" cmpd="sng">
              <a:solidFill>
                <a:srgbClr val="5233DA"/>
              </a:solidFill>
              <a:prstDash val="solid"/>
              <a:miter lim="4457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1" name="Google Shape;31;p3"/>
          <p:cNvPicPr preferRelativeResize="0"/>
          <p:nvPr/>
        </p:nvPicPr>
        <p:blipFill>
          <a:blip r:embed="rId2">
            <a:alphaModFix amt="50000"/>
          </a:blip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pic>
        <p:nvPicPr>
          <p:cNvPr id="32" name="Google Shape;32;p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 flipH="1">
            <a:off x="-3229797" y="539500"/>
            <a:ext cx="5035507" cy="5143501"/>
          </a:xfrm>
          <a:prstGeom prst="rect">
            <a:avLst/>
          </a:prstGeom>
          <a:noFill/>
          <a:ln>
            <a:noFill/>
          </a:ln>
        </p:spPr>
      </p:pic>
      <p:pic>
        <p:nvPicPr>
          <p:cNvPr id="33" name="Google Shape;33;p3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 flipH="1">
            <a:off x="6389136" y="-684100"/>
            <a:ext cx="5549993" cy="5143499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34" name="Google Shape;34;p3"/>
          <p:cNvGrpSpPr/>
          <p:nvPr/>
        </p:nvGrpSpPr>
        <p:grpSpPr>
          <a:xfrm>
            <a:off x="5788704" y="-2590150"/>
            <a:ext cx="4914957" cy="5143501"/>
            <a:chOff x="5864904" y="-3028300"/>
            <a:chExt cx="4914957" cy="5143501"/>
          </a:xfrm>
        </p:grpSpPr>
        <p:pic>
          <p:nvPicPr>
            <p:cNvPr id="35" name="Google Shape;35;p3"/>
            <p:cNvPicPr preferRelativeResize="0"/>
            <p:nvPr/>
          </p:nvPicPr>
          <p:blipFill>
            <a:blip r:embed="rId5">
              <a:alphaModFix/>
            </a:blip>
            <a:stretch>
              <a:fillRect/>
            </a:stretch>
          </p:blipFill>
          <p:spPr>
            <a:xfrm flipH="1">
              <a:off x="5864904" y="-3028300"/>
              <a:ext cx="4914957" cy="5143501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36" name="Google Shape;36;p3"/>
            <p:cNvSpPr/>
            <p:nvPr/>
          </p:nvSpPr>
          <p:spPr>
            <a:xfrm flipH="1">
              <a:off x="6288972" y="-2804182"/>
              <a:ext cx="4066911" cy="4695171"/>
            </a:xfrm>
            <a:custGeom>
              <a:avLst/>
              <a:gdLst/>
              <a:ahLst/>
              <a:cxnLst/>
              <a:rect l="l" t="t" r="r" b="b"/>
              <a:pathLst>
                <a:path w="44232" h="51065" fill="none" extrusionOk="0">
                  <a:moveTo>
                    <a:pt x="0" y="38302"/>
                  </a:moveTo>
                  <a:lnTo>
                    <a:pt x="0" y="12767"/>
                  </a:lnTo>
                  <a:lnTo>
                    <a:pt x="22111" y="0"/>
                  </a:lnTo>
                  <a:lnTo>
                    <a:pt x="44231" y="12767"/>
                  </a:lnTo>
                  <a:lnTo>
                    <a:pt x="44231" y="38302"/>
                  </a:lnTo>
                  <a:lnTo>
                    <a:pt x="22111" y="51065"/>
                  </a:lnTo>
                  <a:close/>
                </a:path>
              </a:pathLst>
            </a:custGeom>
            <a:noFill/>
            <a:ln w="19050" cap="flat" cmpd="sng">
              <a:solidFill>
                <a:srgbClr val="5233DA"/>
              </a:solidFill>
              <a:prstDash val="solid"/>
              <a:miter lim="4457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37" name="Google Shape;37;p3"/>
          <p:cNvSpPr/>
          <p:nvPr/>
        </p:nvSpPr>
        <p:spPr>
          <a:xfrm>
            <a:off x="484675" y="583400"/>
            <a:ext cx="1575102" cy="1802722"/>
          </a:xfrm>
          <a:custGeom>
            <a:avLst/>
            <a:gdLst/>
            <a:ahLst/>
            <a:cxnLst/>
            <a:rect l="l" t="t" r="r" b="b"/>
            <a:pathLst>
              <a:path w="44232" h="51065" fill="none" extrusionOk="0">
                <a:moveTo>
                  <a:pt x="0" y="38302"/>
                </a:moveTo>
                <a:lnTo>
                  <a:pt x="0" y="12767"/>
                </a:lnTo>
                <a:lnTo>
                  <a:pt x="22111" y="0"/>
                </a:lnTo>
                <a:lnTo>
                  <a:pt x="44231" y="12767"/>
                </a:lnTo>
                <a:lnTo>
                  <a:pt x="44231" y="38302"/>
                </a:lnTo>
                <a:lnTo>
                  <a:pt x="22111" y="51065"/>
                </a:lnTo>
                <a:close/>
              </a:path>
            </a:pathLst>
          </a:custGeom>
          <a:noFill/>
          <a:ln w="19050" cap="flat" cmpd="sng">
            <a:solidFill>
              <a:srgbClr val="5233DA"/>
            </a:solidFill>
            <a:prstDash val="solid"/>
            <a:miter lim="4457"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pic>
        <p:nvPicPr>
          <p:cNvPr id="38" name="Google Shape;38;p3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 flipH="1">
            <a:off x="310682" y="161063"/>
            <a:ext cx="2432520" cy="2661830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39" name="Google Shape;39;p3"/>
          <p:cNvGrpSpPr/>
          <p:nvPr/>
        </p:nvGrpSpPr>
        <p:grpSpPr>
          <a:xfrm>
            <a:off x="-1507114" y="2961674"/>
            <a:ext cx="9947139" cy="5373924"/>
            <a:chOff x="-1507114" y="2961674"/>
            <a:chExt cx="9947139" cy="5373924"/>
          </a:xfrm>
        </p:grpSpPr>
        <p:pic>
          <p:nvPicPr>
            <p:cNvPr id="40" name="Google Shape;40;p3"/>
            <p:cNvPicPr preferRelativeResize="0"/>
            <p:nvPr/>
          </p:nvPicPr>
          <p:blipFill rotWithShape="1">
            <a:blip r:embed="rId7">
              <a:alphaModFix/>
            </a:blip>
            <a:srcRect t="8717"/>
            <a:stretch/>
          </p:blipFill>
          <p:spPr>
            <a:xfrm flipH="1">
              <a:off x="1445398" y="3640425"/>
              <a:ext cx="6994627" cy="4695173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41" name="Google Shape;41;p3"/>
            <p:cNvPicPr preferRelativeResize="0"/>
            <p:nvPr/>
          </p:nvPicPr>
          <p:blipFill rotWithShape="1">
            <a:blip r:embed="rId8">
              <a:alphaModFix/>
            </a:blip>
            <a:srcRect l="17360" t="15311" r="23370"/>
            <a:stretch/>
          </p:blipFill>
          <p:spPr>
            <a:xfrm rot="-5400000">
              <a:off x="-1359665" y="2814225"/>
              <a:ext cx="4565427" cy="4860325"/>
            </a:xfrm>
            <a:prstGeom prst="rect">
              <a:avLst/>
            </a:prstGeom>
            <a:noFill/>
            <a:ln>
              <a:noFill/>
            </a:ln>
          </p:spPr>
        </p:pic>
      </p:grpSp>
      <p:grpSp>
        <p:nvGrpSpPr>
          <p:cNvPr id="42" name="Google Shape;42;p3"/>
          <p:cNvGrpSpPr/>
          <p:nvPr/>
        </p:nvGrpSpPr>
        <p:grpSpPr>
          <a:xfrm flipH="1">
            <a:off x="5627863" y="4615987"/>
            <a:ext cx="1038288" cy="281297"/>
            <a:chOff x="2443300" y="461900"/>
            <a:chExt cx="403250" cy="109250"/>
          </a:xfrm>
        </p:grpSpPr>
        <p:sp>
          <p:nvSpPr>
            <p:cNvPr id="43" name="Google Shape;43;p3"/>
            <p:cNvSpPr/>
            <p:nvPr/>
          </p:nvSpPr>
          <p:spPr>
            <a:xfrm>
              <a:off x="2757925" y="461900"/>
              <a:ext cx="88625" cy="109250"/>
            </a:xfrm>
            <a:custGeom>
              <a:avLst/>
              <a:gdLst/>
              <a:ahLst/>
              <a:cxnLst/>
              <a:rect l="l" t="t" r="r" b="b"/>
              <a:pathLst>
                <a:path w="3545" h="4370" extrusionOk="0">
                  <a:moveTo>
                    <a:pt x="0" y="4369"/>
                  </a:moveTo>
                  <a:lnTo>
                    <a:pt x="2586" y="0"/>
                  </a:lnTo>
                  <a:lnTo>
                    <a:pt x="3544" y="0"/>
                  </a:lnTo>
                  <a:lnTo>
                    <a:pt x="959" y="4369"/>
                  </a:ln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2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4" name="Google Shape;44;p3"/>
            <p:cNvSpPr/>
            <p:nvPr/>
          </p:nvSpPr>
          <p:spPr>
            <a:xfrm>
              <a:off x="2705550" y="461900"/>
              <a:ext cx="88500" cy="109250"/>
            </a:xfrm>
            <a:custGeom>
              <a:avLst/>
              <a:gdLst/>
              <a:ahLst/>
              <a:cxnLst/>
              <a:rect l="l" t="t" r="r" b="b"/>
              <a:pathLst>
                <a:path w="3540" h="4370" extrusionOk="0">
                  <a:moveTo>
                    <a:pt x="0" y="4369"/>
                  </a:moveTo>
                  <a:lnTo>
                    <a:pt x="2586" y="0"/>
                  </a:lnTo>
                  <a:lnTo>
                    <a:pt x="3540" y="0"/>
                  </a:lnTo>
                  <a:lnTo>
                    <a:pt x="954" y="4369"/>
                  </a:ln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2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5" name="Google Shape;45;p3"/>
            <p:cNvSpPr/>
            <p:nvPr/>
          </p:nvSpPr>
          <p:spPr>
            <a:xfrm>
              <a:off x="2653050" y="461900"/>
              <a:ext cx="88625" cy="109250"/>
            </a:xfrm>
            <a:custGeom>
              <a:avLst/>
              <a:gdLst/>
              <a:ahLst/>
              <a:cxnLst/>
              <a:rect l="l" t="t" r="r" b="b"/>
              <a:pathLst>
                <a:path w="3545" h="4370" extrusionOk="0">
                  <a:moveTo>
                    <a:pt x="1" y="4369"/>
                  </a:moveTo>
                  <a:lnTo>
                    <a:pt x="2586" y="0"/>
                  </a:lnTo>
                  <a:lnTo>
                    <a:pt x="3545" y="0"/>
                  </a:lnTo>
                  <a:lnTo>
                    <a:pt x="959" y="4369"/>
                  </a:ln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2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6" name="Google Shape;46;p3"/>
            <p:cNvSpPr/>
            <p:nvPr/>
          </p:nvSpPr>
          <p:spPr>
            <a:xfrm>
              <a:off x="2600675" y="461900"/>
              <a:ext cx="88500" cy="109250"/>
            </a:xfrm>
            <a:custGeom>
              <a:avLst/>
              <a:gdLst/>
              <a:ahLst/>
              <a:cxnLst/>
              <a:rect l="l" t="t" r="r" b="b"/>
              <a:pathLst>
                <a:path w="3540" h="4370" extrusionOk="0">
                  <a:moveTo>
                    <a:pt x="0" y="4369"/>
                  </a:moveTo>
                  <a:lnTo>
                    <a:pt x="2586" y="0"/>
                  </a:lnTo>
                  <a:lnTo>
                    <a:pt x="3540" y="0"/>
                  </a:lnTo>
                  <a:lnTo>
                    <a:pt x="954" y="4369"/>
                  </a:ln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2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7" name="Google Shape;47;p3"/>
            <p:cNvSpPr/>
            <p:nvPr/>
          </p:nvSpPr>
          <p:spPr>
            <a:xfrm>
              <a:off x="2548175" y="461900"/>
              <a:ext cx="88525" cy="109250"/>
            </a:xfrm>
            <a:custGeom>
              <a:avLst/>
              <a:gdLst/>
              <a:ahLst/>
              <a:cxnLst/>
              <a:rect l="l" t="t" r="r" b="b"/>
              <a:pathLst>
                <a:path w="3541" h="4370" extrusionOk="0">
                  <a:moveTo>
                    <a:pt x="1" y="4369"/>
                  </a:moveTo>
                  <a:lnTo>
                    <a:pt x="2586" y="0"/>
                  </a:lnTo>
                  <a:lnTo>
                    <a:pt x="3540" y="0"/>
                  </a:lnTo>
                  <a:lnTo>
                    <a:pt x="955" y="4369"/>
                  </a:ln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2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8" name="Google Shape;48;p3"/>
            <p:cNvSpPr/>
            <p:nvPr/>
          </p:nvSpPr>
          <p:spPr>
            <a:xfrm>
              <a:off x="2495700" y="461900"/>
              <a:ext cx="88625" cy="109250"/>
            </a:xfrm>
            <a:custGeom>
              <a:avLst/>
              <a:gdLst/>
              <a:ahLst/>
              <a:cxnLst/>
              <a:rect l="l" t="t" r="r" b="b"/>
              <a:pathLst>
                <a:path w="3545" h="4370" extrusionOk="0">
                  <a:moveTo>
                    <a:pt x="0" y="4369"/>
                  </a:moveTo>
                  <a:lnTo>
                    <a:pt x="2586" y="0"/>
                  </a:lnTo>
                  <a:lnTo>
                    <a:pt x="3544" y="0"/>
                  </a:lnTo>
                  <a:lnTo>
                    <a:pt x="959" y="4369"/>
                  </a:ln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2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9" name="Google Shape;49;p3"/>
            <p:cNvSpPr/>
            <p:nvPr/>
          </p:nvSpPr>
          <p:spPr>
            <a:xfrm>
              <a:off x="2443300" y="461900"/>
              <a:ext cx="88425" cy="109250"/>
            </a:xfrm>
            <a:custGeom>
              <a:avLst/>
              <a:gdLst/>
              <a:ahLst/>
              <a:cxnLst/>
              <a:rect l="l" t="t" r="r" b="b"/>
              <a:pathLst>
                <a:path w="3537" h="4370" extrusionOk="0">
                  <a:moveTo>
                    <a:pt x="1" y="4369"/>
                  </a:moveTo>
                  <a:lnTo>
                    <a:pt x="2587" y="0"/>
                  </a:lnTo>
                  <a:lnTo>
                    <a:pt x="3536" y="0"/>
                  </a:lnTo>
                  <a:lnTo>
                    <a:pt x="950" y="4369"/>
                  </a:ln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2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50" name="Google Shape;50;p3"/>
          <p:cNvSpPr txBox="1">
            <a:spLocks noGrp="1"/>
          </p:cNvSpPr>
          <p:nvPr>
            <p:ph type="title"/>
          </p:nvPr>
        </p:nvSpPr>
        <p:spPr>
          <a:xfrm>
            <a:off x="2743200" y="2394474"/>
            <a:ext cx="4121400" cy="841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7200"/>
              <a:buNone/>
              <a:defRPr sz="5200">
                <a:latin typeface="Oxanium Medium"/>
                <a:ea typeface="Oxanium Medium"/>
                <a:cs typeface="Oxanium Medium"/>
                <a:sym typeface="Oxanium Medium"/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7200"/>
              <a:buNone/>
              <a:defRPr sz="72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7200"/>
              <a:buNone/>
              <a:defRPr sz="72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7200"/>
              <a:buNone/>
              <a:defRPr sz="72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7200"/>
              <a:buNone/>
              <a:defRPr sz="72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7200"/>
              <a:buNone/>
              <a:defRPr sz="72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7200"/>
              <a:buNone/>
              <a:defRPr sz="72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7200"/>
              <a:buNone/>
              <a:defRPr sz="72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7200"/>
              <a:buNone/>
              <a:defRPr sz="7200"/>
            </a:lvl9pPr>
          </a:lstStyle>
          <a:p>
            <a:endParaRPr/>
          </a:p>
        </p:txBody>
      </p:sp>
      <p:sp>
        <p:nvSpPr>
          <p:cNvPr id="51" name="Google Shape;51;p3"/>
          <p:cNvSpPr txBox="1">
            <a:spLocks noGrp="1"/>
          </p:cNvSpPr>
          <p:nvPr>
            <p:ph type="title" idx="2" hasCustomPrompt="1"/>
          </p:nvPr>
        </p:nvSpPr>
        <p:spPr>
          <a:xfrm>
            <a:off x="2819400" y="1466750"/>
            <a:ext cx="1243500" cy="841800"/>
          </a:xfrm>
          <a:prstGeom prst="rect">
            <a:avLst/>
          </a:prstGeom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7200"/>
              <a:buNone/>
              <a:defRPr sz="7200">
                <a:solidFill>
                  <a:schemeClr val="accent1"/>
                </a:solidFill>
                <a:latin typeface="Oxanium Medium"/>
                <a:ea typeface="Oxanium Medium"/>
                <a:cs typeface="Oxanium Medium"/>
                <a:sym typeface="Oxanium Medium"/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7200"/>
              <a:buNone/>
              <a:defRPr sz="72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7200"/>
              <a:buNone/>
              <a:defRPr sz="72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7200"/>
              <a:buNone/>
              <a:defRPr sz="72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7200"/>
              <a:buNone/>
              <a:defRPr sz="72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7200"/>
              <a:buNone/>
              <a:defRPr sz="72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7200"/>
              <a:buNone/>
              <a:defRPr sz="72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7200"/>
              <a:buNone/>
              <a:defRPr sz="72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7200"/>
              <a:buNone/>
              <a:defRPr sz="7200"/>
            </a:lvl9pPr>
          </a:lstStyle>
          <a:p>
            <a:r>
              <a:t>xx%</a:t>
            </a:r>
          </a:p>
        </p:txBody>
      </p:sp>
      <p:sp>
        <p:nvSpPr>
          <p:cNvPr id="52" name="Google Shape;52;p3"/>
          <p:cNvSpPr txBox="1">
            <a:spLocks noGrp="1"/>
          </p:cNvSpPr>
          <p:nvPr>
            <p:ph type="subTitle" idx="1"/>
          </p:nvPr>
        </p:nvSpPr>
        <p:spPr>
          <a:xfrm>
            <a:off x="2743200" y="3236275"/>
            <a:ext cx="4121400" cy="373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60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wo columns" type="twoColTx">
  <p:cSld name="TITLE_AND_TWO_COLUMNS">
    <p:spTree>
      <p:nvGrpSpPr>
        <p:cNvPr id="1" name="Shape 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8" name="Google Shape;58;p5"/>
          <p:cNvPicPr preferRelativeResize="0"/>
          <p:nvPr/>
        </p:nvPicPr>
        <p:blipFill>
          <a:blip r:embed="rId2">
            <a:alphaModFix amt="50000"/>
          </a:blip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59" name="Google Shape;59;p5"/>
          <p:cNvSpPr txBox="1">
            <a:spLocks noGrp="1"/>
          </p:cNvSpPr>
          <p:nvPr>
            <p:ph type="body" idx="1"/>
          </p:nvPr>
        </p:nvSpPr>
        <p:spPr>
          <a:xfrm>
            <a:off x="713225" y="2683050"/>
            <a:ext cx="3545400" cy="1889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175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Anaheim"/>
              <a:buChar char="●"/>
              <a:defRPr sz="1400"/>
            </a:lvl1pPr>
            <a:lvl2pPr marL="914400" lvl="1" indent="-317500">
              <a:spcBef>
                <a:spcPts val="0"/>
              </a:spcBef>
              <a:spcAft>
                <a:spcPts val="0"/>
              </a:spcAft>
              <a:buSzPts val="1400"/>
              <a:buFont typeface="Arial"/>
              <a:buChar char="○"/>
              <a:defRPr sz="1200"/>
            </a:lvl2pPr>
            <a:lvl3pPr marL="1371600" lvl="2" indent="-317500">
              <a:spcBef>
                <a:spcPts val="0"/>
              </a:spcBef>
              <a:spcAft>
                <a:spcPts val="0"/>
              </a:spcAft>
              <a:buSzPts val="1400"/>
              <a:buFont typeface="Arial"/>
              <a:buChar char="■"/>
              <a:defRPr sz="1200"/>
            </a:lvl3pPr>
            <a:lvl4pPr marL="1828800" lvl="3" indent="-317500">
              <a:spcBef>
                <a:spcPts val="0"/>
              </a:spcBef>
              <a:spcAft>
                <a:spcPts val="0"/>
              </a:spcAft>
              <a:buSzPts val="1400"/>
              <a:buFont typeface="Arial"/>
              <a:buChar char="●"/>
              <a:defRPr sz="1200"/>
            </a:lvl4pPr>
            <a:lvl5pPr marL="2286000" lvl="4" indent="-317500">
              <a:spcBef>
                <a:spcPts val="0"/>
              </a:spcBef>
              <a:spcAft>
                <a:spcPts val="0"/>
              </a:spcAft>
              <a:buSzPts val="1400"/>
              <a:buFont typeface="Arial"/>
              <a:buChar char="○"/>
              <a:defRPr sz="1200"/>
            </a:lvl5pPr>
            <a:lvl6pPr marL="2743200" lvl="5" indent="-317500">
              <a:spcBef>
                <a:spcPts val="0"/>
              </a:spcBef>
              <a:spcAft>
                <a:spcPts val="0"/>
              </a:spcAft>
              <a:buSzPts val="1400"/>
              <a:buFont typeface="Arial"/>
              <a:buChar char="■"/>
              <a:defRPr sz="1200"/>
            </a:lvl6pPr>
            <a:lvl7pPr marL="3200400" lvl="6" indent="-317500">
              <a:spcBef>
                <a:spcPts val="0"/>
              </a:spcBef>
              <a:spcAft>
                <a:spcPts val="0"/>
              </a:spcAft>
              <a:buSzPts val="1400"/>
              <a:buFont typeface="Arial"/>
              <a:buChar char="●"/>
              <a:defRPr sz="1200"/>
            </a:lvl7pPr>
            <a:lvl8pPr marL="3657600" lvl="7" indent="-317500">
              <a:spcBef>
                <a:spcPts val="0"/>
              </a:spcBef>
              <a:spcAft>
                <a:spcPts val="0"/>
              </a:spcAft>
              <a:buSzPts val="1400"/>
              <a:buFont typeface="Arial"/>
              <a:buChar char="○"/>
              <a:defRPr sz="1200"/>
            </a:lvl8pPr>
            <a:lvl9pPr marL="4114800" lvl="8" indent="-317500">
              <a:spcBef>
                <a:spcPts val="0"/>
              </a:spcBef>
              <a:spcAft>
                <a:spcPts val="0"/>
              </a:spcAft>
              <a:buSzPts val="1400"/>
              <a:buFont typeface="Arial"/>
              <a:buChar char="■"/>
              <a:defRPr sz="1200"/>
            </a:lvl9pPr>
          </a:lstStyle>
          <a:p>
            <a:endParaRPr/>
          </a:p>
        </p:txBody>
      </p:sp>
      <p:sp>
        <p:nvSpPr>
          <p:cNvPr id="60" name="Google Shape;60;p5"/>
          <p:cNvSpPr txBox="1">
            <a:spLocks noGrp="1"/>
          </p:cNvSpPr>
          <p:nvPr>
            <p:ph type="body" idx="2"/>
          </p:nvPr>
        </p:nvSpPr>
        <p:spPr>
          <a:xfrm>
            <a:off x="4885375" y="2683050"/>
            <a:ext cx="3545400" cy="1889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175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Anaheim"/>
              <a:buChar char="●"/>
              <a:defRPr sz="1400"/>
            </a:lvl1pPr>
            <a:lvl2pPr marL="914400" lvl="1" indent="-317500">
              <a:spcBef>
                <a:spcPts val="0"/>
              </a:spcBef>
              <a:spcAft>
                <a:spcPts val="0"/>
              </a:spcAft>
              <a:buSzPts val="1400"/>
              <a:buFont typeface="Arial"/>
              <a:buChar char="○"/>
              <a:defRPr sz="1200"/>
            </a:lvl2pPr>
            <a:lvl3pPr marL="1371600" lvl="2" indent="-317500">
              <a:spcBef>
                <a:spcPts val="0"/>
              </a:spcBef>
              <a:spcAft>
                <a:spcPts val="0"/>
              </a:spcAft>
              <a:buSzPts val="1400"/>
              <a:buFont typeface="Arial"/>
              <a:buChar char="■"/>
              <a:defRPr sz="1200"/>
            </a:lvl3pPr>
            <a:lvl4pPr marL="1828800" lvl="3" indent="-317500">
              <a:spcBef>
                <a:spcPts val="0"/>
              </a:spcBef>
              <a:spcAft>
                <a:spcPts val="0"/>
              </a:spcAft>
              <a:buSzPts val="1400"/>
              <a:buFont typeface="Arial"/>
              <a:buChar char="●"/>
              <a:defRPr sz="1200"/>
            </a:lvl4pPr>
            <a:lvl5pPr marL="2286000" lvl="4" indent="-317500">
              <a:spcBef>
                <a:spcPts val="0"/>
              </a:spcBef>
              <a:spcAft>
                <a:spcPts val="0"/>
              </a:spcAft>
              <a:buSzPts val="1400"/>
              <a:buFont typeface="Arial"/>
              <a:buChar char="○"/>
              <a:defRPr sz="1200"/>
            </a:lvl5pPr>
            <a:lvl6pPr marL="2743200" lvl="5" indent="-317500">
              <a:spcBef>
                <a:spcPts val="0"/>
              </a:spcBef>
              <a:spcAft>
                <a:spcPts val="0"/>
              </a:spcAft>
              <a:buSzPts val="1400"/>
              <a:buFont typeface="Arial"/>
              <a:buChar char="■"/>
              <a:defRPr sz="1200"/>
            </a:lvl6pPr>
            <a:lvl7pPr marL="3200400" lvl="6" indent="-317500">
              <a:spcBef>
                <a:spcPts val="0"/>
              </a:spcBef>
              <a:spcAft>
                <a:spcPts val="0"/>
              </a:spcAft>
              <a:buSzPts val="1400"/>
              <a:buFont typeface="Arial"/>
              <a:buChar char="●"/>
              <a:defRPr sz="1200"/>
            </a:lvl7pPr>
            <a:lvl8pPr marL="3657600" lvl="7" indent="-317500">
              <a:spcBef>
                <a:spcPts val="0"/>
              </a:spcBef>
              <a:spcAft>
                <a:spcPts val="0"/>
              </a:spcAft>
              <a:buSzPts val="1400"/>
              <a:buFont typeface="Arial"/>
              <a:buChar char="○"/>
              <a:defRPr sz="1200"/>
            </a:lvl8pPr>
            <a:lvl9pPr marL="4114800" lvl="8" indent="-317500">
              <a:spcBef>
                <a:spcPts val="0"/>
              </a:spcBef>
              <a:spcAft>
                <a:spcPts val="0"/>
              </a:spcAft>
              <a:buSzPts val="1400"/>
              <a:buFont typeface="Arial"/>
              <a:buChar char="■"/>
              <a:defRPr sz="1200"/>
            </a:lvl9pPr>
          </a:lstStyle>
          <a:p>
            <a:endParaRPr/>
          </a:p>
        </p:txBody>
      </p:sp>
      <p:sp>
        <p:nvSpPr>
          <p:cNvPr id="61" name="Google Shape;61;p5"/>
          <p:cNvSpPr txBox="1">
            <a:spLocks noGrp="1"/>
          </p:cNvSpPr>
          <p:nvPr>
            <p:ph type="title"/>
          </p:nvPr>
        </p:nvSpPr>
        <p:spPr>
          <a:xfrm>
            <a:off x="713225" y="539500"/>
            <a:ext cx="7717500" cy="6129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3000"/>
              <a:buFont typeface="Oxanium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3000"/>
              <a:buFont typeface="Oxanium"/>
              <a:buNone/>
              <a:defRPr sz="3000">
                <a:solidFill>
                  <a:schemeClr val="accent2"/>
                </a:solidFill>
                <a:latin typeface="Oxanium"/>
                <a:ea typeface="Oxanium"/>
                <a:cs typeface="Oxanium"/>
                <a:sym typeface="Oxanium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3000"/>
              <a:buFont typeface="Oxanium"/>
              <a:buNone/>
              <a:defRPr sz="3000">
                <a:solidFill>
                  <a:schemeClr val="accent2"/>
                </a:solidFill>
                <a:latin typeface="Oxanium"/>
                <a:ea typeface="Oxanium"/>
                <a:cs typeface="Oxanium"/>
                <a:sym typeface="Oxanium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3000"/>
              <a:buFont typeface="Oxanium"/>
              <a:buNone/>
              <a:defRPr sz="3000">
                <a:solidFill>
                  <a:schemeClr val="accent2"/>
                </a:solidFill>
                <a:latin typeface="Oxanium"/>
                <a:ea typeface="Oxanium"/>
                <a:cs typeface="Oxanium"/>
                <a:sym typeface="Oxanium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3000"/>
              <a:buFont typeface="Oxanium"/>
              <a:buNone/>
              <a:defRPr sz="3000">
                <a:solidFill>
                  <a:schemeClr val="accent2"/>
                </a:solidFill>
                <a:latin typeface="Oxanium"/>
                <a:ea typeface="Oxanium"/>
                <a:cs typeface="Oxanium"/>
                <a:sym typeface="Oxanium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3000"/>
              <a:buFont typeface="Oxanium"/>
              <a:buNone/>
              <a:defRPr sz="3000">
                <a:solidFill>
                  <a:schemeClr val="accent2"/>
                </a:solidFill>
                <a:latin typeface="Oxanium"/>
                <a:ea typeface="Oxanium"/>
                <a:cs typeface="Oxanium"/>
                <a:sym typeface="Oxanium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3000"/>
              <a:buFont typeface="Oxanium"/>
              <a:buNone/>
              <a:defRPr sz="3000">
                <a:solidFill>
                  <a:schemeClr val="accent2"/>
                </a:solidFill>
                <a:latin typeface="Oxanium"/>
                <a:ea typeface="Oxanium"/>
                <a:cs typeface="Oxanium"/>
                <a:sym typeface="Oxanium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3000"/>
              <a:buFont typeface="Oxanium"/>
              <a:buNone/>
              <a:defRPr sz="3000">
                <a:solidFill>
                  <a:schemeClr val="accent2"/>
                </a:solidFill>
                <a:latin typeface="Oxanium"/>
                <a:ea typeface="Oxanium"/>
                <a:cs typeface="Oxanium"/>
                <a:sym typeface="Oxanium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3000"/>
              <a:buFont typeface="Oxanium"/>
              <a:buNone/>
              <a:defRPr sz="3000">
                <a:solidFill>
                  <a:schemeClr val="accent2"/>
                </a:solidFill>
                <a:latin typeface="Oxanium"/>
                <a:ea typeface="Oxanium"/>
                <a:cs typeface="Oxanium"/>
                <a:sym typeface="Oxanium"/>
              </a:defRPr>
            </a:lvl9pPr>
          </a:lstStyle>
          <a:p>
            <a:endParaRPr/>
          </a:p>
        </p:txBody>
      </p:sp>
      <p:pic>
        <p:nvPicPr>
          <p:cNvPr id="62" name="Google Shape;62;p5"/>
          <p:cNvPicPr preferRelativeResize="0"/>
          <p:nvPr/>
        </p:nvPicPr>
        <p:blipFill rotWithShape="1">
          <a:blip r:embed="rId3">
            <a:alphaModFix/>
          </a:blip>
          <a:srcRect t="8717"/>
          <a:stretch/>
        </p:blipFill>
        <p:spPr>
          <a:xfrm flipH="1">
            <a:off x="7634811" y="-1808075"/>
            <a:ext cx="6994627" cy="4695173"/>
          </a:xfrm>
          <a:prstGeom prst="rect">
            <a:avLst/>
          </a:prstGeom>
          <a:noFill/>
          <a:ln>
            <a:noFill/>
          </a:ln>
        </p:spPr>
      </p:pic>
      <p:sp>
        <p:nvSpPr>
          <p:cNvPr id="63" name="Google Shape;63;p5"/>
          <p:cNvSpPr txBox="1">
            <a:spLocks noGrp="1"/>
          </p:cNvSpPr>
          <p:nvPr>
            <p:ph type="subTitle" idx="3"/>
          </p:nvPr>
        </p:nvSpPr>
        <p:spPr>
          <a:xfrm>
            <a:off x="715825" y="2064450"/>
            <a:ext cx="3545400" cy="522300"/>
          </a:xfrm>
          <a:prstGeom prst="rect">
            <a:avLst/>
          </a:prstGeom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3000"/>
              <a:buFont typeface="Oxanium"/>
              <a:buNone/>
              <a:defRPr sz="2200">
                <a:solidFill>
                  <a:schemeClr val="accent1"/>
                </a:solidFill>
                <a:latin typeface="Oxanium Medium"/>
                <a:ea typeface="Oxanium Medium"/>
                <a:cs typeface="Oxanium Medium"/>
                <a:sym typeface="Oxanium Medium"/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3000"/>
              <a:buFont typeface="Oxanium"/>
              <a:buNone/>
              <a:defRPr sz="3000">
                <a:solidFill>
                  <a:schemeClr val="accent2"/>
                </a:solidFill>
                <a:latin typeface="Oxanium"/>
                <a:ea typeface="Oxanium"/>
                <a:cs typeface="Oxanium"/>
                <a:sym typeface="Oxanium"/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3000"/>
              <a:buFont typeface="Oxanium"/>
              <a:buNone/>
              <a:defRPr sz="3000">
                <a:solidFill>
                  <a:schemeClr val="accent2"/>
                </a:solidFill>
                <a:latin typeface="Oxanium"/>
                <a:ea typeface="Oxanium"/>
                <a:cs typeface="Oxanium"/>
                <a:sym typeface="Oxanium"/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3000"/>
              <a:buFont typeface="Oxanium"/>
              <a:buNone/>
              <a:defRPr sz="3000">
                <a:solidFill>
                  <a:schemeClr val="accent2"/>
                </a:solidFill>
                <a:latin typeface="Oxanium"/>
                <a:ea typeface="Oxanium"/>
                <a:cs typeface="Oxanium"/>
                <a:sym typeface="Oxanium"/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3000"/>
              <a:buFont typeface="Oxanium"/>
              <a:buNone/>
              <a:defRPr sz="3000">
                <a:solidFill>
                  <a:schemeClr val="accent2"/>
                </a:solidFill>
                <a:latin typeface="Oxanium"/>
                <a:ea typeface="Oxanium"/>
                <a:cs typeface="Oxanium"/>
                <a:sym typeface="Oxanium"/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3000"/>
              <a:buFont typeface="Oxanium"/>
              <a:buNone/>
              <a:defRPr sz="3000">
                <a:solidFill>
                  <a:schemeClr val="accent2"/>
                </a:solidFill>
                <a:latin typeface="Oxanium"/>
                <a:ea typeface="Oxanium"/>
                <a:cs typeface="Oxanium"/>
                <a:sym typeface="Oxanium"/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3000"/>
              <a:buFont typeface="Oxanium"/>
              <a:buNone/>
              <a:defRPr sz="3000">
                <a:solidFill>
                  <a:schemeClr val="accent2"/>
                </a:solidFill>
                <a:latin typeface="Oxanium"/>
                <a:ea typeface="Oxanium"/>
                <a:cs typeface="Oxanium"/>
                <a:sym typeface="Oxanium"/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3000"/>
              <a:buFont typeface="Oxanium"/>
              <a:buNone/>
              <a:defRPr sz="3000">
                <a:solidFill>
                  <a:schemeClr val="accent2"/>
                </a:solidFill>
                <a:latin typeface="Oxanium"/>
                <a:ea typeface="Oxanium"/>
                <a:cs typeface="Oxanium"/>
                <a:sym typeface="Oxanium"/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3000"/>
              <a:buFont typeface="Oxanium"/>
              <a:buNone/>
              <a:defRPr sz="3000">
                <a:solidFill>
                  <a:schemeClr val="accent2"/>
                </a:solidFill>
                <a:latin typeface="Oxanium"/>
                <a:ea typeface="Oxanium"/>
                <a:cs typeface="Oxanium"/>
                <a:sym typeface="Oxanium"/>
              </a:defRPr>
            </a:lvl9pPr>
          </a:lstStyle>
          <a:p>
            <a:endParaRPr/>
          </a:p>
        </p:txBody>
      </p:sp>
      <p:sp>
        <p:nvSpPr>
          <p:cNvPr id="64" name="Google Shape;64;p5"/>
          <p:cNvSpPr txBox="1">
            <a:spLocks noGrp="1"/>
          </p:cNvSpPr>
          <p:nvPr>
            <p:ph type="subTitle" idx="4"/>
          </p:nvPr>
        </p:nvSpPr>
        <p:spPr>
          <a:xfrm>
            <a:off x="4885373" y="2064450"/>
            <a:ext cx="3545400" cy="522300"/>
          </a:xfrm>
          <a:prstGeom prst="rect">
            <a:avLst/>
          </a:prstGeom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3000"/>
              <a:buFont typeface="Oxanium"/>
              <a:buNone/>
              <a:defRPr sz="2200">
                <a:solidFill>
                  <a:schemeClr val="accent1"/>
                </a:solidFill>
                <a:latin typeface="Oxanium Medium"/>
                <a:ea typeface="Oxanium Medium"/>
                <a:cs typeface="Oxanium Medium"/>
                <a:sym typeface="Oxanium Medium"/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3000"/>
              <a:buFont typeface="Oxanium"/>
              <a:buNone/>
              <a:defRPr sz="3000">
                <a:solidFill>
                  <a:schemeClr val="accent2"/>
                </a:solidFill>
                <a:latin typeface="Oxanium"/>
                <a:ea typeface="Oxanium"/>
                <a:cs typeface="Oxanium"/>
                <a:sym typeface="Oxanium"/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3000"/>
              <a:buFont typeface="Oxanium"/>
              <a:buNone/>
              <a:defRPr sz="3000">
                <a:solidFill>
                  <a:schemeClr val="accent2"/>
                </a:solidFill>
                <a:latin typeface="Oxanium"/>
                <a:ea typeface="Oxanium"/>
                <a:cs typeface="Oxanium"/>
                <a:sym typeface="Oxanium"/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3000"/>
              <a:buFont typeface="Oxanium"/>
              <a:buNone/>
              <a:defRPr sz="3000">
                <a:solidFill>
                  <a:schemeClr val="accent2"/>
                </a:solidFill>
                <a:latin typeface="Oxanium"/>
                <a:ea typeface="Oxanium"/>
                <a:cs typeface="Oxanium"/>
                <a:sym typeface="Oxanium"/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3000"/>
              <a:buFont typeface="Oxanium"/>
              <a:buNone/>
              <a:defRPr sz="3000">
                <a:solidFill>
                  <a:schemeClr val="accent2"/>
                </a:solidFill>
                <a:latin typeface="Oxanium"/>
                <a:ea typeface="Oxanium"/>
                <a:cs typeface="Oxanium"/>
                <a:sym typeface="Oxanium"/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3000"/>
              <a:buFont typeface="Oxanium"/>
              <a:buNone/>
              <a:defRPr sz="3000">
                <a:solidFill>
                  <a:schemeClr val="accent2"/>
                </a:solidFill>
                <a:latin typeface="Oxanium"/>
                <a:ea typeface="Oxanium"/>
                <a:cs typeface="Oxanium"/>
                <a:sym typeface="Oxanium"/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3000"/>
              <a:buFont typeface="Oxanium"/>
              <a:buNone/>
              <a:defRPr sz="3000">
                <a:solidFill>
                  <a:schemeClr val="accent2"/>
                </a:solidFill>
                <a:latin typeface="Oxanium"/>
                <a:ea typeface="Oxanium"/>
                <a:cs typeface="Oxanium"/>
                <a:sym typeface="Oxanium"/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3000"/>
              <a:buFont typeface="Oxanium"/>
              <a:buNone/>
              <a:defRPr sz="3000">
                <a:solidFill>
                  <a:schemeClr val="accent2"/>
                </a:solidFill>
                <a:latin typeface="Oxanium"/>
                <a:ea typeface="Oxanium"/>
                <a:cs typeface="Oxanium"/>
                <a:sym typeface="Oxanium"/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3000"/>
              <a:buFont typeface="Oxanium"/>
              <a:buNone/>
              <a:defRPr sz="3000">
                <a:solidFill>
                  <a:schemeClr val="accent2"/>
                </a:solidFill>
                <a:latin typeface="Oxanium"/>
                <a:ea typeface="Oxanium"/>
                <a:cs typeface="Oxanium"/>
                <a:sym typeface="Oxanium"/>
              </a:defRPr>
            </a:lvl9pPr>
          </a:lstStyle>
          <a:p>
            <a:endParaRPr/>
          </a:p>
        </p:txBody>
      </p:sp>
      <p:pic>
        <p:nvPicPr>
          <p:cNvPr id="65" name="Google Shape;65;p5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6431695" y="-1128312"/>
            <a:ext cx="2432520" cy="2661830"/>
          </a:xfrm>
          <a:prstGeom prst="rect">
            <a:avLst/>
          </a:prstGeom>
          <a:noFill/>
          <a:ln>
            <a:noFill/>
          </a:ln>
        </p:spPr>
      </p:pic>
      <p:pic>
        <p:nvPicPr>
          <p:cNvPr id="66" name="Google Shape;66;p5"/>
          <p:cNvPicPr preferRelativeResize="0"/>
          <p:nvPr/>
        </p:nvPicPr>
        <p:blipFill rotWithShape="1">
          <a:blip r:embed="rId5">
            <a:alphaModFix/>
          </a:blip>
          <a:srcRect l="17360" t="15311" r="23370"/>
          <a:stretch/>
        </p:blipFill>
        <p:spPr>
          <a:xfrm rot="-5400000" flipH="1">
            <a:off x="-2073413" y="-1930001"/>
            <a:ext cx="3399777" cy="3619374"/>
          </a:xfrm>
          <a:prstGeom prst="rect">
            <a:avLst/>
          </a:prstGeom>
          <a:noFill/>
          <a:ln>
            <a:noFill/>
          </a:ln>
        </p:spPr>
      </p:pic>
      <p:pic>
        <p:nvPicPr>
          <p:cNvPr id="67" name="Google Shape;67;p5"/>
          <p:cNvPicPr preferRelativeResize="0"/>
          <p:nvPr/>
        </p:nvPicPr>
        <p:blipFill rotWithShape="1">
          <a:blip r:embed="rId3">
            <a:alphaModFix/>
          </a:blip>
          <a:srcRect t="8717"/>
          <a:stretch/>
        </p:blipFill>
        <p:spPr>
          <a:xfrm>
            <a:off x="5857573" y="3607042"/>
            <a:ext cx="5551652" cy="372655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9" name="Google Shape;69;p6"/>
          <p:cNvPicPr preferRelativeResize="0"/>
          <p:nvPr/>
        </p:nvPicPr>
        <p:blipFill>
          <a:blip r:embed="rId2">
            <a:alphaModFix amt="50000"/>
          </a:blip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70" name="Google Shape;70;p6"/>
          <p:cNvGrpSpPr/>
          <p:nvPr/>
        </p:nvGrpSpPr>
        <p:grpSpPr>
          <a:xfrm>
            <a:off x="-3496364" y="-3092926"/>
            <a:ext cx="16798818" cy="10640102"/>
            <a:chOff x="-3496364" y="-3092926"/>
            <a:chExt cx="16798818" cy="10640102"/>
          </a:xfrm>
        </p:grpSpPr>
        <p:pic>
          <p:nvPicPr>
            <p:cNvPr id="71" name="Google Shape;71;p6"/>
            <p:cNvPicPr preferRelativeResize="0"/>
            <p:nvPr/>
          </p:nvPicPr>
          <p:blipFill rotWithShape="1">
            <a:blip r:embed="rId3">
              <a:alphaModFix/>
            </a:blip>
            <a:srcRect l="17360" t="15311" r="23370"/>
            <a:stretch/>
          </p:blipFill>
          <p:spPr>
            <a:xfrm rot="-5400000">
              <a:off x="-3348915" y="2834300"/>
              <a:ext cx="4565427" cy="4860325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72" name="Google Shape;72;p6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8266947" y="-2041400"/>
              <a:ext cx="5035507" cy="5143501"/>
            </a:xfrm>
            <a:prstGeom prst="rect">
              <a:avLst/>
            </a:prstGeom>
            <a:noFill/>
            <a:ln>
              <a:noFill/>
            </a:ln>
          </p:spPr>
        </p:pic>
        <p:grpSp>
          <p:nvGrpSpPr>
            <p:cNvPr id="73" name="Google Shape;73;p6"/>
            <p:cNvGrpSpPr/>
            <p:nvPr/>
          </p:nvGrpSpPr>
          <p:grpSpPr>
            <a:xfrm>
              <a:off x="4052406" y="4642212"/>
              <a:ext cx="1038288" cy="281297"/>
              <a:chOff x="2443300" y="461900"/>
              <a:chExt cx="403250" cy="109250"/>
            </a:xfrm>
          </p:grpSpPr>
          <p:sp>
            <p:nvSpPr>
              <p:cNvPr id="74" name="Google Shape;74;p6"/>
              <p:cNvSpPr/>
              <p:nvPr/>
            </p:nvSpPr>
            <p:spPr>
              <a:xfrm>
                <a:off x="2757925" y="461900"/>
                <a:ext cx="88625" cy="109250"/>
              </a:xfrm>
              <a:custGeom>
                <a:avLst/>
                <a:gdLst/>
                <a:ahLst/>
                <a:cxnLst/>
                <a:rect l="l" t="t" r="r" b="b"/>
                <a:pathLst>
                  <a:path w="3545" h="4370" extrusionOk="0">
                    <a:moveTo>
                      <a:pt x="0" y="4369"/>
                    </a:moveTo>
                    <a:lnTo>
                      <a:pt x="2586" y="0"/>
                    </a:lnTo>
                    <a:lnTo>
                      <a:pt x="3544" y="0"/>
                    </a:lnTo>
                    <a:lnTo>
                      <a:pt x="959" y="4369"/>
                    </a:lnTo>
                    <a:close/>
                  </a:path>
                </a:pathLst>
              </a:custGeom>
              <a:gradFill>
                <a:gsLst>
                  <a:gs pos="0">
                    <a:schemeClr val="dk2"/>
                  </a:gs>
                  <a:gs pos="100000">
                    <a:schemeClr val="lt2"/>
                  </a:gs>
                </a:gsLst>
                <a:lin ang="5400012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5" name="Google Shape;75;p6"/>
              <p:cNvSpPr/>
              <p:nvPr/>
            </p:nvSpPr>
            <p:spPr>
              <a:xfrm>
                <a:off x="2705550" y="461900"/>
                <a:ext cx="88500" cy="109250"/>
              </a:xfrm>
              <a:custGeom>
                <a:avLst/>
                <a:gdLst/>
                <a:ahLst/>
                <a:cxnLst/>
                <a:rect l="l" t="t" r="r" b="b"/>
                <a:pathLst>
                  <a:path w="3540" h="4370" extrusionOk="0">
                    <a:moveTo>
                      <a:pt x="0" y="4369"/>
                    </a:moveTo>
                    <a:lnTo>
                      <a:pt x="2586" y="0"/>
                    </a:lnTo>
                    <a:lnTo>
                      <a:pt x="3540" y="0"/>
                    </a:lnTo>
                    <a:lnTo>
                      <a:pt x="954" y="4369"/>
                    </a:lnTo>
                    <a:close/>
                  </a:path>
                </a:pathLst>
              </a:custGeom>
              <a:gradFill>
                <a:gsLst>
                  <a:gs pos="0">
                    <a:schemeClr val="dk2"/>
                  </a:gs>
                  <a:gs pos="100000">
                    <a:schemeClr val="lt2"/>
                  </a:gs>
                </a:gsLst>
                <a:lin ang="5400012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6" name="Google Shape;76;p6"/>
              <p:cNvSpPr/>
              <p:nvPr/>
            </p:nvSpPr>
            <p:spPr>
              <a:xfrm>
                <a:off x="2653050" y="461900"/>
                <a:ext cx="88625" cy="109250"/>
              </a:xfrm>
              <a:custGeom>
                <a:avLst/>
                <a:gdLst/>
                <a:ahLst/>
                <a:cxnLst/>
                <a:rect l="l" t="t" r="r" b="b"/>
                <a:pathLst>
                  <a:path w="3545" h="4370" extrusionOk="0">
                    <a:moveTo>
                      <a:pt x="1" y="4369"/>
                    </a:moveTo>
                    <a:lnTo>
                      <a:pt x="2586" y="0"/>
                    </a:lnTo>
                    <a:lnTo>
                      <a:pt x="3545" y="0"/>
                    </a:lnTo>
                    <a:lnTo>
                      <a:pt x="959" y="4369"/>
                    </a:lnTo>
                    <a:close/>
                  </a:path>
                </a:pathLst>
              </a:custGeom>
              <a:gradFill>
                <a:gsLst>
                  <a:gs pos="0">
                    <a:schemeClr val="dk2"/>
                  </a:gs>
                  <a:gs pos="100000">
                    <a:schemeClr val="lt2"/>
                  </a:gs>
                </a:gsLst>
                <a:lin ang="5400012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7" name="Google Shape;77;p6"/>
              <p:cNvSpPr/>
              <p:nvPr/>
            </p:nvSpPr>
            <p:spPr>
              <a:xfrm>
                <a:off x="2600675" y="461900"/>
                <a:ext cx="88500" cy="109250"/>
              </a:xfrm>
              <a:custGeom>
                <a:avLst/>
                <a:gdLst/>
                <a:ahLst/>
                <a:cxnLst/>
                <a:rect l="l" t="t" r="r" b="b"/>
                <a:pathLst>
                  <a:path w="3540" h="4370" extrusionOk="0">
                    <a:moveTo>
                      <a:pt x="0" y="4369"/>
                    </a:moveTo>
                    <a:lnTo>
                      <a:pt x="2586" y="0"/>
                    </a:lnTo>
                    <a:lnTo>
                      <a:pt x="3540" y="0"/>
                    </a:lnTo>
                    <a:lnTo>
                      <a:pt x="954" y="4369"/>
                    </a:lnTo>
                    <a:close/>
                  </a:path>
                </a:pathLst>
              </a:custGeom>
              <a:gradFill>
                <a:gsLst>
                  <a:gs pos="0">
                    <a:schemeClr val="dk2"/>
                  </a:gs>
                  <a:gs pos="100000">
                    <a:schemeClr val="lt2"/>
                  </a:gs>
                </a:gsLst>
                <a:lin ang="5400012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8" name="Google Shape;78;p6"/>
              <p:cNvSpPr/>
              <p:nvPr/>
            </p:nvSpPr>
            <p:spPr>
              <a:xfrm>
                <a:off x="2548175" y="461900"/>
                <a:ext cx="88525" cy="109250"/>
              </a:xfrm>
              <a:custGeom>
                <a:avLst/>
                <a:gdLst/>
                <a:ahLst/>
                <a:cxnLst/>
                <a:rect l="l" t="t" r="r" b="b"/>
                <a:pathLst>
                  <a:path w="3541" h="4370" extrusionOk="0">
                    <a:moveTo>
                      <a:pt x="1" y="4369"/>
                    </a:moveTo>
                    <a:lnTo>
                      <a:pt x="2586" y="0"/>
                    </a:lnTo>
                    <a:lnTo>
                      <a:pt x="3540" y="0"/>
                    </a:lnTo>
                    <a:lnTo>
                      <a:pt x="955" y="4369"/>
                    </a:lnTo>
                    <a:close/>
                  </a:path>
                </a:pathLst>
              </a:custGeom>
              <a:gradFill>
                <a:gsLst>
                  <a:gs pos="0">
                    <a:schemeClr val="dk2"/>
                  </a:gs>
                  <a:gs pos="100000">
                    <a:schemeClr val="lt2"/>
                  </a:gs>
                </a:gsLst>
                <a:lin ang="5400012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9" name="Google Shape;79;p6"/>
              <p:cNvSpPr/>
              <p:nvPr/>
            </p:nvSpPr>
            <p:spPr>
              <a:xfrm>
                <a:off x="2495700" y="461900"/>
                <a:ext cx="88625" cy="109250"/>
              </a:xfrm>
              <a:custGeom>
                <a:avLst/>
                <a:gdLst/>
                <a:ahLst/>
                <a:cxnLst/>
                <a:rect l="l" t="t" r="r" b="b"/>
                <a:pathLst>
                  <a:path w="3545" h="4370" extrusionOk="0">
                    <a:moveTo>
                      <a:pt x="0" y="4369"/>
                    </a:moveTo>
                    <a:lnTo>
                      <a:pt x="2586" y="0"/>
                    </a:lnTo>
                    <a:lnTo>
                      <a:pt x="3544" y="0"/>
                    </a:lnTo>
                    <a:lnTo>
                      <a:pt x="959" y="4369"/>
                    </a:lnTo>
                    <a:close/>
                  </a:path>
                </a:pathLst>
              </a:custGeom>
              <a:gradFill>
                <a:gsLst>
                  <a:gs pos="0">
                    <a:schemeClr val="dk2"/>
                  </a:gs>
                  <a:gs pos="100000">
                    <a:schemeClr val="lt2"/>
                  </a:gs>
                </a:gsLst>
                <a:lin ang="5400012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0" name="Google Shape;80;p6"/>
              <p:cNvSpPr/>
              <p:nvPr/>
            </p:nvSpPr>
            <p:spPr>
              <a:xfrm>
                <a:off x="2443300" y="461900"/>
                <a:ext cx="88425" cy="109250"/>
              </a:xfrm>
              <a:custGeom>
                <a:avLst/>
                <a:gdLst/>
                <a:ahLst/>
                <a:cxnLst/>
                <a:rect l="l" t="t" r="r" b="b"/>
                <a:pathLst>
                  <a:path w="3537" h="4370" extrusionOk="0">
                    <a:moveTo>
                      <a:pt x="1" y="4369"/>
                    </a:moveTo>
                    <a:lnTo>
                      <a:pt x="2587" y="0"/>
                    </a:lnTo>
                    <a:lnTo>
                      <a:pt x="3536" y="0"/>
                    </a:lnTo>
                    <a:lnTo>
                      <a:pt x="950" y="4369"/>
                    </a:lnTo>
                    <a:close/>
                  </a:path>
                </a:pathLst>
              </a:custGeom>
              <a:gradFill>
                <a:gsLst>
                  <a:gs pos="0">
                    <a:schemeClr val="dk2"/>
                  </a:gs>
                  <a:gs pos="100000">
                    <a:schemeClr val="lt2"/>
                  </a:gs>
                </a:gsLst>
                <a:lin ang="5400012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pic>
          <p:nvPicPr>
            <p:cNvPr id="81" name="Google Shape;81;p6"/>
            <p:cNvPicPr preferRelativeResize="0"/>
            <p:nvPr/>
          </p:nvPicPr>
          <p:blipFill rotWithShape="1">
            <a:blip r:embed="rId3">
              <a:alphaModFix/>
            </a:blip>
            <a:srcRect l="17360" t="15311" r="23370"/>
            <a:stretch/>
          </p:blipFill>
          <p:spPr>
            <a:xfrm rot="5400000">
              <a:off x="6148073" y="-3240375"/>
              <a:ext cx="4565427" cy="4860325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82" name="Google Shape;82;p6"/>
          <p:cNvSpPr txBox="1">
            <a:spLocks noGrp="1"/>
          </p:cNvSpPr>
          <p:nvPr>
            <p:ph type="title"/>
          </p:nvPr>
        </p:nvSpPr>
        <p:spPr>
          <a:xfrm>
            <a:off x="713225" y="496950"/>
            <a:ext cx="7717500" cy="612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3000"/>
              <a:buFont typeface="Oxanium"/>
              <a:buNone/>
              <a:defRPr>
                <a:latin typeface="Oxanium Medium"/>
                <a:ea typeface="Oxanium Medium"/>
                <a:cs typeface="Oxanium Medium"/>
                <a:sym typeface="Oxanium Medium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3000"/>
              <a:buFont typeface="Oxanium"/>
              <a:buNone/>
              <a:defRPr sz="3000">
                <a:solidFill>
                  <a:schemeClr val="accent2"/>
                </a:solidFill>
                <a:latin typeface="Oxanium"/>
                <a:ea typeface="Oxanium"/>
                <a:cs typeface="Oxanium"/>
                <a:sym typeface="Oxanium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3000"/>
              <a:buFont typeface="Oxanium"/>
              <a:buNone/>
              <a:defRPr sz="3000">
                <a:solidFill>
                  <a:schemeClr val="accent2"/>
                </a:solidFill>
                <a:latin typeface="Oxanium"/>
                <a:ea typeface="Oxanium"/>
                <a:cs typeface="Oxanium"/>
                <a:sym typeface="Oxanium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3000"/>
              <a:buFont typeface="Oxanium"/>
              <a:buNone/>
              <a:defRPr sz="3000">
                <a:solidFill>
                  <a:schemeClr val="accent2"/>
                </a:solidFill>
                <a:latin typeface="Oxanium"/>
                <a:ea typeface="Oxanium"/>
                <a:cs typeface="Oxanium"/>
                <a:sym typeface="Oxanium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3000"/>
              <a:buFont typeface="Oxanium"/>
              <a:buNone/>
              <a:defRPr sz="3000">
                <a:solidFill>
                  <a:schemeClr val="accent2"/>
                </a:solidFill>
                <a:latin typeface="Oxanium"/>
                <a:ea typeface="Oxanium"/>
                <a:cs typeface="Oxanium"/>
                <a:sym typeface="Oxanium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3000"/>
              <a:buFont typeface="Oxanium"/>
              <a:buNone/>
              <a:defRPr sz="3000">
                <a:solidFill>
                  <a:schemeClr val="accent2"/>
                </a:solidFill>
                <a:latin typeface="Oxanium"/>
                <a:ea typeface="Oxanium"/>
                <a:cs typeface="Oxanium"/>
                <a:sym typeface="Oxanium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3000"/>
              <a:buFont typeface="Oxanium"/>
              <a:buNone/>
              <a:defRPr sz="3000">
                <a:solidFill>
                  <a:schemeClr val="accent2"/>
                </a:solidFill>
                <a:latin typeface="Oxanium"/>
                <a:ea typeface="Oxanium"/>
                <a:cs typeface="Oxanium"/>
                <a:sym typeface="Oxanium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3000"/>
              <a:buFont typeface="Oxanium"/>
              <a:buNone/>
              <a:defRPr sz="3000">
                <a:solidFill>
                  <a:schemeClr val="accent2"/>
                </a:solidFill>
                <a:latin typeface="Oxanium"/>
                <a:ea typeface="Oxanium"/>
                <a:cs typeface="Oxanium"/>
                <a:sym typeface="Oxanium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3000"/>
              <a:buFont typeface="Oxanium"/>
              <a:buNone/>
              <a:defRPr sz="3000">
                <a:solidFill>
                  <a:schemeClr val="accent2"/>
                </a:solidFill>
                <a:latin typeface="Oxanium"/>
                <a:ea typeface="Oxanium"/>
                <a:cs typeface="Oxanium"/>
                <a:sym typeface="Oxanium"/>
              </a:defRPr>
            </a:lvl9pPr>
          </a:lstStyle>
          <a:p>
            <a:endParaRPr/>
          </a:p>
        </p:txBody>
      </p:sp>
      <p:pic>
        <p:nvPicPr>
          <p:cNvPr id="83" name="Google Shape;83;p6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-2927778" y="-3028300"/>
            <a:ext cx="4914957" cy="514350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One column text">
  <p:cSld name="ONE_COLUMN_TEXT">
    <p:spTree>
      <p:nvGrpSpPr>
        <p:cNvPr id="1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5" name="Google Shape;85;p7"/>
          <p:cNvPicPr preferRelativeResize="0"/>
          <p:nvPr/>
        </p:nvPicPr>
        <p:blipFill>
          <a:blip r:embed="rId2">
            <a:alphaModFix amt="50000"/>
          </a:blip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86" name="Google Shape;86;p7"/>
          <p:cNvSpPr txBox="1">
            <a:spLocks noGrp="1"/>
          </p:cNvSpPr>
          <p:nvPr>
            <p:ph type="body" idx="1"/>
          </p:nvPr>
        </p:nvSpPr>
        <p:spPr>
          <a:xfrm>
            <a:off x="2134925" y="1761725"/>
            <a:ext cx="4874100" cy="2807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21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1pPr>
            <a:lvl2pPr marL="914400" lvl="1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 sz="1200"/>
            </a:lvl2pPr>
            <a:lvl3pPr marL="1371600" lvl="2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 sz="1200"/>
            </a:lvl3pPr>
            <a:lvl4pPr marL="1828800" lvl="3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200"/>
            </a:lvl4pPr>
            <a:lvl5pPr marL="2286000" lvl="4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 sz="1200"/>
            </a:lvl5pPr>
            <a:lvl6pPr marL="2743200" lvl="5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 sz="1200"/>
            </a:lvl6pPr>
            <a:lvl7pPr marL="3200400" lvl="6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200"/>
            </a:lvl7pPr>
            <a:lvl8pPr marL="3657600" lvl="7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 sz="1200"/>
            </a:lvl8pPr>
            <a:lvl9pPr marL="4114800" lvl="8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 sz="1200"/>
            </a:lvl9pPr>
          </a:lstStyle>
          <a:p>
            <a:endParaRPr/>
          </a:p>
        </p:txBody>
      </p:sp>
      <p:sp>
        <p:nvSpPr>
          <p:cNvPr id="87" name="Google Shape;87;p7"/>
          <p:cNvSpPr txBox="1">
            <a:spLocks noGrp="1"/>
          </p:cNvSpPr>
          <p:nvPr>
            <p:ph type="title"/>
          </p:nvPr>
        </p:nvSpPr>
        <p:spPr>
          <a:xfrm>
            <a:off x="713225" y="539500"/>
            <a:ext cx="7717500" cy="6129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3000"/>
              <a:buFont typeface="Oxanium Medium"/>
              <a:buNone/>
              <a:defRPr sz="3000">
                <a:solidFill>
                  <a:schemeClr val="accent2"/>
                </a:solidFill>
                <a:latin typeface="Oxanium Medium"/>
                <a:ea typeface="Oxanium Medium"/>
                <a:cs typeface="Oxanium Medium"/>
                <a:sym typeface="Oxanium Medium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3000"/>
              <a:buFont typeface="Oxanium Medium"/>
              <a:buNone/>
              <a:defRPr sz="3000">
                <a:solidFill>
                  <a:schemeClr val="accent2"/>
                </a:solidFill>
                <a:latin typeface="Oxanium Medium"/>
                <a:ea typeface="Oxanium Medium"/>
                <a:cs typeface="Oxanium Medium"/>
                <a:sym typeface="Oxanium Medium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3000"/>
              <a:buFont typeface="Oxanium Medium"/>
              <a:buNone/>
              <a:defRPr sz="3000">
                <a:solidFill>
                  <a:schemeClr val="accent2"/>
                </a:solidFill>
                <a:latin typeface="Oxanium Medium"/>
                <a:ea typeface="Oxanium Medium"/>
                <a:cs typeface="Oxanium Medium"/>
                <a:sym typeface="Oxanium Medium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3000"/>
              <a:buFont typeface="Oxanium Medium"/>
              <a:buNone/>
              <a:defRPr sz="3000">
                <a:solidFill>
                  <a:schemeClr val="accent2"/>
                </a:solidFill>
                <a:latin typeface="Oxanium Medium"/>
                <a:ea typeface="Oxanium Medium"/>
                <a:cs typeface="Oxanium Medium"/>
                <a:sym typeface="Oxanium Medium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3000"/>
              <a:buFont typeface="Oxanium Medium"/>
              <a:buNone/>
              <a:defRPr sz="3000">
                <a:solidFill>
                  <a:schemeClr val="accent2"/>
                </a:solidFill>
                <a:latin typeface="Oxanium Medium"/>
                <a:ea typeface="Oxanium Medium"/>
                <a:cs typeface="Oxanium Medium"/>
                <a:sym typeface="Oxanium Medium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3000"/>
              <a:buFont typeface="Oxanium Medium"/>
              <a:buNone/>
              <a:defRPr sz="3000">
                <a:solidFill>
                  <a:schemeClr val="accent2"/>
                </a:solidFill>
                <a:latin typeface="Oxanium Medium"/>
                <a:ea typeface="Oxanium Medium"/>
                <a:cs typeface="Oxanium Medium"/>
                <a:sym typeface="Oxanium Medium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3000"/>
              <a:buFont typeface="Oxanium Medium"/>
              <a:buNone/>
              <a:defRPr sz="3000">
                <a:solidFill>
                  <a:schemeClr val="accent2"/>
                </a:solidFill>
                <a:latin typeface="Oxanium Medium"/>
                <a:ea typeface="Oxanium Medium"/>
                <a:cs typeface="Oxanium Medium"/>
                <a:sym typeface="Oxanium Medium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3000"/>
              <a:buFont typeface="Oxanium Medium"/>
              <a:buNone/>
              <a:defRPr sz="3000">
                <a:solidFill>
                  <a:schemeClr val="accent2"/>
                </a:solidFill>
                <a:latin typeface="Oxanium Medium"/>
                <a:ea typeface="Oxanium Medium"/>
                <a:cs typeface="Oxanium Medium"/>
                <a:sym typeface="Oxanium Medium"/>
              </a:defRPr>
            </a:lvl9pPr>
          </a:lstStyle>
          <a:p>
            <a:endParaRPr/>
          </a:p>
        </p:txBody>
      </p:sp>
      <p:pic>
        <p:nvPicPr>
          <p:cNvPr id="88" name="Google Shape;88;p7"/>
          <p:cNvPicPr preferRelativeResize="0"/>
          <p:nvPr/>
        </p:nvPicPr>
        <p:blipFill rotWithShape="1">
          <a:blip r:embed="rId3">
            <a:alphaModFix/>
          </a:blip>
          <a:srcRect l="11324" t="4078" r="11324" b="4069"/>
          <a:stretch/>
        </p:blipFill>
        <p:spPr>
          <a:xfrm rot="5400000">
            <a:off x="-3254523" y="1563173"/>
            <a:ext cx="4292900" cy="4724402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89" name="Google Shape;89;p7"/>
          <p:cNvGrpSpPr/>
          <p:nvPr/>
        </p:nvGrpSpPr>
        <p:grpSpPr>
          <a:xfrm rot="-5400000">
            <a:off x="-977026" y="3542049"/>
            <a:ext cx="4914957" cy="5143501"/>
            <a:chOff x="-2482653" y="-2238475"/>
            <a:chExt cx="4914957" cy="5143501"/>
          </a:xfrm>
        </p:grpSpPr>
        <p:pic>
          <p:nvPicPr>
            <p:cNvPr id="90" name="Google Shape;90;p7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-2482653" y="-2238475"/>
              <a:ext cx="4914957" cy="5143501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91" name="Google Shape;91;p7"/>
            <p:cNvSpPr/>
            <p:nvPr/>
          </p:nvSpPr>
          <p:spPr>
            <a:xfrm>
              <a:off x="-2058626" y="-2014320"/>
              <a:ext cx="4066911" cy="4695171"/>
            </a:xfrm>
            <a:custGeom>
              <a:avLst/>
              <a:gdLst/>
              <a:ahLst/>
              <a:cxnLst/>
              <a:rect l="l" t="t" r="r" b="b"/>
              <a:pathLst>
                <a:path w="44232" h="51065" fill="none" extrusionOk="0">
                  <a:moveTo>
                    <a:pt x="0" y="38302"/>
                  </a:moveTo>
                  <a:lnTo>
                    <a:pt x="0" y="12767"/>
                  </a:lnTo>
                  <a:lnTo>
                    <a:pt x="22111" y="0"/>
                  </a:lnTo>
                  <a:lnTo>
                    <a:pt x="44231" y="12767"/>
                  </a:lnTo>
                  <a:lnTo>
                    <a:pt x="44231" y="38302"/>
                  </a:lnTo>
                  <a:lnTo>
                    <a:pt x="22111" y="51065"/>
                  </a:lnTo>
                  <a:close/>
                </a:path>
              </a:pathLst>
            </a:custGeom>
            <a:noFill/>
            <a:ln w="19050" cap="flat" cmpd="sng">
              <a:solidFill>
                <a:srgbClr val="5233DA"/>
              </a:solidFill>
              <a:prstDash val="solid"/>
              <a:miter lim="4457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pic>
        <p:nvPicPr>
          <p:cNvPr id="92" name="Google Shape;92;p7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7841397" y="1620700"/>
            <a:ext cx="5035507" cy="5143501"/>
          </a:xfrm>
          <a:prstGeom prst="rect">
            <a:avLst/>
          </a:prstGeom>
          <a:noFill/>
          <a:ln>
            <a:noFill/>
          </a:ln>
        </p:spPr>
      </p:pic>
      <p:pic>
        <p:nvPicPr>
          <p:cNvPr id="93" name="Google Shape;93;p7"/>
          <p:cNvPicPr preferRelativeResize="0"/>
          <p:nvPr/>
        </p:nvPicPr>
        <p:blipFill rotWithShape="1">
          <a:blip r:embed="rId6">
            <a:alphaModFix/>
          </a:blip>
          <a:srcRect l="17360" t="15311" r="23370"/>
          <a:stretch/>
        </p:blipFill>
        <p:spPr>
          <a:xfrm rot="-5400000">
            <a:off x="6307060" y="3249050"/>
            <a:ext cx="4565427" cy="48603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Main point">
  <p:cSld name="MAIN_POINT">
    <p:spTree>
      <p:nvGrpSpPr>
        <p:cNvPr id="1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5" name="Google Shape;95;p8"/>
          <p:cNvPicPr preferRelativeResize="0"/>
          <p:nvPr/>
        </p:nvPicPr>
        <p:blipFill>
          <a:blip r:embed="rId2">
            <a:alphaModFix amt="50000"/>
          </a:blip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96" name="Google Shape;96;p8"/>
          <p:cNvSpPr txBox="1">
            <a:spLocks noGrp="1"/>
          </p:cNvSpPr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>
            <a:endParaRPr/>
          </a:p>
        </p:txBody>
      </p:sp>
      <p:sp>
        <p:nvSpPr>
          <p:cNvPr id="97" name="Google Shape;97;p8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‹Nº›</a:t>
            </a:fld>
            <a:endParaRPr/>
          </a:p>
        </p:txBody>
      </p:sp>
      <p:pic>
        <p:nvPicPr>
          <p:cNvPr id="98" name="Google Shape;98;p8"/>
          <p:cNvPicPr preferRelativeResize="0"/>
          <p:nvPr/>
        </p:nvPicPr>
        <p:blipFill rotWithShape="1">
          <a:blip r:embed="rId3">
            <a:alphaModFix/>
          </a:blip>
          <a:srcRect l="11324" t="4078" r="11324" b="4069"/>
          <a:stretch/>
        </p:blipFill>
        <p:spPr>
          <a:xfrm rot="5400000">
            <a:off x="-3254523" y="1563173"/>
            <a:ext cx="4292900" cy="4724402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99" name="Google Shape;99;p8"/>
          <p:cNvGrpSpPr/>
          <p:nvPr/>
        </p:nvGrpSpPr>
        <p:grpSpPr>
          <a:xfrm rot="-5400000">
            <a:off x="-977026" y="3542049"/>
            <a:ext cx="4914957" cy="5143501"/>
            <a:chOff x="-2482653" y="-2238475"/>
            <a:chExt cx="4914957" cy="5143501"/>
          </a:xfrm>
        </p:grpSpPr>
        <p:pic>
          <p:nvPicPr>
            <p:cNvPr id="100" name="Google Shape;100;p8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-2482653" y="-2238475"/>
              <a:ext cx="4914957" cy="5143501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01" name="Google Shape;101;p8"/>
            <p:cNvSpPr/>
            <p:nvPr/>
          </p:nvSpPr>
          <p:spPr>
            <a:xfrm>
              <a:off x="-2058626" y="-2014320"/>
              <a:ext cx="4066911" cy="4695171"/>
            </a:xfrm>
            <a:custGeom>
              <a:avLst/>
              <a:gdLst/>
              <a:ahLst/>
              <a:cxnLst/>
              <a:rect l="l" t="t" r="r" b="b"/>
              <a:pathLst>
                <a:path w="44232" h="51065" fill="none" extrusionOk="0">
                  <a:moveTo>
                    <a:pt x="0" y="38302"/>
                  </a:moveTo>
                  <a:lnTo>
                    <a:pt x="0" y="12767"/>
                  </a:lnTo>
                  <a:lnTo>
                    <a:pt x="22111" y="0"/>
                  </a:lnTo>
                  <a:lnTo>
                    <a:pt x="44231" y="12767"/>
                  </a:lnTo>
                  <a:lnTo>
                    <a:pt x="44231" y="38302"/>
                  </a:lnTo>
                  <a:lnTo>
                    <a:pt x="22111" y="51065"/>
                  </a:lnTo>
                  <a:close/>
                </a:path>
              </a:pathLst>
            </a:custGeom>
            <a:noFill/>
            <a:ln w="19050" cap="flat" cmpd="sng">
              <a:solidFill>
                <a:srgbClr val="5233DA"/>
              </a:solidFill>
              <a:prstDash val="solid"/>
              <a:miter lim="4457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pic>
        <p:nvPicPr>
          <p:cNvPr id="102" name="Google Shape;102;p8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7841397" y="1620700"/>
            <a:ext cx="5035507" cy="5143501"/>
          </a:xfrm>
          <a:prstGeom prst="rect">
            <a:avLst/>
          </a:prstGeom>
          <a:noFill/>
          <a:ln>
            <a:noFill/>
          </a:ln>
        </p:spPr>
      </p:pic>
      <p:pic>
        <p:nvPicPr>
          <p:cNvPr id="103" name="Google Shape;103;p8"/>
          <p:cNvPicPr preferRelativeResize="0"/>
          <p:nvPr/>
        </p:nvPicPr>
        <p:blipFill rotWithShape="1">
          <a:blip r:embed="rId6">
            <a:alphaModFix/>
          </a:blip>
          <a:srcRect l="17360" t="15311" r="23370"/>
          <a:stretch/>
        </p:blipFill>
        <p:spPr>
          <a:xfrm rot="-5400000">
            <a:off x="6307060" y="3249050"/>
            <a:ext cx="4565427" cy="48603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title and description">
  <p:cSld name="SECTION_TITLE_AND_DESCRIPTION">
    <p:spTree>
      <p:nvGrpSpPr>
        <p:cNvPr id="1" name="Shape 1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5" name="Google Shape;105;p9"/>
          <p:cNvPicPr preferRelativeResize="0"/>
          <p:nvPr/>
        </p:nvPicPr>
        <p:blipFill>
          <a:blip r:embed="rId2">
            <a:alphaModFix amt="50000"/>
          </a:blip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06" name="Google Shape;106;p9"/>
          <p:cNvPicPr preferRelativeResize="0"/>
          <p:nvPr/>
        </p:nvPicPr>
        <p:blipFill rotWithShape="1">
          <a:blip r:embed="rId3">
            <a:alphaModFix/>
          </a:blip>
          <a:srcRect l="11324" t="4078" r="11324" b="4069"/>
          <a:stretch/>
        </p:blipFill>
        <p:spPr>
          <a:xfrm>
            <a:off x="-3359450" y="209550"/>
            <a:ext cx="4292900" cy="4724402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107" name="Google Shape;107;p9"/>
          <p:cNvGrpSpPr/>
          <p:nvPr/>
        </p:nvGrpSpPr>
        <p:grpSpPr>
          <a:xfrm>
            <a:off x="-2482653" y="-2238475"/>
            <a:ext cx="4914957" cy="5143501"/>
            <a:chOff x="-2482653" y="-2238475"/>
            <a:chExt cx="4914957" cy="5143501"/>
          </a:xfrm>
        </p:grpSpPr>
        <p:pic>
          <p:nvPicPr>
            <p:cNvPr id="108" name="Google Shape;108;p9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-2482653" y="-2238475"/>
              <a:ext cx="4914957" cy="5143501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09" name="Google Shape;109;p9"/>
            <p:cNvSpPr/>
            <p:nvPr/>
          </p:nvSpPr>
          <p:spPr>
            <a:xfrm>
              <a:off x="-2058626" y="-2014320"/>
              <a:ext cx="4066911" cy="4695171"/>
            </a:xfrm>
            <a:custGeom>
              <a:avLst/>
              <a:gdLst/>
              <a:ahLst/>
              <a:cxnLst/>
              <a:rect l="l" t="t" r="r" b="b"/>
              <a:pathLst>
                <a:path w="44232" h="51065" fill="none" extrusionOk="0">
                  <a:moveTo>
                    <a:pt x="0" y="38302"/>
                  </a:moveTo>
                  <a:lnTo>
                    <a:pt x="0" y="12767"/>
                  </a:lnTo>
                  <a:lnTo>
                    <a:pt x="22111" y="0"/>
                  </a:lnTo>
                  <a:lnTo>
                    <a:pt x="44231" y="12767"/>
                  </a:lnTo>
                  <a:lnTo>
                    <a:pt x="44231" y="38302"/>
                  </a:lnTo>
                  <a:lnTo>
                    <a:pt x="22111" y="51065"/>
                  </a:lnTo>
                  <a:close/>
                </a:path>
              </a:pathLst>
            </a:custGeom>
            <a:noFill/>
            <a:ln w="19050" cap="flat" cmpd="sng">
              <a:solidFill>
                <a:srgbClr val="5233DA"/>
              </a:solidFill>
              <a:prstDash val="solid"/>
              <a:miter lim="4457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pic>
        <p:nvPicPr>
          <p:cNvPr id="110" name="Google Shape;110;p9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7905847" y="1206250"/>
            <a:ext cx="5035507" cy="5143501"/>
          </a:xfrm>
          <a:prstGeom prst="rect">
            <a:avLst/>
          </a:prstGeom>
          <a:noFill/>
          <a:ln>
            <a:noFill/>
          </a:ln>
        </p:spPr>
      </p:pic>
      <p:pic>
        <p:nvPicPr>
          <p:cNvPr id="111" name="Google Shape;111;p9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-114307" y="3192113"/>
            <a:ext cx="6994611" cy="5143498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112" name="Google Shape;112;p9"/>
          <p:cNvGrpSpPr/>
          <p:nvPr/>
        </p:nvGrpSpPr>
        <p:grpSpPr>
          <a:xfrm>
            <a:off x="1812256" y="4608574"/>
            <a:ext cx="1038288" cy="281297"/>
            <a:chOff x="2443300" y="461900"/>
            <a:chExt cx="403250" cy="109250"/>
          </a:xfrm>
        </p:grpSpPr>
        <p:sp>
          <p:nvSpPr>
            <p:cNvPr id="113" name="Google Shape;113;p9"/>
            <p:cNvSpPr/>
            <p:nvPr/>
          </p:nvSpPr>
          <p:spPr>
            <a:xfrm>
              <a:off x="2757925" y="461900"/>
              <a:ext cx="88625" cy="109250"/>
            </a:xfrm>
            <a:custGeom>
              <a:avLst/>
              <a:gdLst/>
              <a:ahLst/>
              <a:cxnLst/>
              <a:rect l="l" t="t" r="r" b="b"/>
              <a:pathLst>
                <a:path w="3545" h="4370" extrusionOk="0">
                  <a:moveTo>
                    <a:pt x="0" y="4369"/>
                  </a:moveTo>
                  <a:lnTo>
                    <a:pt x="2586" y="0"/>
                  </a:lnTo>
                  <a:lnTo>
                    <a:pt x="3544" y="0"/>
                  </a:lnTo>
                  <a:lnTo>
                    <a:pt x="959" y="4369"/>
                  </a:ln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2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4" name="Google Shape;114;p9"/>
            <p:cNvSpPr/>
            <p:nvPr/>
          </p:nvSpPr>
          <p:spPr>
            <a:xfrm>
              <a:off x="2705550" y="461900"/>
              <a:ext cx="88500" cy="109250"/>
            </a:xfrm>
            <a:custGeom>
              <a:avLst/>
              <a:gdLst/>
              <a:ahLst/>
              <a:cxnLst/>
              <a:rect l="l" t="t" r="r" b="b"/>
              <a:pathLst>
                <a:path w="3540" h="4370" extrusionOk="0">
                  <a:moveTo>
                    <a:pt x="0" y="4369"/>
                  </a:moveTo>
                  <a:lnTo>
                    <a:pt x="2586" y="0"/>
                  </a:lnTo>
                  <a:lnTo>
                    <a:pt x="3540" y="0"/>
                  </a:lnTo>
                  <a:lnTo>
                    <a:pt x="954" y="4369"/>
                  </a:ln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2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5" name="Google Shape;115;p9"/>
            <p:cNvSpPr/>
            <p:nvPr/>
          </p:nvSpPr>
          <p:spPr>
            <a:xfrm>
              <a:off x="2653050" y="461900"/>
              <a:ext cx="88625" cy="109250"/>
            </a:xfrm>
            <a:custGeom>
              <a:avLst/>
              <a:gdLst/>
              <a:ahLst/>
              <a:cxnLst/>
              <a:rect l="l" t="t" r="r" b="b"/>
              <a:pathLst>
                <a:path w="3545" h="4370" extrusionOk="0">
                  <a:moveTo>
                    <a:pt x="1" y="4369"/>
                  </a:moveTo>
                  <a:lnTo>
                    <a:pt x="2586" y="0"/>
                  </a:lnTo>
                  <a:lnTo>
                    <a:pt x="3545" y="0"/>
                  </a:lnTo>
                  <a:lnTo>
                    <a:pt x="959" y="4369"/>
                  </a:ln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2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6" name="Google Shape;116;p9"/>
            <p:cNvSpPr/>
            <p:nvPr/>
          </p:nvSpPr>
          <p:spPr>
            <a:xfrm>
              <a:off x="2600675" y="461900"/>
              <a:ext cx="88500" cy="109250"/>
            </a:xfrm>
            <a:custGeom>
              <a:avLst/>
              <a:gdLst/>
              <a:ahLst/>
              <a:cxnLst/>
              <a:rect l="l" t="t" r="r" b="b"/>
              <a:pathLst>
                <a:path w="3540" h="4370" extrusionOk="0">
                  <a:moveTo>
                    <a:pt x="0" y="4369"/>
                  </a:moveTo>
                  <a:lnTo>
                    <a:pt x="2586" y="0"/>
                  </a:lnTo>
                  <a:lnTo>
                    <a:pt x="3540" y="0"/>
                  </a:lnTo>
                  <a:lnTo>
                    <a:pt x="954" y="4369"/>
                  </a:ln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2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7" name="Google Shape;117;p9"/>
            <p:cNvSpPr/>
            <p:nvPr/>
          </p:nvSpPr>
          <p:spPr>
            <a:xfrm>
              <a:off x="2548175" y="461900"/>
              <a:ext cx="88525" cy="109250"/>
            </a:xfrm>
            <a:custGeom>
              <a:avLst/>
              <a:gdLst/>
              <a:ahLst/>
              <a:cxnLst/>
              <a:rect l="l" t="t" r="r" b="b"/>
              <a:pathLst>
                <a:path w="3541" h="4370" extrusionOk="0">
                  <a:moveTo>
                    <a:pt x="1" y="4369"/>
                  </a:moveTo>
                  <a:lnTo>
                    <a:pt x="2586" y="0"/>
                  </a:lnTo>
                  <a:lnTo>
                    <a:pt x="3540" y="0"/>
                  </a:lnTo>
                  <a:lnTo>
                    <a:pt x="955" y="4369"/>
                  </a:ln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2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8" name="Google Shape;118;p9"/>
            <p:cNvSpPr/>
            <p:nvPr/>
          </p:nvSpPr>
          <p:spPr>
            <a:xfrm>
              <a:off x="2495700" y="461900"/>
              <a:ext cx="88625" cy="109250"/>
            </a:xfrm>
            <a:custGeom>
              <a:avLst/>
              <a:gdLst/>
              <a:ahLst/>
              <a:cxnLst/>
              <a:rect l="l" t="t" r="r" b="b"/>
              <a:pathLst>
                <a:path w="3545" h="4370" extrusionOk="0">
                  <a:moveTo>
                    <a:pt x="0" y="4369"/>
                  </a:moveTo>
                  <a:lnTo>
                    <a:pt x="2586" y="0"/>
                  </a:lnTo>
                  <a:lnTo>
                    <a:pt x="3544" y="0"/>
                  </a:lnTo>
                  <a:lnTo>
                    <a:pt x="959" y="4369"/>
                  </a:ln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2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9" name="Google Shape;119;p9"/>
            <p:cNvSpPr/>
            <p:nvPr/>
          </p:nvSpPr>
          <p:spPr>
            <a:xfrm>
              <a:off x="2443300" y="461900"/>
              <a:ext cx="88425" cy="109250"/>
            </a:xfrm>
            <a:custGeom>
              <a:avLst/>
              <a:gdLst/>
              <a:ahLst/>
              <a:cxnLst/>
              <a:rect l="l" t="t" r="r" b="b"/>
              <a:pathLst>
                <a:path w="3537" h="4370" extrusionOk="0">
                  <a:moveTo>
                    <a:pt x="1" y="4369"/>
                  </a:moveTo>
                  <a:lnTo>
                    <a:pt x="2587" y="0"/>
                  </a:lnTo>
                  <a:lnTo>
                    <a:pt x="3536" y="0"/>
                  </a:lnTo>
                  <a:lnTo>
                    <a:pt x="950" y="4369"/>
                  </a:ln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2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pic>
        <p:nvPicPr>
          <p:cNvPr id="120" name="Google Shape;120;p9"/>
          <p:cNvPicPr preferRelativeResize="0"/>
          <p:nvPr/>
        </p:nvPicPr>
        <p:blipFill rotWithShape="1">
          <a:blip r:embed="rId3">
            <a:alphaModFix/>
          </a:blip>
          <a:srcRect l="8833" r="8841"/>
          <a:stretch/>
        </p:blipFill>
        <p:spPr>
          <a:xfrm rot="-5400000">
            <a:off x="2287351" y="-3884749"/>
            <a:ext cx="4569098" cy="5143499"/>
          </a:xfrm>
          <a:prstGeom prst="rect">
            <a:avLst/>
          </a:prstGeom>
          <a:noFill/>
          <a:ln>
            <a:noFill/>
          </a:ln>
        </p:spPr>
      </p:pic>
      <p:pic>
        <p:nvPicPr>
          <p:cNvPr id="121" name="Google Shape;121;p9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6711492" y="342888"/>
            <a:ext cx="2432520" cy="2661830"/>
          </a:xfrm>
          <a:prstGeom prst="rect">
            <a:avLst/>
          </a:prstGeom>
          <a:noFill/>
          <a:ln>
            <a:noFill/>
          </a:ln>
        </p:spPr>
      </p:pic>
      <p:sp>
        <p:nvSpPr>
          <p:cNvPr id="122" name="Google Shape;122;p9"/>
          <p:cNvSpPr/>
          <p:nvPr/>
        </p:nvSpPr>
        <p:spPr>
          <a:xfrm>
            <a:off x="7385550" y="772450"/>
            <a:ext cx="1575102" cy="1802722"/>
          </a:xfrm>
          <a:custGeom>
            <a:avLst/>
            <a:gdLst/>
            <a:ahLst/>
            <a:cxnLst/>
            <a:rect l="l" t="t" r="r" b="b"/>
            <a:pathLst>
              <a:path w="44232" h="51065" fill="none" extrusionOk="0">
                <a:moveTo>
                  <a:pt x="0" y="38302"/>
                </a:moveTo>
                <a:lnTo>
                  <a:pt x="0" y="12767"/>
                </a:lnTo>
                <a:lnTo>
                  <a:pt x="22111" y="0"/>
                </a:lnTo>
                <a:lnTo>
                  <a:pt x="44231" y="12767"/>
                </a:lnTo>
                <a:lnTo>
                  <a:pt x="44231" y="38302"/>
                </a:lnTo>
                <a:lnTo>
                  <a:pt x="22111" y="51065"/>
                </a:lnTo>
                <a:close/>
              </a:path>
            </a:pathLst>
          </a:custGeom>
          <a:noFill/>
          <a:ln w="19050" cap="flat" cmpd="sng">
            <a:solidFill>
              <a:srgbClr val="5233DA"/>
            </a:solidFill>
            <a:prstDash val="solid"/>
            <a:miter lim="4457"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23" name="Google Shape;123;p9"/>
          <p:cNvSpPr txBox="1">
            <a:spLocks noGrp="1"/>
          </p:cNvSpPr>
          <p:nvPr>
            <p:ph type="title"/>
          </p:nvPr>
        </p:nvSpPr>
        <p:spPr>
          <a:xfrm>
            <a:off x="2527950" y="1301500"/>
            <a:ext cx="4088100" cy="1142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>
                <a:latin typeface="Oxanium Medium"/>
                <a:ea typeface="Oxanium Medium"/>
                <a:cs typeface="Oxanium Medium"/>
                <a:sym typeface="Oxanium Medium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>
            <a:endParaRPr/>
          </a:p>
        </p:txBody>
      </p:sp>
      <p:sp>
        <p:nvSpPr>
          <p:cNvPr id="124" name="Google Shape;124;p9"/>
          <p:cNvSpPr txBox="1">
            <a:spLocks noGrp="1"/>
          </p:cNvSpPr>
          <p:nvPr>
            <p:ph type="subTitle" idx="1"/>
          </p:nvPr>
        </p:nvSpPr>
        <p:spPr>
          <a:xfrm>
            <a:off x="2527950" y="2543075"/>
            <a:ext cx="4088100" cy="1381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16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>
            <a:endParaRPr/>
          </a:p>
        </p:txBody>
      </p:sp>
      <p:pic>
        <p:nvPicPr>
          <p:cNvPr id="125" name="Google Shape;125;p9"/>
          <p:cNvPicPr preferRelativeResize="0"/>
          <p:nvPr/>
        </p:nvPicPr>
        <p:blipFill rotWithShape="1">
          <a:blip r:embed="rId8">
            <a:alphaModFix/>
          </a:blip>
          <a:srcRect l="17360" t="15311" r="23370"/>
          <a:stretch/>
        </p:blipFill>
        <p:spPr>
          <a:xfrm rot="-5400000">
            <a:off x="5118985" y="2814225"/>
            <a:ext cx="4565427" cy="48603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aption">
  <p:cSld name="CAPTION_ONLY">
    <p:spTree>
      <p:nvGrpSpPr>
        <p:cNvPr id="1" name="Shape 1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7" name="Google Shape;127;p10"/>
          <p:cNvSpPr txBox="1">
            <a:spLocks noGrp="1"/>
          </p:cNvSpPr>
          <p:nvPr>
            <p:ph type="body" idx="1"/>
          </p:nvPr>
        </p:nvSpPr>
        <p:spPr>
          <a:xfrm>
            <a:off x="713225" y="4003475"/>
            <a:ext cx="5998800" cy="605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marL="457200" lvl="0" indent="-228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</a:lstStyle>
          <a:p>
            <a:endParaRPr/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ig number">
  <p:cSld name="BIG_NUMBER">
    <p:spTree>
      <p:nvGrpSpPr>
        <p:cNvPr id="1" name="Shape 1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9" name="Google Shape;129;p11"/>
          <p:cNvPicPr preferRelativeResize="0"/>
          <p:nvPr/>
        </p:nvPicPr>
        <p:blipFill>
          <a:blip r:embed="rId2">
            <a:alphaModFix amt="50000"/>
          </a:blip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130" name="Google Shape;130;p11"/>
          <p:cNvSpPr txBox="1">
            <a:spLocks noGrp="1"/>
          </p:cNvSpPr>
          <p:nvPr>
            <p:ph type="title" hasCustomPrompt="1"/>
          </p:nvPr>
        </p:nvSpPr>
        <p:spPr>
          <a:xfrm>
            <a:off x="1254125" y="1350400"/>
            <a:ext cx="6635700" cy="1963500"/>
          </a:xfrm>
          <a:prstGeom prst="rect">
            <a:avLst/>
          </a:prstGeom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pic>
        <p:nvPicPr>
          <p:cNvPr id="131" name="Google Shape;131;p11"/>
          <p:cNvPicPr preferRelativeResize="0"/>
          <p:nvPr/>
        </p:nvPicPr>
        <p:blipFill rotWithShape="1">
          <a:blip r:embed="rId3">
            <a:alphaModFix/>
          </a:blip>
          <a:srcRect l="11324" t="4078" r="11324" b="4069"/>
          <a:stretch/>
        </p:blipFill>
        <p:spPr>
          <a:xfrm rot="5400000">
            <a:off x="-3254523" y="1563173"/>
            <a:ext cx="4292900" cy="4724402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132" name="Google Shape;132;p11"/>
          <p:cNvGrpSpPr/>
          <p:nvPr/>
        </p:nvGrpSpPr>
        <p:grpSpPr>
          <a:xfrm rot="-5400000">
            <a:off x="-977026" y="3542049"/>
            <a:ext cx="4914957" cy="5143501"/>
            <a:chOff x="-2482653" y="-2238475"/>
            <a:chExt cx="4914957" cy="5143501"/>
          </a:xfrm>
        </p:grpSpPr>
        <p:pic>
          <p:nvPicPr>
            <p:cNvPr id="133" name="Google Shape;133;p11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-2482653" y="-2238475"/>
              <a:ext cx="4914957" cy="5143501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34" name="Google Shape;134;p11"/>
            <p:cNvSpPr/>
            <p:nvPr/>
          </p:nvSpPr>
          <p:spPr>
            <a:xfrm>
              <a:off x="-2058626" y="-2014320"/>
              <a:ext cx="4066911" cy="4695171"/>
            </a:xfrm>
            <a:custGeom>
              <a:avLst/>
              <a:gdLst/>
              <a:ahLst/>
              <a:cxnLst/>
              <a:rect l="l" t="t" r="r" b="b"/>
              <a:pathLst>
                <a:path w="44232" h="51065" fill="none" extrusionOk="0">
                  <a:moveTo>
                    <a:pt x="0" y="38302"/>
                  </a:moveTo>
                  <a:lnTo>
                    <a:pt x="0" y="12767"/>
                  </a:lnTo>
                  <a:lnTo>
                    <a:pt x="22111" y="0"/>
                  </a:lnTo>
                  <a:lnTo>
                    <a:pt x="44231" y="12767"/>
                  </a:lnTo>
                  <a:lnTo>
                    <a:pt x="44231" y="38302"/>
                  </a:lnTo>
                  <a:lnTo>
                    <a:pt x="22111" y="51065"/>
                  </a:lnTo>
                  <a:close/>
                </a:path>
              </a:pathLst>
            </a:custGeom>
            <a:noFill/>
            <a:ln w="19050" cap="flat" cmpd="sng">
              <a:solidFill>
                <a:srgbClr val="5233DA"/>
              </a:solidFill>
              <a:prstDash val="solid"/>
              <a:miter lim="4457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pic>
        <p:nvPicPr>
          <p:cNvPr id="135" name="Google Shape;135;p11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7841397" y="1620700"/>
            <a:ext cx="5035507" cy="5143501"/>
          </a:xfrm>
          <a:prstGeom prst="rect">
            <a:avLst/>
          </a:prstGeom>
          <a:noFill/>
          <a:ln>
            <a:noFill/>
          </a:ln>
        </p:spPr>
      </p:pic>
      <p:pic>
        <p:nvPicPr>
          <p:cNvPr id="136" name="Google Shape;136;p11"/>
          <p:cNvPicPr preferRelativeResize="0"/>
          <p:nvPr/>
        </p:nvPicPr>
        <p:blipFill rotWithShape="1">
          <a:blip r:embed="rId3">
            <a:alphaModFix/>
          </a:blip>
          <a:srcRect l="8833" r="8841"/>
          <a:stretch/>
        </p:blipFill>
        <p:spPr>
          <a:xfrm rot="-5400000">
            <a:off x="7021226" y="-3505899"/>
            <a:ext cx="4569098" cy="5143499"/>
          </a:xfrm>
          <a:prstGeom prst="rect">
            <a:avLst/>
          </a:prstGeom>
          <a:noFill/>
          <a:ln>
            <a:noFill/>
          </a:ln>
        </p:spPr>
      </p:pic>
      <p:pic>
        <p:nvPicPr>
          <p:cNvPr id="137" name="Google Shape;137;p11"/>
          <p:cNvPicPr preferRelativeResize="0"/>
          <p:nvPr/>
        </p:nvPicPr>
        <p:blipFill rotWithShape="1">
          <a:blip r:embed="rId6">
            <a:alphaModFix/>
          </a:blip>
          <a:srcRect l="17360" t="15311" r="23370"/>
          <a:stretch/>
        </p:blipFill>
        <p:spPr>
          <a:xfrm rot="-5400000">
            <a:off x="6307060" y="3249050"/>
            <a:ext cx="4565427" cy="4860325"/>
          </a:xfrm>
          <a:prstGeom prst="rect">
            <a:avLst/>
          </a:prstGeom>
          <a:noFill/>
          <a:ln>
            <a:noFill/>
          </a:ln>
        </p:spPr>
      </p:pic>
      <p:sp>
        <p:nvSpPr>
          <p:cNvPr id="138" name="Google Shape;138;p11"/>
          <p:cNvSpPr txBox="1">
            <a:spLocks noGrp="1"/>
          </p:cNvSpPr>
          <p:nvPr>
            <p:ph type="subTitle" idx="1"/>
          </p:nvPr>
        </p:nvSpPr>
        <p:spPr>
          <a:xfrm>
            <a:off x="1254183" y="3352400"/>
            <a:ext cx="6635700" cy="484800"/>
          </a:xfrm>
          <a:prstGeom prst="rect">
            <a:avLst/>
          </a:prstGeom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>
                <a:solidFill>
                  <a:schemeClr val="accent2"/>
                </a:solidFill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grpSp>
        <p:nvGrpSpPr>
          <p:cNvPr id="139" name="Google Shape;139;p11"/>
          <p:cNvGrpSpPr/>
          <p:nvPr/>
        </p:nvGrpSpPr>
        <p:grpSpPr>
          <a:xfrm flipH="1">
            <a:off x="713231" y="258199"/>
            <a:ext cx="1038288" cy="281297"/>
            <a:chOff x="2443300" y="461900"/>
            <a:chExt cx="403250" cy="109250"/>
          </a:xfrm>
        </p:grpSpPr>
        <p:sp>
          <p:nvSpPr>
            <p:cNvPr id="140" name="Google Shape;140;p11"/>
            <p:cNvSpPr/>
            <p:nvPr/>
          </p:nvSpPr>
          <p:spPr>
            <a:xfrm>
              <a:off x="2757925" y="461900"/>
              <a:ext cx="88625" cy="109250"/>
            </a:xfrm>
            <a:custGeom>
              <a:avLst/>
              <a:gdLst/>
              <a:ahLst/>
              <a:cxnLst/>
              <a:rect l="l" t="t" r="r" b="b"/>
              <a:pathLst>
                <a:path w="3545" h="4370" extrusionOk="0">
                  <a:moveTo>
                    <a:pt x="0" y="4369"/>
                  </a:moveTo>
                  <a:lnTo>
                    <a:pt x="2586" y="0"/>
                  </a:lnTo>
                  <a:lnTo>
                    <a:pt x="3544" y="0"/>
                  </a:lnTo>
                  <a:lnTo>
                    <a:pt x="959" y="4369"/>
                  </a:ln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2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1" name="Google Shape;141;p11"/>
            <p:cNvSpPr/>
            <p:nvPr/>
          </p:nvSpPr>
          <p:spPr>
            <a:xfrm>
              <a:off x="2705550" y="461900"/>
              <a:ext cx="88500" cy="109250"/>
            </a:xfrm>
            <a:custGeom>
              <a:avLst/>
              <a:gdLst/>
              <a:ahLst/>
              <a:cxnLst/>
              <a:rect l="l" t="t" r="r" b="b"/>
              <a:pathLst>
                <a:path w="3540" h="4370" extrusionOk="0">
                  <a:moveTo>
                    <a:pt x="0" y="4369"/>
                  </a:moveTo>
                  <a:lnTo>
                    <a:pt x="2586" y="0"/>
                  </a:lnTo>
                  <a:lnTo>
                    <a:pt x="3540" y="0"/>
                  </a:lnTo>
                  <a:lnTo>
                    <a:pt x="954" y="4369"/>
                  </a:ln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2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2" name="Google Shape;142;p11"/>
            <p:cNvSpPr/>
            <p:nvPr/>
          </p:nvSpPr>
          <p:spPr>
            <a:xfrm>
              <a:off x="2653050" y="461900"/>
              <a:ext cx="88625" cy="109250"/>
            </a:xfrm>
            <a:custGeom>
              <a:avLst/>
              <a:gdLst/>
              <a:ahLst/>
              <a:cxnLst/>
              <a:rect l="l" t="t" r="r" b="b"/>
              <a:pathLst>
                <a:path w="3545" h="4370" extrusionOk="0">
                  <a:moveTo>
                    <a:pt x="1" y="4369"/>
                  </a:moveTo>
                  <a:lnTo>
                    <a:pt x="2586" y="0"/>
                  </a:lnTo>
                  <a:lnTo>
                    <a:pt x="3545" y="0"/>
                  </a:lnTo>
                  <a:lnTo>
                    <a:pt x="959" y="4369"/>
                  </a:ln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2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3" name="Google Shape;143;p11"/>
            <p:cNvSpPr/>
            <p:nvPr/>
          </p:nvSpPr>
          <p:spPr>
            <a:xfrm>
              <a:off x="2600675" y="461900"/>
              <a:ext cx="88500" cy="109250"/>
            </a:xfrm>
            <a:custGeom>
              <a:avLst/>
              <a:gdLst/>
              <a:ahLst/>
              <a:cxnLst/>
              <a:rect l="l" t="t" r="r" b="b"/>
              <a:pathLst>
                <a:path w="3540" h="4370" extrusionOk="0">
                  <a:moveTo>
                    <a:pt x="0" y="4369"/>
                  </a:moveTo>
                  <a:lnTo>
                    <a:pt x="2586" y="0"/>
                  </a:lnTo>
                  <a:lnTo>
                    <a:pt x="3540" y="0"/>
                  </a:lnTo>
                  <a:lnTo>
                    <a:pt x="954" y="4369"/>
                  </a:ln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2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4" name="Google Shape;144;p11"/>
            <p:cNvSpPr/>
            <p:nvPr/>
          </p:nvSpPr>
          <p:spPr>
            <a:xfrm>
              <a:off x="2548175" y="461900"/>
              <a:ext cx="88525" cy="109250"/>
            </a:xfrm>
            <a:custGeom>
              <a:avLst/>
              <a:gdLst/>
              <a:ahLst/>
              <a:cxnLst/>
              <a:rect l="l" t="t" r="r" b="b"/>
              <a:pathLst>
                <a:path w="3541" h="4370" extrusionOk="0">
                  <a:moveTo>
                    <a:pt x="1" y="4369"/>
                  </a:moveTo>
                  <a:lnTo>
                    <a:pt x="2586" y="0"/>
                  </a:lnTo>
                  <a:lnTo>
                    <a:pt x="3540" y="0"/>
                  </a:lnTo>
                  <a:lnTo>
                    <a:pt x="955" y="4369"/>
                  </a:ln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2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5" name="Google Shape;145;p11"/>
            <p:cNvSpPr/>
            <p:nvPr/>
          </p:nvSpPr>
          <p:spPr>
            <a:xfrm>
              <a:off x="2495700" y="461900"/>
              <a:ext cx="88625" cy="109250"/>
            </a:xfrm>
            <a:custGeom>
              <a:avLst/>
              <a:gdLst/>
              <a:ahLst/>
              <a:cxnLst/>
              <a:rect l="l" t="t" r="r" b="b"/>
              <a:pathLst>
                <a:path w="3545" h="4370" extrusionOk="0">
                  <a:moveTo>
                    <a:pt x="0" y="4369"/>
                  </a:moveTo>
                  <a:lnTo>
                    <a:pt x="2586" y="0"/>
                  </a:lnTo>
                  <a:lnTo>
                    <a:pt x="3544" y="0"/>
                  </a:lnTo>
                  <a:lnTo>
                    <a:pt x="959" y="4369"/>
                  </a:ln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2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6" name="Google Shape;146;p11"/>
            <p:cNvSpPr/>
            <p:nvPr/>
          </p:nvSpPr>
          <p:spPr>
            <a:xfrm>
              <a:off x="2443300" y="461900"/>
              <a:ext cx="88425" cy="109250"/>
            </a:xfrm>
            <a:custGeom>
              <a:avLst/>
              <a:gdLst/>
              <a:ahLst/>
              <a:cxnLst/>
              <a:rect l="l" t="t" r="r" b="b"/>
              <a:pathLst>
                <a:path w="3537" h="4370" extrusionOk="0">
                  <a:moveTo>
                    <a:pt x="1" y="4369"/>
                  </a:moveTo>
                  <a:lnTo>
                    <a:pt x="2587" y="0"/>
                  </a:lnTo>
                  <a:lnTo>
                    <a:pt x="3536" y="0"/>
                  </a:lnTo>
                  <a:lnTo>
                    <a:pt x="950" y="4369"/>
                  </a:ln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2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solidFill>
          <a:srgbClr val="FFFFFF"/>
        </a:solidFill>
        <a:effectLst/>
      </p:bgPr>
    </p:bg>
    <p:spTree>
      <p:nvGrpSpPr>
        <p:cNvPr id="1" name="Shape 147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able of contents">
  <p:cSld name="CUSTOM">
    <p:spTree>
      <p:nvGrpSpPr>
        <p:cNvPr id="1" name="Shape 1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9" name="Google Shape;149;p13"/>
          <p:cNvPicPr preferRelativeResize="0"/>
          <p:nvPr/>
        </p:nvPicPr>
        <p:blipFill>
          <a:blip r:embed="rId2">
            <a:alphaModFix amt="50000"/>
          </a:blip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150" name="Google Shape;150;p13"/>
          <p:cNvSpPr txBox="1">
            <a:spLocks noGrp="1"/>
          </p:cNvSpPr>
          <p:nvPr>
            <p:ph type="title" hasCustomPrompt="1"/>
          </p:nvPr>
        </p:nvSpPr>
        <p:spPr>
          <a:xfrm>
            <a:off x="821800" y="1385100"/>
            <a:ext cx="713700" cy="484800"/>
          </a:xfrm>
          <a:prstGeom prst="rect">
            <a:avLst/>
          </a:prstGeom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3400"/>
              <a:buNone/>
              <a:defRPr>
                <a:solidFill>
                  <a:schemeClr val="accent1"/>
                </a:solidFill>
                <a:latin typeface="Oxanium Medium"/>
                <a:ea typeface="Oxanium Medium"/>
                <a:cs typeface="Oxanium Medium"/>
                <a:sym typeface="Oxanium Medium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>
            <a:r>
              <a:t>xx%</a:t>
            </a:r>
          </a:p>
        </p:txBody>
      </p:sp>
      <p:sp>
        <p:nvSpPr>
          <p:cNvPr id="151" name="Google Shape;151;p13"/>
          <p:cNvSpPr txBox="1">
            <a:spLocks noGrp="1"/>
          </p:cNvSpPr>
          <p:nvPr>
            <p:ph type="subTitle" idx="1"/>
          </p:nvPr>
        </p:nvSpPr>
        <p:spPr>
          <a:xfrm>
            <a:off x="715100" y="2372625"/>
            <a:ext cx="2551200" cy="484800"/>
          </a:xfrm>
          <a:prstGeom prst="rect">
            <a:avLst/>
          </a:prstGeom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>
                <a:solidFill>
                  <a:schemeClr val="accent2"/>
                </a:solidFill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52" name="Google Shape;152;p13"/>
          <p:cNvSpPr txBox="1">
            <a:spLocks noGrp="1"/>
          </p:cNvSpPr>
          <p:nvPr>
            <p:ph type="title" idx="2" hasCustomPrompt="1"/>
          </p:nvPr>
        </p:nvSpPr>
        <p:spPr>
          <a:xfrm>
            <a:off x="3395950" y="1385100"/>
            <a:ext cx="713700" cy="484800"/>
          </a:xfrm>
          <a:prstGeom prst="rect">
            <a:avLst/>
          </a:prstGeom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3400"/>
              <a:buNone/>
              <a:defRPr>
                <a:solidFill>
                  <a:schemeClr val="accent1"/>
                </a:solidFill>
                <a:latin typeface="Oxanium Medium"/>
                <a:ea typeface="Oxanium Medium"/>
                <a:cs typeface="Oxanium Medium"/>
                <a:sym typeface="Oxanium Medium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>
            <a:r>
              <a:t>xx%</a:t>
            </a:r>
          </a:p>
        </p:txBody>
      </p:sp>
      <p:sp>
        <p:nvSpPr>
          <p:cNvPr id="153" name="Google Shape;153;p13"/>
          <p:cNvSpPr txBox="1">
            <a:spLocks noGrp="1"/>
          </p:cNvSpPr>
          <p:nvPr>
            <p:ph type="subTitle" idx="3"/>
          </p:nvPr>
        </p:nvSpPr>
        <p:spPr>
          <a:xfrm>
            <a:off x="3294150" y="2372625"/>
            <a:ext cx="2551500" cy="484800"/>
          </a:xfrm>
          <a:prstGeom prst="rect">
            <a:avLst/>
          </a:prstGeom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>
                <a:solidFill>
                  <a:schemeClr val="accent2"/>
                </a:solidFill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54" name="Google Shape;154;p13"/>
          <p:cNvSpPr txBox="1">
            <a:spLocks noGrp="1"/>
          </p:cNvSpPr>
          <p:nvPr>
            <p:ph type="title" idx="4" hasCustomPrompt="1"/>
          </p:nvPr>
        </p:nvSpPr>
        <p:spPr>
          <a:xfrm>
            <a:off x="5981000" y="1385100"/>
            <a:ext cx="713700" cy="484800"/>
          </a:xfrm>
          <a:prstGeom prst="rect">
            <a:avLst/>
          </a:prstGeom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3400"/>
              <a:buNone/>
              <a:defRPr>
                <a:solidFill>
                  <a:schemeClr val="accent1"/>
                </a:solidFill>
                <a:latin typeface="Oxanium Medium"/>
                <a:ea typeface="Oxanium Medium"/>
                <a:cs typeface="Oxanium Medium"/>
                <a:sym typeface="Oxanium Medium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>
            <a:r>
              <a:t>xx%</a:t>
            </a:r>
          </a:p>
        </p:txBody>
      </p:sp>
      <p:sp>
        <p:nvSpPr>
          <p:cNvPr id="155" name="Google Shape;155;p13"/>
          <p:cNvSpPr txBox="1">
            <a:spLocks noGrp="1"/>
          </p:cNvSpPr>
          <p:nvPr>
            <p:ph type="subTitle" idx="5"/>
          </p:nvPr>
        </p:nvSpPr>
        <p:spPr>
          <a:xfrm>
            <a:off x="5879209" y="2372625"/>
            <a:ext cx="2551500" cy="484800"/>
          </a:xfrm>
          <a:prstGeom prst="rect">
            <a:avLst/>
          </a:prstGeom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>
                <a:solidFill>
                  <a:schemeClr val="accent2"/>
                </a:solidFill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56" name="Google Shape;156;p13"/>
          <p:cNvSpPr txBox="1">
            <a:spLocks noGrp="1"/>
          </p:cNvSpPr>
          <p:nvPr>
            <p:ph type="title" idx="6" hasCustomPrompt="1"/>
          </p:nvPr>
        </p:nvSpPr>
        <p:spPr>
          <a:xfrm>
            <a:off x="821800" y="3139925"/>
            <a:ext cx="713700" cy="484800"/>
          </a:xfrm>
          <a:prstGeom prst="rect">
            <a:avLst/>
          </a:prstGeom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3400"/>
              <a:buNone/>
              <a:defRPr>
                <a:solidFill>
                  <a:schemeClr val="accent1"/>
                </a:solidFill>
                <a:latin typeface="Oxanium Medium"/>
                <a:ea typeface="Oxanium Medium"/>
                <a:cs typeface="Oxanium Medium"/>
                <a:sym typeface="Oxanium Medium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>
            <a:r>
              <a:t>xx%</a:t>
            </a:r>
          </a:p>
        </p:txBody>
      </p:sp>
      <p:sp>
        <p:nvSpPr>
          <p:cNvPr id="157" name="Google Shape;157;p13"/>
          <p:cNvSpPr txBox="1">
            <a:spLocks noGrp="1"/>
          </p:cNvSpPr>
          <p:nvPr>
            <p:ph type="subTitle" idx="7"/>
          </p:nvPr>
        </p:nvSpPr>
        <p:spPr>
          <a:xfrm>
            <a:off x="715100" y="4123775"/>
            <a:ext cx="2551200" cy="484800"/>
          </a:xfrm>
          <a:prstGeom prst="rect">
            <a:avLst/>
          </a:prstGeom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>
                <a:solidFill>
                  <a:schemeClr val="accent2"/>
                </a:solidFill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58" name="Google Shape;158;p13"/>
          <p:cNvSpPr txBox="1">
            <a:spLocks noGrp="1"/>
          </p:cNvSpPr>
          <p:nvPr>
            <p:ph type="title" idx="8" hasCustomPrompt="1"/>
          </p:nvPr>
        </p:nvSpPr>
        <p:spPr>
          <a:xfrm>
            <a:off x="3395950" y="3139925"/>
            <a:ext cx="713700" cy="484800"/>
          </a:xfrm>
          <a:prstGeom prst="rect">
            <a:avLst/>
          </a:prstGeom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3400"/>
              <a:buNone/>
              <a:defRPr>
                <a:solidFill>
                  <a:schemeClr val="accent1"/>
                </a:solidFill>
                <a:latin typeface="Oxanium Medium"/>
                <a:ea typeface="Oxanium Medium"/>
                <a:cs typeface="Oxanium Medium"/>
                <a:sym typeface="Oxanium Medium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>
            <a:r>
              <a:t>xx%</a:t>
            </a:r>
          </a:p>
        </p:txBody>
      </p:sp>
      <p:sp>
        <p:nvSpPr>
          <p:cNvPr id="159" name="Google Shape;159;p13"/>
          <p:cNvSpPr txBox="1">
            <a:spLocks noGrp="1"/>
          </p:cNvSpPr>
          <p:nvPr>
            <p:ph type="subTitle" idx="9"/>
          </p:nvPr>
        </p:nvSpPr>
        <p:spPr>
          <a:xfrm>
            <a:off x="3294150" y="4123775"/>
            <a:ext cx="2551500" cy="484800"/>
          </a:xfrm>
          <a:prstGeom prst="rect">
            <a:avLst/>
          </a:prstGeom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>
                <a:solidFill>
                  <a:schemeClr val="accent2"/>
                </a:solidFill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60" name="Google Shape;160;p13"/>
          <p:cNvSpPr txBox="1">
            <a:spLocks noGrp="1"/>
          </p:cNvSpPr>
          <p:nvPr>
            <p:ph type="title" idx="13" hasCustomPrompt="1"/>
          </p:nvPr>
        </p:nvSpPr>
        <p:spPr>
          <a:xfrm>
            <a:off x="5981001" y="3139925"/>
            <a:ext cx="713700" cy="484800"/>
          </a:xfrm>
          <a:prstGeom prst="rect">
            <a:avLst/>
          </a:prstGeom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3400"/>
              <a:buNone/>
              <a:defRPr>
                <a:solidFill>
                  <a:schemeClr val="accent1"/>
                </a:solidFill>
                <a:latin typeface="Oxanium Medium"/>
                <a:ea typeface="Oxanium Medium"/>
                <a:cs typeface="Oxanium Medium"/>
                <a:sym typeface="Oxanium Medium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>
            <a:r>
              <a:t>xx%</a:t>
            </a:r>
          </a:p>
        </p:txBody>
      </p:sp>
      <p:sp>
        <p:nvSpPr>
          <p:cNvPr id="161" name="Google Shape;161;p13"/>
          <p:cNvSpPr txBox="1">
            <a:spLocks noGrp="1"/>
          </p:cNvSpPr>
          <p:nvPr>
            <p:ph type="subTitle" idx="14"/>
          </p:nvPr>
        </p:nvSpPr>
        <p:spPr>
          <a:xfrm>
            <a:off x="5879209" y="4123775"/>
            <a:ext cx="2551500" cy="484800"/>
          </a:xfrm>
          <a:prstGeom prst="rect">
            <a:avLst/>
          </a:prstGeom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>
                <a:solidFill>
                  <a:schemeClr val="accent2"/>
                </a:solidFill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62" name="Google Shape;162;p13"/>
          <p:cNvSpPr txBox="1">
            <a:spLocks noGrp="1"/>
          </p:cNvSpPr>
          <p:nvPr>
            <p:ph type="subTitle" idx="15"/>
          </p:nvPr>
        </p:nvSpPr>
        <p:spPr>
          <a:xfrm>
            <a:off x="715100" y="1962150"/>
            <a:ext cx="2551200" cy="339900"/>
          </a:xfrm>
          <a:prstGeom prst="rect">
            <a:avLst/>
          </a:prstGeom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3000"/>
              <a:buFont typeface="Oxanium"/>
              <a:buNone/>
              <a:defRPr sz="2200">
                <a:solidFill>
                  <a:schemeClr val="lt2"/>
                </a:solidFill>
                <a:latin typeface="Oxanium Medium"/>
                <a:ea typeface="Oxanium Medium"/>
                <a:cs typeface="Oxanium Medium"/>
                <a:sym typeface="Oxanium Medium"/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3000"/>
              <a:buFont typeface="Oxanium"/>
              <a:buNone/>
              <a:defRPr sz="3000">
                <a:solidFill>
                  <a:schemeClr val="accent2"/>
                </a:solidFill>
                <a:latin typeface="Oxanium"/>
                <a:ea typeface="Oxanium"/>
                <a:cs typeface="Oxanium"/>
                <a:sym typeface="Oxanium"/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3000"/>
              <a:buFont typeface="Oxanium"/>
              <a:buNone/>
              <a:defRPr sz="3000">
                <a:solidFill>
                  <a:schemeClr val="accent2"/>
                </a:solidFill>
                <a:latin typeface="Oxanium"/>
                <a:ea typeface="Oxanium"/>
                <a:cs typeface="Oxanium"/>
                <a:sym typeface="Oxanium"/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3000"/>
              <a:buFont typeface="Oxanium"/>
              <a:buNone/>
              <a:defRPr sz="3000">
                <a:solidFill>
                  <a:schemeClr val="accent2"/>
                </a:solidFill>
                <a:latin typeface="Oxanium"/>
                <a:ea typeface="Oxanium"/>
                <a:cs typeface="Oxanium"/>
                <a:sym typeface="Oxanium"/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3000"/>
              <a:buFont typeface="Oxanium"/>
              <a:buNone/>
              <a:defRPr sz="3000">
                <a:solidFill>
                  <a:schemeClr val="accent2"/>
                </a:solidFill>
                <a:latin typeface="Oxanium"/>
                <a:ea typeface="Oxanium"/>
                <a:cs typeface="Oxanium"/>
                <a:sym typeface="Oxanium"/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3000"/>
              <a:buFont typeface="Oxanium"/>
              <a:buNone/>
              <a:defRPr sz="3000">
                <a:solidFill>
                  <a:schemeClr val="accent2"/>
                </a:solidFill>
                <a:latin typeface="Oxanium"/>
                <a:ea typeface="Oxanium"/>
                <a:cs typeface="Oxanium"/>
                <a:sym typeface="Oxanium"/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3000"/>
              <a:buFont typeface="Oxanium"/>
              <a:buNone/>
              <a:defRPr sz="3000">
                <a:solidFill>
                  <a:schemeClr val="accent2"/>
                </a:solidFill>
                <a:latin typeface="Oxanium"/>
                <a:ea typeface="Oxanium"/>
                <a:cs typeface="Oxanium"/>
                <a:sym typeface="Oxanium"/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3000"/>
              <a:buFont typeface="Oxanium"/>
              <a:buNone/>
              <a:defRPr sz="3000">
                <a:solidFill>
                  <a:schemeClr val="accent2"/>
                </a:solidFill>
                <a:latin typeface="Oxanium"/>
                <a:ea typeface="Oxanium"/>
                <a:cs typeface="Oxanium"/>
                <a:sym typeface="Oxanium"/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3000"/>
              <a:buFont typeface="Oxanium"/>
              <a:buNone/>
              <a:defRPr sz="3000">
                <a:solidFill>
                  <a:schemeClr val="accent2"/>
                </a:solidFill>
                <a:latin typeface="Oxanium"/>
                <a:ea typeface="Oxanium"/>
                <a:cs typeface="Oxanium"/>
                <a:sym typeface="Oxanium"/>
              </a:defRPr>
            </a:lvl9pPr>
          </a:lstStyle>
          <a:p>
            <a:endParaRPr/>
          </a:p>
        </p:txBody>
      </p:sp>
      <p:sp>
        <p:nvSpPr>
          <p:cNvPr id="163" name="Google Shape;163;p13"/>
          <p:cNvSpPr txBox="1">
            <a:spLocks noGrp="1"/>
          </p:cNvSpPr>
          <p:nvPr>
            <p:ph type="subTitle" idx="16"/>
          </p:nvPr>
        </p:nvSpPr>
        <p:spPr>
          <a:xfrm>
            <a:off x="3294150" y="1962150"/>
            <a:ext cx="2551500" cy="339900"/>
          </a:xfrm>
          <a:prstGeom prst="rect">
            <a:avLst/>
          </a:prstGeom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3000"/>
              <a:buFont typeface="Oxanium"/>
              <a:buNone/>
              <a:defRPr sz="2200">
                <a:solidFill>
                  <a:schemeClr val="lt2"/>
                </a:solidFill>
                <a:latin typeface="Oxanium Medium"/>
                <a:ea typeface="Oxanium Medium"/>
                <a:cs typeface="Oxanium Medium"/>
                <a:sym typeface="Oxanium Medium"/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3000"/>
              <a:buFont typeface="Oxanium"/>
              <a:buNone/>
              <a:defRPr sz="3000">
                <a:solidFill>
                  <a:schemeClr val="accent2"/>
                </a:solidFill>
                <a:latin typeface="Oxanium"/>
                <a:ea typeface="Oxanium"/>
                <a:cs typeface="Oxanium"/>
                <a:sym typeface="Oxanium"/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3000"/>
              <a:buFont typeface="Oxanium"/>
              <a:buNone/>
              <a:defRPr sz="3000">
                <a:solidFill>
                  <a:schemeClr val="accent2"/>
                </a:solidFill>
                <a:latin typeface="Oxanium"/>
                <a:ea typeface="Oxanium"/>
                <a:cs typeface="Oxanium"/>
                <a:sym typeface="Oxanium"/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3000"/>
              <a:buFont typeface="Oxanium"/>
              <a:buNone/>
              <a:defRPr sz="3000">
                <a:solidFill>
                  <a:schemeClr val="accent2"/>
                </a:solidFill>
                <a:latin typeface="Oxanium"/>
                <a:ea typeface="Oxanium"/>
                <a:cs typeface="Oxanium"/>
                <a:sym typeface="Oxanium"/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3000"/>
              <a:buFont typeface="Oxanium"/>
              <a:buNone/>
              <a:defRPr sz="3000">
                <a:solidFill>
                  <a:schemeClr val="accent2"/>
                </a:solidFill>
                <a:latin typeface="Oxanium"/>
                <a:ea typeface="Oxanium"/>
                <a:cs typeface="Oxanium"/>
                <a:sym typeface="Oxanium"/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3000"/>
              <a:buFont typeface="Oxanium"/>
              <a:buNone/>
              <a:defRPr sz="3000">
                <a:solidFill>
                  <a:schemeClr val="accent2"/>
                </a:solidFill>
                <a:latin typeface="Oxanium"/>
                <a:ea typeface="Oxanium"/>
                <a:cs typeface="Oxanium"/>
                <a:sym typeface="Oxanium"/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3000"/>
              <a:buFont typeface="Oxanium"/>
              <a:buNone/>
              <a:defRPr sz="3000">
                <a:solidFill>
                  <a:schemeClr val="accent2"/>
                </a:solidFill>
                <a:latin typeface="Oxanium"/>
                <a:ea typeface="Oxanium"/>
                <a:cs typeface="Oxanium"/>
                <a:sym typeface="Oxanium"/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3000"/>
              <a:buFont typeface="Oxanium"/>
              <a:buNone/>
              <a:defRPr sz="3000">
                <a:solidFill>
                  <a:schemeClr val="accent2"/>
                </a:solidFill>
                <a:latin typeface="Oxanium"/>
                <a:ea typeface="Oxanium"/>
                <a:cs typeface="Oxanium"/>
                <a:sym typeface="Oxanium"/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3000"/>
              <a:buFont typeface="Oxanium"/>
              <a:buNone/>
              <a:defRPr sz="3000">
                <a:solidFill>
                  <a:schemeClr val="accent2"/>
                </a:solidFill>
                <a:latin typeface="Oxanium"/>
                <a:ea typeface="Oxanium"/>
                <a:cs typeface="Oxanium"/>
                <a:sym typeface="Oxanium"/>
              </a:defRPr>
            </a:lvl9pPr>
          </a:lstStyle>
          <a:p>
            <a:endParaRPr/>
          </a:p>
        </p:txBody>
      </p:sp>
      <p:sp>
        <p:nvSpPr>
          <p:cNvPr id="164" name="Google Shape;164;p13"/>
          <p:cNvSpPr txBox="1">
            <a:spLocks noGrp="1"/>
          </p:cNvSpPr>
          <p:nvPr>
            <p:ph type="subTitle" idx="17"/>
          </p:nvPr>
        </p:nvSpPr>
        <p:spPr>
          <a:xfrm>
            <a:off x="5879200" y="1962150"/>
            <a:ext cx="2551500" cy="339900"/>
          </a:xfrm>
          <a:prstGeom prst="rect">
            <a:avLst/>
          </a:prstGeom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3000"/>
              <a:buFont typeface="Oxanium"/>
              <a:buNone/>
              <a:defRPr sz="2200">
                <a:solidFill>
                  <a:schemeClr val="lt2"/>
                </a:solidFill>
                <a:latin typeface="Oxanium Medium"/>
                <a:ea typeface="Oxanium Medium"/>
                <a:cs typeface="Oxanium Medium"/>
                <a:sym typeface="Oxanium Medium"/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3000"/>
              <a:buFont typeface="Oxanium"/>
              <a:buNone/>
              <a:defRPr sz="3000">
                <a:solidFill>
                  <a:schemeClr val="accent2"/>
                </a:solidFill>
                <a:latin typeface="Oxanium"/>
                <a:ea typeface="Oxanium"/>
                <a:cs typeface="Oxanium"/>
                <a:sym typeface="Oxanium"/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3000"/>
              <a:buFont typeface="Oxanium"/>
              <a:buNone/>
              <a:defRPr sz="3000">
                <a:solidFill>
                  <a:schemeClr val="accent2"/>
                </a:solidFill>
                <a:latin typeface="Oxanium"/>
                <a:ea typeface="Oxanium"/>
                <a:cs typeface="Oxanium"/>
                <a:sym typeface="Oxanium"/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3000"/>
              <a:buFont typeface="Oxanium"/>
              <a:buNone/>
              <a:defRPr sz="3000">
                <a:solidFill>
                  <a:schemeClr val="accent2"/>
                </a:solidFill>
                <a:latin typeface="Oxanium"/>
                <a:ea typeface="Oxanium"/>
                <a:cs typeface="Oxanium"/>
                <a:sym typeface="Oxanium"/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3000"/>
              <a:buFont typeface="Oxanium"/>
              <a:buNone/>
              <a:defRPr sz="3000">
                <a:solidFill>
                  <a:schemeClr val="accent2"/>
                </a:solidFill>
                <a:latin typeface="Oxanium"/>
                <a:ea typeface="Oxanium"/>
                <a:cs typeface="Oxanium"/>
                <a:sym typeface="Oxanium"/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3000"/>
              <a:buFont typeface="Oxanium"/>
              <a:buNone/>
              <a:defRPr sz="3000">
                <a:solidFill>
                  <a:schemeClr val="accent2"/>
                </a:solidFill>
                <a:latin typeface="Oxanium"/>
                <a:ea typeface="Oxanium"/>
                <a:cs typeface="Oxanium"/>
                <a:sym typeface="Oxanium"/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3000"/>
              <a:buFont typeface="Oxanium"/>
              <a:buNone/>
              <a:defRPr sz="3000">
                <a:solidFill>
                  <a:schemeClr val="accent2"/>
                </a:solidFill>
                <a:latin typeface="Oxanium"/>
                <a:ea typeface="Oxanium"/>
                <a:cs typeface="Oxanium"/>
                <a:sym typeface="Oxanium"/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3000"/>
              <a:buFont typeface="Oxanium"/>
              <a:buNone/>
              <a:defRPr sz="3000">
                <a:solidFill>
                  <a:schemeClr val="accent2"/>
                </a:solidFill>
                <a:latin typeface="Oxanium"/>
                <a:ea typeface="Oxanium"/>
                <a:cs typeface="Oxanium"/>
                <a:sym typeface="Oxanium"/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3000"/>
              <a:buFont typeface="Oxanium"/>
              <a:buNone/>
              <a:defRPr sz="3000">
                <a:solidFill>
                  <a:schemeClr val="accent2"/>
                </a:solidFill>
                <a:latin typeface="Oxanium"/>
                <a:ea typeface="Oxanium"/>
                <a:cs typeface="Oxanium"/>
                <a:sym typeface="Oxanium"/>
              </a:defRPr>
            </a:lvl9pPr>
          </a:lstStyle>
          <a:p>
            <a:endParaRPr/>
          </a:p>
        </p:txBody>
      </p:sp>
      <p:sp>
        <p:nvSpPr>
          <p:cNvPr id="165" name="Google Shape;165;p13"/>
          <p:cNvSpPr txBox="1">
            <a:spLocks noGrp="1"/>
          </p:cNvSpPr>
          <p:nvPr>
            <p:ph type="subTitle" idx="18"/>
          </p:nvPr>
        </p:nvSpPr>
        <p:spPr>
          <a:xfrm>
            <a:off x="715100" y="3719151"/>
            <a:ext cx="2551200" cy="339900"/>
          </a:xfrm>
          <a:prstGeom prst="rect">
            <a:avLst/>
          </a:prstGeom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3000"/>
              <a:buFont typeface="Oxanium"/>
              <a:buNone/>
              <a:defRPr sz="2200">
                <a:solidFill>
                  <a:schemeClr val="lt2"/>
                </a:solidFill>
                <a:latin typeface="Oxanium Medium"/>
                <a:ea typeface="Oxanium Medium"/>
                <a:cs typeface="Oxanium Medium"/>
                <a:sym typeface="Oxanium Medium"/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3000"/>
              <a:buFont typeface="Oxanium"/>
              <a:buNone/>
              <a:defRPr sz="3000">
                <a:solidFill>
                  <a:schemeClr val="accent2"/>
                </a:solidFill>
                <a:latin typeface="Oxanium"/>
                <a:ea typeface="Oxanium"/>
                <a:cs typeface="Oxanium"/>
                <a:sym typeface="Oxanium"/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3000"/>
              <a:buFont typeface="Oxanium"/>
              <a:buNone/>
              <a:defRPr sz="3000">
                <a:solidFill>
                  <a:schemeClr val="accent2"/>
                </a:solidFill>
                <a:latin typeface="Oxanium"/>
                <a:ea typeface="Oxanium"/>
                <a:cs typeface="Oxanium"/>
                <a:sym typeface="Oxanium"/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3000"/>
              <a:buFont typeface="Oxanium"/>
              <a:buNone/>
              <a:defRPr sz="3000">
                <a:solidFill>
                  <a:schemeClr val="accent2"/>
                </a:solidFill>
                <a:latin typeface="Oxanium"/>
                <a:ea typeface="Oxanium"/>
                <a:cs typeface="Oxanium"/>
                <a:sym typeface="Oxanium"/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3000"/>
              <a:buFont typeface="Oxanium"/>
              <a:buNone/>
              <a:defRPr sz="3000">
                <a:solidFill>
                  <a:schemeClr val="accent2"/>
                </a:solidFill>
                <a:latin typeface="Oxanium"/>
                <a:ea typeface="Oxanium"/>
                <a:cs typeface="Oxanium"/>
                <a:sym typeface="Oxanium"/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3000"/>
              <a:buFont typeface="Oxanium"/>
              <a:buNone/>
              <a:defRPr sz="3000">
                <a:solidFill>
                  <a:schemeClr val="accent2"/>
                </a:solidFill>
                <a:latin typeface="Oxanium"/>
                <a:ea typeface="Oxanium"/>
                <a:cs typeface="Oxanium"/>
                <a:sym typeface="Oxanium"/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3000"/>
              <a:buFont typeface="Oxanium"/>
              <a:buNone/>
              <a:defRPr sz="3000">
                <a:solidFill>
                  <a:schemeClr val="accent2"/>
                </a:solidFill>
                <a:latin typeface="Oxanium"/>
                <a:ea typeface="Oxanium"/>
                <a:cs typeface="Oxanium"/>
                <a:sym typeface="Oxanium"/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3000"/>
              <a:buFont typeface="Oxanium"/>
              <a:buNone/>
              <a:defRPr sz="3000">
                <a:solidFill>
                  <a:schemeClr val="accent2"/>
                </a:solidFill>
                <a:latin typeface="Oxanium"/>
                <a:ea typeface="Oxanium"/>
                <a:cs typeface="Oxanium"/>
                <a:sym typeface="Oxanium"/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3000"/>
              <a:buFont typeface="Oxanium"/>
              <a:buNone/>
              <a:defRPr sz="3000">
                <a:solidFill>
                  <a:schemeClr val="accent2"/>
                </a:solidFill>
                <a:latin typeface="Oxanium"/>
                <a:ea typeface="Oxanium"/>
                <a:cs typeface="Oxanium"/>
                <a:sym typeface="Oxanium"/>
              </a:defRPr>
            </a:lvl9pPr>
          </a:lstStyle>
          <a:p>
            <a:endParaRPr/>
          </a:p>
        </p:txBody>
      </p:sp>
      <p:sp>
        <p:nvSpPr>
          <p:cNvPr id="166" name="Google Shape;166;p13"/>
          <p:cNvSpPr txBox="1">
            <a:spLocks noGrp="1"/>
          </p:cNvSpPr>
          <p:nvPr>
            <p:ph type="subTitle" idx="19"/>
          </p:nvPr>
        </p:nvSpPr>
        <p:spPr>
          <a:xfrm>
            <a:off x="3294150" y="3719151"/>
            <a:ext cx="2551500" cy="339900"/>
          </a:xfrm>
          <a:prstGeom prst="rect">
            <a:avLst/>
          </a:prstGeom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3000"/>
              <a:buFont typeface="Oxanium"/>
              <a:buNone/>
              <a:defRPr sz="2200">
                <a:solidFill>
                  <a:schemeClr val="lt2"/>
                </a:solidFill>
                <a:latin typeface="Oxanium Medium"/>
                <a:ea typeface="Oxanium Medium"/>
                <a:cs typeface="Oxanium Medium"/>
                <a:sym typeface="Oxanium Medium"/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3000"/>
              <a:buFont typeface="Oxanium"/>
              <a:buNone/>
              <a:defRPr sz="3000">
                <a:solidFill>
                  <a:schemeClr val="accent2"/>
                </a:solidFill>
                <a:latin typeface="Oxanium"/>
                <a:ea typeface="Oxanium"/>
                <a:cs typeface="Oxanium"/>
                <a:sym typeface="Oxanium"/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3000"/>
              <a:buFont typeface="Oxanium"/>
              <a:buNone/>
              <a:defRPr sz="3000">
                <a:solidFill>
                  <a:schemeClr val="accent2"/>
                </a:solidFill>
                <a:latin typeface="Oxanium"/>
                <a:ea typeface="Oxanium"/>
                <a:cs typeface="Oxanium"/>
                <a:sym typeface="Oxanium"/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3000"/>
              <a:buFont typeface="Oxanium"/>
              <a:buNone/>
              <a:defRPr sz="3000">
                <a:solidFill>
                  <a:schemeClr val="accent2"/>
                </a:solidFill>
                <a:latin typeface="Oxanium"/>
                <a:ea typeface="Oxanium"/>
                <a:cs typeface="Oxanium"/>
                <a:sym typeface="Oxanium"/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3000"/>
              <a:buFont typeface="Oxanium"/>
              <a:buNone/>
              <a:defRPr sz="3000">
                <a:solidFill>
                  <a:schemeClr val="accent2"/>
                </a:solidFill>
                <a:latin typeface="Oxanium"/>
                <a:ea typeface="Oxanium"/>
                <a:cs typeface="Oxanium"/>
                <a:sym typeface="Oxanium"/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3000"/>
              <a:buFont typeface="Oxanium"/>
              <a:buNone/>
              <a:defRPr sz="3000">
                <a:solidFill>
                  <a:schemeClr val="accent2"/>
                </a:solidFill>
                <a:latin typeface="Oxanium"/>
                <a:ea typeface="Oxanium"/>
                <a:cs typeface="Oxanium"/>
                <a:sym typeface="Oxanium"/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3000"/>
              <a:buFont typeface="Oxanium"/>
              <a:buNone/>
              <a:defRPr sz="3000">
                <a:solidFill>
                  <a:schemeClr val="accent2"/>
                </a:solidFill>
                <a:latin typeface="Oxanium"/>
                <a:ea typeface="Oxanium"/>
                <a:cs typeface="Oxanium"/>
                <a:sym typeface="Oxanium"/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3000"/>
              <a:buFont typeface="Oxanium"/>
              <a:buNone/>
              <a:defRPr sz="3000">
                <a:solidFill>
                  <a:schemeClr val="accent2"/>
                </a:solidFill>
                <a:latin typeface="Oxanium"/>
                <a:ea typeface="Oxanium"/>
                <a:cs typeface="Oxanium"/>
                <a:sym typeface="Oxanium"/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3000"/>
              <a:buFont typeface="Oxanium"/>
              <a:buNone/>
              <a:defRPr sz="3000">
                <a:solidFill>
                  <a:schemeClr val="accent2"/>
                </a:solidFill>
                <a:latin typeface="Oxanium"/>
                <a:ea typeface="Oxanium"/>
                <a:cs typeface="Oxanium"/>
                <a:sym typeface="Oxanium"/>
              </a:defRPr>
            </a:lvl9pPr>
          </a:lstStyle>
          <a:p>
            <a:endParaRPr/>
          </a:p>
        </p:txBody>
      </p:sp>
      <p:sp>
        <p:nvSpPr>
          <p:cNvPr id="167" name="Google Shape;167;p13"/>
          <p:cNvSpPr txBox="1">
            <a:spLocks noGrp="1"/>
          </p:cNvSpPr>
          <p:nvPr>
            <p:ph type="subTitle" idx="20"/>
          </p:nvPr>
        </p:nvSpPr>
        <p:spPr>
          <a:xfrm>
            <a:off x="5879200" y="3719151"/>
            <a:ext cx="2551500" cy="339900"/>
          </a:xfrm>
          <a:prstGeom prst="rect">
            <a:avLst/>
          </a:prstGeom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3000"/>
              <a:buFont typeface="Oxanium"/>
              <a:buNone/>
              <a:defRPr sz="2200">
                <a:solidFill>
                  <a:schemeClr val="lt2"/>
                </a:solidFill>
                <a:latin typeface="Oxanium Medium"/>
                <a:ea typeface="Oxanium Medium"/>
                <a:cs typeface="Oxanium Medium"/>
                <a:sym typeface="Oxanium Medium"/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3000"/>
              <a:buFont typeface="Oxanium"/>
              <a:buNone/>
              <a:defRPr sz="3000">
                <a:solidFill>
                  <a:schemeClr val="accent2"/>
                </a:solidFill>
                <a:latin typeface="Oxanium"/>
                <a:ea typeface="Oxanium"/>
                <a:cs typeface="Oxanium"/>
                <a:sym typeface="Oxanium"/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3000"/>
              <a:buFont typeface="Oxanium"/>
              <a:buNone/>
              <a:defRPr sz="3000">
                <a:solidFill>
                  <a:schemeClr val="accent2"/>
                </a:solidFill>
                <a:latin typeface="Oxanium"/>
                <a:ea typeface="Oxanium"/>
                <a:cs typeface="Oxanium"/>
                <a:sym typeface="Oxanium"/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3000"/>
              <a:buFont typeface="Oxanium"/>
              <a:buNone/>
              <a:defRPr sz="3000">
                <a:solidFill>
                  <a:schemeClr val="accent2"/>
                </a:solidFill>
                <a:latin typeface="Oxanium"/>
                <a:ea typeface="Oxanium"/>
                <a:cs typeface="Oxanium"/>
                <a:sym typeface="Oxanium"/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3000"/>
              <a:buFont typeface="Oxanium"/>
              <a:buNone/>
              <a:defRPr sz="3000">
                <a:solidFill>
                  <a:schemeClr val="accent2"/>
                </a:solidFill>
                <a:latin typeface="Oxanium"/>
                <a:ea typeface="Oxanium"/>
                <a:cs typeface="Oxanium"/>
                <a:sym typeface="Oxanium"/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3000"/>
              <a:buFont typeface="Oxanium"/>
              <a:buNone/>
              <a:defRPr sz="3000">
                <a:solidFill>
                  <a:schemeClr val="accent2"/>
                </a:solidFill>
                <a:latin typeface="Oxanium"/>
                <a:ea typeface="Oxanium"/>
                <a:cs typeface="Oxanium"/>
                <a:sym typeface="Oxanium"/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3000"/>
              <a:buFont typeface="Oxanium"/>
              <a:buNone/>
              <a:defRPr sz="3000">
                <a:solidFill>
                  <a:schemeClr val="accent2"/>
                </a:solidFill>
                <a:latin typeface="Oxanium"/>
                <a:ea typeface="Oxanium"/>
                <a:cs typeface="Oxanium"/>
                <a:sym typeface="Oxanium"/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3000"/>
              <a:buFont typeface="Oxanium"/>
              <a:buNone/>
              <a:defRPr sz="3000">
                <a:solidFill>
                  <a:schemeClr val="accent2"/>
                </a:solidFill>
                <a:latin typeface="Oxanium"/>
                <a:ea typeface="Oxanium"/>
                <a:cs typeface="Oxanium"/>
                <a:sym typeface="Oxanium"/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3000"/>
              <a:buFont typeface="Oxanium"/>
              <a:buNone/>
              <a:defRPr sz="3000">
                <a:solidFill>
                  <a:schemeClr val="accent2"/>
                </a:solidFill>
                <a:latin typeface="Oxanium"/>
                <a:ea typeface="Oxanium"/>
                <a:cs typeface="Oxanium"/>
                <a:sym typeface="Oxanium"/>
              </a:defRPr>
            </a:lvl9pPr>
          </a:lstStyle>
          <a:p>
            <a:endParaRPr/>
          </a:p>
        </p:txBody>
      </p:sp>
      <p:sp>
        <p:nvSpPr>
          <p:cNvPr id="168" name="Google Shape;168;p13"/>
          <p:cNvSpPr txBox="1">
            <a:spLocks noGrp="1"/>
          </p:cNvSpPr>
          <p:nvPr>
            <p:ph type="title" idx="21"/>
          </p:nvPr>
        </p:nvSpPr>
        <p:spPr>
          <a:xfrm>
            <a:off x="713225" y="539500"/>
            <a:ext cx="7717500" cy="6129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3000"/>
              <a:buFont typeface="Oxanium"/>
              <a:buNone/>
              <a:defRPr>
                <a:latin typeface="Oxanium Medium"/>
                <a:ea typeface="Oxanium Medium"/>
                <a:cs typeface="Oxanium Medium"/>
                <a:sym typeface="Oxanium Medium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3000"/>
              <a:buFont typeface="Oxanium"/>
              <a:buNone/>
              <a:defRPr sz="3000">
                <a:solidFill>
                  <a:schemeClr val="accent2"/>
                </a:solidFill>
                <a:latin typeface="Oxanium"/>
                <a:ea typeface="Oxanium"/>
                <a:cs typeface="Oxanium"/>
                <a:sym typeface="Oxanium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3000"/>
              <a:buFont typeface="Oxanium"/>
              <a:buNone/>
              <a:defRPr sz="3000">
                <a:solidFill>
                  <a:schemeClr val="accent2"/>
                </a:solidFill>
                <a:latin typeface="Oxanium"/>
                <a:ea typeface="Oxanium"/>
                <a:cs typeface="Oxanium"/>
                <a:sym typeface="Oxanium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3000"/>
              <a:buFont typeface="Oxanium"/>
              <a:buNone/>
              <a:defRPr sz="3000">
                <a:solidFill>
                  <a:schemeClr val="accent2"/>
                </a:solidFill>
                <a:latin typeface="Oxanium"/>
                <a:ea typeface="Oxanium"/>
                <a:cs typeface="Oxanium"/>
                <a:sym typeface="Oxanium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3000"/>
              <a:buFont typeface="Oxanium"/>
              <a:buNone/>
              <a:defRPr sz="3000">
                <a:solidFill>
                  <a:schemeClr val="accent2"/>
                </a:solidFill>
                <a:latin typeface="Oxanium"/>
                <a:ea typeface="Oxanium"/>
                <a:cs typeface="Oxanium"/>
                <a:sym typeface="Oxanium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3000"/>
              <a:buFont typeface="Oxanium"/>
              <a:buNone/>
              <a:defRPr sz="3000">
                <a:solidFill>
                  <a:schemeClr val="accent2"/>
                </a:solidFill>
                <a:latin typeface="Oxanium"/>
                <a:ea typeface="Oxanium"/>
                <a:cs typeface="Oxanium"/>
                <a:sym typeface="Oxanium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3000"/>
              <a:buFont typeface="Oxanium"/>
              <a:buNone/>
              <a:defRPr sz="3000">
                <a:solidFill>
                  <a:schemeClr val="accent2"/>
                </a:solidFill>
                <a:latin typeface="Oxanium"/>
                <a:ea typeface="Oxanium"/>
                <a:cs typeface="Oxanium"/>
                <a:sym typeface="Oxanium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3000"/>
              <a:buFont typeface="Oxanium"/>
              <a:buNone/>
              <a:defRPr sz="3000">
                <a:solidFill>
                  <a:schemeClr val="accent2"/>
                </a:solidFill>
                <a:latin typeface="Oxanium"/>
                <a:ea typeface="Oxanium"/>
                <a:cs typeface="Oxanium"/>
                <a:sym typeface="Oxanium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3000"/>
              <a:buFont typeface="Oxanium"/>
              <a:buNone/>
              <a:defRPr sz="3000">
                <a:solidFill>
                  <a:schemeClr val="accent2"/>
                </a:solidFill>
                <a:latin typeface="Oxanium"/>
                <a:ea typeface="Oxanium"/>
                <a:cs typeface="Oxanium"/>
                <a:sym typeface="Oxanium"/>
              </a:defRPr>
            </a:lvl9pPr>
          </a:lstStyle>
          <a:p>
            <a:endParaRPr/>
          </a:p>
        </p:txBody>
      </p:sp>
      <p:pic>
        <p:nvPicPr>
          <p:cNvPr id="169" name="Google Shape;169;p1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8232172" y="-759100"/>
            <a:ext cx="5035507" cy="5143501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170" name="Google Shape;170;p13"/>
          <p:cNvGrpSpPr/>
          <p:nvPr/>
        </p:nvGrpSpPr>
        <p:grpSpPr>
          <a:xfrm rot="-5400000">
            <a:off x="8253481" y="3927012"/>
            <a:ext cx="1038288" cy="281297"/>
            <a:chOff x="2443300" y="461900"/>
            <a:chExt cx="403250" cy="109250"/>
          </a:xfrm>
        </p:grpSpPr>
        <p:sp>
          <p:nvSpPr>
            <p:cNvPr id="171" name="Google Shape;171;p13"/>
            <p:cNvSpPr/>
            <p:nvPr/>
          </p:nvSpPr>
          <p:spPr>
            <a:xfrm>
              <a:off x="2757925" y="461900"/>
              <a:ext cx="88625" cy="109250"/>
            </a:xfrm>
            <a:custGeom>
              <a:avLst/>
              <a:gdLst/>
              <a:ahLst/>
              <a:cxnLst/>
              <a:rect l="l" t="t" r="r" b="b"/>
              <a:pathLst>
                <a:path w="3545" h="4370" extrusionOk="0">
                  <a:moveTo>
                    <a:pt x="0" y="4369"/>
                  </a:moveTo>
                  <a:lnTo>
                    <a:pt x="2586" y="0"/>
                  </a:lnTo>
                  <a:lnTo>
                    <a:pt x="3544" y="0"/>
                  </a:lnTo>
                  <a:lnTo>
                    <a:pt x="959" y="4369"/>
                  </a:ln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2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2" name="Google Shape;172;p13"/>
            <p:cNvSpPr/>
            <p:nvPr/>
          </p:nvSpPr>
          <p:spPr>
            <a:xfrm>
              <a:off x="2705550" y="461900"/>
              <a:ext cx="88500" cy="109250"/>
            </a:xfrm>
            <a:custGeom>
              <a:avLst/>
              <a:gdLst/>
              <a:ahLst/>
              <a:cxnLst/>
              <a:rect l="l" t="t" r="r" b="b"/>
              <a:pathLst>
                <a:path w="3540" h="4370" extrusionOk="0">
                  <a:moveTo>
                    <a:pt x="0" y="4369"/>
                  </a:moveTo>
                  <a:lnTo>
                    <a:pt x="2586" y="0"/>
                  </a:lnTo>
                  <a:lnTo>
                    <a:pt x="3540" y="0"/>
                  </a:lnTo>
                  <a:lnTo>
                    <a:pt x="954" y="4369"/>
                  </a:ln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2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3" name="Google Shape;173;p13"/>
            <p:cNvSpPr/>
            <p:nvPr/>
          </p:nvSpPr>
          <p:spPr>
            <a:xfrm>
              <a:off x="2653050" y="461900"/>
              <a:ext cx="88625" cy="109250"/>
            </a:xfrm>
            <a:custGeom>
              <a:avLst/>
              <a:gdLst/>
              <a:ahLst/>
              <a:cxnLst/>
              <a:rect l="l" t="t" r="r" b="b"/>
              <a:pathLst>
                <a:path w="3545" h="4370" extrusionOk="0">
                  <a:moveTo>
                    <a:pt x="1" y="4369"/>
                  </a:moveTo>
                  <a:lnTo>
                    <a:pt x="2586" y="0"/>
                  </a:lnTo>
                  <a:lnTo>
                    <a:pt x="3545" y="0"/>
                  </a:lnTo>
                  <a:lnTo>
                    <a:pt x="959" y="4369"/>
                  </a:ln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2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4" name="Google Shape;174;p13"/>
            <p:cNvSpPr/>
            <p:nvPr/>
          </p:nvSpPr>
          <p:spPr>
            <a:xfrm>
              <a:off x="2600675" y="461900"/>
              <a:ext cx="88500" cy="109250"/>
            </a:xfrm>
            <a:custGeom>
              <a:avLst/>
              <a:gdLst/>
              <a:ahLst/>
              <a:cxnLst/>
              <a:rect l="l" t="t" r="r" b="b"/>
              <a:pathLst>
                <a:path w="3540" h="4370" extrusionOk="0">
                  <a:moveTo>
                    <a:pt x="0" y="4369"/>
                  </a:moveTo>
                  <a:lnTo>
                    <a:pt x="2586" y="0"/>
                  </a:lnTo>
                  <a:lnTo>
                    <a:pt x="3540" y="0"/>
                  </a:lnTo>
                  <a:lnTo>
                    <a:pt x="954" y="4369"/>
                  </a:ln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2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5" name="Google Shape;175;p13"/>
            <p:cNvSpPr/>
            <p:nvPr/>
          </p:nvSpPr>
          <p:spPr>
            <a:xfrm>
              <a:off x="2548175" y="461900"/>
              <a:ext cx="88525" cy="109250"/>
            </a:xfrm>
            <a:custGeom>
              <a:avLst/>
              <a:gdLst/>
              <a:ahLst/>
              <a:cxnLst/>
              <a:rect l="l" t="t" r="r" b="b"/>
              <a:pathLst>
                <a:path w="3541" h="4370" extrusionOk="0">
                  <a:moveTo>
                    <a:pt x="1" y="4369"/>
                  </a:moveTo>
                  <a:lnTo>
                    <a:pt x="2586" y="0"/>
                  </a:lnTo>
                  <a:lnTo>
                    <a:pt x="3540" y="0"/>
                  </a:lnTo>
                  <a:lnTo>
                    <a:pt x="955" y="4369"/>
                  </a:ln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2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6" name="Google Shape;176;p13"/>
            <p:cNvSpPr/>
            <p:nvPr/>
          </p:nvSpPr>
          <p:spPr>
            <a:xfrm>
              <a:off x="2495700" y="461900"/>
              <a:ext cx="88625" cy="109250"/>
            </a:xfrm>
            <a:custGeom>
              <a:avLst/>
              <a:gdLst/>
              <a:ahLst/>
              <a:cxnLst/>
              <a:rect l="l" t="t" r="r" b="b"/>
              <a:pathLst>
                <a:path w="3545" h="4370" extrusionOk="0">
                  <a:moveTo>
                    <a:pt x="0" y="4369"/>
                  </a:moveTo>
                  <a:lnTo>
                    <a:pt x="2586" y="0"/>
                  </a:lnTo>
                  <a:lnTo>
                    <a:pt x="3544" y="0"/>
                  </a:lnTo>
                  <a:lnTo>
                    <a:pt x="959" y="4369"/>
                  </a:ln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2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7" name="Google Shape;177;p13"/>
            <p:cNvSpPr/>
            <p:nvPr/>
          </p:nvSpPr>
          <p:spPr>
            <a:xfrm>
              <a:off x="2443300" y="461900"/>
              <a:ext cx="88425" cy="109250"/>
            </a:xfrm>
            <a:custGeom>
              <a:avLst/>
              <a:gdLst/>
              <a:ahLst/>
              <a:cxnLst/>
              <a:rect l="l" t="t" r="r" b="b"/>
              <a:pathLst>
                <a:path w="3537" h="4370" extrusionOk="0">
                  <a:moveTo>
                    <a:pt x="1" y="4369"/>
                  </a:moveTo>
                  <a:lnTo>
                    <a:pt x="2587" y="0"/>
                  </a:lnTo>
                  <a:lnTo>
                    <a:pt x="3536" y="0"/>
                  </a:lnTo>
                  <a:lnTo>
                    <a:pt x="950" y="4369"/>
                  </a:ln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2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pic>
        <p:nvPicPr>
          <p:cNvPr id="178" name="Google Shape;178;p13"/>
          <p:cNvPicPr preferRelativeResize="0"/>
          <p:nvPr/>
        </p:nvPicPr>
        <p:blipFill rotWithShape="1">
          <a:blip r:embed="rId4">
            <a:alphaModFix/>
          </a:blip>
          <a:srcRect l="17360" t="15311" r="23370"/>
          <a:stretch/>
        </p:blipFill>
        <p:spPr>
          <a:xfrm flipH="1">
            <a:off x="7351985" y="-2002900"/>
            <a:ext cx="4565427" cy="48603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Quote">
  <p:cSld name="CUSTOM_2">
    <p:spTree>
      <p:nvGrpSpPr>
        <p:cNvPr id="1" name="Shape 1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80" name="Google Shape;180;p14"/>
          <p:cNvPicPr preferRelativeResize="0"/>
          <p:nvPr/>
        </p:nvPicPr>
        <p:blipFill>
          <a:blip r:embed="rId2">
            <a:alphaModFix amt="50000"/>
          </a:blip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181" name="Google Shape;181;p14"/>
          <p:cNvSpPr txBox="1">
            <a:spLocks noGrp="1"/>
          </p:cNvSpPr>
          <p:nvPr>
            <p:ph type="title"/>
          </p:nvPr>
        </p:nvSpPr>
        <p:spPr>
          <a:xfrm>
            <a:off x="713225" y="3218013"/>
            <a:ext cx="5229000" cy="6129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3000"/>
              <a:buFont typeface="Oxanium"/>
              <a:buNone/>
              <a:defRPr sz="2200">
                <a:latin typeface="Oxanium Medium"/>
                <a:ea typeface="Oxanium Medium"/>
                <a:cs typeface="Oxanium Medium"/>
                <a:sym typeface="Oxanium Medium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3000"/>
              <a:buFont typeface="Oxanium"/>
              <a:buNone/>
              <a:defRPr sz="3000">
                <a:solidFill>
                  <a:schemeClr val="accent2"/>
                </a:solidFill>
                <a:latin typeface="Oxanium"/>
                <a:ea typeface="Oxanium"/>
                <a:cs typeface="Oxanium"/>
                <a:sym typeface="Oxanium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3000"/>
              <a:buFont typeface="Oxanium"/>
              <a:buNone/>
              <a:defRPr sz="3000">
                <a:solidFill>
                  <a:schemeClr val="accent2"/>
                </a:solidFill>
                <a:latin typeface="Oxanium"/>
                <a:ea typeface="Oxanium"/>
                <a:cs typeface="Oxanium"/>
                <a:sym typeface="Oxanium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3000"/>
              <a:buFont typeface="Oxanium"/>
              <a:buNone/>
              <a:defRPr sz="3000">
                <a:solidFill>
                  <a:schemeClr val="accent2"/>
                </a:solidFill>
                <a:latin typeface="Oxanium"/>
                <a:ea typeface="Oxanium"/>
                <a:cs typeface="Oxanium"/>
                <a:sym typeface="Oxanium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3000"/>
              <a:buFont typeface="Oxanium"/>
              <a:buNone/>
              <a:defRPr sz="3000">
                <a:solidFill>
                  <a:schemeClr val="accent2"/>
                </a:solidFill>
                <a:latin typeface="Oxanium"/>
                <a:ea typeface="Oxanium"/>
                <a:cs typeface="Oxanium"/>
                <a:sym typeface="Oxanium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3000"/>
              <a:buFont typeface="Oxanium"/>
              <a:buNone/>
              <a:defRPr sz="3000">
                <a:solidFill>
                  <a:schemeClr val="accent2"/>
                </a:solidFill>
                <a:latin typeface="Oxanium"/>
                <a:ea typeface="Oxanium"/>
                <a:cs typeface="Oxanium"/>
                <a:sym typeface="Oxanium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3000"/>
              <a:buFont typeface="Oxanium"/>
              <a:buNone/>
              <a:defRPr sz="3000">
                <a:solidFill>
                  <a:schemeClr val="accent2"/>
                </a:solidFill>
                <a:latin typeface="Oxanium"/>
                <a:ea typeface="Oxanium"/>
                <a:cs typeface="Oxanium"/>
                <a:sym typeface="Oxanium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3000"/>
              <a:buFont typeface="Oxanium"/>
              <a:buNone/>
              <a:defRPr sz="3000">
                <a:solidFill>
                  <a:schemeClr val="accent2"/>
                </a:solidFill>
                <a:latin typeface="Oxanium"/>
                <a:ea typeface="Oxanium"/>
                <a:cs typeface="Oxanium"/>
                <a:sym typeface="Oxanium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3000"/>
              <a:buFont typeface="Oxanium"/>
              <a:buNone/>
              <a:defRPr sz="3000">
                <a:solidFill>
                  <a:schemeClr val="accent2"/>
                </a:solidFill>
                <a:latin typeface="Oxanium"/>
                <a:ea typeface="Oxanium"/>
                <a:cs typeface="Oxanium"/>
                <a:sym typeface="Oxanium"/>
              </a:defRPr>
            </a:lvl9pPr>
          </a:lstStyle>
          <a:p>
            <a:endParaRPr/>
          </a:p>
        </p:txBody>
      </p:sp>
      <p:sp>
        <p:nvSpPr>
          <p:cNvPr id="182" name="Google Shape;182;p14"/>
          <p:cNvSpPr txBox="1">
            <a:spLocks noGrp="1"/>
          </p:cNvSpPr>
          <p:nvPr>
            <p:ph type="subTitle" idx="1"/>
          </p:nvPr>
        </p:nvSpPr>
        <p:spPr>
          <a:xfrm>
            <a:off x="713225" y="1784400"/>
            <a:ext cx="5229000" cy="1269900"/>
          </a:xfrm>
          <a:prstGeom prst="rect">
            <a:avLst/>
          </a:prstGeom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2200">
                <a:solidFill>
                  <a:schemeClr val="accent2"/>
                </a:solidFill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pic>
        <p:nvPicPr>
          <p:cNvPr id="183" name="Google Shape;183;p1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 flipH="1">
            <a:off x="-565530" y="-862062"/>
            <a:ext cx="2432520" cy="266183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 2">
  <p:cSld name="CUSTOM_1_1">
    <p:spTree>
      <p:nvGrpSpPr>
        <p:cNvPr id="1" name="Shape 1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90" name="Google Shape;190;p16"/>
          <p:cNvPicPr preferRelativeResize="0"/>
          <p:nvPr/>
        </p:nvPicPr>
        <p:blipFill>
          <a:blip r:embed="rId2">
            <a:alphaModFix amt="50000"/>
          </a:blip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191" name="Google Shape;191;p16"/>
          <p:cNvSpPr txBox="1">
            <a:spLocks noGrp="1"/>
          </p:cNvSpPr>
          <p:nvPr>
            <p:ph type="title"/>
          </p:nvPr>
        </p:nvSpPr>
        <p:spPr>
          <a:xfrm>
            <a:off x="713225" y="539500"/>
            <a:ext cx="7717500" cy="6129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3000"/>
              <a:buFont typeface="Oxanium"/>
              <a:buNone/>
              <a:defRPr>
                <a:latin typeface="Oxanium Medium"/>
                <a:ea typeface="Oxanium Medium"/>
                <a:cs typeface="Oxanium Medium"/>
                <a:sym typeface="Oxanium Medium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3000"/>
              <a:buFont typeface="Oxanium"/>
              <a:buNone/>
              <a:defRPr sz="3000">
                <a:solidFill>
                  <a:schemeClr val="accent2"/>
                </a:solidFill>
                <a:latin typeface="Oxanium"/>
                <a:ea typeface="Oxanium"/>
                <a:cs typeface="Oxanium"/>
                <a:sym typeface="Oxanium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3000"/>
              <a:buFont typeface="Oxanium"/>
              <a:buNone/>
              <a:defRPr sz="3000">
                <a:solidFill>
                  <a:schemeClr val="accent2"/>
                </a:solidFill>
                <a:latin typeface="Oxanium"/>
                <a:ea typeface="Oxanium"/>
                <a:cs typeface="Oxanium"/>
                <a:sym typeface="Oxanium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3000"/>
              <a:buFont typeface="Oxanium"/>
              <a:buNone/>
              <a:defRPr sz="3000">
                <a:solidFill>
                  <a:schemeClr val="accent2"/>
                </a:solidFill>
                <a:latin typeface="Oxanium"/>
                <a:ea typeface="Oxanium"/>
                <a:cs typeface="Oxanium"/>
                <a:sym typeface="Oxanium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3000"/>
              <a:buFont typeface="Oxanium"/>
              <a:buNone/>
              <a:defRPr sz="3000">
                <a:solidFill>
                  <a:schemeClr val="accent2"/>
                </a:solidFill>
                <a:latin typeface="Oxanium"/>
                <a:ea typeface="Oxanium"/>
                <a:cs typeface="Oxanium"/>
                <a:sym typeface="Oxanium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3000"/>
              <a:buFont typeface="Oxanium"/>
              <a:buNone/>
              <a:defRPr sz="3000">
                <a:solidFill>
                  <a:schemeClr val="accent2"/>
                </a:solidFill>
                <a:latin typeface="Oxanium"/>
                <a:ea typeface="Oxanium"/>
                <a:cs typeface="Oxanium"/>
                <a:sym typeface="Oxanium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3000"/>
              <a:buFont typeface="Oxanium"/>
              <a:buNone/>
              <a:defRPr sz="3000">
                <a:solidFill>
                  <a:schemeClr val="accent2"/>
                </a:solidFill>
                <a:latin typeface="Oxanium"/>
                <a:ea typeface="Oxanium"/>
                <a:cs typeface="Oxanium"/>
                <a:sym typeface="Oxanium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3000"/>
              <a:buFont typeface="Oxanium"/>
              <a:buNone/>
              <a:defRPr sz="3000">
                <a:solidFill>
                  <a:schemeClr val="accent2"/>
                </a:solidFill>
                <a:latin typeface="Oxanium"/>
                <a:ea typeface="Oxanium"/>
                <a:cs typeface="Oxanium"/>
                <a:sym typeface="Oxanium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3000"/>
              <a:buFont typeface="Oxanium"/>
              <a:buNone/>
              <a:defRPr sz="3000">
                <a:solidFill>
                  <a:schemeClr val="accent2"/>
                </a:solidFill>
                <a:latin typeface="Oxanium"/>
                <a:ea typeface="Oxanium"/>
                <a:cs typeface="Oxanium"/>
                <a:sym typeface="Oxanium"/>
              </a:defRPr>
            </a:lvl9pPr>
          </a:lstStyle>
          <a:p>
            <a:endParaRPr/>
          </a:p>
        </p:txBody>
      </p:sp>
      <p:pic>
        <p:nvPicPr>
          <p:cNvPr id="192" name="Google Shape;192;p16"/>
          <p:cNvPicPr preferRelativeResize="0"/>
          <p:nvPr/>
        </p:nvPicPr>
        <p:blipFill rotWithShape="1">
          <a:blip r:embed="rId3">
            <a:alphaModFix/>
          </a:blip>
          <a:srcRect l="11324" t="4078" r="11324" b="4069"/>
          <a:stretch/>
        </p:blipFill>
        <p:spPr>
          <a:xfrm flipH="1">
            <a:off x="-1820845" y="4135825"/>
            <a:ext cx="3418348" cy="3761926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193" name="Google Shape;193;p16"/>
          <p:cNvGrpSpPr/>
          <p:nvPr/>
        </p:nvGrpSpPr>
        <p:grpSpPr>
          <a:xfrm>
            <a:off x="-1897058" y="3090797"/>
            <a:ext cx="2543490" cy="2661762"/>
            <a:chOff x="-2482653" y="-2238475"/>
            <a:chExt cx="4914957" cy="5143501"/>
          </a:xfrm>
        </p:grpSpPr>
        <p:pic>
          <p:nvPicPr>
            <p:cNvPr id="194" name="Google Shape;194;p16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-2482653" y="-2238475"/>
              <a:ext cx="4914957" cy="5143501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95" name="Google Shape;195;p16"/>
            <p:cNvSpPr/>
            <p:nvPr/>
          </p:nvSpPr>
          <p:spPr>
            <a:xfrm>
              <a:off x="-2058626" y="-2014320"/>
              <a:ext cx="4066911" cy="4695171"/>
            </a:xfrm>
            <a:custGeom>
              <a:avLst/>
              <a:gdLst/>
              <a:ahLst/>
              <a:cxnLst/>
              <a:rect l="l" t="t" r="r" b="b"/>
              <a:pathLst>
                <a:path w="44232" h="51065" fill="none" extrusionOk="0">
                  <a:moveTo>
                    <a:pt x="0" y="38302"/>
                  </a:moveTo>
                  <a:lnTo>
                    <a:pt x="0" y="12767"/>
                  </a:lnTo>
                  <a:lnTo>
                    <a:pt x="22111" y="0"/>
                  </a:lnTo>
                  <a:lnTo>
                    <a:pt x="44231" y="12767"/>
                  </a:lnTo>
                  <a:lnTo>
                    <a:pt x="44231" y="38302"/>
                  </a:lnTo>
                  <a:lnTo>
                    <a:pt x="22111" y="51065"/>
                  </a:lnTo>
                  <a:close/>
                </a:path>
              </a:pathLst>
            </a:custGeom>
            <a:noFill/>
            <a:ln w="19050" cap="flat" cmpd="sng">
              <a:solidFill>
                <a:srgbClr val="5233DA"/>
              </a:solidFill>
              <a:prstDash val="solid"/>
              <a:miter lim="4457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pic>
        <p:nvPicPr>
          <p:cNvPr id="196" name="Google Shape;196;p16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 rot="5400000" flipH="1">
            <a:off x="7595508" y="-791425"/>
            <a:ext cx="2432520" cy="266183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 3">
  <p:cSld name="CUSTOM_1_1_1">
    <p:spTree>
      <p:nvGrpSpPr>
        <p:cNvPr id="1" name="Shape 1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98" name="Google Shape;198;p17"/>
          <p:cNvPicPr preferRelativeResize="0"/>
          <p:nvPr/>
        </p:nvPicPr>
        <p:blipFill>
          <a:blip r:embed="rId2">
            <a:alphaModFix amt="50000"/>
          </a:blip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199" name="Google Shape;199;p17"/>
          <p:cNvSpPr txBox="1">
            <a:spLocks noGrp="1"/>
          </p:cNvSpPr>
          <p:nvPr>
            <p:ph type="title"/>
          </p:nvPr>
        </p:nvSpPr>
        <p:spPr>
          <a:xfrm>
            <a:off x="713250" y="539500"/>
            <a:ext cx="7717500" cy="11304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3000"/>
              <a:buFont typeface="Oxanium"/>
              <a:buNone/>
              <a:defRPr>
                <a:latin typeface="Oxanium Medium"/>
                <a:ea typeface="Oxanium Medium"/>
                <a:cs typeface="Oxanium Medium"/>
                <a:sym typeface="Oxanium Medium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3000"/>
              <a:buFont typeface="Oxanium"/>
              <a:buNone/>
              <a:defRPr sz="3000">
                <a:solidFill>
                  <a:schemeClr val="accent2"/>
                </a:solidFill>
                <a:latin typeface="Oxanium"/>
                <a:ea typeface="Oxanium"/>
                <a:cs typeface="Oxanium"/>
                <a:sym typeface="Oxanium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3000"/>
              <a:buFont typeface="Oxanium"/>
              <a:buNone/>
              <a:defRPr sz="3000">
                <a:solidFill>
                  <a:schemeClr val="accent2"/>
                </a:solidFill>
                <a:latin typeface="Oxanium"/>
                <a:ea typeface="Oxanium"/>
                <a:cs typeface="Oxanium"/>
                <a:sym typeface="Oxanium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3000"/>
              <a:buFont typeface="Oxanium"/>
              <a:buNone/>
              <a:defRPr sz="3000">
                <a:solidFill>
                  <a:schemeClr val="accent2"/>
                </a:solidFill>
                <a:latin typeface="Oxanium"/>
                <a:ea typeface="Oxanium"/>
                <a:cs typeface="Oxanium"/>
                <a:sym typeface="Oxanium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3000"/>
              <a:buFont typeface="Oxanium"/>
              <a:buNone/>
              <a:defRPr sz="3000">
                <a:solidFill>
                  <a:schemeClr val="accent2"/>
                </a:solidFill>
                <a:latin typeface="Oxanium"/>
                <a:ea typeface="Oxanium"/>
                <a:cs typeface="Oxanium"/>
                <a:sym typeface="Oxanium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3000"/>
              <a:buFont typeface="Oxanium"/>
              <a:buNone/>
              <a:defRPr sz="3000">
                <a:solidFill>
                  <a:schemeClr val="accent2"/>
                </a:solidFill>
                <a:latin typeface="Oxanium"/>
                <a:ea typeface="Oxanium"/>
                <a:cs typeface="Oxanium"/>
                <a:sym typeface="Oxanium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3000"/>
              <a:buFont typeface="Oxanium"/>
              <a:buNone/>
              <a:defRPr sz="3000">
                <a:solidFill>
                  <a:schemeClr val="accent2"/>
                </a:solidFill>
                <a:latin typeface="Oxanium"/>
                <a:ea typeface="Oxanium"/>
                <a:cs typeface="Oxanium"/>
                <a:sym typeface="Oxanium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3000"/>
              <a:buFont typeface="Oxanium"/>
              <a:buNone/>
              <a:defRPr sz="3000">
                <a:solidFill>
                  <a:schemeClr val="accent2"/>
                </a:solidFill>
                <a:latin typeface="Oxanium"/>
                <a:ea typeface="Oxanium"/>
                <a:cs typeface="Oxanium"/>
                <a:sym typeface="Oxanium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3000"/>
              <a:buFont typeface="Oxanium"/>
              <a:buNone/>
              <a:defRPr sz="3000">
                <a:solidFill>
                  <a:schemeClr val="accent2"/>
                </a:solidFill>
                <a:latin typeface="Oxanium"/>
                <a:ea typeface="Oxanium"/>
                <a:cs typeface="Oxanium"/>
                <a:sym typeface="Oxanium"/>
              </a:defRPr>
            </a:lvl9pPr>
          </a:lstStyle>
          <a:p>
            <a:endParaRPr/>
          </a:p>
        </p:txBody>
      </p:sp>
      <p:pic>
        <p:nvPicPr>
          <p:cNvPr id="200" name="Google Shape;200;p17"/>
          <p:cNvPicPr preferRelativeResize="0"/>
          <p:nvPr/>
        </p:nvPicPr>
        <p:blipFill rotWithShape="1">
          <a:blip r:embed="rId3">
            <a:alphaModFix/>
          </a:blip>
          <a:srcRect l="8833" r="8841"/>
          <a:stretch/>
        </p:blipFill>
        <p:spPr>
          <a:xfrm rot="5400000" flipH="1">
            <a:off x="-1193649" y="4162276"/>
            <a:ext cx="4569098" cy="5143499"/>
          </a:xfrm>
          <a:prstGeom prst="rect">
            <a:avLst/>
          </a:prstGeom>
          <a:noFill/>
          <a:ln>
            <a:noFill/>
          </a:ln>
        </p:spPr>
      </p:pic>
      <p:pic>
        <p:nvPicPr>
          <p:cNvPr id="201" name="Google Shape;201;p17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 rot="10800000">
            <a:off x="-720033" y="-1358687"/>
            <a:ext cx="2432520" cy="2661830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202" name="Google Shape;202;p17"/>
          <p:cNvGrpSpPr/>
          <p:nvPr/>
        </p:nvGrpSpPr>
        <p:grpSpPr>
          <a:xfrm flipH="1">
            <a:off x="7392481" y="4608574"/>
            <a:ext cx="1038288" cy="281297"/>
            <a:chOff x="2443300" y="461900"/>
            <a:chExt cx="403250" cy="109250"/>
          </a:xfrm>
        </p:grpSpPr>
        <p:sp>
          <p:nvSpPr>
            <p:cNvPr id="203" name="Google Shape;203;p17"/>
            <p:cNvSpPr/>
            <p:nvPr/>
          </p:nvSpPr>
          <p:spPr>
            <a:xfrm>
              <a:off x="2757925" y="461900"/>
              <a:ext cx="88625" cy="109250"/>
            </a:xfrm>
            <a:custGeom>
              <a:avLst/>
              <a:gdLst/>
              <a:ahLst/>
              <a:cxnLst/>
              <a:rect l="l" t="t" r="r" b="b"/>
              <a:pathLst>
                <a:path w="3545" h="4370" extrusionOk="0">
                  <a:moveTo>
                    <a:pt x="0" y="4369"/>
                  </a:moveTo>
                  <a:lnTo>
                    <a:pt x="2586" y="0"/>
                  </a:lnTo>
                  <a:lnTo>
                    <a:pt x="3544" y="0"/>
                  </a:lnTo>
                  <a:lnTo>
                    <a:pt x="959" y="4369"/>
                  </a:ln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2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4" name="Google Shape;204;p17"/>
            <p:cNvSpPr/>
            <p:nvPr/>
          </p:nvSpPr>
          <p:spPr>
            <a:xfrm>
              <a:off x="2705550" y="461900"/>
              <a:ext cx="88500" cy="109250"/>
            </a:xfrm>
            <a:custGeom>
              <a:avLst/>
              <a:gdLst/>
              <a:ahLst/>
              <a:cxnLst/>
              <a:rect l="l" t="t" r="r" b="b"/>
              <a:pathLst>
                <a:path w="3540" h="4370" extrusionOk="0">
                  <a:moveTo>
                    <a:pt x="0" y="4369"/>
                  </a:moveTo>
                  <a:lnTo>
                    <a:pt x="2586" y="0"/>
                  </a:lnTo>
                  <a:lnTo>
                    <a:pt x="3540" y="0"/>
                  </a:lnTo>
                  <a:lnTo>
                    <a:pt x="954" y="4369"/>
                  </a:ln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2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5" name="Google Shape;205;p17"/>
            <p:cNvSpPr/>
            <p:nvPr/>
          </p:nvSpPr>
          <p:spPr>
            <a:xfrm>
              <a:off x="2653050" y="461900"/>
              <a:ext cx="88625" cy="109250"/>
            </a:xfrm>
            <a:custGeom>
              <a:avLst/>
              <a:gdLst/>
              <a:ahLst/>
              <a:cxnLst/>
              <a:rect l="l" t="t" r="r" b="b"/>
              <a:pathLst>
                <a:path w="3545" h="4370" extrusionOk="0">
                  <a:moveTo>
                    <a:pt x="1" y="4369"/>
                  </a:moveTo>
                  <a:lnTo>
                    <a:pt x="2586" y="0"/>
                  </a:lnTo>
                  <a:lnTo>
                    <a:pt x="3545" y="0"/>
                  </a:lnTo>
                  <a:lnTo>
                    <a:pt x="959" y="4369"/>
                  </a:ln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2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6" name="Google Shape;206;p17"/>
            <p:cNvSpPr/>
            <p:nvPr/>
          </p:nvSpPr>
          <p:spPr>
            <a:xfrm>
              <a:off x="2600675" y="461900"/>
              <a:ext cx="88500" cy="109250"/>
            </a:xfrm>
            <a:custGeom>
              <a:avLst/>
              <a:gdLst/>
              <a:ahLst/>
              <a:cxnLst/>
              <a:rect l="l" t="t" r="r" b="b"/>
              <a:pathLst>
                <a:path w="3540" h="4370" extrusionOk="0">
                  <a:moveTo>
                    <a:pt x="0" y="4369"/>
                  </a:moveTo>
                  <a:lnTo>
                    <a:pt x="2586" y="0"/>
                  </a:lnTo>
                  <a:lnTo>
                    <a:pt x="3540" y="0"/>
                  </a:lnTo>
                  <a:lnTo>
                    <a:pt x="954" y="4369"/>
                  </a:ln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2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7" name="Google Shape;207;p17"/>
            <p:cNvSpPr/>
            <p:nvPr/>
          </p:nvSpPr>
          <p:spPr>
            <a:xfrm>
              <a:off x="2548175" y="461900"/>
              <a:ext cx="88525" cy="109250"/>
            </a:xfrm>
            <a:custGeom>
              <a:avLst/>
              <a:gdLst/>
              <a:ahLst/>
              <a:cxnLst/>
              <a:rect l="l" t="t" r="r" b="b"/>
              <a:pathLst>
                <a:path w="3541" h="4370" extrusionOk="0">
                  <a:moveTo>
                    <a:pt x="1" y="4369"/>
                  </a:moveTo>
                  <a:lnTo>
                    <a:pt x="2586" y="0"/>
                  </a:lnTo>
                  <a:lnTo>
                    <a:pt x="3540" y="0"/>
                  </a:lnTo>
                  <a:lnTo>
                    <a:pt x="955" y="4369"/>
                  </a:ln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2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8" name="Google Shape;208;p17"/>
            <p:cNvSpPr/>
            <p:nvPr/>
          </p:nvSpPr>
          <p:spPr>
            <a:xfrm>
              <a:off x="2495700" y="461900"/>
              <a:ext cx="88625" cy="109250"/>
            </a:xfrm>
            <a:custGeom>
              <a:avLst/>
              <a:gdLst/>
              <a:ahLst/>
              <a:cxnLst/>
              <a:rect l="l" t="t" r="r" b="b"/>
              <a:pathLst>
                <a:path w="3545" h="4370" extrusionOk="0">
                  <a:moveTo>
                    <a:pt x="0" y="4369"/>
                  </a:moveTo>
                  <a:lnTo>
                    <a:pt x="2586" y="0"/>
                  </a:lnTo>
                  <a:lnTo>
                    <a:pt x="3544" y="0"/>
                  </a:lnTo>
                  <a:lnTo>
                    <a:pt x="959" y="4369"/>
                  </a:ln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2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9" name="Google Shape;209;p17"/>
            <p:cNvSpPr/>
            <p:nvPr/>
          </p:nvSpPr>
          <p:spPr>
            <a:xfrm>
              <a:off x="2443300" y="461900"/>
              <a:ext cx="88425" cy="109250"/>
            </a:xfrm>
            <a:custGeom>
              <a:avLst/>
              <a:gdLst/>
              <a:ahLst/>
              <a:cxnLst/>
              <a:rect l="l" t="t" r="r" b="b"/>
              <a:pathLst>
                <a:path w="3537" h="4370" extrusionOk="0">
                  <a:moveTo>
                    <a:pt x="1" y="4369"/>
                  </a:moveTo>
                  <a:lnTo>
                    <a:pt x="2587" y="0"/>
                  </a:lnTo>
                  <a:lnTo>
                    <a:pt x="3536" y="0"/>
                  </a:lnTo>
                  <a:lnTo>
                    <a:pt x="950" y="4369"/>
                  </a:ln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2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210" name="Google Shape;210;p17"/>
          <p:cNvGrpSpPr/>
          <p:nvPr/>
        </p:nvGrpSpPr>
        <p:grpSpPr>
          <a:xfrm rot="5400000">
            <a:off x="-2574140" y="3074329"/>
            <a:ext cx="3514194" cy="3677603"/>
            <a:chOff x="5864904" y="-3028300"/>
            <a:chExt cx="4914957" cy="5143501"/>
          </a:xfrm>
        </p:grpSpPr>
        <p:pic>
          <p:nvPicPr>
            <p:cNvPr id="211" name="Google Shape;211;p17"/>
            <p:cNvPicPr preferRelativeResize="0"/>
            <p:nvPr/>
          </p:nvPicPr>
          <p:blipFill>
            <a:blip r:embed="rId5">
              <a:alphaModFix/>
            </a:blip>
            <a:stretch>
              <a:fillRect/>
            </a:stretch>
          </p:blipFill>
          <p:spPr>
            <a:xfrm flipH="1">
              <a:off x="5864904" y="-3028300"/>
              <a:ext cx="4914957" cy="5143501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212" name="Google Shape;212;p17"/>
            <p:cNvSpPr/>
            <p:nvPr/>
          </p:nvSpPr>
          <p:spPr>
            <a:xfrm flipH="1">
              <a:off x="6288972" y="-2804182"/>
              <a:ext cx="4066911" cy="4695171"/>
            </a:xfrm>
            <a:custGeom>
              <a:avLst/>
              <a:gdLst/>
              <a:ahLst/>
              <a:cxnLst/>
              <a:rect l="l" t="t" r="r" b="b"/>
              <a:pathLst>
                <a:path w="44232" h="51065" fill="none" extrusionOk="0">
                  <a:moveTo>
                    <a:pt x="0" y="38302"/>
                  </a:moveTo>
                  <a:lnTo>
                    <a:pt x="0" y="12767"/>
                  </a:lnTo>
                  <a:lnTo>
                    <a:pt x="22111" y="0"/>
                  </a:lnTo>
                  <a:lnTo>
                    <a:pt x="44231" y="12767"/>
                  </a:lnTo>
                  <a:lnTo>
                    <a:pt x="44231" y="38302"/>
                  </a:lnTo>
                  <a:lnTo>
                    <a:pt x="22111" y="51065"/>
                  </a:lnTo>
                  <a:close/>
                </a:path>
              </a:pathLst>
            </a:custGeom>
            <a:noFill/>
            <a:ln w="19050" cap="flat" cmpd="sng">
              <a:solidFill>
                <a:srgbClr val="5233DA"/>
              </a:solidFill>
              <a:prstDash val="solid"/>
              <a:miter lim="4457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hree columns">
  <p:cSld name="CUSTOM_4">
    <p:spTree>
      <p:nvGrpSpPr>
        <p:cNvPr id="1" name="Shape 2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14" name="Google Shape;214;p18"/>
          <p:cNvPicPr preferRelativeResize="0"/>
          <p:nvPr/>
        </p:nvPicPr>
        <p:blipFill>
          <a:blip r:embed="rId2">
            <a:alphaModFix amt="50000"/>
          </a:blip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215" name="Google Shape;215;p18"/>
          <p:cNvSpPr txBox="1">
            <a:spLocks noGrp="1"/>
          </p:cNvSpPr>
          <p:nvPr>
            <p:ph type="title"/>
          </p:nvPr>
        </p:nvSpPr>
        <p:spPr>
          <a:xfrm>
            <a:off x="713225" y="539500"/>
            <a:ext cx="7717500" cy="6129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3000"/>
              <a:buFont typeface="Oxanium"/>
              <a:buNone/>
              <a:defRPr>
                <a:latin typeface="Oxanium Medium"/>
                <a:ea typeface="Oxanium Medium"/>
                <a:cs typeface="Oxanium Medium"/>
                <a:sym typeface="Oxanium Medium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3000"/>
              <a:buFont typeface="Oxanium"/>
              <a:buNone/>
              <a:defRPr sz="3000">
                <a:solidFill>
                  <a:schemeClr val="accent2"/>
                </a:solidFill>
                <a:latin typeface="Oxanium"/>
                <a:ea typeface="Oxanium"/>
                <a:cs typeface="Oxanium"/>
                <a:sym typeface="Oxanium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3000"/>
              <a:buFont typeface="Oxanium"/>
              <a:buNone/>
              <a:defRPr sz="3000">
                <a:solidFill>
                  <a:schemeClr val="accent2"/>
                </a:solidFill>
                <a:latin typeface="Oxanium"/>
                <a:ea typeface="Oxanium"/>
                <a:cs typeface="Oxanium"/>
                <a:sym typeface="Oxanium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3000"/>
              <a:buFont typeface="Oxanium"/>
              <a:buNone/>
              <a:defRPr sz="3000">
                <a:solidFill>
                  <a:schemeClr val="accent2"/>
                </a:solidFill>
                <a:latin typeface="Oxanium"/>
                <a:ea typeface="Oxanium"/>
                <a:cs typeface="Oxanium"/>
                <a:sym typeface="Oxanium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3000"/>
              <a:buFont typeface="Oxanium"/>
              <a:buNone/>
              <a:defRPr sz="3000">
                <a:solidFill>
                  <a:schemeClr val="accent2"/>
                </a:solidFill>
                <a:latin typeface="Oxanium"/>
                <a:ea typeface="Oxanium"/>
                <a:cs typeface="Oxanium"/>
                <a:sym typeface="Oxanium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3000"/>
              <a:buFont typeface="Oxanium"/>
              <a:buNone/>
              <a:defRPr sz="3000">
                <a:solidFill>
                  <a:schemeClr val="accent2"/>
                </a:solidFill>
                <a:latin typeface="Oxanium"/>
                <a:ea typeface="Oxanium"/>
                <a:cs typeface="Oxanium"/>
                <a:sym typeface="Oxanium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3000"/>
              <a:buFont typeface="Oxanium"/>
              <a:buNone/>
              <a:defRPr sz="3000">
                <a:solidFill>
                  <a:schemeClr val="accent2"/>
                </a:solidFill>
                <a:latin typeface="Oxanium"/>
                <a:ea typeface="Oxanium"/>
                <a:cs typeface="Oxanium"/>
                <a:sym typeface="Oxanium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3000"/>
              <a:buFont typeface="Oxanium"/>
              <a:buNone/>
              <a:defRPr sz="3000">
                <a:solidFill>
                  <a:schemeClr val="accent2"/>
                </a:solidFill>
                <a:latin typeface="Oxanium"/>
                <a:ea typeface="Oxanium"/>
                <a:cs typeface="Oxanium"/>
                <a:sym typeface="Oxanium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3000"/>
              <a:buFont typeface="Oxanium"/>
              <a:buNone/>
              <a:defRPr sz="3000">
                <a:solidFill>
                  <a:schemeClr val="accent2"/>
                </a:solidFill>
                <a:latin typeface="Oxanium"/>
                <a:ea typeface="Oxanium"/>
                <a:cs typeface="Oxanium"/>
                <a:sym typeface="Oxanium"/>
              </a:defRPr>
            </a:lvl9pPr>
          </a:lstStyle>
          <a:p>
            <a:endParaRPr/>
          </a:p>
        </p:txBody>
      </p:sp>
      <p:sp>
        <p:nvSpPr>
          <p:cNvPr id="216" name="Google Shape;216;p18"/>
          <p:cNvSpPr txBox="1">
            <a:spLocks noGrp="1"/>
          </p:cNvSpPr>
          <p:nvPr>
            <p:ph type="subTitle" idx="1"/>
          </p:nvPr>
        </p:nvSpPr>
        <p:spPr>
          <a:xfrm>
            <a:off x="1941225" y="2945720"/>
            <a:ext cx="4947000" cy="478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17" name="Google Shape;217;p18"/>
          <p:cNvSpPr txBox="1">
            <a:spLocks noGrp="1"/>
          </p:cNvSpPr>
          <p:nvPr>
            <p:ph type="subTitle" idx="2"/>
          </p:nvPr>
        </p:nvSpPr>
        <p:spPr>
          <a:xfrm>
            <a:off x="1941225" y="1934527"/>
            <a:ext cx="4947000" cy="478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18" name="Google Shape;218;p18"/>
          <p:cNvSpPr txBox="1">
            <a:spLocks noGrp="1"/>
          </p:cNvSpPr>
          <p:nvPr>
            <p:ph type="subTitle" idx="3"/>
          </p:nvPr>
        </p:nvSpPr>
        <p:spPr>
          <a:xfrm>
            <a:off x="1941225" y="1515150"/>
            <a:ext cx="4947000" cy="370800"/>
          </a:xfrm>
          <a:prstGeom prst="rect">
            <a:avLst/>
          </a:prstGeom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200"/>
              <a:buFont typeface="Oxanium"/>
              <a:buNone/>
              <a:defRPr sz="2200">
                <a:solidFill>
                  <a:schemeClr val="accent1"/>
                </a:solidFill>
                <a:latin typeface="Oxanium Medium"/>
                <a:ea typeface="Oxanium Medium"/>
                <a:cs typeface="Oxanium Medium"/>
                <a:sym typeface="Oxanium Medium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200"/>
              <a:buFont typeface="Oxanium"/>
              <a:buNone/>
              <a:defRPr sz="2200">
                <a:solidFill>
                  <a:schemeClr val="lt2"/>
                </a:solidFill>
                <a:latin typeface="Oxanium"/>
                <a:ea typeface="Oxanium"/>
                <a:cs typeface="Oxanium"/>
                <a:sym typeface="Oxanium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200"/>
              <a:buFont typeface="Oxanium"/>
              <a:buNone/>
              <a:defRPr sz="2200">
                <a:solidFill>
                  <a:schemeClr val="lt2"/>
                </a:solidFill>
                <a:latin typeface="Oxanium"/>
                <a:ea typeface="Oxanium"/>
                <a:cs typeface="Oxanium"/>
                <a:sym typeface="Oxanium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200"/>
              <a:buFont typeface="Oxanium"/>
              <a:buNone/>
              <a:defRPr sz="2200">
                <a:solidFill>
                  <a:schemeClr val="lt2"/>
                </a:solidFill>
                <a:latin typeface="Oxanium"/>
                <a:ea typeface="Oxanium"/>
                <a:cs typeface="Oxanium"/>
                <a:sym typeface="Oxanium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200"/>
              <a:buFont typeface="Oxanium"/>
              <a:buNone/>
              <a:defRPr sz="2200">
                <a:solidFill>
                  <a:schemeClr val="lt2"/>
                </a:solidFill>
                <a:latin typeface="Oxanium"/>
                <a:ea typeface="Oxanium"/>
                <a:cs typeface="Oxanium"/>
                <a:sym typeface="Oxanium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200"/>
              <a:buFont typeface="Oxanium"/>
              <a:buNone/>
              <a:defRPr sz="2200">
                <a:solidFill>
                  <a:schemeClr val="lt2"/>
                </a:solidFill>
                <a:latin typeface="Oxanium"/>
                <a:ea typeface="Oxanium"/>
                <a:cs typeface="Oxanium"/>
                <a:sym typeface="Oxanium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200"/>
              <a:buFont typeface="Oxanium"/>
              <a:buNone/>
              <a:defRPr sz="2200">
                <a:solidFill>
                  <a:schemeClr val="lt2"/>
                </a:solidFill>
                <a:latin typeface="Oxanium"/>
                <a:ea typeface="Oxanium"/>
                <a:cs typeface="Oxanium"/>
                <a:sym typeface="Oxanium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200"/>
              <a:buFont typeface="Oxanium"/>
              <a:buNone/>
              <a:defRPr sz="2200">
                <a:solidFill>
                  <a:schemeClr val="lt2"/>
                </a:solidFill>
                <a:latin typeface="Oxanium"/>
                <a:ea typeface="Oxanium"/>
                <a:cs typeface="Oxanium"/>
                <a:sym typeface="Oxanium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200"/>
              <a:buFont typeface="Oxanium"/>
              <a:buNone/>
              <a:defRPr sz="2200">
                <a:solidFill>
                  <a:schemeClr val="lt2"/>
                </a:solidFill>
                <a:latin typeface="Oxanium"/>
                <a:ea typeface="Oxanium"/>
                <a:cs typeface="Oxanium"/>
                <a:sym typeface="Oxanium"/>
              </a:defRPr>
            </a:lvl9pPr>
          </a:lstStyle>
          <a:p>
            <a:endParaRPr/>
          </a:p>
        </p:txBody>
      </p:sp>
      <p:sp>
        <p:nvSpPr>
          <p:cNvPr id="219" name="Google Shape;219;p18"/>
          <p:cNvSpPr txBox="1">
            <a:spLocks noGrp="1"/>
          </p:cNvSpPr>
          <p:nvPr>
            <p:ph type="subTitle" idx="4"/>
          </p:nvPr>
        </p:nvSpPr>
        <p:spPr>
          <a:xfrm>
            <a:off x="1941225" y="2526349"/>
            <a:ext cx="4947000" cy="370800"/>
          </a:xfrm>
          <a:prstGeom prst="rect">
            <a:avLst/>
          </a:prstGeom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200"/>
              <a:buFont typeface="Oxanium"/>
              <a:buNone/>
              <a:defRPr sz="2200">
                <a:solidFill>
                  <a:schemeClr val="accent1"/>
                </a:solidFill>
                <a:latin typeface="Oxanium Medium"/>
                <a:ea typeface="Oxanium Medium"/>
                <a:cs typeface="Oxanium Medium"/>
                <a:sym typeface="Oxanium Medium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200"/>
              <a:buFont typeface="Oxanium"/>
              <a:buNone/>
              <a:defRPr sz="2200">
                <a:solidFill>
                  <a:schemeClr val="lt2"/>
                </a:solidFill>
                <a:latin typeface="Oxanium"/>
                <a:ea typeface="Oxanium"/>
                <a:cs typeface="Oxanium"/>
                <a:sym typeface="Oxanium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200"/>
              <a:buFont typeface="Oxanium"/>
              <a:buNone/>
              <a:defRPr sz="2200">
                <a:solidFill>
                  <a:schemeClr val="lt2"/>
                </a:solidFill>
                <a:latin typeface="Oxanium"/>
                <a:ea typeface="Oxanium"/>
                <a:cs typeface="Oxanium"/>
                <a:sym typeface="Oxanium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200"/>
              <a:buFont typeface="Oxanium"/>
              <a:buNone/>
              <a:defRPr sz="2200">
                <a:solidFill>
                  <a:schemeClr val="lt2"/>
                </a:solidFill>
                <a:latin typeface="Oxanium"/>
                <a:ea typeface="Oxanium"/>
                <a:cs typeface="Oxanium"/>
                <a:sym typeface="Oxanium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200"/>
              <a:buFont typeface="Oxanium"/>
              <a:buNone/>
              <a:defRPr sz="2200">
                <a:solidFill>
                  <a:schemeClr val="lt2"/>
                </a:solidFill>
                <a:latin typeface="Oxanium"/>
                <a:ea typeface="Oxanium"/>
                <a:cs typeface="Oxanium"/>
                <a:sym typeface="Oxanium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200"/>
              <a:buFont typeface="Oxanium"/>
              <a:buNone/>
              <a:defRPr sz="2200">
                <a:solidFill>
                  <a:schemeClr val="lt2"/>
                </a:solidFill>
                <a:latin typeface="Oxanium"/>
                <a:ea typeface="Oxanium"/>
                <a:cs typeface="Oxanium"/>
                <a:sym typeface="Oxanium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200"/>
              <a:buFont typeface="Oxanium"/>
              <a:buNone/>
              <a:defRPr sz="2200">
                <a:solidFill>
                  <a:schemeClr val="lt2"/>
                </a:solidFill>
                <a:latin typeface="Oxanium"/>
                <a:ea typeface="Oxanium"/>
                <a:cs typeface="Oxanium"/>
                <a:sym typeface="Oxanium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200"/>
              <a:buFont typeface="Oxanium"/>
              <a:buNone/>
              <a:defRPr sz="2200">
                <a:solidFill>
                  <a:schemeClr val="lt2"/>
                </a:solidFill>
                <a:latin typeface="Oxanium"/>
                <a:ea typeface="Oxanium"/>
                <a:cs typeface="Oxanium"/>
                <a:sym typeface="Oxanium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200"/>
              <a:buFont typeface="Oxanium"/>
              <a:buNone/>
              <a:defRPr sz="2200">
                <a:solidFill>
                  <a:schemeClr val="lt2"/>
                </a:solidFill>
                <a:latin typeface="Oxanium"/>
                <a:ea typeface="Oxanium"/>
                <a:cs typeface="Oxanium"/>
                <a:sym typeface="Oxanium"/>
              </a:defRPr>
            </a:lvl9pPr>
          </a:lstStyle>
          <a:p>
            <a:endParaRPr/>
          </a:p>
        </p:txBody>
      </p:sp>
      <p:sp>
        <p:nvSpPr>
          <p:cNvPr id="220" name="Google Shape;220;p18"/>
          <p:cNvSpPr txBox="1">
            <a:spLocks noGrp="1"/>
          </p:cNvSpPr>
          <p:nvPr>
            <p:ph type="subTitle" idx="5"/>
          </p:nvPr>
        </p:nvSpPr>
        <p:spPr>
          <a:xfrm>
            <a:off x="1941225" y="3956922"/>
            <a:ext cx="4947000" cy="478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21" name="Google Shape;221;p18"/>
          <p:cNvSpPr txBox="1">
            <a:spLocks noGrp="1"/>
          </p:cNvSpPr>
          <p:nvPr>
            <p:ph type="subTitle" idx="6"/>
          </p:nvPr>
        </p:nvSpPr>
        <p:spPr>
          <a:xfrm flipH="1">
            <a:off x="1941100" y="3537548"/>
            <a:ext cx="4947000" cy="370800"/>
          </a:xfrm>
          <a:prstGeom prst="rect">
            <a:avLst/>
          </a:prstGeom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200"/>
              <a:buFont typeface="Oxanium"/>
              <a:buNone/>
              <a:defRPr sz="2200">
                <a:solidFill>
                  <a:schemeClr val="accent1"/>
                </a:solidFill>
                <a:latin typeface="Oxanium Medium"/>
                <a:ea typeface="Oxanium Medium"/>
                <a:cs typeface="Oxanium Medium"/>
                <a:sym typeface="Oxanium Medium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200"/>
              <a:buFont typeface="Oxanium"/>
              <a:buNone/>
              <a:defRPr sz="2200">
                <a:solidFill>
                  <a:schemeClr val="lt2"/>
                </a:solidFill>
                <a:latin typeface="Oxanium"/>
                <a:ea typeface="Oxanium"/>
                <a:cs typeface="Oxanium"/>
                <a:sym typeface="Oxanium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200"/>
              <a:buFont typeface="Oxanium"/>
              <a:buNone/>
              <a:defRPr sz="2200">
                <a:solidFill>
                  <a:schemeClr val="lt2"/>
                </a:solidFill>
                <a:latin typeface="Oxanium"/>
                <a:ea typeface="Oxanium"/>
                <a:cs typeface="Oxanium"/>
                <a:sym typeface="Oxanium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200"/>
              <a:buFont typeface="Oxanium"/>
              <a:buNone/>
              <a:defRPr sz="2200">
                <a:solidFill>
                  <a:schemeClr val="lt2"/>
                </a:solidFill>
                <a:latin typeface="Oxanium"/>
                <a:ea typeface="Oxanium"/>
                <a:cs typeface="Oxanium"/>
                <a:sym typeface="Oxanium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200"/>
              <a:buFont typeface="Oxanium"/>
              <a:buNone/>
              <a:defRPr sz="2200">
                <a:solidFill>
                  <a:schemeClr val="lt2"/>
                </a:solidFill>
                <a:latin typeface="Oxanium"/>
                <a:ea typeface="Oxanium"/>
                <a:cs typeface="Oxanium"/>
                <a:sym typeface="Oxanium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200"/>
              <a:buFont typeface="Oxanium"/>
              <a:buNone/>
              <a:defRPr sz="2200">
                <a:solidFill>
                  <a:schemeClr val="lt2"/>
                </a:solidFill>
                <a:latin typeface="Oxanium"/>
                <a:ea typeface="Oxanium"/>
                <a:cs typeface="Oxanium"/>
                <a:sym typeface="Oxanium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200"/>
              <a:buFont typeface="Oxanium"/>
              <a:buNone/>
              <a:defRPr sz="2200">
                <a:solidFill>
                  <a:schemeClr val="lt2"/>
                </a:solidFill>
                <a:latin typeface="Oxanium"/>
                <a:ea typeface="Oxanium"/>
                <a:cs typeface="Oxanium"/>
                <a:sym typeface="Oxanium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200"/>
              <a:buFont typeface="Oxanium"/>
              <a:buNone/>
              <a:defRPr sz="2200">
                <a:solidFill>
                  <a:schemeClr val="lt2"/>
                </a:solidFill>
                <a:latin typeface="Oxanium"/>
                <a:ea typeface="Oxanium"/>
                <a:cs typeface="Oxanium"/>
                <a:sym typeface="Oxanium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200"/>
              <a:buFont typeface="Oxanium"/>
              <a:buNone/>
              <a:defRPr sz="2200">
                <a:solidFill>
                  <a:schemeClr val="lt2"/>
                </a:solidFill>
                <a:latin typeface="Oxanium"/>
                <a:ea typeface="Oxanium"/>
                <a:cs typeface="Oxanium"/>
                <a:sym typeface="Oxanium"/>
              </a:defRPr>
            </a:lvl9pPr>
          </a:lstStyle>
          <a:p>
            <a:endParaRPr/>
          </a:p>
        </p:txBody>
      </p:sp>
      <p:pic>
        <p:nvPicPr>
          <p:cNvPr id="222" name="Google Shape;222;p1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 flipH="1">
            <a:off x="7214507" y="2816538"/>
            <a:ext cx="2432520" cy="2661830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223" name="Google Shape;223;p18"/>
          <p:cNvGrpSpPr/>
          <p:nvPr/>
        </p:nvGrpSpPr>
        <p:grpSpPr>
          <a:xfrm>
            <a:off x="2960536" y="-3460351"/>
            <a:ext cx="9532664" cy="6139099"/>
            <a:chOff x="2960536" y="-3460351"/>
            <a:chExt cx="9532664" cy="6139099"/>
          </a:xfrm>
        </p:grpSpPr>
        <p:pic>
          <p:nvPicPr>
            <p:cNvPr id="224" name="Google Shape;224;p18"/>
            <p:cNvPicPr preferRelativeResize="0"/>
            <p:nvPr/>
          </p:nvPicPr>
          <p:blipFill rotWithShape="1">
            <a:blip r:embed="rId4">
              <a:alphaModFix/>
            </a:blip>
            <a:srcRect t="8717"/>
            <a:stretch/>
          </p:blipFill>
          <p:spPr>
            <a:xfrm rot="10800000" flipH="1">
              <a:off x="2960536" y="-3460351"/>
              <a:ext cx="6994627" cy="4695173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225" name="Google Shape;225;p18"/>
            <p:cNvPicPr preferRelativeResize="0"/>
            <p:nvPr/>
          </p:nvPicPr>
          <p:blipFill rotWithShape="1">
            <a:blip r:embed="rId5">
              <a:alphaModFix/>
            </a:blip>
            <a:srcRect l="17360" t="15311" r="23370"/>
            <a:stretch/>
          </p:blipFill>
          <p:spPr>
            <a:xfrm rot="5400000">
              <a:off x="7780324" y="-2034128"/>
              <a:ext cx="4565427" cy="4860325"/>
            </a:xfrm>
            <a:prstGeom prst="rect">
              <a:avLst/>
            </a:prstGeom>
            <a:noFill/>
            <a:ln>
              <a:noFill/>
            </a:ln>
          </p:spPr>
        </p:pic>
      </p:grpSp>
      <p:grpSp>
        <p:nvGrpSpPr>
          <p:cNvPr id="226" name="Google Shape;226;p18"/>
          <p:cNvGrpSpPr/>
          <p:nvPr/>
        </p:nvGrpSpPr>
        <p:grpSpPr>
          <a:xfrm rot="5400000">
            <a:off x="-2086040" y="3341404"/>
            <a:ext cx="3514194" cy="3677603"/>
            <a:chOff x="5864904" y="-3028300"/>
            <a:chExt cx="4914957" cy="5143501"/>
          </a:xfrm>
        </p:grpSpPr>
        <p:pic>
          <p:nvPicPr>
            <p:cNvPr id="227" name="Google Shape;227;p18"/>
            <p:cNvPicPr preferRelativeResize="0"/>
            <p:nvPr/>
          </p:nvPicPr>
          <p:blipFill>
            <a:blip r:embed="rId6">
              <a:alphaModFix/>
            </a:blip>
            <a:stretch>
              <a:fillRect/>
            </a:stretch>
          </p:blipFill>
          <p:spPr>
            <a:xfrm flipH="1">
              <a:off x="5864904" y="-3028300"/>
              <a:ext cx="4914957" cy="5143501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228" name="Google Shape;228;p18"/>
            <p:cNvSpPr/>
            <p:nvPr/>
          </p:nvSpPr>
          <p:spPr>
            <a:xfrm flipH="1">
              <a:off x="6288972" y="-2804182"/>
              <a:ext cx="4066911" cy="4695171"/>
            </a:xfrm>
            <a:custGeom>
              <a:avLst/>
              <a:gdLst/>
              <a:ahLst/>
              <a:cxnLst/>
              <a:rect l="l" t="t" r="r" b="b"/>
              <a:pathLst>
                <a:path w="44232" h="51065" fill="none" extrusionOk="0">
                  <a:moveTo>
                    <a:pt x="0" y="38302"/>
                  </a:moveTo>
                  <a:lnTo>
                    <a:pt x="0" y="12767"/>
                  </a:lnTo>
                  <a:lnTo>
                    <a:pt x="22111" y="0"/>
                  </a:lnTo>
                  <a:lnTo>
                    <a:pt x="44231" y="12767"/>
                  </a:lnTo>
                  <a:lnTo>
                    <a:pt x="44231" y="38302"/>
                  </a:lnTo>
                  <a:lnTo>
                    <a:pt x="22111" y="51065"/>
                  </a:lnTo>
                  <a:close/>
                </a:path>
              </a:pathLst>
            </a:custGeom>
            <a:noFill/>
            <a:ln w="19050" cap="flat" cmpd="sng">
              <a:solidFill>
                <a:srgbClr val="5233DA"/>
              </a:solidFill>
              <a:prstDash val="solid"/>
              <a:miter lim="4457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hree columns 1">
  <p:cSld name="CUSTOM_7">
    <p:spTree>
      <p:nvGrpSpPr>
        <p:cNvPr id="1" name="Shape 2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30" name="Google Shape;230;p19"/>
          <p:cNvPicPr preferRelativeResize="0"/>
          <p:nvPr/>
        </p:nvPicPr>
        <p:blipFill>
          <a:blip r:embed="rId2">
            <a:alphaModFix amt="50000"/>
          </a:blip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231" name="Google Shape;231;p19"/>
          <p:cNvSpPr txBox="1">
            <a:spLocks noGrp="1"/>
          </p:cNvSpPr>
          <p:nvPr>
            <p:ph type="body" idx="1"/>
          </p:nvPr>
        </p:nvSpPr>
        <p:spPr>
          <a:xfrm>
            <a:off x="713250" y="2184449"/>
            <a:ext cx="3897900" cy="35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175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Roboto Mono"/>
              <a:buChar char="●"/>
              <a:defRPr/>
            </a:lvl1pPr>
            <a:lvl2pPr marL="914400" lvl="1" indent="-317500" rtl="0">
              <a:spcBef>
                <a:spcPts val="0"/>
              </a:spcBef>
              <a:spcAft>
                <a:spcPts val="0"/>
              </a:spcAft>
              <a:buSzPts val="1400"/>
              <a:buFont typeface="Roboto Mono"/>
              <a:buChar char="○"/>
              <a:defRPr/>
            </a:lvl2pPr>
            <a:lvl3pPr marL="1371600" lvl="2" indent="-317500" rtl="0">
              <a:spcBef>
                <a:spcPts val="0"/>
              </a:spcBef>
              <a:spcAft>
                <a:spcPts val="0"/>
              </a:spcAft>
              <a:buSzPts val="1400"/>
              <a:buFont typeface="Roboto Mono"/>
              <a:buChar char="■"/>
              <a:defRPr/>
            </a:lvl3pPr>
            <a:lvl4pPr marL="1828800" lvl="3" indent="-317500" rtl="0">
              <a:spcBef>
                <a:spcPts val="0"/>
              </a:spcBef>
              <a:spcAft>
                <a:spcPts val="0"/>
              </a:spcAft>
              <a:buSzPts val="1400"/>
              <a:buFont typeface="Roboto Mono"/>
              <a:buChar char="●"/>
              <a:defRPr/>
            </a:lvl4pPr>
            <a:lvl5pPr marL="2286000" lvl="4" indent="-317500" rtl="0">
              <a:spcBef>
                <a:spcPts val="0"/>
              </a:spcBef>
              <a:spcAft>
                <a:spcPts val="0"/>
              </a:spcAft>
              <a:buSzPts val="1400"/>
              <a:buFont typeface="Roboto Mono"/>
              <a:buChar char="○"/>
              <a:defRPr/>
            </a:lvl5pPr>
            <a:lvl6pPr marL="2743200" lvl="5" indent="-317500" rtl="0">
              <a:spcBef>
                <a:spcPts val="0"/>
              </a:spcBef>
              <a:spcAft>
                <a:spcPts val="0"/>
              </a:spcAft>
              <a:buSzPts val="1400"/>
              <a:buFont typeface="Roboto Mono"/>
              <a:buChar char="■"/>
              <a:defRPr/>
            </a:lvl6pPr>
            <a:lvl7pPr marL="3200400" lvl="6" indent="-317500" rtl="0">
              <a:spcBef>
                <a:spcPts val="0"/>
              </a:spcBef>
              <a:spcAft>
                <a:spcPts val="0"/>
              </a:spcAft>
              <a:buSzPts val="1400"/>
              <a:buFont typeface="Roboto Mono"/>
              <a:buChar char="●"/>
              <a:defRPr/>
            </a:lvl7pPr>
            <a:lvl8pPr marL="3657600" lvl="7" indent="-317500" rtl="0">
              <a:spcBef>
                <a:spcPts val="0"/>
              </a:spcBef>
              <a:spcAft>
                <a:spcPts val="0"/>
              </a:spcAft>
              <a:buSzPts val="1400"/>
              <a:buFont typeface="Roboto Mono"/>
              <a:buChar char="○"/>
              <a:defRPr/>
            </a:lvl8pPr>
            <a:lvl9pPr marL="4114800" lvl="8" indent="-317500" rtl="0">
              <a:spcBef>
                <a:spcPts val="0"/>
              </a:spcBef>
              <a:spcAft>
                <a:spcPts val="0"/>
              </a:spcAft>
              <a:buSzPts val="1400"/>
              <a:buFont typeface="Roboto Mono"/>
              <a:buChar char="■"/>
              <a:defRPr/>
            </a:lvl9pPr>
          </a:lstStyle>
          <a:p>
            <a:endParaRPr/>
          </a:p>
        </p:txBody>
      </p:sp>
      <p:sp>
        <p:nvSpPr>
          <p:cNvPr id="232" name="Google Shape;232;p19"/>
          <p:cNvSpPr txBox="1">
            <a:spLocks noGrp="1"/>
          </p:cNvSpPr>
          <p:nvPr>
            <p:ph type="body" idx="2"/>
          </p:nvPr>
        </p:nvSpPr>
        <p:spPr>
          <a:xfrm>
            <a:off x="713250" y="3208450"/>
            <a:ext cx="3897900" cy="35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175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Roboto Mono"/>
              <a:buChar char="●"/>
              <a:defRPr/>
            </a:lvl1pPr>
            <a:lvl2pPr marL="914400" lvl="1" indent="-317500" rtl="0">
              <a:spcBef>
                <a:spcPts val="0"/>
              </a:spcBef>
              <a:spcAft>
                <a:spcPts val="0"/>
              </a:spcAft>
              <a:buSzPts val="1400"/>
              <a:buFont typeface="Roboto Mono"/>
              <a:buChar char="○"/>
              <a:defRPr/>
            </a:lvl2pPr>
            <a:lvl3pPr marL="1371600" lvl="2" indent="-317500" rtl="0">
              <a:spcBef>
                <a:spcPts val="0"/>
              </a:spcBef>
              <a:spcAft>
                <a:spcPts val="0"/>
              </a:spcAft>
              <a:buSzPts val="1400"/>
              <a:buFont typeface="Roboto Mono"/>
              <a:buChar char="■"/>
              <a:defRPr/>
            </a:lvl3pPr>
            <a:lvl4pPr marL="1828800" lvl="3" indent="-317500" rtl="0">
              <a:spcBef>
                <a:spcPts val="0"/>
              </a:spcBef>
              <a:spcAft>
                <a:spcPts val="0"/>
              </a:spcAft>
              <a:buSzPts val="1400"/>
              <a:buFont typeface="Roboto Mono"/>
              <a:buChar char="●"/>
              <a:defRPr/>
            </a:lvl4pPr>
            <a:lvl5pPr marL="2286000" lvl="4" indent="-317500" rtl="0">
              <a:spcBef>
                <a:spcPts val="0"/>
              </a:spcBef>
              <a:spcAft>
                <a:spcPts val="0"/>
              </a:spcAft>
              <a:buSzPts val="1400"/>
              <a:buFont typeface="Roboto Mono"/>
              <a:buChar char="○"/>
              <a:defRPr/>
            </a:lvl5pPr>
            <a:lvl6pPr marL="2743200" lvl="5" indent="-317500" rtl="0">
              <a:spcBef>
                <a:spcPts val="0"/>
              </a:spcBef>
              <a:spcAft>
                <a:spcPts val="0"/>
              </a:spcAft>
              <a:buSzPts val="1400"/>
              <a:buFont typeface="Roboto Mono"/>
              <a:buChar char="■"/>
              <a:defRPr/>
            </a:lvl6pPr>
            <a:lvl7pPr marL="3200400" lvl="6" indent="-317500" rtl="0">
              <a:spcBef>
                <a:spcPts val="0"/>
              </a:spcBef>
              <a:spcAft>
                <a:spcPts val="0"/>
              </a:spcAft>
              <a:buSzPts val="1400"/>
              <a:buFont typeface="Roboto Mono"/>
              <a:buChar char="●"/>
              <a:defRPr/>
            </a:lvl7pPr>
            <a:lvl8pPr marL="3657600" lvl="7" indent="-317500" rtl="0">
              <a:spcBef>
                <a:spcPts val="0"/>
              </a:spcBef>
              <a:spcAft>
                <a:spcPts val="0"/>
              </a:spcAft>
              <a:buSzPts val="1400"/>
              <a:buFont typeface="Roboto Mono"/>
              <a:buChar char="○"/>
              <a:defRPr/>
            </a:lvl8pPr>
            <a:lvl9pPr marL="4114800" lvl="8" indent="-317500" rtl="0">
              <a:spcBef>
                <a:spcPts val="0"/>
              </a:spcBef>
              <a:spcAft>
                <a:spcPts val="0"/>
              </a:spcAft>
              <a:buSzPts val="1400"/>
              <a:buFont typeface="Roboto Mono"/>
              <a:buChar char="■"/>
              <a:defRPr/>
            </a:lvl9pPr>
          </a:lstStyle>
          <a:p>
            <a:endParaRPr/>
          </a:p>
        </p:txBody>
      </p:sp>
      <p:sp>
        <p:nvSpPr>
          <p:cNvPr id="233" name="Google Shape;233;p19"/>
          <p:cNvSpPr txBox="1">
            <a:spLocks noGrp="1"/>
          </p:cNvSpPr>
          <p:nvPr>
            <p:ph type="subTitle" idx="3"/>
          </p:nvPr>
        </p:nvSpPr>
        <p:spPr>
          <a:xfrm>
            <a:off x="713239" y="1713325"/>
            <a:ext cx="3897900" cy="356400"/>
          </a:xfrm>
          <a:prstGeom prst="rect">
            <a:avLst/>
          </a:prstGeom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200"/>
              <a:buFont typeface="Oxanium Medium"/>
              <a:buNone/>
              <a:defRPr sz="2200">
                <a:solidFill>
                  <a:schemeClr val="lt2"/>
                </a:solidFill>
                <a:latin typeface="Oxanium Medium"/>
                <a:ea typeface="Oxanium Medium"/>
                <a:cs typeface="Oxanium Medium"/>
                <a:sym typeface="Oxanium Medium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200"/>
              <a:buFont typeface="Oxanium Medium"/>
              <a:buNone/>
              <a:defRPr sz="2200">
                <a:solidFill>
                  <a:schemeClr val="lt2"/>
                </a:solidFill>
                <a:latin typeface="Oxanium Medium"/>
                <a:ea typeface="Oxanium Medium"/>
                <a:cs typeface="Oxanium Medium"/>
                <a:sym typeface="Oxanium Medium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200"/>
              <a:buFont typeface="Oxanium Medium"/>
              <a:buNone/>
              <a:defRPr sz="2200">
                <a:solidFill>
                  <a:schemeClr val="lt2"/>
                </a:solidFill>
                <a:latin typeface="Oxanium Medium"/>
                <a:ea typeface="Oxanium Medium"/>
                <a:cs typeface="Oxanium Medium"/>
                <a:sym typeface="Oxanium Medium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200"/>
              <a:buFont typeface="Oxanium Medium"/>
              <a:buNone/>
              <a:defRPr sz="2200">
                <a:solidFill>
                  <a:schemeClr val="lt2"/>
                </a:solidFill>
                <a:latin typeface="Oxanium Medium"/>
                <a:ea typeface="Oxanium Medium"/>
                <a:cs typeface="Oxanium Medium"/>
                <a:sym typeface="Oxanium Medium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200"/>
              <a:buFont typeface="Oxanium Medium"/>
              <a:buNone/>
              <a:defRPr sz="2200">
                <a:solidFill>
                  <a:schemeClr val="lt2"/>
                </a:solidFill>
                <a:latin typeface="Oxanium Medium"/>
                <a:ea typeface="Oxanium Medium"/>
                <a:cs typeface="Oxanium Medium"/>
                <a:sym typeface="Oxanium Medium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200"/>
              <a:buFont typeface="Oxanium Medium"/>
              <a:buNone/>
              <a:defRPr sz="2200">
                <a:solidFill>
                  <a:schemeClr val="lt2"/>
                </a:solidFill>
                <a:latin typeface="Oxanium Medium"/>
                <a:ea typeface="Oxanium Medium"/>
                <a:cs typeface="Oxanium Medium"/>
                <a:sym typeface="Oxanium Medium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200"/>
              <a:buFont typeface="Oxanium Medium"/>
              <a:buNone/>
              <a:defRPr sz="2200">
                <a:solidFill>
                  <a:schemeClr val="lt2"/>
                </a:solidFill>
                <a:latin typeface="Oxanium Medium"/>
                <a:ea typeface="Oxanium Medium"/>
                <a:cs typeface="Oxanium Medium"/>
                <a:sym typeface="Oxanium Medium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200"/>
              <a:buFont typeface="Oxanium Medium"/>
              <a:buNone/>
              <a:defRPr sz="2200">
                <a:solidFill>
                  <a:schemeClr val="lt2"/>
                </a:solidFill>
                <a:latin typeface="Oxanium Medium"/>
                <a:ea typeface="Oxanium Medium"/>
                <a:cs typeface="Oxanium Medium"/>
                <a:sym typeface="Oxanium Medium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200"/>
              <a:buFont typeface="Oxanium Medium"/>
              <a:buNone/>
              <a:defRPr sz="2200">
                <a:solidFill>
                  <a:schemeClr val="lt2"/>
                </a:solidFill>
                <a:latin typeface="Oxanium Medium"/>
                <a:ea typeface="Oxanium Medium"/>
                <a:cs typeface="Oxanium Medium"/>
                <a:sym typeface="Oxanium Medium"/>
              </a:defRPr>
            </a:lvl9pPr>
          </a:lstStyle>
          <a:p>
            <a:endParaRPr/>
          </a:p>
        </p:txBody>
      </p:sp>
      <p:sp>
        <p:nvSpPr>
          <p:cNvPr id="234" name="Google Shape;234;p19"/>
          <p:cNvSpPr txBox="1">
            <a:spLocks noGrp="1"/>
          </p:cNvSpPr>
          <p:nvPr>
            <p:ph type="subTitle" idx="4"/>
          </p:nvPr>
        </p:nvSpPr>
        <p:spPr>
          <a:xfrm>
            <a:off x="713225" y="2737320"/>
            <a:ext cx="3897900" cy="356400"/>
          </a:xfrm>
          <a:prstGeom prst="rect">
            <a:avLst/>
          </a:prstGeom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200"/>
              <a:buFont typeface="Oxanium Medium"/>
              <a:buNone/>
              <a:defRPr sz="2200">
                <a:solidFill>
                  <a:schemeClr val="lt2"/>
                </a:solidFill>
                <a:latin typeface="Oxanium Medium"/>
                <a:ea typeface="Oxanium Medium"/>
                <a:cs typeface="Oxanium Medium"/>
                <a:sym typeface="Oxanium Medium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200"/>
              <a:buFont typeface="Oxanium Medium"/>
              <a:buNone/>
              <a:defRPr sz="2200">
                <a:solidFill>
                  <a:schemeClr val="lt2"/>
                </a:solidFill>
                <a:latin typeface="Oxanium Medium"/>
                <a:ea typeface="Oxanium Medium"/>
                <a:cs typeface="Oxanium Medium"/>
                <a:sym typeface="Oxanium Medium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200"/>
              <a:buFont typeface="Oxanium Medium"/>
              <a:buNone/>
              <a:defRPr sz="2200">
                <a:solidFill>
                  <a:schemeClr val="lt2"/>
                </a:solidFill>
                <a:latin typeface="Oxanium Medium"/>
                <a:ea typeface="Oxanium Medium"/>
                <a:cs typeface="Oxanium Medium"/>
                <a:sym typeface="Oxanium Medium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200"/>
              <a:buFont typeface="Oxanium Medium"/>
              <a:buNone/>
              <a:defRPr sz="2200">
                <a:solidFill>
                  <a:schemeClr val="lt2"/>
                </a:solidFill>
                <a:latin typeface="Oxanium Medium"/>
                <a:ea typeface="Oxanium Medium"/>
                <a:cs typeface="Oxanium Medium"/>
                <a:sym typeface="Oxanium Medium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200"/>
              <a:buFont typeface="Oxanium Medium"/>
              <a:buNone/>
              <a:defRPr sz="2200">
                <a:solidFill>
                  <a:schemeClr val="lt2"/>
                </a:solidFill>
                <a:latin typeface="Oxanium Medium"/>
                <a:ea typeface="Oxanium Medium"/>
                <a:cs typeface="Oxanium Medium"/>
                <a:sym typeface="Oxanium Medium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200"/>
              <a:buFont typeface="Oxanium Medium"/>
              <a:buNone/>
              <a:defRPr sz="2200">
                <a:solidFill>
                  <a:schemeClr val="lt2"/>
                </a:solidFill>
                <a:latin typeface="Oxanium Medium"/>
                <a:ea typeface="Oxanium Medium"/>
                <a:cs typeface="Oxanium Medium"/>
                <a:sym typeface="Oxanium Medium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200"/>
              <a:buFont typeface="Oxanium Medium"/>
              <a:buNone/>
              <a:defRPr sz="2200">
                <a:solidFill>
                  <a:schemeClr val="lt2"/>
                </a:solidFill>
                <a:latin typeface="Oxanium Medium"/>
                <a:ea typeface="Oxanium Medium"/>
                <a:cs typeface="Oxanium Medium"/>
                <a:sym typeface="Oxanium Medium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200"/>
              <a:buFont typeface="Oxanium Medium"/>
              <a:buNone/>
              <a:defRPr sz="2200">
                <a:solidFill>
                  <a:schemeClr val="lt2"/>
                </a:solidFill>
                <a:latin typeface="Oxanium Medium"/>
                <a:ea typeface="Oxanium Medium"/>
                <a:cs typeface="Oxanium Medium"/>
                <a:sym typeface="Oxanium Medium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200"/>
              <a:buFont typeface="Oxanium Medium"/>
              <a:buNone/>
              <a:defRPr sz="2200">
                <a:solidFill>
                  <a:schemeClr val="lt2"/>
                </a:solidFill>
                <a:latin typeface="Oxanium Medium"/>
                <a:ea typeface="Oxanium Medium"/>
                <a:cs typeface="Oxanium Medium"/>
                <a:sym typeface="Oxanium Medium"/>
              </a:defRPr>
            </a:lvl9pPr>
          </a:lstStyle>
          <a:p>
            <a:endParaRPr/>
          </a:p>
        </p:txBody>
      </p:sp>
      <p:sp>
        <p:nvSpPr>
          <p:cNvPr id="235" name="Google Shape;235;p19"/>
          <p:cNvSpPr txBox="1">
            <a:spLocks noGrp="1"/>
          </p:cNvSpPr>
          <p:nvPr>
            <p:ph type="body" idx="5"/>
          </p:nvPr>
        </p:nvSpPr>
        <p:spPr>
          <a:xfrm>
            <a:off x="713225" y="4232450"/>
            <a:ext cx="3897900" cy="35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175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Roboto Condensed"/>
              <a:buChar char="●"/>
              <a:defRPr/>
            </a:lvl1pPr>
            <a:lvl2pPr marL="914400" lvl="1" indent="-317500" rtl="0">
              <a:spcBef>
                <a:spcPts val="0"/>
              </a:spcBef>
              <a:spcAft>
                <a:spcPts val="0"/>
              </a:spcAft>
              <a:buSzPts val="1400"/>
              <a:buFont typeface="Roboto Condensed"/>
              <a:buChar char="○"/>
              <a:defRPr/>
            </a:lvl2pPr>
            <a:lvl3pPr marL="1371600" lvl="2" indent="-317500" rtl="0">
              <a:spcBef>
                <a:spcPts val="0"/>
              </a:spcBef>
              <a:spcAft>
                <a:spcPts val="0"/>
              </a:spcAft>
              <a:buSzPts val="1400"/>
              <a:buFont typeface="Roboto Condensed"/>
              <a:buChar char="■"/>
              <a:defRPr/>
            </a:lvl3pPr>
            <a:lvl4pPr marL="1828800" lvl="3" indent="-317500" rtl="0">
              <a:spcBef>
                <a:spcPts val="0"/>
              </a:spcBef>
              <a:spcAft>
                <a:spcPts val="0"/>
              </a:spcAft>
              <a:buSzPts val="1400"/>
              <a:buFont typeface="Roboto Condensed"/>
              <a:buChar char="●"/>
              <a:defRPr/>
            </a:lvl4pPr>
            <a:lvl5pPr marL="2286000" lvl="4" indent="-317500" rtl="0">
              <a:spcBef>
                <a:spcPts val="0"/>
              </a:spcBef>
              <a:spcAft>
                <a:spcPts val="0"/>
              </a:spcAft>
              <a:buSzPts val="1400"/>
              <a:buFont typeface="Roboto Condensed"/>
              <a:buChar char="○"/>
              <a:defRPr/>
            </a:lvl5pPr>
            <a:lvl6pPr marL="2743200" lvl="5" indent="-317500" rtl="0">
              <a:spcBef>
                <a:spcPts val="0"/>
              </a:spcBef>
              <a:spcAft>
                <a:spcPts val="0"/>
              </a:spcAft>
              <a:buSzPts val="1400"/>
              <a:buFont typeface="Roboto Condensed"/>
              <a:buChar char="■"/>
              <a:defRPr/>
            </a:lvl6pPr>
            <a:lvl7pPr marL="3200400" lvl="6" indent="-317500" rtl="0">
              <a:spcBef>
                <a:spcPts val="0"/>
              </a:spcBef>
              <a:spcAft>
                <a:spcPts val="0"/>
              </a:spcAft>
              <a:buSzPts val="1400"/>
              <a:buFont typeface="Roboto Condensed"/>
              <a:buChar char="●"/>
              <a:defRPr/>
            </a:lvl7pPr>
            <a:lvl8pPr marL="3657600" lvl="7" indent="-317500" rtl="0">
              <a:spcBef>
                <a:spcPts val="0"/>
              </a:spcBef>
              <a:spcAft>
                <a:spcPts val="0"/>
              </a:spcAft>
              <a:buSzPts val="1400"/>
              <a:buFont typeface="Roboto Condensed"/>
              <a:buChar char="○"/>
              <a:defRPr/>
            </a:lvl8pPr>
            <a:lvl9pPr marL="4114800" lvl="8" indent="-317500" rtl="0">
              <a:spcBef>
                <a:spcPts val="0"/>
              </a:spcBef>
              <a:spcAft>
                <a:spcPts val="0"/>
              </a:spcAft>
              <a:buSzPts val="1400"/>
              <a:buFont typeface="Roboto Condensed"/>
              <a:buChar char="■"/>
              <a:defRPr/>
            </a:lvl9pPr>
          </a:lstStyle>
          <a:p>
            <a:endParaRPr/>
          </a:p>
        </p:txBody>
      </p:sp>
      <p:sp>
        <p:nvSpPr>
          <p:cNvPr id="236" name="Google Shape;236;p19"/>
          <p:cNvSpPr txBox="1">
            <a:spLocks noGrp="1"/>
          </p:cNvSpPr>
          <p:nvPr>
            <p:ph type="subTitle" idx="6"/>
          </p:nvPr>
        </p:nvSpPr>
        <p:spPr>
          <a:xfrm>
            <a:off x="713225" y="3761328"/>
            <a:ext cx="3897900" cy="356400"/>
          </a:xfrm>
          <a:prstGeom prst="rect">
            <a:avLst/>
          </a:prstGeom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200"/>
              <a:buFont typeface="Oxanium Medium"/>
              <a:buNone/>
              <a:defRPr sz="2200">
                <a:solidFill>
                  <a:schemeClr val="lt2"/>
                </a:solidFill>
                <a:latin typeface="Oxanium Medium"/>
                <a:ea typeface="Oxanium Medium"/>
                <a:cs typeface="Oxanium Medium"/>
                <a:sym typeface="Oxanium Medium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200"/>
              <a:buFont typeface="Oxanium Medium"/>
              <a:buNone/>
              <a:defRPr sz="2200">
                <a:solidFill>
                  <a:schemeClr val="lt2"/>
                </a:solidFill>
                <a:latin typeface="Oxanium Medium"/>
                <a:ea typeface="Oxanium Medium"/>
                <a:cs typeface="Oxanium Medium"/>
                <a:sym typeface="Oxanium Medium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200"/>
              <a:buFont typeface="Oxanium Medium"/>
              <a:buNone/>
              <a:defRPr sz="2200">
                <a:solidFill>
                  <a:schemeClr val="lt2"/>
                </a:solidFill>
                <a:latin typeface="Oxanium Medium"/>
                <a:ea typeface="Oxanium Medium"/>
                <a:cs typeface="Oxanium Medium"/>
                <a:sym typeface="Oxanium Medium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200"/>
              <a:buFont typeface="Oxanium Medium"/>
              <a:buNone/>
              <a:defRPr sz="2200">
                <a:solidFill>
                  <a:schemeClr val="lt2"/>
                </a:solidFill>
                <a:latin typeface="Oxanium Medium"/>
                <a:ea typeface="Oxanium Medium"/>
                <a:cs typeface="Oxanium Medium"/>
                <a:sym typeface="Oxanium Medium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200"/>
              <a:buFont typeface="Oxanium Medium"/>
              <a:buNone/>
              <a:defRPr sz="2200">
                <a:solidFill>
                  <a:schemeClr val="lt2"/>
                </a:solidFill>
                <a:latin typeface="Oxanium Medium"/>
                <a:ea typeface="Oxanium Medium"/>
                <a:cs typeface="Oxanium Medium"/>
                <a:sym typeface="Oxanium Medium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200"/>
              <a:buFont typeface="Oxanium Medium"/>
              <a:buNone/>
              <a:defRPr sz="2200">
                <a:solidFill>
                  <a:schemeClr val="lt2"/>
                </a:solidFill>
                <a:latin typeface="Oxanium Medium"/>
                <a:ea typeface="Oxanium Medium"/>
                <a:cs typeface="Oxanium Medium"/>
                <a:sym typeface="Oxanium Medium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200"/>
              <a:buFont typeface="Oxanium Medium"/>
              <a:buNone/>
              <a:defRPr sz="2200">
                <a:solidFill>
                  <a:schemeClr val="lt2"/>
                </a:solidFill>
                <a:latin typeface="Oxanium Medium"/>
                <a:ea typeface="Oxanium Medium"/>
                <a:cs typeface="Oxanium Medium"/>
                <a:sym typeface="Oxanium Medium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200"/>
              <a:buFont typeface="Oxanium Medium"/>
              <a:buNone/>
              <a:defRPr sz="2200">
                <a:solidFill>
                  <a:schemeClr val="lt2"/>
                </a:solidFill>
                <a:latin typeface="Oxanium Medium"/>
                <a:ea typeface="Oxanium Medium"/>
                <a:cs typeface="Oxanium Medium"/>
                <a:sym typeface="Oxanium Medium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200"/>
              <a:buFont typeface="Oxanium Medium"/>
              <a:buNone/>
              <a:defRPr sz="2200">
                <a:solidFill>
                  <a:schemeClr val="lt2"/>
                </a:solidFill>
                <a:latin typeface="Oxanium Medium"/>
                <a:ea typeface="Oxanium Medium"/>
                <a:cs typeface="Oxanium Medium"/>
                <a:sym typeface="Oxanium Medium"/>
              </a:defRPr>
            </a:lvl9pPr>
          </a:lstStyle>
          <a:p>
            <a:endParaRPr/>
          </a:p>
        </p:txBody>
      </p:sp>
      <p:sp>
        <p:nvSpPr>
          <p:cNvPr id="237" name="Google Shape;237;p19"/>
          <p:cNvSpPr txBox="1">
            <a:spLocks noGrp="1"/>
          </p:cNvSpPr>
          <p:nvPr>
            <p:ph type="title"/>
          </p:nvPr>
        </p:nvSpPr>
        <p:spPr>
          <a:xfrm>
            <a:off x="713225" y="539500"/>
            <a:ext cx="7717500" cy="6129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3000"/>
              <a:buFont typeface="Oxanium"/>
              <a:buNone/>
              <a:defRPr>
                <a:latin typeface="Oxanium Medium"/>
                <a:ea typeface="Oxanium Medium"/>
                <a:cs typeface="Oxanium Medium"/>
                <a:sym typeface="Oxanium Medium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3000"/>
              <a:buFont typeface="Oxanium"/>
              <a:buNone/>
              <a:defRPr sz="3000">
                <a:solidFill>
                  <a:schemeClr val="accent2"/>
                </a:solidFill>
                <a:latin typeface="Oxanium"/>
                <a:ea typeface="Oxanium"/>
                <a:cs typeface="Oxanium"/>
                <a:sym typeface="Oxanium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3000"/>
              <a:buFont typeface="Oxanium"/>
              <a:buNone/>
              <a:defRPr sz="3000">
                <a:solidFill>
                  <a:schemeClr val="accent2"/>
                </a:solidFill>
                <a:latin typeface="Oxanium"/>
                <a:ea typeface="Oxanium"/>
                <a:cs typeface="Oxanium"/>
                <a:sym typeface="Oxanium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3000"/>
              <a:buFont typeface="Oxanium"/>
              <a:buNone/>
              <a:defRPr sz="3000">
                <a:solidFill>
                  <a:schemeClr val="accent2"/>
                </a:solidFill>
                <a:latin typeface="Oxanium"/>
                <a:ea typeface="Oxanium"/>
                <a:cs typeface="Oxanium"/>
                <a:sym typeface="Oxanium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3000"/>
              <a:buFont typeface="Oxanium"/>
              <a:buNone/>
              <a:defRPr sz="3000">
                <a:solidFill>
                  <a:schemeClr val="accent2"/>
                </a:solidFill>
                <a:latin typeface="Oxanium"/>
                <a:ea typeface="Oxanium"/>
                <a:cs typeface="Oxanium"/>
                <a:sym typeface="Oxanium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3000"/>
              <a:buFont typeface="Oxanium"/>
              <a:buNone/>
              <a:defRPr sz="3000">
                <a:solidFill>
                  <a:schemeClr val="accent2"/>
                </a:solidFill>
                <a:latin typeface="Oxanium"/>
                <a:ea typeface="Oxanium"/>
                <a:cs typeface="Oxanium"/>
                <a:sym typeface="Oxanium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3000"/>
              <a:buFont typeface="Oxanium"/>
              <a:buNone/>
              <a:defRPr sz="3000">
                <a:solidFill>
                  <a:schemeClr val="accent2"/>
                </a:solidFill>
                <a:latin typeface="Oxanium"/>
                <a:ea typeface="Oxanium"/>
                <a:cs typeface="Oxanium"/>
                <a:sym typeface="Oxanium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3000"/>
              <a:buFont typeface="Oxanium"/>
              <a:buNone/>
              <a:defRPr sz="3000">
                <a:solidFill>
                  <a:schemeClr val="accent2"/>
                </a:solidFill>
                <a:latin typeface="Oxanium"/>
                <a:ea typeface="Oxanium"/>
                <a:cs typeface="Oxanium"/>
                <a:sym typeface="Oxanium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3000"/>
              <a:buFont typeface="Oxanium"/>
              <a:buNone/>
              <a:defRPr sz="3000">
                <a:solidFill>
                  <a:schemeClr val="accent2"/>
                </a:solidFill>
                <a:latin typeface="Oxanium"/>
                <a:ea typeface="Oxanium"/>
                <a:cs typeface="Oxanium"/>
                <a:sym typeface="Oxanium"/>
              </a:defRPr>
            </a:lvl9pPr>
          </a:lstStyle>
          <a:p>
            <a:endParaRPr/>
          </a:p>
        </p:txBody>
      </p:sp>
      <p:pic>
        <p:nvPicPr>
          <p:cNvPr id="238" name="Google Shape;238;p19"/>
          <p:cNvPicPr preferRelativeResize="0"/>
          <p:nvPr/>
        </p:nvPicPr>
        <p:blipFill rotWithShape="1">
          <a:blip r:embed="rId3">
            <a:alphaModFix/>
          </a:blip>
          <a:srcRect l="11324" t="4078" r="11324" b="4069"/>
          <a:stretch/>
        </p:blipFill>
        <p:spPr>
          <a:xfrm flipH="1">
            <a:off x="-1820845" y="4135825"/>
            <a:ext cx="3418348" cy="3761926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239" name="Google Shape;239;p19"/>
          <p:cNvGrpSpPr/>
          <p:nvPr/>
        </p:nvGrpSpPr>
        <p:grpSpPr>
          <a:xfrm>
            <a:off x="-1897058" y="3090797"/>
            <a:ext cx="2543490" cy="2661762"/>
            <a:chOff x="-2482653" y="-2238475"/>
            <a:chExt cx="4914957" cy="5143501"/>
          </a:xfrm>
        </p:grpSpPr>
        <p:pic>
          <p:nvPicPr>
            <p:cNvPr id="240" name="Google Shape;240;p19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-2482653" y="-2238475"/>
              <a:ext cx="4914957" cy="5143501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241" name="Google Shape;241;p19"/>
            <p:cNvSpPr/>
            <p:nvPr/>
          </p:nvSpPr>
          <p:spPr>
            <a:xfrm>
              <a:off x="-2058626" y="-2014320"/>
              <a:ext cx="4066911" cy="4695171"/>
            </a:xfrm>
            <a:custGeom>
              <a:avLst/>
              <a:gdLst/>
              <a:ahLst/>
              <a:cxnLst/>
              <a:rect l="l" t="t" r="r" b="b"/>
              <a:pathLst>
                <a:path w="44232" h="51065" fill="none" extrusionOk="0">
                  <a:moveTo>
                    <a:pt x="0" y="38302"/>
                  </a:moveTo>
                  <a:lnTo>
                    <a:pt x="0" y="12767"/>
                  </a:lnTo>
                  <a:lnTo>
                    <a:pt x="22111" y="0"/>
                  </a:lnTo>
                  <a:lnTo>
                    <a:pt x="44231" y="12767"/>
                  </a:lnTo>
                  <a:lnTo>
                    <a:pt x="44231" y="38302"/>
                  </a:lnTo>
                  <a:lnTo>
                    <a:pt x="22111" y="51065"/>
                  </a:lnTo>
                  <a:close/>
                </a:path>
              </a:pathLst>
            </a:custGeom>
            <a:noFill/>
            <a:ln w="19050" cap="flat" cmpd="sng">
              <a:solidFill>
                <a:srgbClr val="5233DA"/>
              </a:solidFill>
              <a:prstDash val="solid"/>
              <a:miter lim="4457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pic>
        <p:nvPicPr>
          <p:cNvPr id="242" name="Google Shape;242;p19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 rot="5400000" flipH="1">
            <a:off x="7595508" y="-791425"/>
            <a:ext cx="2432520" cy="2661830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243" name="Google Shape;243;p19"/>
          <p:cNvGrpSpPr/>
          <p:nvPr/>
        </p:nvGrpSpPr>
        <p:grpSpPr>
          <a:xfrm rot="10800000">
            <a:off x="6963897" y="539500"/>
            <a:ext cx="4914957" cy="5143501"/>
            <a:chOff x="-2927778" y="-3028300"/>
            <a:chExt cx="4914957" cy="5143501"/>
          </a:xfrm>
        </p:grpSpPr>
        <p:pic>
          <p:nvPicPr>
            <p:cNvPr id="244" name="Google Shape;244;p19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-2927778" y="-3028300"/>
              <a:ext cx="4914957" cy="5143501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245" name="Google Shape;245;p19"/>
            <p:cNvSpPr/>
            <p:nvPr/>
          </p:nvSpPr>
          <p:spPr>
            <a:xfrm>
              <a:off x="-2504200" y="-2804175"/>
              <a:ext cx="4066911" cy="4654702"/>
            </a:xfrm>
            <a:custGeom>
              <a:avLst/>
              <a:gdLst/>
              <a:ahLst/>
              <a:cxnLst/>
              <a:rect l="l" t="t" r="r" b="b"/>
              <a:pathLst>
                <a:path w="44232" h="51065" fill="none" extrusionOk="0">
                  <a:moveTo>
                    <a:pt x="0" y="38302"/>
                  </a:moveTo>
                  <a:lnTo>
                    <a:pt x="0" y="12767"/>
                  </a:lnTo>
                  <a:lnTo>
                    <a:pt x="22111" y="0"/>
                  </a:lnTo>
                  <a:lnTo>
                    <a:pt x="44231" y="12767"/>
                  </a:lnTo>
                  <a:lnTo>
                    <a:pt x="44231" y="38302"/>
                  </a:lnTo>
                  <a:lnTo>
                    <a:pt x="22111" y="51065"/>
                  </a:lnTo>
                  <a:close/>
                </a:path>
              </a:pathLst>
            </a:custGeom>
            <a:noFill/>
            <a:ln w="19050" cap="flat" cmpd="sng">
              <a:solidFill>
                <a:srgbClr val="5233DA"/>
              </a:solidFill>
              <a:prstDash val="solid"/>
              <a:miter lim="4457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pic>
        <p:nvPicPr>
          <p:cNvPr id="246" name="Google Shape;246;p19"/>
          <p:cNvPicPr preferRelativeResize="0"/>
          <p:nvPr/>
        </p:nvPicPr>
        <p:blipFill rotWithShape="1">
          <a:blip r:embed="rId6">
            <a:alphaModFix/>
          </a:blip>
          <a:srcRect l="17360" t="15311" r="23370"/>
          <a:stretch/>
        </p:blipFill>
        <p:spPr>
          <a:xfrm rot="10800000">
            <a:off x="5118985" y="2814225"/>
            <a:ext cx="4565427" cy="48603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Numbers and text">
  <p:cSld name="CUSTOM_3">
    <p:spTree>
      <p:nvGrpSpPr>
        <p:cNvPr id="1" name="Shape 2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48" name="Google Shape;248;p20"/>
          <p:cNvPicPr preferRelativeResize="0"/>
          <p:nvPr/>
        </p:nvPicPr>
        <p:blipFill>
          <a:blip r:embed="rId2">
            <a:alphaModFix amt="50000"/>
          </a:blip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249" name="Google Shape;249;p20"/>
          <p:cNvSpPr txBox="1">
            <a:spLocks noGrp="1"/>
          </p:cNvSpPr>
          <p:nvPr>
            <p:ph type="title" hasCustomPrompt="1"/>
          </p:nvPr>
        </p:nvSpPr>
        <p:spPr>
          <a:xfrm>
            <a:off x="1350000" y="702775"/>
            <a:ext cx="3128700" cy="886500"/>
          </a:xfrm>
          <a:prstGeom prst="rect">
            <a:avLst/>
          </a:prstGeom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6200"/>
              <a:buNone/>
              <a:defRPr sz="5500">
                <a:solidFill>
                  <a:schemeClr val="accent1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9pPr>
          </a:lstStyle>
          <a:p>
            <a:r>
              <a:t>xx%</a:t>
            </a:r>
          </a:p>
        </p:txBody>
      </p:sp>
      <p:sp>
        <p:nvSpPr>
          <p:cNvPr id="250" name="Google Shape;250;p20"/>
          <p:cNvSpPr txBox="1">
            <a:spLocks noGrp="1"/>
          </p:cNvSpPr>
          <p:nvPr>
            <p:ph type="subTitle" idx="1"/>
          </p:nvPr>
        </p:nvSpPr>
        <p:spPr>
          <a:xfrm>
            <a:off x="1350000" y="1589501"/>
            <a:ext cx="3128700" cy="4425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200"/>
              <a:buFont typeface="Oxanium"/>
              <a:buNone/>
              <a:defRPr sz="2200">
                <a:solidFill>
                  <a:schemeClr val="lt2"/>
                </a:solidFill>
                <a:latin typeface="Oxanium Medium"/>
                <a:ea typeface="Oxanium Medium"/>
                <a:cs typeface="Oxanium Medium"/>
                <a:sym typeface="Oxanium Medium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200"/>
              <a:buFont typeface="Oxanium"/>
              <a:buNone/>
              <a:defRPr sz="2200">
                <a:solidFill>
                  <a:schemeClr val="lt2"/>
                </a:solidFill>
                <a:latin typeface="Oxanium"/>
                <a:ea typeface="Oxanium"/>
                <a:cs typeface="Oxanium"/>
                <a:sym typeface="Oxanium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200"/>
              <a:buFont typeface="Oxanium"/>
              <a:buNone/>
              <a:defRPr sz="2200">
                <a:solidFill>
                  <a:schemeClr val="lt2"/>
                </a:solidFill>
                <a:latin typeface="Oxanium"/>
                <a:ea typeface="Oxanium"/>
                <a:cs typeface="Oxanium"/>
                <a:sym typeface="Oxanium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200"/>
              <a:buFont typeface="Oxanium"/>
              <a:buNone/>
              <a:defRPr sz="2200">
                <a:solidFill>
                  <a:schemeClr val="lt2"/>
                </a:solidFill>
                <a:latin typeface="Oxanium"/>
                <a:ea typeface="Oxanium"/>
                <a:cs typeface="Oxanium"/>
                <a:sym typeface="Oxanium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200"/>
              <a:buFont typeface="Oxanium"/>
              <a:buNone/>
              <a:defRPr sz="2200">
                <a:solidFill>
                  <a:schemeClr val="lt2"/>
                </a:solidFill>
                <a:latin typeface="Oxanium"/>
                <a:ea typeface="Oxanium"/>
                <a:cs typeface="Oxanium"/>
                <a:sym typeface="Oxanium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200"/>
              <a:buFont typeface="Oxanium"/>
              <a:buNone/>
              <a:defRPr sz="2200">
                <a:solidFill>
                  <a:schemeClr val="lt2"/>
                </a:solidFill>
                <a:latin typeface="Oxanium"/>
                <a:ea typeface="Oxanium"/>
                <a:cs typeface="Oxanium"/>
                <a:sym typeface="Oxanium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200"/>
              <a:buFont typeface="Oxanium"/>
              <a:buNone/>
              <a:defRPr sz="2200">
                <a:solidFill>
                  <a:schemeClr val="lt2"/>
                </a:solidFill>
                <a:latin typeface="Oxanium"/>
                <a:ea typeface="Oxanium"/>
                <a:cs typeface="Oxanium"/>
                <a:sym typeface="Oxanium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200"/>
              <a:buFont typeface="Oxanium"/>
              <a:buNone/>
              <a:defRPr sz="2200">
                <a:solidFill>
                  <a:schemeClr val="lt2"/>
                </a:solidFill>
                <a:latin typeface="Oxanium"/>
                <a:ea typeface="Oxanium"/>
                <a:cs typeface="Oxanium"/>
                <a:sym typeface="Oxanium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200"/>
              <a:buFont typeface="Oxanium"/>
              <a:buNone/>
              <a:defRPr sz="2200">
                <a:solidFill>
                  <a:schemeClr val="lt2"/>
                </a:solidFill>
                <a:latin typeface="Oxanium"/>
                <a:ea typeface="Oxanium"/>
                <a:cs typeface="Oxanium"/>
                <a:sym typeface="Oxanium"/>
              </a:defRPr>
            </a:lvl9pPr>
          </a:lstStyle>
          <a:p>
            <a:endParaRPr/>
          </a:p>
        </p:txBody>
      </p:sp>
      <p:sp>
        <p:nvSpPr>
          <p:cNvPr id="251" name="Google Shape;251;p20"/>
          <p:cNvSpPr txBox="1">
            <a:spLocks noGrp="1"/>
          </p:cNvSpPr>
          <p:nvPr>
            <p:ph type="title" idx="2" hasCustomPrompt="1"/>
          </p:nvPr>
        </p:nvSpPr>
        <p:spPr>
          <a:xfrm>
            <a:off x="4665300" y="702775"/>
            <a:ext cx="3128700" cy="886500"/>
          </a:xfrm>
          <a:prstGeom prst="rect">
            <a:avLst/>
          </a:prstGeom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6200"/>
              <a:buNone/>
              <a:defRPr sz="5500">
                <a:solidFill>
                  <a:schemeClr val="accent1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9pPr>
          </a:lstStyle>
          <a:p>
            <a:r>
              <a:t>xx%</a:t>
            </a:r>
          </a:p>
        </p:txBody>
      </p:sp>
      <p:sp>
        <p:nvSpPr>
          <p:cNvPr id="252" name="Google Shape;252;p20"/>
          <p:cNvSpPr txBox="1">
            <a:spLocks noGrp="1"/>
          </p:cNvSpPr>
          <p:nvPr>
            <p:ph type="subTitle" idx="3"/>
          </p:nvPr>
        </p:nvSpPr>
        <p:spPr>
          <a:xfrm>
            <a:off x="4665300" y="1589501"/>
            <a:ext cx="3128700" cy="4425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200"/>
              <a:buFont typeface="Oxanium"/>
              <a:buNone/>
              <a:defRPr sz="2200">
                <a:solidFill>
                  <a:schemeClr val="lt2"/>
                </a:solidFill>
                <a:latin typeface="Oxanium Medium"/>
                <a:ea typeface="Oxanium Medium"/>
                <a:cs typeface="Oxanium Medium"/>
                <a:sym typeface="Oxanium Medium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200"/>
              <a:buFont typeface="Oxanium"/>
              <a:buNone/>
              <a:defRPr sz="2200">
                <a:solidFill>
                  <a:schemeClr val="lt2"/>
                </a:solidFill>
                <a:latin typeface="Oxanium"/>
                <a:ea typeface="Oxanium"/>
                <a:cs typeface="Oxanium"/>
                <a:sym typeface="Oxanium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200"/>
              <a:buFont typeface="Oxanium"/>
              <a:buNone/>
              <a:defRPr sz="2200">
                <a:solidFill>
                  <a:schemeClr val="lt2"/>
                </a:solidFill>
                <a:latin typeface="Oxanium"/>
                <a:ea typeface="Oxanium"/>
                <a:cs typeface="Oxanium"/>
                <a:sym typeface="Oxanium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200"/>
              <a:buFont typeface="Oxanium"/>
              <a:buNone/>
              <a:defRPr sz="2200">
                <a:solidFill>
                  <a:schemeClr val="lt2"/>
                </a:solidFill>
                <a:latin typeface="Oxanium"/>
                <a:ea typeface="Oxanium"/>
                <a:cs typeface="Oxanium"/>
                <a:sym typeface="Oxanium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200"/>
              <a:buFont typeface="Oxanium"/>
              <a:buNone/>
              <a:defRPr sz="2200">
                <a:solidFill>
                  <a:schemeClr val="lt2"/>
                </a:solidFill>
                <a:latin typeface="Oxanium"/>
                <a:ea typeface="Oxanium"/>
                <a:cs typeface="Oxanium"/>
                <a:sym typeface="Oxanium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200"/>
              <a:buFont typeface="Oxanium"/>
              <a:buNone/>
              <a:defRPr sz="2200">
                <a:solidFill>
                  <a:schemeClr val="lt2"/>
                </a:solidFill>
                <a:latin typeface="Oxanium"/>
                <a:ea typeface="Oxanium"/>
                <a:cs typeface="Oxanium"/>
                <a:sym typeface="Oxanium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200"/>
              <a:buFont typeface="Oxanium"/>
              <a:buNone/>
              <a:defRPr sz="2200">
                <a:solidFill>
                  <a:schemeClr val="lt2"/>
                </a:solidFill>
                <a:latin typeface="Oxanium"/>
                <a:ea typeface="Oxanium"/>
                <a:cs typeface="Oxanium"/>
                <a:sym typeface="Oxanium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200"/>
              <a:buFont typeface="Oxanium"/>
              <a:buNone/>
              <a:defRPr sz="2200">
                <a:solidFill>
                  <a:schemeClr val="lt2"/>
                </a:solidFill>
                <a:latin typeface="Oxanium"/>
                <a:ea typeface="Oxanium"/>
                <a:cs typeface="Oxanium"/>
                <a:sym typeface="Oxanium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200"/>
              <a:buFont typeface="Oxanium"/>
              <a:buNone/>
              <a:defRPr sz="2200">
                <a:solidFill>
                  <a:schemeClr val="lt2"/>
                </a:solidFill>
                <a:latin typeface="Oxanium"/>
                <a:ea typeface="Oxanium"/>
                <a:cs typeface="Oxanium"/>
                <a:sym typeface="Oxanium"/>
              </a:defRPr>
            </a:lvl9pPr>
          </a:lstStyle>
          <a:p>
            <a:endParaRPr/>
          </a:p>
        </p:txBody>
      </p:sp>
      <p:sp>
        <p:nvSpPr>
          <p:cNvPr id="253" name="Google Shape;253;p20"/>
          <p:cNvSpPr txBox="1">
            <a:spLocks noGrp="1"/>
          </p:cNvSpPr>
          <p:nvPr>
            <p:ph type="title" idx="4" hasCustomPrompt="1"/>
          </p:nvPr>
        </p:nvSpPr>
        <p:spPr>
          <a:xfrm>
            <a:off x="4665300" y="2737325"/>
            <a:ext cx="3128700" cy="886500"/>
          </a:xfrm>
          <a:prstGeom prst="rect">
            <a:avLst/>
          </a:prstGeom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6200"/>
              <a:buNone/>
              <a:defRPr sz="5500">
                <a:solidFill>
                  <a:schemeClr val="accent1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9pPr>
          </a:lstStyle>
          <a:p>
            <a:r>
              <a:t>xx%</a:t>
            </a:r>
          </a:p>
        </p:txBody>
      </p:sp>
      <p:sp>
        <p:nvSpPr>
          <p:cNvPr id="254" name="Google Shape;254;p20"/>
          <p:cNvSpPr txBox="1">
            <a:spLocks noGrp="1"/>
          </p:cNvSpPr>
          <p:nvPr>
            <p:ph type="subTitle" idx="5"/>
          </p:nvPr>
        </p:nvSpPr>
        <p:spPr>
          <a:xfrm>
            <a:off x="4665300" y="3624054"/>
            <a:ext cx="3128700" cy="4425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200"/>
              <a:buFont typeface="Oxanium"/>
              <a:buNone/>
              <a:defRPr sz="2200">
                <a:solidFill>
                  <a:schemeClr val="lt2"/>
                </a:solidFill>
                <a:latin typeface="Oxanium Medium"/>
                <a:ea typeface="Oxanium Medium"/>
                <a:cs typeface="Oxanium Medium"/>
                <a:sym typeface="Oxanium Medium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200"/>
              <a:buFont typeface="Oxanium"/>
              <a:buNone/>
              <a:defRPr sz="2200">
                <a:solidFill>
                  <a:schemeClr val="lt2"/>
                </a:solidFill>
                <a:latin typeface="Oxanium"/>
                <a:ea typeface="Oxanium"/>
                <a:cs typeface="Oxanium"/>
                <a:sym typeface="Oxanium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200"/>
              <a:buFont typeface="Oxanium"/>
              <a:buNone/>
              <a:defRPr sz="2200">
                <a:solidFill>
                  <a:schemeClr val="lt2"/>
                </a:solidFill>
                <a:latin typeface="Oxanium"/>
                <a:ea typeface="Oxanium"/>
                <a:cs typeface="Oxanium"/>
                <a:sym typeface="Oxanium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200"/>
              <a:buFont typeface="Oxanium"/>
              <a:buNone/>
              <a:defRPr sz="2200">
                <a:solidFill>
                  <a:schemeClr val="lt2"/>
                </a:solidFill>
                <a:latin typeface="Oxanium"/>
                <a:ea typeface="Oxanium"/>
                <a:cs typeface="Oxanium"/>
                <a:sym typeface="Oxanium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200"/>
              <a:buFont typeface="Oxanium"/>
              <a:buNone/>
              <a:defRPr sz="2200">
                <a:solidFill>
                  <a:schemeClr val="lt2"/>
                </a:solidFill>
                <a:latin typeface="Oxanium"/>
                <a:ea typeface="Oxanium"/>
                <a:cs typeface="Oxanium"/>
                <a:sym typeface="Oxanium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200"/>
              <a:buFont typeface="Oxanium"/>
              <a:buNone/>
              <a:defRPr sz="2200">
                <a:solidFill>
                  <a:schemeClr val="lt2"/>
                </a:solidFill>
                <a:latin typeface="Oxanium"/>
                <a:ea typeface="Oxanium"/>
                <a:cs typeface="Oxanium"/>
                <a:sym typeface="Oxanium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200"/>
              <a:buFont typeface="Oxanium"/>
              <a:buNone/>
              <a:defRPr sz="2200">
                <a:solidFill>
                  <a:schemeClr val="lt2"/>
                </a:solidFill>
                <a:latin typeface="Oxanium"/>
                <a:ea typeface="Oxanium"/>
                <a:cs typeface="Oxanium"/>
                <a:sym typeface="Oxanium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200"/>
              <a:buFont typeface="Oxanium"/>
              <a:buNone/>
              <a:defRPr sz="2200">
                <a:solidFill>
                  <a:schemeClr val="lt2"/>
                </a:solidFill>
                <a:latin typeface="Oxanium"/>
                <a:ea typeface="Oxanium"/>
                <a:cs typeface="Oxanium"/>
                <a:sym typeface="Oxanium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200"/>
              <a:buFont typeface="Oxanium"/>
              <a:buNone/>
              <a:defRPr sz="2200">
                <a:solidFill>
                  <a:schemeClr val="lt2"/>
                </a:solidFill>
                <a:latin typeface="Oxanium"/>
                <a:ea typeface="Oxanium"/>
                <a:cs typeface="Oxanium"/>
                <a:sym typeface="Oxanium"/>
              </a:defRPr>
            </a:lvl9pPr>
          </a:lstStyle>
          <a:p>
            <a:endParaRPr/>
          </a:p>
        </p:txBody>
      </p:sp>
      <p:sp>
        <p:nvSpPr>
          <p:cNvPr id="255" name="Google Shape;255;p20"/>
          <p:cNvSpPr txBox="1">
            <a:spLocks noGrp="1"/>
          </p:cNvSpPr>
          <p:nvPr>
            <p:ph type="subTitle" idx="6"/>
          </p:nvPr>
        </p:nvSpPr>
        <p:spPr>
          <a:xfrm>
            <a:off x="1350000" y="2066254"/>
            <a:ext cx="3128700" cy="4923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56" name="Google Shape;256;p20"/>
          <p:cNvSpPr txBox="1">
            <a:spLocks noGrp="1"/>
          </p:cNvSpPr>
          <p:nvPr>
            <p:ph type="subTitle" idx="7"/>
          </p:nvPr>
        </p:nvSpPr>
        <p:spPr>
          <a:xfrm>
            <a:off x="4665300" y="2066262"/>
            <a:ext cx="3128700" cy="4923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57" name="Google Shape;257;p20"/>
          <p:cNvSpPr txBox="1">
            <a:spLocks noGrp="1"/>
          </p:cNvSpPr>
          <p:nvPr>
            <p:ph type="subTitle" idx="8"/>
          </p:nvPr>
        </p:nvSpPr>
        <p:spPr>
          <a:xfrm>
            <a:off x="4665300" y="4100825"/>
            <a:ext cx="3128700" cy="4923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58" name="Google Shape;258;p20"/>
          <p:cNvSpPr txBox="1">
            <a:spLocks noGrp="1"/>
          </p:cNvSpPr>
          <p:nvPr>
            <p:ph type="title" idx="9" hasCustomPrompt="1"/>
          </p:nvPr>
        </p:nvSpPr>
        <p:spPr>
          <a:xfrm>
            <a:off x="1350000" y="2737324"/>
            <a:ext cx="3128700" cy="886500"/>
          </a:xfrm>
          <a:prstGeom prst="rect">
            <a:avLst/>
          </a:prstGeom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6200"/>
              <a:buNone/>
              <a:defRPr sz="5500">
                <a:solidFill>
                  <a:schemeClr val="accent1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9pPr>
          </a:lstStyle>
          <a:p>
            <a:r>
              <a:t>xx%</a:t>
            </a:r>
          </a:p>
        </p:txBody>
      </p:sp>
      <p:sp>
        <p:nvSpPr>
          <p:cNvPr id="259" name="Google Shape;259;p20"/>
          <p:cNvSpPr txBox="1">
            <a:spLocks noGrp="1"/>
          </p:cNvSpPr>
          <p:nvPr>
            <p:ph type="subTitle" idx="13"/>
          </p:nvPr>
        </p:nvSpPr>
        <p:spPr>
          <a:xfrm>
            <a:off x="1350000" y="3624052"/>
            <a:ext cx="3128700" cy="4425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200"/>
              <a:buFont typeface="Oxanium"/>
              <a:buNone/>
              <a:defRPr sz="2200">
                <a:solidFill>
                  <a:schemeClr val="lt2"/>
                </a:solidFill>
                <a:latin typeface="Oxanium Medium"/>
                <a:ea typeface="Oxanium Medium"/>
                <a:cs typeface="Oxanium Medium"/>
                <a:sym typeface="Oxanium Medium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200"/>
              <a:buFont typeface="Oxanium"/>
              <a:buNone/>
              <a:defRPr sz="2200">
                <a:solidFill>
                  <a:schemeClr val="lt2"/>
                </a:solidFill>
                <a:latin typeface="Oxanium"/>
                <a:ea typeface="Oxanium"/>
                <a:cs typeface="Oxanium"/>
                <a:sym typeface="Oxanium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200"/>
              <a:buFont typeface="Oxanium"/>
              <a:buNone/>
              <a:defRPr sz="2200">
                <a:solidFill>
                  <a:schemeClr val="lt2"/>
                </a:solidFill>
                <a:latin typeface="Oxanium"/>
                <a:ea typeface="Oxanium"/>
                <a:cs typeface="Oxanium"/>
                <a:sym typeface="Oxanium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200"/>
              <a:buFont typeface="Oxanium"/>
              <a:buNone/>
              <a:defRPr sz="2200">
                <a:solidFill>
                  <a:schemeClr val="lt2"/>
                </a:solidFill>
                <a:latin typeface="Oxanium"/>
                <a:ea typeface="Oxanium"/>
                <a:cs typeface="Oxanium"/>
                <a:sym typeface="Oxanium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200"/>
              <a:buFont typeface="Oxanium"/>
              <a:buNone/>
              <a:defRPr sz="2200">
                <a:solidFill>
                  <a:schemeClr val="lt2"/>
                </a:solidFill>
                <a:latin typeface="Oxanium"/>
                <a:ea typeface="Oxanium"/>
                <a:cs typeface="Oxanium"/>
                <a:sym typeface="Oxanium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200"/>
              <a:buFont typeface="Oxanium"/>
              <a:buNone/>
              <a:defRPr sz="2200">
                <a:solidFill>
                  <a:schemeClr val="lt2"/>
                </a:solidFill>
                <a:latin typeface="Oxanium"/>
                <a:ea typeface="Oxanium"/>
                <a:cs typeface="Oxanium"/>
                <a:sym typeface="Oxanium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200"/>
              <a:buFont typeface="Oxanium"/>
              <a:buNone/>
              <a:defRPr sz="2200">
                <a:solidFill>
                  <a:schemeClr val="lt2"/>
                </a:solidFill>
                <a:latin typeface="Oxanium"/>
                <a:ea typeface="Oxanium"/>
                <a:cs typeface="Oxanium"/>
                <a:sym typeface="Oxanium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200"/>
              <a:buFont typeface="Oxanium"/>
              <a:buNone/>
              <a:defRPr sz="2200">
                <a:solidFill>
                  <a:schemeClr val="lt2"/>
                </a:solidFill>
                <a:latin typeface="Oxanium"/>
                <a:ea typeface="Oxanium"/>
                <a:cs typeface="Oxanium"/>
                <a:sym typeface="Oxanium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200"/>
              <a:buFont typeface="Oxanium"/>
              <a:buNone/>
              <a:defRPr sz="2200">
                <a:solidFill>
                  <a:schemeClr val="lt2"/>
                </a:solidFill>
                <a:latin typeface="Oxanium"/>
                <a:ea typeface="Oxanium"/>
                <a:cs typeface="Oxanium"/>
                <a:sym typeface="Oxanium"/>
              </a:defRPr>
            </a:lvl9pPr>
          </a:lstStyle>
          <a:p>
            <a:endParaRPr/>
          </a:p>
        </p:txBody>
      </p:sp>
      <p:sp>
        <p:nvSpPr>
          <p:cNvPr id="260" name="Google Shape;260;p20"/>
          <p:cNvSpPr txBox="1">
            <a:spLocks noGrp="1"/>
          </p:cNvSpPr>
          <p:nvPr>
            <p:ph type="subTitle" idx="14"/>
          </p:nvPr>
        </p:nvSpPr>
        <p:spPr>
          <a:xfrm>
            <a:off x="1350000" y="4100825"/>
            <a:ext cx="3128700" cy="4923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pic>
        <p:nvPicPr>
          <p:cNvPr id="261" name="Google Shape;261;p2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905847" y="1206250"/>
            <a:ext cx="5035507" cy="5143501"/>
          </a:xfrm>
          <a:prstGeom prst="rect">
            <a:avLst/>
          </a:prstGeom>
          <a:noFill/>
          <a:ln>
            <a:noFill/>
          </a:ln>
        </p:spPr>
      </p:pic>
      <p:pic>
        <p:nvPicPr>
          <p:cNvPr id="262" name="Google Shape;262;p2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-2292915" y="-674016"/>
            <a:ext cx="3455878" cy="3529999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263" name="Google Shape;263;p20"/>
          <p:cNvGrpSpPr/>
          <p:nvPr/>
        </p:nvGrpSpPr>
        <p:grpSpPr>
          <a:xfrm flipH="1">
            <a:off x="713231" y="4608574"/>
            <a:ext cx="1038288" cy="281297"/>
            <a:chOff x="2443300" y="461900"/>
            <a:chExt cx="403250" cy="109250"/>
          </a:xfrm>
        </p:grpSpPr>
        <p:sp>
          <p:nvSpPr>
            <p:cNvPr id="264" name="Google Shape;264;p20"/>
            <p:cNvSpPr/>
            <p:nvPr/>
          </p:nvSpPr>
          <p:spPr>
            <a:xfrm>
              <a:off x="2757925" y="461900"/>
              <a:ext cx="88625" cy="109250"/>
            </a:xfrm>
            <a:custGeom>
              <a:avLst/>
              <a:gdLst/>
              <a:ahLst/>
              <a:cxnLst/>
              <a:rect l="l" t="t" r="r" b="b"/>
              <a:pathLst>
                <a:path w="3545" h="4370" extrusionOk="0">
                  <a:moveTo>
                    <a:pt x="0" y="4369"/>
                  </a:moveTo>
                  <a:lnTo>
                    <a:pt x="2586" y="0"/>
                  </a:lnTo>
                  <a:lnTo>
                    <a:pt x="3544" y="0"/>
                  </a:lnTo>
                  <a:lnTo>
                    <a:pt x="959" y="4369"/>
                  </a:ln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2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5" name="Google Shape;265;p20"/>
            <p:cNvSpPr/>
            <p:nvPr/>
          </p:nvSpPr>
          <p:spPr>
            <a:xfrm>
              <a:off x="2705550" y="461900"/>
              <a:ext cx="88500" cy="109250"/>
            </a:xfrm>
            <a:custGeom>
              <a:avLst/>
              <a:gdLst/>
              <a:ahLst/>
              <a:cxnLst/>
              <a:rect l="l" t="t" r="r" b="b"/>
              <a:pathLst>
                <a:path w="3540" h="4370" extrusionOk="0">
                  <a:moveTo>
                    <a:pt x="0" y="4369"/>
                  </a:moveTo>
                  <a:lnTo>
                    <a:pt x="2586" y="0"/>
                  </a:lnTo>
                  <a:lnTo>
                    <a:pt x="3540" y="0"/>
                  </a:lnTo>
                  <a:lnTo>
                    <a:pt x="954" y="4369"/>
                  </a:ln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2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6" name="Google Shape;266;p20"/>
            <p:cNvSpPr/>
            <p:nvPr/>
          </p:nvSpPr>
          <p:spPr>
            <a:xfrm>
              <a:off x="2653050" y="461900"/>
              <a:ext cx="88625" cy="109250"/>
            </a:xfrm>
            <a:custGeom>
              <a:avLst/>
              <a:gdLst/>
              <a:ahLst/>
              <a:cxnLst/>
              <a:rect l="l" t="t" r="r" b="b"/>
              <a:pathLst>
                <a:path w="3545" h="4370" extrusionOk="0">
                  <a:moveTo>
                    <a:pt x="1" y="4369"/>
                  </a:moveTo>
                  <a:lnTo>
                    <a:pt x="2586" y="0"/>
                  </a:lnTo>
                  <a:lnTo>
                    <a:pt x="3545" y="0"/>
                  </a:lnTo>
                  <a:lnTo>
                    <a:pt x="959" y="4369"/>
                  </a:ln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2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7" name="Google Shape;267;p20"/>
            <p:cNvSpPr/>
            <p:nvPr/>
          </p:nvSpPr>
          <p:spPr>
            <a:xfrm>
              <a:off x="2600675" y="461900"/>
              <a:ext cx="88500" cy="109250"/>
            </a:xfrm>
            <a:custGeom>
              <a:avLst/>
              <a:gdLst/>
              <a:ahLst/>
              <a:cxnLst/>
              <a:rect l="l" t="t" r="r" b="b"/>
              <a:pathLst>
                <a:path w="3540" h="4370" extrusionOk="0">
                  <a:moveTo>
                    <a:pt x="0" y="4369"/>
                  </a:moveTo>
                  <a:lnTo>
                    <a:pt x="2586" y="0"/>
                  </a:lnTo>
                  <a:lnTo>
                    <a:pt x="3540" y="0"/>
                  </a:lnTo>
                  <a:lnTo>
                    <a:pt x="954" y="4369"/>
                  </a:ln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2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8" name="Google Shape;268;p20"/>
            <p:cNvSpPr/>
            <p:nvPr/>
          </p:nvSpPr>
          <p:spPr>
            <a:xfrm>
              <a:off x="2548175" y="461900"/>
              <a:ext cx="88525" cy="109250"/>
            </a:xfrm>
            <a:custGeom>
              <a:avLst/>
              <a:gdLst/>
              <a:ahLst/>
              <a:cxnLst/>
              <a:rect l="l" t="t" r="r" b="b"/>
              <a:pathLst>
                <a:path w="3541" h="4370" extrusionOk="0">
                  <a:moveTo>
                    <a:pt x="1" y="4369"/>
                  </a:moveTo>
                  <a:lnTo>
                    <a:pt x="2586" y="0"/>
                  </a:lnTo>
                  <a:lnTo>
                    <a:pt x="3540" y="0"/>
                  </a:lnTo>
                  <a:lnTo>
                    <a:pt x="955" y="4369"/>
                  </a:ln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2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9" name="Google Shape;269;p20"/>
            <p:cNvSpPr/>
            <p:nvPr/>
          </p:nvSpPr>
          <p:spPr>
            <a:xfrm>
              <a:off x="2495700" y="461900"/>
              <a:ext cx="88625" cy="109250"/>
            </a:xfrm>
            <a:custGeom>
              <a:avLst/>
              <a:gdLst/>
              <a:ahLst/>
              <a:cxnLst/>
              <a:rect l="l" t="t" r="r" b="b"/>
              <a:pathLst>
                <a:path w="3545" h="4370" extrusionOk="0">
                  <a:moveTo>
                    <a:pt x="0" y="4369"/>
                  </a:moveTo>
                  <a:lnTo>
                    <a:pt x="2586" y="0"/>
                  </a:lnTo>
                  <a:lnTo>
                    <a:pt x="3544" y="0"/>
                  </a:lnTo>
                  <a:lnTo>
                    <a:pt x="959" y="4369"/>
                  </a:ln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2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0" name="Google Shape;270;p20"/>
            <p:cNvSpPr/>
            <p:nvPr/>
          </p:nvSpPr>
          <p:spPr>
            <a:xfrm>
              <a:off x="2443300" y="461900"/>
              <a:ext cx="88425" cy="109250"/>
            </a:xfrm>
            <a:custGeom>
              <a:avLst/>
              <a:gdLst/>
              <a:ahLst/>
              <a:cxnLst/>
              <a:rect l="l" t="t" r="r" b="b"/>
              <a:pathLst>
                <a:path w="3537" h="4370" extrusionOk="0">
                  <a:moveTo>
                    <a:pt x="1" y="4369"/>
                  </a:moveTo>
                  <a:lnTo>
                    <a:pt x="2587" y="0"/>
                  </a:lnTo>
                  <a:lnTo>
                    <a:pt x="3536" y="0"/>
                  </a:lnTo>
                  <a:lnTo>
                    <a:pt x="950" y="4369"/>
                  </a:ln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2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pic>
        <p:nvPicPr>
          <p:cNvPr id="271" name="Google Shape;271;p20"/>
          <p:cNvPicPr preferRelativeResize="0"/>
          <p:nvPr/>
        </p:nvPicPr>
        <p:blipFill rotWithShape="1">
          <a:blip r:embed="rId4">
            <a:alphaModFix/>
          </a:blip>
          <a:srcRect l="17360" t="15311" r="23370"/>
          <a:stretch/>
        </p:blipFill>
        <p:spPr>
          <a:xfrm rot="-5400000">
            <a:off x="6877848" y="3291450"/>
            <a:ext cx="4565427" cy="4860325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272" name="Google Shape;272;p20"/>
          <p:cNvGrpSpPr/>
          <p:nvPr/>
        </p:nvGrpSpPr>
        <p:grpSpPr>
          <a:xfrm>
            <a:off x="-1436518" y="-2222816"/>
            <a:ext cx="3373135" cy="3529985"/>
            <a:chOff x="-2482653" y="-2238475"/>
            <a:chExt cx="4914957" cy="5143501"/>
          </a:xfrm>
        </p:grpSpPr>
        <p:pic>
          <p:nvPicPr>
            <p:cNvPr id="273" name="Google Shape;273;p20"/>
            <p:cNvPicPr preferRelativeResize="0"/>
            <p:nvPr/>
          </p:nvPicPr>
          <p:blipFill>
            <a:blip r:embed="rId5">
              <a:alphaModFix/>
            </a:blip>
            <a:stretch>
              <a:fillRect/>
            </a:stretch>
          </p:blipFill>
          <p:spPr>
            <a:xfrm>
              <a:off x="-2482653" y="-2238475"/>
              <a:ext cx="4914957" cy="5143501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274" name="Google Shape;274;p20"/>
            <p:cNvSpPr/>
            <p:nvPr/>
          </p:nvSpPr>
          <p:spPr>
            <a:xfrm>
              <a:off x="-2058626" y="-2014320"/>
              <a:ext cx="4066911" cy="4695171"/>
            </a:xfrm>
            <a:custGeom>
              <a:avLst/>
              <a:gdLst/>
              <a:ahLst/>
              <a:cxnLst/>
              <a:rect l="l" t="t" r="r" b="b"/>
              <a:pathLst>
                <a:path w="44232" h="51065" fill="none" extrusionOk="0">
                  <a:moveTo>
                    <a:pt x="0" y="38302"/>
                  </a:moveTo>
                  <a:lnTo>
                    <a:pt x="0" y="12767"/>
                  </a:lnTo>
                  <a:lnTo>
                    <a:pt x="22111" y="0"/>
                  </a:lnTo>
                  <a:lnTo>
                    <a:pt x="44231" y="12767"/>
                  </a:lnTo>
                  <a:lnTo>
                    <a:pt x="44231" y="38302"/>
                  </a:lnTo>
                  <a:lnTo>
                    <a:pt x="22111" y="51065"/>
                  </a:lnTo>
                  <a:close/>
                </a:path>
              </a:pathLst>
            </a:custGeom>
            <a:noFill/>
            <a:ln w="19050" cap="flat" cmpd="sng">
              <a:solidFill>
                <a:srgbClr val="5233DA"/>
              </a:solidFill>
              <a:prstDash val="solid"/>
              <a:miter lim="4457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ackground">
  <p:cSld name="CUSTOM_6">
    <p:spTree>
      <p:nvGrpSpPr>
        <p:cNvPr id="1" name="Shape 2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97" name="Google Shape;297;p22"/>
          <p:cNvPicPr preferRelativeResize="0"/>
          <p:nvPr/>
        </p:nvPicPr>
        <p:blipFill>
          <a:blip r:embed="rId2">
            <a:alphaModFix amt="50000"/>
          </a:blip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298" name="Google Shape;298;p22"/>
          <p:cNvGrpSpPr/>
          <p:nvPr/>
        </p:nvGrpSpPr>
        <p:grpSpPr>
          <a:xfrm>
            <a:off x="2960536" y="-3460351"/>
            <a:ext cx="9532664" cy="6139099"/>
            <a:chOff x="2960536" y="-3460351"/>
            <a:chExt cx="9532664" cy="6139099"/>
          </a:xfrm>
        </p:grpSpPr>
        <p:pic>
          <p:nvPicPr>
            <p:cNvPr id="299" name="Google Shape;299;p22"/>
            <p:cNvPicPr preferRelativeResize="0"/>
            <p:nvPr/>
          </p:nvPicPr>
          <p:blipFill rotWithShape="1">
            <a:blip r:embed="rId3">
              <a:alphaModFix/>
            </a:blip>
            <a:srcRect t="8717"/>
            <a:stretch/>
          </p:blipFill>
          <p:spPr>
            <a:xfrm rot="10800000" flipH="1">
              <a:off x="2960536" y="-3460351"/>
              <a:ext cx="6994627" cy="4695173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300" name="Google Shape;300;p22"/>
            <p:cNvPicPr preferRelativeResize="0"/>
            <p:nvPr/>
          </p:nvPicPr>
          <p:blipFill rotWithShape="1">
            <a:blip r:embed="rId4">
              <a:alphaModFix/>
            </a:blip>
            <a:srcRect l="17360" t="15311" r="23370"/>
            <a:stretch/>
          </p:blipFill>
          <p:spPr>
            <a:xfrm rot="5400000">
              <a:off x="7780324" y="-2034128"/>
              <a:ext cx="4565427" cy="4860325"/>
            </a:xfrm>
            <a:prstGeom prst="rect">
              <a:avLst/>
            </a:prstGeom>
            <a:noFill/>
            <a:ln>
              <a:noFill/>
            </a:ln>
          </p:spPr>
        </p:pic>
      </p:grpSp>
      <p:grpSp>
        <p:nvGrpSpPr>
          <p:cNvPr id="301" name="Google Shape;301;p22"/>
          <p:cNvGrpSpPr/>
          <p:nvPr/>
        </p:nvGrpSpPr>
        <p:grpSpPr>
          <a:xfrm rot="5400000">
            <a:off x="-2086040" y="3341404"/>
            <a:ext cx="3514194" cy="3677603"/>
            <a:chOff x="5864904" y="-3028300"/>
            <a:chExt cx="4914957" cy="5143501"/>
          </a:xfrm>
        </p:grpSpPr>
        <p:pic>
          <p:nvPicPr>
            <p:cNvPr id="302" name="Google Shape;302;p22"/>
            <p:cNvPicPr preferRelativeResize="0"/>
            <p:nvPr/>
          </p:nvPicPr>
          <p:blipFill>
            <a:blip r:embed="rId5">
              <a:alphaModFix/>
            </a:blip>
            <a:stretch>
              <a:fillRect/>
            </a:stretch>
          </p:blipFill>
          <p:spPr>
            <a:xfrm flipH="1">
              <a:off x="5864904" y="-3028300"/>
              <a:ext cx="4914957" cy="5143501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303" name="Google Shape;303;p22"/>
            <p:cNvSpPr/>
            <p:nvPr/>
          </p:nvSpPr>
          <p:spPr>
            <a:xfrm flipH="1">
              <a:off x="6288972" y="-2804182"/>
              <a:ext cx="4066911" cy="4695171"/>
            </a:xfrm>
            <a:custGeom>
              <a:avLst/>
              <a:gdLst/>
              <a:ahLst/>
              <a:cxnLst/>
              <a:rect l="l" t="t" r="r" b="b"/>
              <a:pathLst>
                <a:path w="44232" h="51065" fill="none" extrusionOk="0">
                  <a:moveTo>
                    <a:pt x="0" y="38302"/>
                  </a:moveTo>
                  <a:lnTo>
                    <a:pt x="0" y="12767"/>
                  </a:lnTo>
                  <a:lnTo>
                    <a:pt x="22111" y="0"/>
                  </a:lnTo>
                  <a:lnTo>
                    <a:pt x="44231" y="12767"/>
                  </a:lnTo>
                  <a:lnTo>
                    <a:pt x="44231" y="38302"/>
                  </a:lnTo>
                  <a:lnTo>
                    <a:pt x="22111" y="51065"/>
                  </a:lnTo>
                  <a:close/>
                </a:path>
              </a:pathLst>
            </a:custGeom>
            <a:noFill/>
            <a:ln w="19050" cap="flat" cmpd="sng">
              <a:solidFill>
                <a:srgbClr val="5233DA"/>
              </a:solidFill>
              <a:prstDash val="solid"/>
              <a:miter lim="4457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ackground 1">
  <p:cSld name="CUSTOM_6_1">
    <p:spTree>
      <p:nvGrpSpPr>
        <p:cNvPr id="1" name="Shape 3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05" name="Google Shape;305;p23"/>
          <p:cNvPicPr preferRelativeResize="0"/>
          <p:nvPr/>
        </p:nvPicPr>
        <p:blipFill>
          <a:blip r:embed="rId2">
            <a:alphaModFix amt="50000"/>
          </a:blip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306" name="Google Shape;306;p23"/>
          <p:cNvGrpSpPr/>
          <p:nvPr/>
        </p:nvGrpSpPr>
        <p:grpSpPr>
          <a:xfrm>
            <a:off x="-1897058" y="3090797"/>
            <a:ext cx="2543490" cy="2661762"/>
            <a:chOff x="-2482653" y="-2238475"/>
            <a:chExt cx="4914957" cy="5143501"/>
          </a:xfrm>
        </p:grpSpPr>
        <p:pic>
          <p:nvPicPr>
            <p:cNvPr id="307" name="Google Shape;307;p23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-2482653" y="-2238475"/>
              <a:ext cx="4914957" cy="5143501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308" name="Google Shape;308;p23"/>
            <p:cNvSpPr/>
            <p:nvPr/>
          </p:nvSpPr>
          <p:spPr>
            <a:xfrm>
              <a:off x="-2058626" y="-2014320"/>
              <a:ext cx="4066911" cy="4695171"/>
            </a:xfrm>
            <a:custGeom>
              <a:avLst/>
              <a:gdLst/>
              <a:ahLst/>
              <a:cxnLst/>
              <a:rect l="l" t="t" r="r" b="b"/>
              <a:pathLst>
                <a:path w="44232" h="51065" fill="none" extrusionOk="0">
                  <a:moveTo>
                    <a:pt x="0" y="38302"/>
                  </a:moveTo>
                  <a:lnTo>
                    <a:pt x="0" y="12767"/>
                  </a:lnTo>
                  <a:lnTo>
                    <a:pt x="22111" y="0"/>
                  </a:lnTo>
                  <a:lnTo>
                    <a:pt x="44231" y="12767"/>
                  </a:lnTo>
                  <a:lnTo>
                    <a:pt x="44231" y="38302"/>
                  </a:lnTo>
                  <a:lnTo>
                    <a:pt x="22111" y="51065"/>
                  </a:lnTo>
                  <a:close/>
                </a:path>
              </a:pathLst>
            </a:custGeom>
            <a:noFill/>
            <a:ln w="19050" cap="flat" cmpd="sng">
              <a:solidFill>
                <a:srgbClr val="5233DA"/>
              </a:solidFill>
              <a:prstDash val="solid"/>
              <a:miter lim="4457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pic>
        <p:nvPicPr>
          <p:cNvPr id="309" name="Google Shape;309;p23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 rot="5400000" flipH="1">
            <a:off x="7595508" y="-791425"/>
            <a:ext cx="2432520" cy="266183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 slide" type="blank">
  <p:cSld name="BLANK">
    <p:spTree>
      <p:nvGrpSpPr>
        <p:cNvPr id="1" name="Shape 313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theme" Target="../theme/theme1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slideLayout" Target="../slideLayouts/slideLayout19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_rels/slideMaster2.xml.rels><?xml version="1.0" encoding="UTF-8" standalone="yes"?>
<Relationships xmlns="http://schemas.openxmlformats.org/package/2006/relationships"><Relationship Id="rId2" Type="http://schemas.openxmlformats.org/officeDocument/2006/relationships/theme" Target="../theme/theme2.xml"/><Relationship Id="rId1" Type="http://schemas.openxmlformats.org/officeDocument/2006/relationships/slideLayout" Target="../slideLayouts/slideLayout20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simple-light-2">
    <p:bg>
      <p:bgPr>
        <a:gradFill>
          <a:gsLst>
            <a:gs pos="0">
              <a:schemeClr val="lt1"/>
            </a:gs>
            <a:gs pos="100000">
              <a:schemeClr val="dk1"/>
            </a:gs>
          </a:gsLst>
          <a:path path="circle">
            <a:fillToRect l="50000" t="50000" r="50000" b="50000"/>
          </a:path>
          <a:tileRect/>
        </a:gra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713225" y="539500"/>
            <a:ext cx="7717500" cy="61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3400"/>
              <a:buFont typeface="Oxanium Medium"/>
              <a:buNone/>
              <a:defRPr sz="3400">
                <a:solidFill>
                  <a:schemeClr val="lt2"/>
                </a:solidFill>
                <a:latin typeface="Oxanium Medium"/>
                <a:ea typeface="Oxanium Medium"/>
                <a:cs typeface="Oxanium Medium"/>
                <a:sym typeface="Oxanium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3000"/>
              <a:buFont typeface="Oxanium"/>
              <a:buNone/>
              <a:defRPr sz="3000">
                <a:solidFill>
                  <a:schemeClr val="lt2"/>
                </a:solidFill>
                <a:latin typeface="Oxanium"/>
                <a:ea typeface="Oxanium"/>
                <a:cs typeface="Oxanium"/>
                <a:sym typeface="Oxan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3000"/>
              <a:buFont typeface="Oxanium"/>
              <a:buNone/>
              <a:defRPr sz="3000">
                <a:solidFill>
                  <a:schemeClr val="lt2"/>
                </a:solidFill>
                <a:latin typeface="Oxanium"/>
                <a:ea typeface="Oxanium"/>
                <a:cs typeface="Oxanium"/>
                <a:sym typeface="Oxan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3000"/>
              <a:buFont typeface="Oxanium"/>
              <a:buNone/>
              <a:defRPr sz="3000">
                <a:solidFill>
                  <a:schemeClr val="lt2"/>
                </a:solidFill>
                <a:latin typeface="Oxanium"/>
                <a:ea typeface="Oxanium"/>
                <a:cs typeface="Oxanium"/>
                <a:sym typeface="Oxan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3000"/>
              <a:buFont typeface="Oxanium"/>
              <a:buNone/>
              <a:defRPr sz="3000">
                <a:solidFill>
                  <a:schemeClr val="lt2"/>
                </a:solidFill>
                <a:latin typeface="Oxanium"/>
                <a:ea typeface="Oxanium"/>
                <a:cs typeface="Oxanium"/>
                <a:sym typeface="Oxan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3000"/>
              <a:buFont typeface="Oxanium"/>
              <a:buNone/>
              <a:defRPr sz="3000">
                <a:solidFill>
                  <a:schemeClr val="lt2"/>
                </a:solidFill>
                <a:latin typeface="Oxanium"/>
                <a:ea typeface="Oxanium"/>
                <a:cs typeface="Oxanium"/>
                <a:sym typeface="Oxan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3000"/>
              <a:buFont typeface="Oxanium"/>
              <a:buNone/>
              <a:defRPr sz="3000">
                <a:solidFill>
                  <a:schemeClr val="lt2"/>
                </a:solidFill>
                <a:latin typeface="Oxanium"/>
                <a:ea typeface="Oxanium"/>
                <a:cs typeface="Oxanium"/>
                <a:sym typeface="Oxan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3000"/>
              <a:buFont typeface="Oxanium"/>
              <a:buNone/>
              <a:defRPr sz="3000">
                <a:solidFill>
                  <a:schemeClr val="lt2"/>
                </a:solidFill>
                <a:latin typeface="Oxanium"/>
                <a:ea typeface="Oxanium"/>
                <a:cs typeface="Oxanium"/>
                <a:sym typeface="Oxan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3000"/>
              <a:buFont typeface="Oxanium"/>
              <a:buNone/>
              <a:defRPr sz="3000">
                <a:solidFill>
                  <a:schemeClr val="lt2"/>
                </a:solidFill>
                <a:latin typeface="Oxanium"/>
                <a:ea typeface="Oxanium"/>
                <a:cs typeface="Oxanium"/>
                <a:sym typeface="Oxanium"/>
              </a:defRPr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713225" y="1152475"/>
            <a:ext cx="7717500" cy="3456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400"/>
              <a:buFont typeface="Overpass"/>
              <a:buChar char="●"/>
              <a:defRPr>
                <a:solidFill>
                  <a:schemeClr val="accent2"/>
                </a:solidFill>
                <a:latin typeface="Overpass"/>
                <a:ea typeface="Overpass"/>
                <a:cs typeface="Overpass"/>
                <a:sym typeface="Overpass"/>
              </a:defRPr>
            </a:lvl1pPr>
            <a:lvl2pPr marL="914400" lvl="1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400"/>
              <a:buFont typeface="Overpass"/>
              <a:buChar char="○"/>
              <a:defRPr>
                <a:solidFill>
                  <a:schemeClr val="accent2"/>
                </a:solidFill>
                <a:latin typeface="Overpass"/>
                <a:ea typeface="Overpass"/>
                <a:cs typeface="Overpass"/>
                <a:sym typeface="Overpass"/>
              </a:defRPr>
            </a:lvl2pPr>
            <a:lvl3pPr marL="1371600" lvl="2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400"/>
              <a:buFont typeface="Overpass"/>
              <a:buChar char="■"/>
              <a:defRPr>
                <a:solidFill>
                  <a:schemeClr val="accent2"/>
                </a:solidFill>
                <a:latin typeface="Overpass"/>
                <a:ea typeface="Overpass"/>
                <a:cs typeface="Overpass"/>
                <a:sym typeface="Overpass"/>
              </a:defRPr>
            </a:lvl3pPr>
            <a:lvl4pPr marL="1828800" lvl="3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400"/>
              <a:buFont typeface="Overpass"/>
              <a:buChar char="●"/>
              <a:defRPr>
                <a:solidFill>
                  <a:schemeClr val="accent2"/>
                </a:solidFill>
                <a:latin typeface="Overpass"/>
                <a:ea typeface="Overpass"/>
                <a:cs typeface="Overpass"/>
                <a:sym typeface="Overpass"/>
              </a:defRPr>
            </a:lvl4pPr>
            <a:lvl5pPr marL="2286000" lvl="4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400"/>
              <a:buFont typeface="Overpass"/>
              <a:buChar char="○"/>
              <a:defRPr>
                <a:solidFill>
                  <a:schemeClr val="accent2"/>
                </a:solidFill>
                <a:latin typeface="Overpass"/>
                <a:ea typeface="Overpass"/>
                <a:cs typeface="Overpass"/>
                <a:sym typeface="Overpass"/>
              </a:defRPr>
            </a:lvl5pPr>
            <a:lvl6pPr marL="2743200" lvl="5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400"/>
              <a:buFont typeface="Overpass"/>
              <a:buChar char="■"/>
              <a:defRPr>
                <a:solidFill>
                  <a:schemeClr val="accent2"/>
                </a:solidFill>
                <a:latin typeface="Overpass"/>
                <a:ea typeface="Overpass"/>
                <a:cs typeface="Overpass"/>
                <a:sym typeface="Overpass"/>
              </a:defRPr>
            </a:lvl6pPr>
            <a:lvl7pPr marL="3200400" lvl="6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400"/>
              <a:buFont typeface="Overpass"/>
              <a:buChar char="●"/>
              <a:defRPr>
                <a:solidFill>
                  <a:schemeClr val="accent2"/>
                </a:solidFill>
                <a:latin typeface="Overpass"/>
                <a:ea typeface="Overpass"/>
                <a:cs typeface="Overpass"/>
                <a:sym typeface="Overpass"/>
              </a:defRPr>
            </a:lvl7pPr>
            <a:lvl8pPr marL="3657600" lvl="7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400"/>
              <a:buFont typeface="Overpass"/>
              <a:buChar char="○"/>
              <a:defRPr>
                <a:solidFill>
                  <a:schemeClr val="accent2"/>
                </a:solidFill>
                <a:latin typeface="Overpass"/>
                <a:ea typeface="Overpass"/>
                <a:cs typeface="Overpass"/>
                <a:sym typeface="Overpass"/>
              </a:defRPr>
            </a:lvl8pPr>
            <a:lvl9pPr marL="4114800" lvl="8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400"/>
              <a:buFont typeface="Overpass"/>
              <a:buChar char="■"/>
              <a:defRPr>
                <a:solidFill>
                  <a:schemeClr val="accent2"/>
                </a:solidFill>
                <a:latin typeface="Overpass"/>
                <a:ea typeface="Overpass"/>
                <a:cs typeface="Overpass"/>
                <a:sym typeface="Overpass"/>
              </a:defRPr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  <p:sldLayoutId id="2147483662" r:id="rId13"/>
    <p:sldLayoutId id="2147483663" r:id="rId14"/>
    <p:sldLayoutId id="2147483664" r:id="rId15"/>
    <p:sldLayoutId id="2147483665" r:id="rId16"/>
    <p:sldLayoutId id="2147483666" r:id="rId17"/>
    <p:sldLayoutId id="2147483668" r:id="rId18"/>
    <p:sldLayoutId id="2147483669" r:id="rId19"/>
  </p:sldLayoutIdLst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simple-light-2">
    <p:bg>
      <p:bgPr>
        <a:solidFill>
          <a:srgbClr val="0E2A47"/>
        </a:solidFill>
        <a:effectLst/>
      </p:bgPr>
    </p:bg>
    <p:spTree>
      <p:nvGrpSpPr>
        <p:cNvPr id="1" name="Shape 3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1" name="Google Shape;311;p24"/>
          <p:cNvSpPr txBox="1">
            <a:spLocks noGrp="1"/>
          </p:cNvSpPr>
          <p:nvPr>
            <p:ph type="title"/>
          </p:nvPr>
        </p:nvSpPr>
        <p:spPr>
          <a:xfrm>
            <a:off x="1068100" y="933450"/>
            <a:ext cx="7047300" cy="482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400"/>
              <a:buNone/>
              <a:defRPr sz="2400">
                <a:solidFill>
                  <a:srgbClr val="FFFFFF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400"/>
              <a:buNone/>
              <a:defRPr sz="2400">
                <a:solidFill>
                  <a:srgbClr val="FFFFFF"/>
                </a:solidFill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400"/>
              <a:buNone/>
              <a:defRPr sz="2400">
                <a:solidFill>
                  <a:srgbClr val="FFFFFF"/>
                </a:solidFill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400"/>
              <a:buNone/>
              <a:defRPr sz="2400">
                <a:solidFill>
                  <a:srgbClr val="FFFFFF"/>
                </a:solidFill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400"/>
              <a:buNone/>
              <a:defRPr sz="2400">
                <a:solidFill>
                  <a:srgbClr val="FFFFFF"/>
                </a:solidFill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400"/>
              <a:buNone/>
              <a:defRPr sz="2400">
                <a:solidFill>
                  <a:srgbClr val="FFFFFF"/>
                </a:solidFill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400"/>
              <a:buNone/>
              <a:defRPr sz="2400">
                <a:solidFill>
                  <a:srgbClr val="FFFFFF"/>
                </a:solidFill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400"/>
              <a:buNone/>
              <a:defRPr sz="2400">
                <a:solidFill>
                  <a:srgbClr val="FFFFFF"/>
                </a:solidFill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400"/>
              <a:buNone/>
              <a:defRPr sz="2400">
                <a:solidFill>
                  <a:srgbClr val="FFFFFF"/>
                </a:solidFill>
              </a:defRPr>
            </a:lvl9pPr>
          </a:lstStyle>
          <a:p>
            <a:endParaRPr/>
          </a:p>
        </p:txBody>
      </p:sp>
      <p:sp>
        <p:nvSpPr>
          <p:cNvPr id="312" name="Google Shape;312;p24"/>
          <p:cNvSpPr txBox="1">
            <a:spLocks noGrp="1"/>
          </p:cNvSpPr>
          <p:nvPr>
            <p:ph type="body" idx="1"/>
          </p:nvPr>
        </p:nvSpPr>
        <p:spPr>
          <a:xfrm>
            <a:off x="1068100" y="1695450"/>
            <a:ext cx="7047300" cy="2502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35D74"/>
              </a:buClr>
              <a:buSzPts val="1100"/>
              <a:buFont typeface="Proxima Nova"/>
              <a:buChar char="●"/>
              <a:defRPr sz="1100">
                <a:solidFill>
                  <a:srgbClr val="435D74"/>
                </a:solidFill>
                <a:latin typeface="Proxima Nova"/>
                <a:ea typeface="Proxima Nova"/>
                <a:cs typeface="Proxima Nova"/>
                <a:sym typeface="Proxima Nova"/>
              </a:defRPr>
            </a:lvl1pPr>
            <a:lvl2pPr marL="914400" lvl="1" indent="-29845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35D74"/>
              </a:buClr>
              <a:buSzPts val="1100"/>
              <a:buFont typeface="Proxima Nova"/>
              <a:buChar char="○"/>
              <a:defRPr sz="1100">
                <a:solidFill>
                  <a:srgbClr val="435D74"/>
                </a:solidFill>
                <a:latin typeface="Proxima Nova"/>
                <a:ea typeface="Proxima Nova"/>
                <a:cs typeface="Proxima Nova"/>
                <a:sym typeface="Proxima Nova"/>
              </a:defRPr>
            </a:lvl2pPr>
            <a:lvl3pPr marL="1371600" lvl="2" indent="-29845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35D74"/>
              </a:buClr>
              <a:buSzPts val="1100"/>
              <a:buFont typeface="Proxima Nova"/>
              <a:buChar char="■"/>
              <a:defRPr sz="1100">
                <a:solidFill>
                  <a:srgbClr val="435D74"/>
                </a:solidFill>
                <a:latin typeface="Proxima Nova"/>
                <a:ea typeface="Proxima Nova"/>
                <a:cs typeface="Proxima Nova"/>
                <a:sym typeface="Proxima Nova"/>
              </a:defRPr>
            </a:lvl3pPr>
            <a:lvl4pPr marL="1828800" lvl="3" indent="-29845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35D74"/>
              </a:buClr>
              <a:buSzPts val="1100"/>
              <a:buFont typeface="Proxima Nova"/>
              <a:buChar char="●"/>
              <a:defRPr sz="1100">
                <a:solidFill>
                  <a:srgbClr val="435D74"/>
                </a:solidFill>
                <a:latin typeface="Proxima Nova"/>
                <a:ea typeface="Proxima Nova"/>
                <a:cs typeface="Proxima Nova"/>
                <a:sym typeface="Proxima Nova"/>
              </a:defRPr>
            </a:lvl4pPr>
            <a:lvl5pPr marL="2286000" lvl="4" indent="-29845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35D74"/>
              </a:buClr>
              <a:buSzPts val="1100"/>
              <a:buFont typeface="Proxima Nova"/>
              <a:buChar char="○"/>
              <a:defRPr sz="1100">
                <a:solidFill>
                  <a:srgbClr val="435D74"/>
                </a:solidFill>
                <a:latin typeface="Proxima Nova"/>
                <a:ea typeface="Proxima Nova"/>
                <a:cs typeface="Proxima Nova"/>
                <a:sym typeface="Proxima Nova"/>
              </a:defRPr>
            </a:lvl5pPr>
            <a:lvl6pPr marL="2743200" lvl="5" indent="-29845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35D74"/>
              </a:buClr>
              <a:buSzPts val="1100"/>
              <a:buFont typeface="Proxima Nova"/>
              <a:buChar char="■"/>
              <a:defRPr sz="1100">
                <a:solidFill>
                  <a:srgbClr val="435D74"/>
                </a:solidFill>
                <a:latin typeface="Proxima Nova"/>
                <a:ea typeface="Proxima Nova"/>
                <a:cs typeface="Proxima Nova"/>
                <a:sym typeface="Proxima Nova"/>
              </a:defRPr>
            </a:lvl6pPr>
            <a:lvl7pPr marL="3200400" lvl="6" indent="-29845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35D74"/>
              </a:buClr>
              <a:buSzPts val="1100"/>
              <a:buFont typeface="Proxima Nova"/>
              <a:buChar char="●"/>
              <a:defRPr sz="1100">
                <a:solidFill>
                  <a:srgbClr val="435D74"/>
                </a:solidFill>
                <a:latin typeface="Proxima Nova"/>
                <a:ea typeface="Proxima Nova"/>
                <a:cs typeface="Proxima Nova"/>
                <a:sym typeface="Proxima Nova"/>
              </a:defRPr>
            </a:lvl7pPr>
            <a:lvl8pPr marL="3657600" lvl="7" indent="-29845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35D74"/>
              </a:buClr>
              <a:buSzPts val="1100"/>
              <a:buFont typeface="Proxima Nova"/>
              <a:buChar char="○"/>
              <a:defRPr sz="1100">
                <a:solidFill>
                  <a:srgbClr val="435D74"/>
                </a:solidFill>
                <a:latin typeface="Proxima Nova"/>
                <a:ea typeface="Proxima Nova"/>
                <a:cs typeface="Proxima Nova"/>
                <a:sym typeface="Proxima Nova"/>
              </a:defRPr>
            </a:lvl8pPr>
            <a:lvl9pPr marL="4114800" lvl="8" indent="-29845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35D74"/>
              </a:buClr>
              <a:buSzPts val="1100"/>
              <a:buFont typeface="Proxima Nova"/>
              <a:buChar char="■"/>
              <a:defRPr sz="1100">
                <a:solidFill>
                  <a:srgbClr val="435D74"/>
                </a:solidFill>
                <a:latin typeface="Proxima Nova"/>
                <a:ea typeface="Proxima Nova"/>
                <a:cs typeface="Proxima Nova"/>
                <a:sym typeface="Proxima Nova"/>
              </a:defRPr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70" r:id="rId1"/>
  </p:sldLayoutIdLst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8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sv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4.xml"/><Relationship Id="rId6" Type="http://schemas.openxmlformats.org/officeDocument/2006/relationships/image" Target="../media/image11.svg"/><Relationship Id="rId5" Type="http://schemas.openxmlformats.org/officeDocument/2006/relationships/image" Target="../media/image10.svg"/><Relationship Id="rId4" Type="http://schemas.openxmlformats.org/officeDocument/2006/relationships/image" Target="../media/image9.svg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3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5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4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7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2.xml"/><Relationship Id="rId4" Type="http://schemas.openxmlformats.org/officeDocument/2006/relationships/image" Target="../media/image4.png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4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3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6.xml"/><Relationship Id="rId5" Type="http://schemas.openxmlformats.org/officeDocument/2006/relationships/image" Target="../media/image15.png"/><Relationship Id="rId4" Type="http://schemas.openxmlformats.org/officeDocument/2006/relationships/image" Target="../media/image14.png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hyperlink" Target="http://bit.ly/2PfT4lq" TargetMode="External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20.xml"/><Relationship Id="rId4" Type="http://schemas.openxmlformats.org/officeDocument/2006/relationships/image" Target="../media/image16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0">
              <a:srgbClr val="424242"/>
            </a:gs>
            <a:gs pos="100000">
              <a:srgbClr val="010101"/>
            </a:gs>
          </a:gsLst>
          <a:path path="circle">
            <a:fillToRect l="50000" t="50000" r="50000" b="50000"/>
          </a:path>
          <a:tileRect/>
        </a:gradFill>
        <a:effectLst/>
      </p:bgPr>
    </p:bg>
    <p:spTree>
      <p:nvGrpSpPr>
        <p:cNvPr id="1" name="Shape 3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0" name="Google Shape;320;p27"/>
          <p:cNvSpPr txBox="1">
            <a:spLocks noGrp="1"/>
          </p:cNvSpPr>
          <p:nvPr>
            <p:ph type="ctrTitle"/>
          </p:nvPr>
        </p:nvSpPr>
        <p:spPr>
          <a:xfrm>
            <a:off x="1462950" y="1609326"/>
            <a:ext cx="4541700" cy="1730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lang="en" dirty="0"/>
              <a:t>Tabla de símbolos</a:t>
            </a:r>
            <a:endParaRPr dirty="0"/>
          </a:p>
        </p:txBody>
      </p:sp>
      <p:sp>
        <p:nvSpPr>
          <p:cNvPr id="321" name="Google Shape;321;p27"/>
          <p:cNvSpPr txBox="1">
            <a:spLocks noGrp="1"/>
          </p:cNvSpPr>
          <p:nvPr>
            <p:ph type="subTitle" idx="1"/>
          </p:nvPr>
        </p:nvSpPr>
        <p:spPr>
          <a:xfrm>
            <a:off x="1462950" y="3409925"/>
            <a:ext cx="4541700" cy="388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julio, 2026</a:t>
            </a:r>
            <a:endParaRPr dirty="0"/>
          </a:p>
        </p:txBody>
      </p:sp>
      <p:sp>
        <p:nvSpPr>
          <p:cNvPr id="323" name="Google Shape;323;p27"/>
          <p:cNvSpPr/>
          <p:nvPr/>
        </p:nvSpPr>
        <p:spPr>
          <a:xfrm>
            <a:off x="9149811" y="2347064"/>
            <a:ext cx="37" cy="17564"/>
          </a:xfrm>
          <a:custGeom>
            <a:avLst/>
            <a:gdLst/>
            <a:ahLst/>
            <a:cxnLst/>
            <a:rect l="l" t="t" r="r" b="b"/>
            <a:pathLst>
              <a:path w="1" h="481" extrusionOk="0">
                <a:moveTo>
                  <a:pt x="0" y="481"/>
                </a:moveTo>
                <a:lnTo>
                  <a:pt x="0" y="0"/>
                </a:lnTo>
                <a:lnTo>
                  <a:pt x="0" y="0"/>
                </a:lnTo>
                <a:close/>
              </a:path>
            </a:pathLst>
          </a:custGeom>
          <a:solidFill>
            <a:srgbClr val="29282B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pic>
        <p:nvPicPr>
          <p:cNvPr id="324" name="Google Shape;324;p2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873279" y="152400"/>
            <a:ext cx="2432520" cy="2661830"/>
          </a:xfrm>
          <a:prstGeom prst="rect">
            <a:avLst/>
          </a:prstGeom>
          <a:noFill/>
          <a:ln>
            <a:noFill/>
          </a:ln>
        </p:spPr>
      </p:pic>
      <p:sp>
        <p:nvSpPr>
          <p:cNvPr id="325" name="Google Shape;325;p27"/>
          <p:cNvSpPr/>
          <p:nvPr/>
        </p:nvSpPr>
        <p:spPr>
          <a:xfrm>
            <a:off x="6552100" y="583400"/>
            <a:ext cx="1575102" cy="1802722"/>
          </a:xfrm>
          <a:custGeom>
            <a:avLst/>
            <a:gdLst/>
            <a:ahLst/>
            <a:cxnLst/>
            <a:rect l="l" t="t" r="r" b="b"/>
            <a:pathLst>
              <a:path w="44232" h="51065" fill="none" extrusionOk="0">
                <a:moveTo>
                  <a:pt x="0" y="38302"/>
                </a:moveTo>
                <a:lnTo>
                  <a:pt x="0" y="12767"/>
                </a:lnTo>
                <a:lnTo>
                  <a:pt x="22111" y="0"/>
                </a:lnTo>
                <a:lnTo>
                  <a:pt x="44231" y="12767"/>
                </a:lnTo>
                <a:lnTo>
                  <a:pt x="44231" y="38302"/>
                </a:lnTo>
                <a:lnTo>
                  <a:pt x="22111" y="51065"/>
                </a:lnTo>
                <a:close/>
              </a:path>
            </a:pathLst>
          </a:custGeom>
          <a:noFill/>
          <a:ln w="19050" cap="flat" cmpd="sng">
            <a:solidFill>
              <a:srgbClr val="5233DA"/>
            </a:solidFill>
            <a:prstDash val="solid"/>
            <a:miter lim="4457"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9" name="Google Shape;339;p29"/>
          <p:cNvSpPr txBox="1">
            <a:spLocks noGrp="1"/>
          </p:cNvSpPr>
          <p:nvPr>
            <p:ph type="title" idx="21"/>
          </p:nvPr>
        </p:nvSpPr>
        <p:spPr>
          <a:xfrm>
            <a:off x="713225" y="539500"/>
            <a:ext cx="7717500" cy="6129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Agenda</a:t>
            </a:r>
            <a:endParaRPr dirty="0"/>
          </a:p>
        </p:txBody>
      </p:sp>
      <p:sp>
        <p:nvSpPr>
          <p:cNvPr id="340" name="Google Shape;340;p29"/>
          <p:cNvSpPr txBox="1">
            <a:spLocks noGrp="1"/>
          </p:cNvSpPr>
          <p:nvPr>
            <p:ph type="subTitle" idx="15"/>
          </p:nvPr>
        </p:nvSpPr>
        <p:spPr>
          <a:xfrm>
            <a:off x="715100" y="1962149"/>
            <a:ext cx="2551200" cy="895275"/>
          </a:xfrm>
          <a:prstGeom prst="rect">
            <a:avLst/>
          </a:prstGeom>
        </p:spPr>
        <p:txBody>
          <a:bodyPr spcFirstLastPara="1" wrap="square" lIns="91425" tIns="91425" rIns="0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 dirty="0">
                <a:solidFill>
                  <a:schemeClr val="accent2"/>
                </a:solidFill>
              </a:rPr>
              <a:t>¿Qué es una tabla de símbolos?</a:t>
            </a:r>
            <a:endParaRPr sz="1600" dirty="0">
              <a:solidFill>
                <a:schemeClr val="accent2"/>
              </a:solidFill>
            </a:endParaRPr>
          </a:p>
        </p:txBody>
      </p:sp>
      <p:sp>
        <p:nvSpPr>
          <p:cNvPr id="341" name="Google Shape;341;p29"/>
          <p:cNvSpPr txBox="1">
            <a:spLocks noGrp="1"/>
          </p:cNvSpPr>
          <p:nvPr>
            <p:ph type="title"/>
          </p:nvPr>
        </p:nvSpPr>
        <p:spPr>
          <a:xfrm>
            <a:off x="821800" y="1385100"/>
            <a:ext cx="713700" cy="484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01</a:t>
            </a:r>
            <a:endParaRPr dirty="0"/>
          </a:p>
        </p:txBody>
      </p:sp>
      <p:sp>
        <p:nvSpPr>
          <p:cNvPr id="343" name="Google Shape;343;p29"/>
          <p:cNvSpPr txBox="1">
            <a:spLocks noGrp="1"/>
          </p:cNvSpPr>
          <p:nvPr>
            <p:ph type="title" idx="2"/>
          </p:nvPr>
        </p:nvSpPr>
        <p:spPr>
          <a:xfrm>
            <a:off x="3395950" y="1385100"/>
            <a:ext cx="713700" cy="484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02</a:t>
            </a:r>
            <a:endParaRPr dirty="0"/>
          </a:p>
        </p:txBody>
      </p:sp>
      <p:sp>
        <p:nvSpPr>
          <p:cNvPr id="345" name="Google Shape;345;p29"/>
          <p:cNvSpPr txBox="1">
            <a:spLocks noGrp="1"/>
          </p:cNvSpPr>
          <p:nvPr>
            <p:ph type="title" idx="4"/>
          </p:nvPr>
        </p:nvSpPr>
        <p:spPr>
          <a:xfrm>
            <a:off x="5981000" y="1385100"/>
            <a:ext cx="713700" cy="484800"/>
          </a:xfrm>
          <a:prstGeom prst="rect">
            <a:avLst/>
          </a:prstGeom>
        </p:spPr>
        <p:txBody>
          <a:bodyPr spcFirstLastPara="1" wrap="square" lIns="0" tIns="91425" rIns="0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03</a:t>
            </a:r>
            <a:endParaRPr dirty="0"/>
          </a:p>
        </p:txBody>
      </p:sp>
      <p:sp>
        <p:nvSpPr>
          <p:cNvPr id="347" name="Google Shape;347;p29"/>
          <p:cNvSpPr txBox="1">
            <a:spLocks noGrp="1"/>
          </p:cNvSpPr>
          <p:nvPr>
            <p:ph type="title" idx="6"/>
          </p:nvPr>
        </p:nvSpPr>
        <p:spPr>
          <a:xfrm>
            <a:off x="821800" y="3139925"/>
            <a:ext cx="713700" cy="484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04</a:t>
            </a:r>
            <a:endParaRPr dirty="0"/>
          </a:p>
        </p:txBody>
      </p:sp>
      <p:sp>
        <p:nvSpPr>
          <p:cNvPr id="349" name="Google Shape;349;p29"/>
          <p:cNvSpPr txBox="1">
            <a:spLocks noGrp="1"/>
          </p:cNvSpPr>
          <p:nvPr>
            <p:ph type="title" idx="8"/>
          </p:nvPr>
        </p:nvSpPr>
        <p:spPr>
          <a:xfrm>
            <a:off x="3395950" y="3139925"/>
            <a:ext cx="713700" cy="484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05</a:t>
            </a:r>
            <a:endParaRPr dirty="0"/>
          </a:p>
        </p:txBody>
      </p:sp>
      <p:sp>
        <p:nvSpPr>
          <p:cNvPr id="351" name="Google Shape;351;p29"/>
          <p:cNvSpPr txBox="1">
            <a:spLocks noGrp="1"/>
          </p:cNvSpPr>
          <p:nvPr>
            <p:ph type="title" idx="13"/>
          </p:nvPr>
        </p:nvSpPr>
        <p:spPr>
          <a:xfrm>
            <a:off x="5981001" y="3139925"/>
            <a:ext cx="713700" cy="484800"/>
          </a:xfrm>
          <a:prstGeom prst="rect">
            <a:avLst/>
          </a:prstGeom>
        </p:spPr>
        <p:txBody>
          <a:bodyPr spcFirstLastPara="1" wrap="square" lIns="0" tIns="91425" rIns="0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06</a:t>
            </a:r>
            <a:endParaRPr dirty="0"/>
          </a:p>
        </p:txBody>
      </p:sp>
      <p:sp>
        <p:nvSpPr>
          <p:cNvPr id="353" name="Google Shape;353;p29"/>
          <p:cNvSpPr txBox="1">
            <a:spLocks noGrp="1"/>
          </p:cNvSpPr>
          <p:nvPr>
            <p:ph type="subTitle" idx="16"/>
          </p:nvPr>
        </p:nvSpPr>
        <p:spPr>
          <a:xfrm>
            <a:off x="3294150" y="1962149"/>
            <a:ext cx="2551500" cy="895275"/>
          </a:xfrm>
          <a:prstGeom prst="rect">
            <a:avLst/>
          </a:prstGeom>
        </p:spPr>
        <p:txBody>
          <a:bodyPr spcFirstLastPara="1" wrap="square" lIns="91425" tIns="91425" rIns="0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 dirty="0">
                <a:solidFill>
                  <a:schemeClr val="accent2"/>
                </a:solidFill>
              </a:rPr>
              <a:t>¿Qué tipos de elementos guarda?</a:t>
            </a:r>
            <a:endParaRPr sz="1600" dirty="0">
              <a:solidFill>
                <a:schemeClr val="accent2"/>
              </a:solidFill>
            </a:endParaRPr>
          </a:p>
        </p:txBody>
      </p:sp>
      <p:sp>
        <p:nvSpPr>
          <p:cNvPr id="354" name="Google Shape;354;p29"/>
          <p:cNvSpPr txBox="1">
            <a:spLocks noGrp="1"/>
          </p:cNvSpPr>
          <p:nvPr>
            <p:ph type="subTitle" idx="17"/>
          </p:nvPr>
        </p:nvSpPr>
        <p:spPr>
          <a:xfrm>
            <a:off x="5879200" y="1962149"/>
            <a:ext cx="2551500" cy="895275"/>
          </a:xfrm>
          <a:prstGeom prst="rect">
            <a:avLst/>
          </a:prstGeom>
        </p:spPr>
        <p:txBody>
          <a:bodyPr spcFirstLastPara="1" wrap="square" lIns="91425" tIns="91425" rIns="0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 dirty="0">
                <a:solidFill>
                  <a:schemeClr val="accent2"/>
                </a:solidFill>
              </a:rPr>
              <a:t>¿Cómo interactua con las fases del compilador?</a:t>
            </a:r>
            <a:endParaRPr sz="1600" dirty="0">
              <a:solidFill>
                <a:schemeClr val="accent2"/>
              </a:solidFill>
            </a:endParaRPr>
          </a:p>
        </p:txBody>
      </p:sp>
      <p:sp>
        <p:nvSpPr>
          <p:cNvPr id="355" name="Google Shape;355;p29"/>
          <p:cNvSpPr txBox="1">
            <a:spLocks noGrp="1"/>
          </p:cNvSpPr>
          <p:nvPr>
            <p:ph type="subTitle" idx="18"/>
          </p:nvPr>
        </p:nvSpPr>
        <p:spPr>
          <a:xfrm>
            <a:off x="715100" y="3719150"/>
            <a:ext cx="2551200" cy="895275"/>
          </a:xfrm>
          <a:prstGeom prst="rect">
            <a:avLst/>
          </a:prstGeom>
        </p:spPr>
        <p:txBody>
          <a:bodyPr spcFirstLastPara="1" wrap="square" lIns="91425" tIns="91425" rIns="0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 dirty="0">
                <a:solidFill>
                  <a:schemeClr val="accent2"/>
                </a:solidFill>
              </a:rPr>
              <a:t>¿Qué atributos debe tener (como mínimo)?</a:t>
            </a:r>
            <a:endParaRPr sz="1600" dirty="0">
              <a:solidFill>
                <a:schemeClr val="accent2"/>
              </a:solidFill>
            </a:endParaRPr>
          </a:p>
        </p:txBody>
      </p:sp>
      <p:sp>
        <p:nvSpPr>
          <p:cNvPr id="356" name="Google Shape;356;p29"/>
          <p:cNvSpPr txBox="1">
            <a:spLocks noGrp="1"/>
          </p:cNvSpPr>
          <p:nvPr>
            <p:ph type="subTitle" idx="19"/>
          </p:nvPr>
        </p:nvSpPr>
        <p:spPr>
          <a:xfrm>
            <a:off x="3294150" y="3719150"/>
            <a:ext cx="2551500" cy="895275"/>
          </a:xfrm>
          <a:prstGeom prst="rect">
            <a:avLst/>
          </a:prstGeom>
        </p:spPr>
        <p:txBody>
          <a:bodyPr spcFirstLastPara="1" wrap="square" lIns="91425" tIns="91425" rIns="0" bIns="91425" anchor="ctr" anchorCtr="0">
            <a:noAutofit/>
          </a:bodyPr>
          <a:lstStyle/>
          <a:p>
            <a:pPr marL="0" lvl="0" indent="0"/>
            <a:r>
              <a:rPr lang="en" sz="1600" dirty="0">
                <a:solidFill>
                  <a:schemeClr val="accent2"/>
                </a:solidFill>
              </a:rPr>
              <a:t>¿Qué operaciones debe realizar (las básicas)?</a:t>
            </a:r>
            <a:endParaRPr sz="1600" dirty="0">
              <a:solidFill>
                <a:schemeClr val="accent2"/>
              </a:solidFill>
            </a:endParaRPr>
          </a:p>
        </p:txBody>
      </p:sp>
      <p:sp>
        <p:nvSpPr>
          <p:cNvPr id="357" name="Google Shape;357;p29"/>
          <p:cNvSpPr txBox="1">
            <a:spLocks noGrp="1"/>
          </p:cNvSpPr>
          <p:nvPr>
            <p:ph type="subTitle" idx="20"/>
          </p:nvPr>
        </p:nvSpPr>
        <p:spPr>
          <a:xfrm>
            <a:off x="5879200" y="3719150"/>
            <a:ext cx="2551500" cy="895275"/>
          </a:xfrm>
          <a:prstGeom prst="rect">
            <a:avLst/>
          </a:prstGeom>
        </p:spPr>
        <p:txBody>
          <a:bodyPr spcFirstLastPara="1" wrap="square" lIns="91425" tIns="91425" rIns="0" bIns="91425" anchor="ctr" anchorCtr="0">
            <a:noAutofit/>
          </a:bodyPr>
          <a:lstStyle/>
          <a:p>
            <a:pPr marL="0" indent="0"/>
            <a:r>
              <a:rPr lang="es-ES" sz="1600" dirty="0">
                <a:solidFill>
                  <a:schemeClr val="accent2"/>
                </a:solidFill>
              </a:rPr>
              <a:t>¿Qué estructura de datos puede utilizarse para implementarla?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600" dirty="0">
              <a:solidFill>
                <a:schemeClr val="accent2"/>
              </a:solidFill>
            </a:endParaRPr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34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3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35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500"/>
                                        <p:tgtEl>
                                          <p:spTgt spid="3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500"/>
                                        <p:tgtEl>
                                          <p:spTgt spid="35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500"/>
                                        <p:tgtEl>
                                          <p:spTgt spid="3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500"/>
                                        <p:tgtEl>
                                          <p:spTgt spid="35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" dur="500"/>
                                        <p:tgtEl>
                                          <p:spTgt spid="3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500"/>
                                        <p:tgtEl>
                                          <p:spTgt spid="35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500"/>
                                        <p:tgtEl>
                                          <p:spTgt spid="3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500"/>
                                        <p:tgtEl>
                                          <p:spTgt spid="35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40" grpId="0" build="p"/>
      <p:bldP spid="341" grpId="0" animBg="1"/>
      <p:bldP spid="343" grpId="0" animBg="1"/>
      <p:bldP spid="345" grpId="0" animBg="1"/>
      <p:bldP spid="347" grpId="0" animBg="1"/>
      <p:bldP spid="349" grpId="0" animBg="1"/>
      <p:bldP spid="351" grpId="0" animBg="1"/>
      <p:bldP spid="353" grpId="0" build="p"/>
      <p:bldP spid="354" grpId="0" build="p"/>
      <p:bldP spid="355" grpId="0" build="p"/>
      <p:bldP spid="356" grpId="0" build="p"/>
      <p:bldP spid="357" grpId="0" build="p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9" name="Google Shape;339;p29"/>
          <p:cNvSpPr txBox="1">
            <a:spLocks noGrp="1"/>
          </p:cNvSpPr>
          <p:nvPr>
            <p:ph type="title" idx="21"/>
          </p:nvPr>
        </p:nvSpPr>
        <p:spPr>
          <a:xfrm>
            <a:off x="713225" y="539500"/>
            <a:ext cx="7717500" cy="6129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Agenda</a:t>
            </a:r>
            <a:endParaRPr dirty="0"/>
          </a:p>
        </p:txBody>
      </p:sp>
      <p:sp>
        <p:nvSpPr>
          <p:cNvPr id="340" name="Google Shape;340;p29"/>
          <p:cNvSpPr txBox="1">
            <a:spLocks noGrp="1"/>
          </p:cNvSpPr>
          <p:nvPr>
            <p:ph type="subTitle" idx="15"/>
          </p:nvPr>
        </p:nvSpPr>
        <p:spPr>
          <a:xfrm>
            <a:off x="715100" y="1962149"/>
            <a:ext cx="2551200" cy="895275"/>
          </a:xfrm>
          <a:prstGeom prst="rect">
            <a:avLst/>
          </a:prstGeom>
        </p:spPr>
        <p:txBody>
          <a:bodyPr spcFirstLastPara="1" wrap="square" lIns="91425" tIns="91425" rIns="0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 dirty="0">
                <a:solidFill>
                  <a:schemeClr val="accent2"/>
                </a:solidFill>
              </a:rPr>
              <a:t>Tabla de símbolos por alcance</a:t>
            </a:r>
            <a:endParaRPr sz="1600" dirty="0">
              <a:solidFill>
                <a:schemeClr val="accent2"/>
              </a:solidFill>
            </a:endParaRPr>
          </a:p>
        </p:txBody>
      </p:sp>
      <p:sp>
        <p:nvSpPr>
          <p:cNvPr id="341" name="Google Shape;341;p29"/>
          <p:cNvSpPr txBox="1">
            <a:spLocks noGrp="1"/>
          </p:cNvSpPr>
          <p:nvPr>
            <p:ph type="title"/>
          </p:nvPr>
        </p:nvSpPr>
        <p:spPr>
          <a:xfrm>
            <a:off x="821800" y="1385100"/>
            <a:ext cx="713700" cy="484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07</a:t>
            </a:r>
            <a:endParaRPr dirty="0"/>
          </a:p>
        </p:txBody>
      </p:sp>
      <p:sp>
        <p:nvSpPr>
          <p:cNvPr id="343" name="Google Shape;343;p29"/>
          <p:cNvSpPr txBox="1">
            <a:spLocks noGrp="1"/>
          </p:cNvSpPr>
          <p:nvPr>
            <p:ph type="title" idx="2"/>
          </p:nvPr>
        </p:nvSpPr>
        <p:spPr>
          <a:xfrm>
            <a:off x="3395950" y="1385100"/>
            <a:ext cx="713700" cy="484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08</a:t>
            </a:r>
            <a:endParaRPr dirty="0"/>
          </a:p>
        </p:txBody>
      </p:sp>
      <p:sp>
        <p:nvSpPr>
          <p:cNvPr id="345" name="Google Shape;345;p29"/>
          <p:cNvSpPr txBox="1">
            <a:spLocks noGrp="1"/>
          </p:cNvSpPr>
          <p:nvPr>
            <p:ph type="title" idx="4"/>
          </p:nvPr>
        </p:nvSpPr>
        <p:spPr>
          <a:xfrm>
            <a:off x="5981000" y="1385100"/>
            <a:ext cx="713700" cy="484800"/>
          </a:xfrm>
          <a:prstGeom prst="rect">
            <a:avLst/>
          </a:prstGeom>
        </p:spPr>
        <p:txBody>
          <a:bodyPr spcFirstLastPara="1" wrap="square" lIns="0" tIns="91425" rIns="0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09</a:t>
            </a:r>
            <a:endParaRPr dirty="0"/>
          </a:p>
        </p:txBody>
      </p:sp>
      <p:sp>
        <p:nvSpPr>
          <p:cNvPr id="353" name="Google Shape;353;p29"/>
          <p:cNvSpPr txBox="1">
            <a:spLocks noGrp="1"/>
          </p:cNvSpPr>
          <p:nvPr>
            <p:ph type="subTitle" idx="16"/>
          </p:nvPr>
        </p:nvSpPr>
        <p:spPr>
          <a:xfrm>
            <a:off x="3294150" y="1962149"/>
            <a:ext cx="2551500" cy="895275"/>
          </a:xfrm>
          <a:prstGeom prst="rect">
            <a:avLst/>
          </a:prstGeom>
        </p:spPr>
        <p:txBody>
          <a:bodyPr spcFirstLastPara="1" wrap="square" lIns="91425" tIns="91425" rIns="0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 dirty="0">
                <a:solidFill>
                  <a:schemeClr val="accent2"/>
                </a:solidFill>
              </a:rPr>
              <a:t>Ejemplo de uso</a:t>
            </a:r>
            <a:endParaRPr sz="1600" dirty="0">
              <a:solidFill>
                <a:schemeClr val="accent2"/>
              </a:solidFill>
            </a:endParaRPr>
          </a:p>
        </p:txBody>
      </p:sp>
      <p:sp>
        <p:nvSpPr>
          <p:cNvPr id="354" name="Google Shape;354;p29"/>
          <p:cNvSpPr txBox="1">
            <a:spLocks noGrp="1"/>
          </p:cNvSpPr>
          <p:nvPr>
            <p:ph type="subTitle" idx="17"/>
          </p:nvPr>
        </p:nvSpPr>
        <p:spPr>
          <a:xfrm>
            <a:off x="5879200" y="1962149"/>
            <a:ext cx="2551500" cy="895275"/>
          </a:xfrm>
          <a:prstGeom prst="rect">
            <a:avLst/>
          </a:prstGeom>
        </p:spPr>
        <p:txBody>
          <a:bodyPr spcFirstLastPara="1" wrap="square" lIns="91425" tIns="91425" rIns="0" bIns="91425" anchor="ctr" anchorCtr="0">
            <a:noAutofit/>
          </a:bodyPr>
          <a:lstStyle/>
          <a:p>
            <a:pPr marL="0" indent="0"/>
            <a:r>
              <a:rPr lang="es-GT" sz="1600" dirty="0">
                <a:solidFill>
                  <a:schemeClr val="accent2"/>
                </a:solidFill>
              </a:rPr>
              <a:t>¿Preguntas?</a:t>
            </a:r>
          </a:p>
        </p:txBody>
      </p:sp>
    </p:spTree>
    <p:extLst>
      <p:ext uri="{BB962C8B-B14F-4D97-AF65-F5344CB8AC3E}">
        <p14:creationId xmlns:p14="http://schemas.microsoft.com/office/powerpoint/2010/main" val="349623701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34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3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35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500"/>
                                        <p:tgtEl>
                                          <p:spTgt spid="3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500"/>
                                        <p:tgtEl>
                                          <p:spTgt spid="35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40" grpId="0" build="p"/>
      <p:bldP spid="341" grpId="0" animBg="1"/>
      <p:bldP spid="343" grpId="0" animBg="1"/>
      <p:bldP spid="345" grpId="0" animBg="1"/>
      <p:bldP spid="353" grpId="0" build="p"/>
      <p:bldP spid="354" grpId="0" build="p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3" name="Google Shape;363;p30"/>
          <p:cNvSpPr txBox="1">
            <a:spLocks noGrp="1"/>
          </p:cNvSpPr>
          <p:nvPr>
            <p:ph type="title"/>
          </p:nvPr>
        </p:nvSpPr>
        <p:spPr>
          <a:xfrm>
            <a:off x="2743200" y="1615669"/>
            <a:ext cx="4121400" cy="2447567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¿Qué es una tabla de símbolos?</a:t>
            </a:r>
            <a:endParaRPr dirty="0"/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Google Shape;517;p36">
            <a:extLst>
              <a:ext uri="{FF2B5EF4-FFF2-40B4-BE49-F238E27FC236}">
                <a16:creationId xmlns:a16="http://schemas.microsoft.com/office/drawing/2014/main" id="{76E7712D-FBC5-EDD1-8A8E-D0565C586865}"/>
              </a:ext>
            </a:extLst>
          </p:cNvPr>
          <p:cNvSpPr/>
          <p:nvPr/>
        </p:nvSpPr>
        <p:spPr>
          <a:xfrm>
            <a:off x="3209250" y="1306250"/>
            <a:ext cx="2725500" cy="2725500"/>
          </a:xfrm>
          <a:prstGeom prst="octagon">
            <a:avLst>
              <a:gd name="adj" fmla="val 29289"/>
            </a:avLst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lang="es-GT" sz="2200" dirty="0"/>
          </a:p>
        </p:txBody>
      </p:sp>
      <p:sp>
        <p:nvSpPr>
          <p:cNvPr id="5" name="Google Shape;518;p36">
            <a:extLst>
              <a:ext uri="{FF2B5EF4-FFF2-40B4-BE49-F238E27FC236}">
                <a16:creationId xmlns:a16="http://schemas.microsoft.com/office/drawing/2014/main" id="{A19E088C-044D-A281-E795-4A59E0137304}"/>
              </a:ext>
            </a:extLst>
          </p:cNvPr>
          <p:cNvSpPr txBox="1">
            <a:spLocks/>
          </p:cNvSpPr>
          <p:nvPr/>
        </p:nvSpPr>
        <p:spPr>
          <a:xfrm flipH="1">
            <a:off x="719999" y="3564590"/>
            <a:ext cx="2972700" cy="458400"/>
          </a:xfrm>
          <a:prstGeom prst="rect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3400"/>
              <a:buFont typeface="Oxanium Medium"/>
              <a:buNone/>
              <a:defRPr sz="3400" b="0" i="0" u="none" strike="noStrike" cap="none">
                <a:solidFill>
                  <a:schemeClr val="lt2"/>
                </a:solidFill>
                <a:latin typeface="Oxanium Medium"/>
                <a:ea typeface="Oxanium Medium"/>
                <a:cs typeface="Oxanium Medium"/>
                <a:sym typeface="Oxanium Medium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3000"/>
              <a:buFont typeface="Oxanium"/>
              <a:buNone/>
              <a:defRPr sz="3000" b="0" i="0" u="none" strike="noStrike" cap="none">
                <a:solidFill>
                  <a:schemeClr val="lt2"/>
                </a:solidFill>
                <a:latin typeface="Oxanium"/>
                <a:ea typeface="Oxanium"/>
                <a:cs typeface="Oxanium"/>
                <a:sym typeface="Oxanium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3000"/>
              <a:buFont typeface="Oxanium"/>
              <a:buNone/>
              <a:defRPr sz="3000" b="0" i="0" u="none" strike="noStrike" cap="none">
                <a:solidFill>
                  <a:schemeClr val="lt2"/>
                </a:solidFill>
                <a:latin typeface="Oxanium"/>
                <a:ea typeface="Oxanium"/>
                <a:cs typeface="Oxanium"/>
                <a:sym typeface="Oxanium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3000"/>
              <a:buFont typeface="Oxanium"/>
              <a:buNone/>
              <a:defRPr sz="3000" b="0" i="0" u="none" strike="noStrike" cap="none">
                <a:solidFill>
                  <a:schemeClr val="lt2"/>
                </a:solidFill>
                <a:latin typeface="Oxanium"/>
                <a:ea typeface="Oxanium"/>
                <a:cs typeface="Oxanium"/>
                <a:sym typeface="Oxanium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3000"/>
              <a:buFont typeface="Oxanium"/>
              <a:buNone/>
              <a:defRPr sz="3000" b="0" i="0" u="none" strike="noStrike" cap="none">
                <a:solidFill>
                  <a:schemeClr val="lt2"/>
                </a:solidFill>
                <a:latin typeface="Oxanium"/>
                <a:ea typeface="Oxanium"/>
                <a:cs typeface="Oxanium"/>
                <a:sym typeface="Oxanium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3000"/>
              <a:buFont typeface="Oxanium"/>
              <a:buNone/>
              <a:defRPr sz="3000" b="0" i="0" u="none" strike="noStrike" cap="none">
                <a:solidFill>
                  <a:schemeClr val="lt2"/>
                </a:solidFill>
                <a:latin typeface="Oxanium"/>
                <a:ea typeface="Oxanium"/>
                <a:cs typeface="Oxanium"/>
                <a:sym typeface="Oxanium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3000"/>
              <a:buFont typeface="Oxanium"/>
              <a:buNone/>
              <a:defRPr sz="3000" b="0" i="0" u="none" strike="noStrike" cap="none">
                <a:solidFill>
                  <a:schemeClr val="lt2"/>
                </a:solidFill>
                <a:latin typeface="Oxanium"/>
                <a:ea typeface="Oxanium"/>
                <a:cs typeface="Oxanium"/>
                <a:sym typeface="Oxanium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3000"/>
              <a:buFont typeface="Oxanium"/>
              <a:buNone/>
              <a:defRPr sz="3000" b="0" i="0" u="none" strike="noStrike" cap="none">
                <a:solidFill>
                  <a:schemeClr val="lt2"/>
                </a:solidFill>
                <a:latin typeface="Oxanium"/>
                <a:ea typeface="Oxanium"/>
                <a:cs typeface="Oxanium"/>
                <a:sym typeface="Oxanium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3000"/>
              <a:buFont typeface="Oxanium"/>
              <a:buNone/>
              <a:defRPr sz="3000" b="0" i="0" u="none" strike="noStrike" cap="none">
                <a:solidFill>
                  <a:schemeClr val="lt2"/>
                </a:solidFill>
                <a:latin typeface="Oxanium"/>
                <a:ea typeface="Oxanium"/>
                <a:cs typeface="Oxanium"/>
                <a:sym typeface="Oxanium"/>
              </a:defRPr>
            </a:lvl9pPr>
          </a:lstStyle>
          <a:p>
            <a:r>
              <a:rPr lang="es-GT" sz="2000">
                <a:solidFill>
                  <a:schemeClr val="accent1"/>
                </a:solidFill>
              </a:rPr>
              <a:t>Operadores</a:t>
            </a:r>
            <a:endParaRPr lang="es-GT" sz="2000" dirty="0">
              <a:solidFill>
                <a:schemeClr val="accent1"/>
              </a:solidFill>
            </a:endParaRPr>
          </a:p>
        </p:txBody>
      </p:sp>
      <p:sp>
        <p:nvSpPr>
          <p:cNvPr id="6" name="Google Shape;519;p36">
            <a:extLst>
              <a:ext uri="{FF2B5EF4-FFF2-40B4-BE49-F238E27FC236}">
                <a16:creationId xmlns:a16="http://schemas.microsoft.com/office/drawing/2014/main" id="{676E22E4-47FA-912E-064C-4527620FF530}"/>
              </a:ext>
            </a:extLst>
          </p:cNvPr>
          <p:cNvSpPr txBox="1">
            <a:spLocks/>
          </p:cNvSpPr>
          <p:nvPr/>
        </p:nvSpPr>
        <p:spPr>
          <a:xfrm flipH="1">
            <a:off x="720001" y="2436971"/>
            <a:ext cx="2457900" cy="458400"/>
          </a:xfrm>
          <a:prstGeom prst="rect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3400"/>
              <a:buFont typeface="Oxanium Medium"/>
              <a:buNone/>
              <a:defRPr sz="3400" b="0" i="0" u="none" strike="noStrike" cap="none">
                <a:solidFill>
                  <a:schemeClr val="lt2"/>
                </a:solidFill>
                <a:latin typeface="Oxanium Medium"/>
                <a:ea typeface="Oxanium Medium"/>
                <a:cs typeface="Oxanium Medium"/>
                <a:sym typeface="Oxanium Medium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3000"/>
              <a:buFont typeface="Oxanium"/>
              <a:buNone/>
              <a:defRPr sz="3000" b="0" i="0" u="none" strike="noStrike" cap="none">
                <a:solidFill>
                  <a:schemeClr val="lt2"/>
                </a:solidFill>
                <a:latin typeface="Oxanium"/>
                <a:ea typeface="Oxanium"/>
                <a:cs typeface="Oxanium"/>
                <a:sym typeface="Oxanium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3000"/>
              <a:buFont typeface="Oxanium"/>
              <a:buNone/>
              <a:defRPr sz="3000" b="0" i="0" u="none" strike="noStrike" cap="none">
                <a:solidFill>
                  <a:schemeClr val="lt2"/>
                </a:solidFill>
                <a:latin typeface="Oxanium"/>
                <a:ea typeface="Oxanium"/>
                <a:cs typeface="Oxanium"/>
                <a:sym typeface="Oxanium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3000"/>
              <a:buFont typeface="Oxanium"/>
              <a:buNone/>
              <a:defRPr sz="3000" b="0" i="0" u="none" strike="noStrike" cap="none">
                <a:solidFill>
                  <a:schemeClr val="lt2"/>
                </a:solidFill>
                <a:latin typeface="Oxanium"/>
                <a:ea typeface="Oxanium"/>
                <a:cs typeface="Oxanium"/>
                <a:sym typeface="Oxanium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3000"/>
              <a:buFont typeface="Oxanium"/>
              <a:buNone/>
              <a:defRPr sz="3000" b="0" i="0" u="none" strike="noStrike" cap="none">
                <a:solidFill>
                  <a:schemeClr val="lt2"/>
                </a:solidFill>
                <a:latin typeface="Oxanium"/>
                <a:ea typeface="Oxanium"/>
                <a:cs typeface="Oxanium"/>
                <a:sym typeface="Oxanium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3000"/>
              <a:buFont typeface="Oxanium"/>
              <a:buNone/>
              <a:defRPr sz="3000" b="0" i="0" u="none" strike="noStrike" cap="none">
                <a:solidFill>
                  <a:schemeClr val="lt2"/>
                </a:solidFill>
                <a:latin typeface="Oxanium"/>
                <a:ea typeface="Oxanium"/>
                <a:cs typeface="Oxanium"/>
                <a:sym typeface="Oxanium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3000"/>
              <a:buFont typeface="Oxanium"/>
              <a:buNone/>
              <a:defRPr sz="3000" b="0" i="0" u="none" strike="noStrike" cap="none">
                <a:solidFill>
                  <a:schemeClr val="lt2"/>
                </a:solidFill>
                <a:latin typeface="Oxanium"/>
                <a:ea typeface="Oxanium"/>
                <a:cs typeface="Oxanium"/>
                <a:sym typeface="Oxanium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3000"/>
              <a:buFont typeface="Oxanium"/>
              <a:buNone/>
              <a:defRPr sz="3000" b="0" i="0" u="none" strike="noStrike" cap="none">
                <a:solidFill>
                  <a:schemeClr val="lt2"/>
                </a:solidFill>
                <a:latin typeface="Oxanium"/>
                <a:ea typeface="Oxanium"/>
                <a:cs typeface="Oxanium"/>
                <a:sym typeface="Oxanium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3000"/>
              <a:buFont typeface="Oxanium"/>
              <a:buNone/>
              <a:defRPr sz="3000" b="0" i="0" u="none" strike="noStrike" cap="none">
                <a:solidFill>
                  <a:schemeClr val="lt2"/>
                </a:solidFill>
                <a:latin typeface="Oxanium"/>
                <a:ea typeface="Oxanium"/>
                <a:cs typeface="Oxanium"/>
                <a:sym typeface="Oxanium"/>
              </a:defRPr>
            </a:lvl9pPr>
          </a:lstStyle>
          <a:p>
            <a:r>
              <a:rPr lang="es-GT" sz="2000">
                <a:solidFill>
                  <a:schemeClr val="accent1"/>
                </a:solidFill>
              </a:rPr>
              <a:t>Constantes</a:t>
            </a:r>
            <a:endParaRPr lang="es-GT" sz="2000" dirty="0">
              <a:solidFill>
                <a:schemeClr val="accent1"/>
              </a:solidFill>
            </a:endParaRPr>
          </a:p>
        </p:txBody>
      </p:sp>
      <p:sp>
        <p:nvSpPr>
          <p:cNvPr id="7" name="Google Shape;520;p36">
            <a:extLst>
              <a:ext uri="{FF2B5EF4-FFF2-40B4-BE49-F238E27FC236}">
                <a16:creationId xmlns:a16="http://schemas.microsoft.com/office/drawing/2014/main" id="{AFAB16C5-05CF-96CB-FEBA-C88D7480C6D7}"/>
              </a:ext>
            </a:extLst>
          </p:cNvPr>
          <p:cNvSpPr txBox="1">
            <a:spLocks/>
          </p:cNvSpPr>
          <p:nvPr/>
        </p:nvSpPr>
        <p:spPr>
          <a:xfrm>
            <a:off x="5965025" y="2436971"/>
            <a:ext cx="2457900" cy="458400"/>
          </a:xfrm>
          <a:prstGeom prst="rect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3400"/>
              <a:buFont typeface="Oxanium Medium"/>
              <a:buNone/>
              <a:defRPr sz="3400" b="0" i="0" u="none" strike="noStrike" cap="none">
                <a:solidFill>
                  <a:schemeClr val="lt2"/>
                </a:solidFill>
                <a:latin typeface="Oxanium Medium"/>
                <a:ea typeface="Oxanium Medium"/>
                <a:cs typeface="Oxanium Medium"/>
                <a:sym typeface="Oxanium Medium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3000"/>
              <a:buFont typeface="Oxanium"/>
              <a:buNone/>
              <a:defRPr sz="3000" b="0" i="0" u="none" strike="noStrike" cap="none">
                <a:solidFill>
                  <a:schemeClr val="lt2"/>
                </a:solidFill>
                <a:latin typeface="Oxanium"/>
                <a:ea typeface="Oxanium"/>
                <a:cs typeface="Oxanium"/>
                <a:sym typeface="Oxanium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3000"/>
              <a:buFont typeface="Oxanium"/>
              <a:buNone/>
              <a:defRPr sz="3000" b="0" i="0" u="none" strike="noStrike" cap="none">
                <a:solidFill>
                  <a:schemeClr val="lt2"/>
                </a:solidFill>
                <a:latin typeface="Oxanium"/>
                <a:ea typeface="Oxanium"/>
                <a:cs typeface="Oxanium"/>
                <a:sym typeface="Oxanium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3000"/>
              <a:buFont typeface="Oxanium"/>
              <a:buNone/>
              <a:defRPr sz="3000" b="0" i="0" u="none" strike="noStrike" cap="none">
                <a:solidFill>
                  <a:schemeClr val="lt2"/>
                </a:solidFill>
                <a:latin typeface="Oxanium"/>
                <a:ea typeface="Oxanium"/>
                <a:cs typeface="Oxanium"/>
                <a:sym typeface="Oxanium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3000"/>
              <a:buFont typeface="Oxanium"/>
              <a:buNone/>
              <a:defRPr sz="3000" b="0" i="0" u="none" strike="noStrike" cap="none">
                <a:solidFill>
                  <a:schemeClr val="lt2"/>
                </a:solidFill>
                <a:latin typeface="Oxanium"/>
                <a:ea typeface="Oxanium"/>
                <a:cs typeface="Oxanium"/>
                <a:sym typeface="Oxanium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3000"/>
              <a:buFont typeface="Oxanium"/>
              <a:buNone/>
              <a:defRPr sz="3000" b="0" i="0" u="none" strike="noStrike" cap="none">
                <a:solidFill>
                  <a:schemeClr val="lt2"/>
                </a:solidFill>
                <a:latin typeface="Oxanium"/>
                <a:ea typeface="Oxanium"/>
                <a:cs typeface="Oxanium"/>
                <a:sym typeface="Oxanium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3000"/>
              <a:buFont typeface="Oxanium"/>
              <a:buNone/>
              <a:defRPr sz="3000" b="0" i="0" u="none" strike="noStrike" cap="none">
                <a:solidFill>
                  <a:schemeClr val="lt2"/>
                </a:solidFill>
                <a:latin typeface="Oxanium"/>
                <a:ea typeface="Oxanium"/>
                <a:cs typeface="Oxanium"/>
                <a:sym typeface="Oxanium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3000"/>
              <a:buFont typeface="Oxanium"/>
              <a:buNone/>
              <a:defRPr sz="3000" b="0" i="0" u="none" strike="noStrike" cap="none">
                <a:solidFill>
                  <a:schemeClr val="lt2"/>
                </a:solidFill>
                <a:latin typeface="Oxanium"/>
                <a:ea typeface="Oxanium"/>
                <a:cs typeface="Oxanium"/>
                <a:sym typeface="Oxanium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3000"/>
              <a:buFont typeface="Oxanium"/>
              <a:buNone/>
              <a:defRPr sz="3000" b="0" i="0" u="none" strike="noStrike" cap="none">
                <a:solidFill>
                  <a:schemeClr val="lt2"/>
                </a:solidFill>
                <a:latin typeface="Oxanium"/>
                <a:ea typeface="Oxanium"/>
                <a:cs typeface="Oxanium"/>
                <a:sym typeface="Oxanium"/>
              </a:defRPr>
            </a:lvl9pPr>
          </a:lstStyle>
          <a:p>
            <a:pPr algn="r"/>
            <a:r>
              <a:rPr lang="es-GT" sz="2000">
                <a:solidFill>
                  <a:schemeClr val="accent1"/>
                </a:solidFill>
              </a:rPr>
              <a:t>Funciones</a:t>
            </a:r>
            <a:endParaRPr lang="es-GT" sz="2000" dirty="0">
              <a:solidFill>
                <a:schemeClr val="accent1"/>
              </a:solidFill>
            </a:endParaRPr>
          </a:p>
        </p:txBody>
      </p:sp>
      <p:sp>
        <p:nvSpPr>
          <p:cNvPr id="8" name="Google Shape;521;p36">
            <a:extLst>
              <a:ext uri="{FF2B5EF4-FFF2-40B4-BE49-F238E27FC236}">
                <a16:creationId xmlns:a16="http://schemas.microsoft.com/office/drawing/2014/main" id="{54ECC234-09E8-D4FA-8E52-7A05537BB903}"/>
              </a:ext>
            </a:extLst>
          </p:cNvPr>
          <p:cNvSpPr/>
          <p:nvPr/>
        </p:nvSpPr>
        <p:spPr>
          <a:xfrm>
            <a:off x="2745888" y="2284842"/>
            <a:ext cx="844800" cy="731700"/>
          </a:xfrm>
          <a:prstGeom prst="hexagon">
            <a:avLst>
              <a:gd name="adj" fmla="val 25000"/>
              <a:gd name="vf" fmla="val 115470"/>
            </a:avLst>
          </a:prstGeom>
          <a:gradFill>
            <a:gsLst>
              <a:gs pos="0">
                <a:schemeClr val="lt1"/>
              </a:gs>
              <a:gs pos="100000">
                <a:schemeClr val="dk1"/>
              </a:gs>
            </a:gsLst>
            <a:path path="circle">
              <a:fillToRect l="100000" b="100000"/>
            </a:path>
            <a:tileRect t="-100000" r="-100000"/>
          </a:gradFill>
          <a:ln>
            <a:noFill/>
          </a:ln>
          <a:effectLst>
            <a:outerShdw blurRad="128588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" name="Google Shape;528;p36">
            <a:extLst>
              <a:ext uri="{FF2B5EF4-FFF2-40B4-BE49-F238E27FC236}">
                <a16:creationId xmlns:a16="http://schemas.microsoft.com/office/drawing/2014/main" id="{7BEDE5D3-7519-C532-0A29-2A8C9827DA41}"/>
              </a:ext>
            </a:extLst>
          </p:cNvPr>
          <p:cNvSpPr txBox="1">
            <a:spLocks/>
          </p:cNvSpPr>
          <p:nvPr/>
        </p:nvSpPr>
        <p:spPr>
          <a:xfrm flipH="1">
            <a:off x="720000" y="1315525"/>
            <a:ext cx="2972700" cy="458400"/>
          </a:xfrm>
          <a:prstGeom prst="rect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3400"/>
              <a:buFont typeface="Oxanium Medium"/>
              <a:buNone/>
              <a:defRPr sz="3400" b="0" i="0" u="none" strike="noStrike" cap="none">
                <a:solidFill>
                  <a:schemeClr val="lt2"/>
                </a:solidFill>
                <a:latin typeface="Oxanium Medium"/>
                <a:ea typeface="Oxanium Medium"/>
                <a:cs typeface="Oxanium Medium"/>
                <a:sym typeface="Oxanium Medium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3000"/>
              <a:buFont typeface="Oxanium"/>
              <a:buNone/>
              <a:defRPr sz="3000" b="0" i="0" u="none" strike="noStrike" cap="none">
                <a:solidFill>
                  <a:schemeClr val="lt2"/>
                </a:solidFill>
                <a:latin typeface="Oxanium"/>
                <a:ea typeface="Oxanium"/>
                <a:cs typeface="Oxanium"/>
                <a:sym typeface="Oxanium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3000"/>
              <a:buFont typeface="Oxanium"/>
              <a:buNone/>
              <a:defRPr sz="3000" b="0" i="0" u="none" strike="noStrike" cap="none">
                <a:solidFill>
                  <a:schemeClr val="lt2"/>
                </a:solidFill>
                <a:latin typeface="Oxanium"/>
                <a:ea typeface="Oxanium"/>
                <a:cs typeface="Oxanium"/>
                <a:sym typeface="Oxanium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3000"/>
              <a:buFont typeface="Oxanium"/>
              <a:buNone/>
              <a:defRPr sz="3000" b="0" i="0" u="none" strike="noStrike" cap="none">
                <a:solidFill>
                  <a:schemeClr val="lt2"/>
                </a:solidFill>
                <a:latin typeface="Oxanium"/>
                <a:ea typeface="Oxanium"/>
                <a:cs typeface="Oxanium"/>
                <a:sym typeface="Oxanium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3000"/>
              <a:buFont typeface="Oxanium"/>
              <a:buNone/>
              <a:defRPr sz="3000" b="0" i="0" u="none" strike="noStrike" cap="none">
                <a:solidFill>
                  <a:schemeClr val="lt2"/>
                </a:solidFill>
                <a:latin typeface="Oxanium"/>
                <a:ea typeface="Oxanium"/>
                <a:cs typeface="Oxanium"/>
                <a:sym typeface="Oxanium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3000"/>
              <a:buFont typeface="Oxanium"/>
              <a:buNone/>
              <a:defRPr sz="3000" b="0" i="0" u="none" strike="noStrike" cap="none">
                <a:solidFill>
                  <a:schemeClr val="lt2"/>
                </a:solidFill>
                <a:latin typeface="Oxanium"/>
                <a:ea typeface="Oxanium"/>
                <a:cs typeface="Oxanium"/>
                <a:sym typeface="Oxanium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3000"/>
              <a:buFont typeface="Oxanium"/>
              <a:buNone/>
              <a:defRPr sz="3000" b="0" i="0" u="none" strike="noStrike" cap="none">
                <a:solidFill>
                  <a:schemeClr val="lt2"/>
                </a:solidFill>
                <a:latin typeface="Oxanium"/>
                <a:ea typeface="Oxanium"/>
                <a:cs typeface="Oxanium"/>
                <a:sym typeface="Oxanium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3000"/>
              <a:buFont typeface="Oxanium"/>
              <a:buNone/>
              <a:defRPr sz="3000" b="0" i="0" u="none" strike="noStrike" cap="none">
                <a:solidFill>
                  <a:schemeClr val="lt2"/>
                </a:solidFill>
                <a:latin typeface="Oxanium"/>
                <a:ea typeface="Oxanium"/>
                <a:cs typeface="Oxanium"/>
                <a:sym typeface="Oxanium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3000"/>
              <a:buFont typeface="Oxanium"/>
              <a:buNone/>
              <a:defRPr sz="3000" b="0" i="0" u="none" strike="noStrike" cap="none">
                <a:solidFill>
                  <a:schemeClr val="lt2"/>
                </a:solidFill>
                <a:latin typeface="Oxanium"/>
                <a:ea typeface="Oxanium"/>
                <a:cs typeface="Oxanium"/>
                <a:sym typeface="Oxanium"/>
              </a:defRPr>
            </a:lvl9pPr>
          </a:lstStyle>
          <a:p>
            <a:r>
              <a:rPr lang="es-GT" sz="2000">
                <a:solidFill>
                  <a:schemeClr val="accent1"/>
                </a:solidFill>
              </a:rPr>
              <a:t>Variables</a:t>
            </a:r>
            <a:endParaRPr lang="es-GT" sz="2000" dirty="0">
              <a:solidFill>
                <a:schemeClr val="accent1"/>
              </a:solidFill>
            </a:endParaRPr>
          </a:p>
        </p:txBody>
      </p:sp>
      <p:sp>
        <p:nvSpPr>
          <p:cNvPr id="10" name="Google Shape;529;p36">
            <a:extLst>
              <a:ext uri="{FF2B5EF4-FFF2-40B4-BE49-F238E27FC236}">
                <a16:creationId xmlns:a16="http://schemas.microsoft.com/office/drawing/2014/main" id="{5F706F07-080D-1203-2E2F-0918D94B0C97}"/>
              </a:ext>
            </a:extLst>
          </p:cNvPr>
          <p:cNvSpPr txBox="1">
            <a:spLocks/>
          </p:cNvSpPr>
          <p:nvPr/>
        </p:nvSpPr>
        <p:spPr>
          <a:xfrm>
            <a:off x="5450275" y="3564590"/>
            <a:ext cx="2972700" cy="458400"/>
          </a:xfrm>
          <a:prstGeom prst="rect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3400"/>
              <a:buFont typeface="Oxanium Medium"/>
              <a:buNone/>
              <a:defRPr sz="3400" b="0" i="0" u="none" strike="noStrike" cap="none">
                <a:solidFill>
                  <a:schemeClr val="lt2"/>
                </a:solidFill>
                <a:latin typeface="Oxanium Medium"/>
                <a:ea typeface="Oxanium Medium"/>
                <a:cs typeface="Oxanium Medium"/>
                <a:sym typeface="Oxanium Medium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3000"/>
              <a:buFont typeface="Oxanium"/>
              <a:buNone/>
              <a:defRPr sz="3000" b="0" i="0" u="none" strike="noStrike" cap="none">
                <a:solidFill>
                  <a:schemeClr val="lt2"/>
                </a:solidFill>
                <a:latin typeface="Oxanium"/>
                <a:ea typeface="Oxanium"/>
                <a:cs typeface="Oxanium"/>
                <a:sym typeface="Oxanium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3000"/>
              <a:buFont typeface="Oxanium"/>
              <a:buNone/>
              <a:defRPr sz="3000" b="0" i="0" u="none" strike="noStrike" cap="none">
                <a:solidFill>
                  <a:schemeClr val="lt2"/>
                </a:solidFill>
                <a:latin typeface="Oxanium"/>
                <a:ea typeface="Oxanium"/>
                <a:cs typeface="Oxanium"/>
                <a:sym typeface="Oxanium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3000"/>
              <a:buFont typeface="Oxanium"/>
              <a:buNone/>
              <a:defRPr sz="3000" b="0" i="0" u="none" strike="noStrike" cap="none">
                <a:solidFill>
                  <a:schemeClr val="lt2"/>
                </a:solidFill>
                <a:latin typeface="Oxanium"/>
                <a:ea typeface="Oxanium"/>
                <a:cs typeface="Oxanium"/>
                <a:sym typeface="Oxanium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3000"/>
              <a:buFont typeface="Oxanium"/>
              <a:buNone/>
              <a:defRPr sz="3000" b="0" i="0" u="none" strike="noStrike" cap="none">
                <a:solidFill>
                  <a:schemeClr val="lt2"/>
                </a:solidFill>
                <a:latin typeface="Oxanium"/>
                <a:ea typeface="Oxanium"/>
                <a:cs typeface="Oxanium"/>
                <a:sym typeface="Oxanium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3000"/>
              <a:buFont typeface="Oxanium"/>
              <a:buNone/>
              <a:defRPr sz="3000" b="0" i="0" u="none" strike="noStrike" cap="none">
                <a:solidFill>
                  <a:schemeClr val="lt2"/>
                </a:solidFill>
                <a:latin typeface="Oxanium"/>
                <a:ea typeface="Oxanium"/>
                <a:cs typeface="Oxanium"/>
                <a:sym typeface="Oxanium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3000"/>
              <a:buFont typeface="Oxanium"/>
              <a:buNone/>
              <a:defRPr sz="3000" b="0" i="0" u="none" strike="noStrike" cap="none">
                <a:solidFill>
                  <a:schemeClr val="lt2"/>
                </a:solidFill>
                <a:latin typeface="Oxanium"/>
                <a:ea typeface="Oxanium"/>
                <a:cs typeface="Oxanium"/>
                <a:sym typeface="Oxanium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3000"/>
              <a:buFont typeface="Oxanium"/>
              <a:buNone/>
              <a:defRPr sz="3000" b="0" i="0" u="none" strike="noStrike" cap="none">
                <a:solidFill>
                  <a:schemeClr val="lt2"/>
                </a:solidFill>
                <a:latin typeface="Oxanium"/>
                <a:ea typeface="Oxanium"/>
                <a:cs typeface="Oxanium"/>
                <a:sym typeface="Oxanium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3000"/>
              <a:buFont typeface="Oxanium"/>
              <a:buNone/>
              <a:defRPr sz="3000" b="0" i="0" u="none" strike="noStrike" cap="none">
                <a:solidFill>
                  <a:schemeClr val="lt2"/>
                </a:solidFill>
                <a:latin typeface="Oxanium"/>
                <a:ea typeface="Oxanium"/>
                <a:cs typeface="Oxanium"/>
                <a:sym typeface="Oxanium"/>
              </a:defRPr>
            </a:lvl9pPr>
          </a:lstStyle>
          <a:p>
            <a:pPr algn="r"/>
            <a:r>
              <a:rPr lang="es-GT" sz="2000">
                <a:solidFill>
                  <a:schemeClr val="accent1"/>
                </a:solidFill>
              </a:rPr>
              <a:t>Palabras reservadas</a:t>
            </a:r>
            <a:endParaRPr lang="es-GT" sz="2000" dirty="0">
              <a:solidFill>
                <a:schemeClr val="accent1"/>
              </a:solidFill>
            </a:endParaRPr>
          </a:p>
        </p:txBody>
      </p:sp>
      <p:sp>
        <p:nvSpPr>
          <p:cNvPr id="11" name="Google Shape;530;p36">
            <a:extLst>
              <a:ext uri="{FF2B5EF4-FFF2-40B4-BE49-F238E27FC236}">
                <a16:creationId xmlns:a16="http://schemas.microsoft.com/office/drawing/2014/main" id="{C3355F7D-C4E2-DDD2-2970-4E2F32D32688}"/>
              </a:ext>
            </a:extLst>
          </p:cNvPr>
          <p:cNvSpPr txBox="1">
            <a:spLocks/>
          </p:cNvSpPr>
          <p:nvPr/>
        </p:nvSpPr>
        <p:spPr>
          <a:xfrm>
            <a:off x="5450274" y="1315525"/>
            <a:ext cx="2972700" cy="458400"/>
          </a:xfrm>
          <a:prstGeom prst="rect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3400"/>
              <a:buFont typeface="Oxanium Medium"/>
              <a:buNone/>
              <a:defRPr sz="3400" b="0" i="0" u="none" strike="noStrike" cap="none">
                <a:solidFill>
                  <a:schemeClr val="lt2"/>
                </a:solidFill>
                <a:latin typeface="Oxanium Medium"/>
                <a:ea typeface="Oxanium Medium"/>
                <a:cs typeface="Oxanium Medium"/>
                <a:sym typeface="Oxanium Medium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3000"/>
              <a:buFont typeface="Oxanium"/>
              <a:buNone/>
              <a:defRPr sz="3000" b="0" i="0" u="none" strike="noStrike" cap="none">
                <a:solidFill>
                  <a:schemeClr val="lt2"/>
                </a:solidFill>
                <a:latin typeface="Oxanium"/>
                <a:ea typeface="Oxanium"/>
                <a:cs typeface="Oxanium"/>
                <a:sym typeface="Oxanium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3000"/>
              <a:buFont typeface="Oxanium"/>
              <a:buNone/>
              <a:defRPr sz="3000" b="0" i="0" u="none" strike="noStrike" cap="none">
                <a:solidFill>
                  <a:schemeClr val="lt2"/>
                </a:solidFill>
                <a:latin typeface="Oxanium"/>
                <a:ea typeface="Oxanium"/>
                <a:cs typeface="Oxanium"/>
                <a:sym typeface="Oxanium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3000"/>
              <a:buFont typeface="Oxanium"/>
              <a:buNone/>
              <a:defRPr sz="3000" b="0" i="0" u="none" strike="noStrike" cap="none">
                <a:solidFill>
                  <a:schemeClr val="lt2"/>
                </a:solidFill>
                <a:latin typeface="Oxanium"/>
                <a:ea typeface="Oxanium"/>
                <a:cs typeface="Oxanium"/>
                <a:sym typeface="Oxanium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3000"/>
              <a:buFont typeface="Oxanium"/>
              <a:buNone/>
              <a:defRPr sz="3000" b="0" i="0" u="none" strike="noStrike" cap="none">
                <a:solidFill>
                  <a:schemeClr val="lt2"/>
                </a:solidFill>
                <a:latin typeface="Oxanium"/>
                <a:ea typeface="Oxanium"/>
                <a:cs typeface="Oxanium"/>
                <a:sym typeface="Oxanium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3000"/>
              <a:buFont typeface="Oxanium"/>
              <a:buNone/>
              <a:defRPr sz="3000" b="0" i="0" u="none" strike="noStrike" cap="none">
                <a:solidFill>
                  <a:schemeClr val="lt2"/>
                </a:solidFill>
                <a:latin typeface="Oxanium"/>
                <a:ea typeface="Oxanium"/>
                <a:cs typeface="Oxanium"/>
                <a:sym typeface="Oxanium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3000"/>
              <a:buFont typeface="Oxanium"/>
              <a:buNone/>
              <a:defRPr sz="3000" b="0" i="0" u="none" strike="noStrike" cap="none">
                <a:solidFill>
                  <a:schemeClr val="lt2"/>
                </a:solidFill>
                <a:latin typeface="Oxanium"/>
                <a:ea typeface="Oxanium"/>
                <a:cs typeface="Oxanium"/>
                <a:sym typeface="Oxanium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3000"/>
              <a:buFont typeface="Oxanium"/>
              <a:buNone/>
              <a:defRPr sz="3000" b="0" i="0" u="none" strike="noStrike" cap="none">
                <a:solidFill>
                  <a:schemeClr val="lt2"/>
                </a:solidFill>
                <a:latin typeface="Oxanium"/>
                <a:ea typeface="Oxanium"/>
                <a:cs typeface="Oxanium"/>
                <a:sym typeface="Oxanium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3000"/>
              <a:buFont typeface="Oxanium"/>
              <a:buNone/>
              <a:defRPr sz="3000" b="0" i="0" u="none" strike="noStrike" cap="none">
                <a:solidFill>
                  <a:schemeClr val="lt2"/>
                </a:solidFill>
                <a:latin typeface="Oxanium"/>
                <a:ea typeface="Oxanium"/>
                <a:cs typeface="Oxanium"/>
                <a:sym typeface="Oxanium"/>
              </a:defRPr>
            </a:lvl9pPr>
          </a:lstStyle>
          <a:p>
            <a:pPr algn="r"/>
            <a:r>
              <a:rPr lang="es-GT" sz="2000">
                <a:solidFill>
                  <a:schemeClr val="accent1"/>
                </a:solidFill>
              </a:rPr>
              <a:t>Procedimientos</a:t>
            </a:r>
            <a:endParaRPr lang="es-GT" sz="2000" dirty="0">
              <a:solidFill>
                <a:schemeClr val="accent1"/>
              </a:solidFill>
            </a:endParaRPr>
          </a:p>
        </p:txBody>
      </p:sp>
      <p:sp>
        <p:nvSpPr>
          <p:cNvPr id="12" name="Google Shape;531;p36">
            <a:extLst>
              <a:ext uri="{FF2B5EF4-FFF2-40B4-BE49-F238E27FC236}">
                <a16:creationId xmlns:a16="http://schemas.microsoft.com/office/drawing/2014/main" id="{11D717A8-BF68-5FC5-A067-C3393E854CA5}"/>
              </a:ext>
            </a:extLst>
          </p:cNvPr>
          <p:cNvSpPr/>
          <p:nvPr/>
        </p:nvSpPr>
        <p:spPr>
          <a:xfrm>
            <a:off x="3344250" y="1178909"/>
            <a:ext cx="844800" cy="731700"/>
          </a:xfrm>
          <a:prstGeom prst="hexagon">
            <a:avLst>
              <a:gd name="adj" fmla="val 25000"/>
              <a:gd name="vf" fmla="val 115470"/>
            </a:avLst>
          </a:prstGeom>
          <a:gradFill>
            <a:gsLst>
              <a:gs pos="0">
                <a:schemeClr val="lt1"/>
              </a:gs>
              <a:gs pos="100000">
                <a:schemeClr val="dk1"/>
              </a:gs>
            </a:gsLst>
            <a:path path="circle">
              <a:fillToRect l="100000" b="100000"/>
            </a:path>
            <a:tileRect t="-100000" r="-100000"/>
          </a:gradFill>
          <a:ln>
            <a:noFill/>
          </a:ln>
          <a:effectLst>
            <a:outerShdw blurRad="128588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3" name="Google Shape;532;p36">
            <a:extLst>
              <a:ext uri="{FF2B5EF4-FFF2-40B4-BE49-F238E27FC236}">
                <a16:creationId xmlns:a16="http://schemas.microsoft.com/office/drawing/2014/main" id="{A45824B4-4597-9015-77F4-2888AF460315}"/>
              </a:ext>
            </a:extLst>
          </p:cNvPr>
          <p:cNvSpPr/>
          <p:nvPr/>
        </p:nvSpPr>
        <p:spPr>
          <a:xfrm>
            <a:off x="4966163" y="1178909"/>
            <a:ext cx="844800" cy="731700"/>
          </a:xfrm>
          <a:prstGeom prst="hexagon">
            <a:avLst>
              <a:gd name="adj" fmla="val 25000"/>
              <a:gd name="vf" fmla="val 115470"/>
            </a:avLst>
          </a:prstGeom>
          <a:gradFill>
            <a:gsLst>
              <a:gs pos="0">
                <a:schemeClr val="lt1"/>
              </a:gs>
              <a:gs pos="100000">
                <a:schemeClr val="dk1"/>
              </a:gs>
            </a:gsLst>
            <a:path path="circle">
              <a:fillToRect l="100000" b="100000"/>
            </a:path>
            <a:tileRect t="-100000" r="-100000"/>
          </a:gradFill>
          <a:ln>
            <a:noFill/>
          </a:ln>
          <a:effectLst>
            <a:outerShdw blurRad="128588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4" name="Google Shape;533;p36">
            <a:extLst>
              <a:ext uri="{FF2B5EF4-FFF2-40B4-BE49-F238E27FC236}">
                <a16:creationId xmlns:a16="http://schemas.microsoft.com/office/drawing/2014/main" id="{74208FB1-4991-1C98-E478-DF70C02738F0}"/>
              </a:ext>
            </a:extLst>
          </p:cNvPr>
          <p:cNvSpPr/>
          <p:nvPr/>
        </p:nvSpPr>
        <p:spPr>
          <a:xfrm>
            <a:off x="3344250" y="3427948"/>
            <a:ext cx="844800" cy="731700"/>
          </a:xfrm>
          <a:prstGeom prst="hexagon">
            <a:avLst>
              <a:gd name="adj" fmla="val 25000"/>
              <a:gd name="vf" fmla="val 115470"/>
            </a:avLst>
          </a:prstGeom>
          <a:gradFill>
            <a:gsLst>
              <a:gs pos="0">
                <a:schemeClr val="lt1"/>
              </a:gs>
              <a:gs pos="100000">
                <a:schemeClr val="dk1"/>
              </a:gs>
            </a:gsLst>
            <a:path path="circle">
              <a:fillToRect l="100000" b="100000"/>
            </a:path>
            <a:tileRect t="-100000" r="-100000"/>
          </a:gradFill>
          <a:ln>
            <a:noFill/>
          </a:ln>
          <a:effectLst>
            <a:outerShdw blurRad="128588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5" name="Google Shape;534;p36">
            <a:extLst>
              <a:ext uri="{FF2B5EF4-FFF2-40B4-BE49-F238E27FC236}">
                <a16:creationId xmlns:a16="http://schemas.microsoft.com/office/drawing/2014/main" id="{73D6CF2B-9078-564A-2D9D-E9F53261098D}"/>
              </a:ext>
            </a:extLst>
          </p:cNvPr>
          <p:cNvSpPr/>
          <p:nvPr/>
        </p:nvSpPr>
        <p:spPr>
          <a:xfrm>
            <a:off x="4966163" y="3427959"/>
            <a:ext cx="844800" cy="731700"/>
          </a:xfrm>
          <a:prstGeom prst="hexagon">
            <a:avLst>
              <a:gd name="adj" fmla="val 25000"/>
              <a:gd name="vf" fmla="val 115470"/>
            </a:avLst>
          </a:prstGeom>
          <a:gradFill>
            <a:gsLst>
              <a:gs pos="0">
                <a:schemeClr val="lt1"/>
              </a:gs>
              <a:gs pos="100000">
                <a:schemeClr val="dk1"/>
              </a:gs>
            </a:gsLst>
            <a:path path="circle">
              <a:fillToRect l="100000" b="100000"/>
            </a:path>
            <a:tileRect t="-100000" r="-100000"/>
          </a:gradFill>
          <a:ln>
            <a:noFill/>
          </a:ln>
          <a:effectLst>
            <a:outerShdw blurRad="128588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6" name="Google Shape;535;p36">
            <a:extLst>
              <a:ext uri="{FF2B5EF4-FFF2-40B4-BE49-F238E27FC236}">
                <a16:creationId xmlns:a16="http://schemas.microsoft.com/office/drawing/2014/main" id="{DF8183E2-F574-7884-E2B6-83811A57466A}"/>
              </a:ext>
            </a:extLst>
          </p:cNvPr>
          <p:cNvSpPr txBox="1">
            <a:spLocks/>
          </p:cNvSpPr>
          <p:nvPr/>
        </p:nvSpPr>
        <p:spPr>
          <a:xfrm>
            <a:off x="713225" y="496950"/>
            <a:ext cx="7717500" cy="612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algn="ctr">
              <a:buClr>
                <a:schemeClr val="dk1"/>
              </a:buClr>
              <a:buSzPts val="1100"/>
            </a:pPr>
            <a:r>
              <a:rPr lang="es-ES" sz="3400" dirty="0">
                <a:solidFill>
                  <a:schemeClr val="tx2"/>
                </a:solidFill>
                <a:latin typeface="Oxanium Medium" panose="020B0604020202020204" charset="0"/>
              </a:rPr>
              <a:t>¿Qué tipos de elementos guarda?</a:t>
            </a:r>
          </a:p>
        </p:txBody>
      </p:sp>
      <p:sp>
        <p:nvSpPr>
          <p:cNvPr id="17" name="Google Shape;539;p36">
            <a:extLst>
              <a:ext uri="{FF2B5EF4-FFF2-40B4-BE49-F238E27FC236}">
                <a16:creationId xmlns:a16="http://schemas.microsoft.com/office/drawing/2014/main" id="{EDB1243C-2593-262E-9A32-FA6CBE0169FC}"/>
              </a:ext>
            </a:extLst>
          </p:cNvPr>
          <p:cNvSpPr/>
          <p:nvPr/>
        </p:nvSpPr>
        <p:spPr>
          <a:xfrm>
            <a:off x="5553313" y="2261411"/>
            <a:ext cx="844800" cy="731700"/>
          </a:xfrm>
          <a:prstGeom prst="hexagon">
            <a:avLst>
              <a:gd name="adj" fmla="val 25000"/>
              <a:gd name="vf" fmla="val 115470"/>
            </a:avLst>
          </a:prstGeom>
          <a:gradFill>
            <a:gsLst>
              <a:gs pos="0">
                <a:schemeClr val="lt1"/>
              </a:gs>
              <a:gs pos="100000">
                <a:schemeClr val="dk1"/>
              </a:gs>
            </a:gsLst>
            <a:path path="circle">
              <a:fillToRect l="100000" b="100000"/>
            </a:path>
            <a:tileRect t="-100000" r="-100000"/>
          </a:gradFill>
          <a:ln>
            <a:noFill/>
          </a:ln>
          <a:effectLst>
            <a:outerShdw blurRad="128588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294018502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9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1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3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2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" presetClass="entr" presetSubtype="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8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  <p:bldP spid="6" grpId="0" animBg="1"/>
      <p:bldP spid="7" grpId="0" animBg="1"/>
      <p:bldP spid="9" grpId="0" animBg="1"/>
      <p:bldP spid="10" grpId="0" animBg="1"/>
      <p:bldP spid="11" grpId="0" animBg="1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9" name="Google Shape;749;p42"/>
          <p:cNvSpPr txBox="1">
            <a:spLocks noGrp="1"/>
          </p:cNvSpPr>
          <p:nvPr>
            <p:ph type="title"/>
          </p:nvPr>
        </p:nvSpPr>
        <p:spPr>
          <a:xfrm>
            <a:off x="1892172" y="496949"/>
            <a:ext cx="5361726" cy="1284975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¿Cómo interactua con las fases del compilador?</a:t>
            </a:r>
            <a:endParaRPr dirty="0"/>
          </a:p>
        </p:txBody>
      </p:sp>
      <p:sp>
        <p:nvSpPr>
          <p:cNvPr id="750" name="Google Shape;750;p42"/>
          <p:cNvSpPr txBox="1"/>
          <p:nvPr/>
        </p:nvSpPr>
        <p:spPr>
          <a:xfrm>
            <a:off x="1194414" y="1888600"/>
            <a:ext cx="6755100" cy="527700"/>
          </a:xfrm>
          <a:prstGeom prst="rect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200" dirty="0">
                <a:solidFill>
                  <a:schemeClr val="accent1"/>
                </a:solidFill>
                <a:latin typeface="Oxanium Medium"/>
                <a:ea typeface="Oxanium Medium"/>
                <a:cs typeface="Oxanium Medium"/>
                <a:sym typeface="Oxanium Medium"/>
              </a:rPr>
              <a:t>Tabla de símbolos</a:t>
            </a:r>
            <a:endParaRPr sz="2200" dirty="0">
              <a:solidFill>
                <a:schemeClr val="accent1"/>
              </a:solidFill>
              <a:latin typeface="Oxanium Medium"/>
              <a:ea typeface="Oxanium Medium"/>
              <a:cs typeface="Oxanium Medium"/>
              <a:sym typeface="Oxanium Medium"/>
            </a:endParaRPr>
          </a:p>
        </p:txBody>
      </p:sp>
      <p:sp>
        <p:nvSpPr>
          <p:cNvPr id="752" name="Google Shape;752;p42"/>
          <p:cNvSpPr txBox="1"/>
          <p:nvPr/>
        </p:nvSpPr>
        <p:spPr>
          <a:xfrm>
            <a:off x="700814" y="3620674"/>
            <a:ext cx="1844100" cy="731699"/>
          </a:xfrm>
          <a:prstGeom prst="rect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200" dirty="0">
                <a:solidFill>
                  <a:schemeClr val="accent1"/>
                </a:solidFill>
                <a:latin typeface="Oxanium Medium"/>
                <a:ea typeface="Oxanium Medium"/>
                <a:cs typeface="Oxanium Medium"/>
                <a:sym typeface="Oxanium Medium"/>
              </a:rPr>
              <a:t>Inicialización</a:t>
            </a:r>
            <a:endParaRPr sz="2200" dirty="0">
              <a:solidFill>
                <a:schemeClr val="accent1"/>
              </a:solidFill>
              <a:latin typeface="Oxanium Medium"/>
              <a:ea typeface="Oxanium Medium"/>
              <a:cs typeface="Oxanium Medium"/>
              <a:sym typeface="Oxanium Medium"/>
            </a:endParaRPr>
          </a:p>
        </p:txBody>
      </p:sp>
      <p:sp>
        <p:nvSpPr>
          <p:cNvPr id="754" name="Google Shape;754;p42"/>
          <p:cNvSpPr txBox="1"/>
          <p:nvPr/>
        </p:nvSpPr>
        <p:spPr>
          <a:xfrm>
            <a:off x="4632964" y="3620674"/>
            <a:ext cx="1844100" cy="731699"/>
          </a:xfrm>
          <a:prstGeom prst="rect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200" dirty="0">
                <a:solidFill>
                  <a:schemeClr val="accent1"/>
                </a:solidFill>
                <a:latin typeface="Oxanium Medium"/>
                <a:ea typeface="Oxanium Medium"/>
                <a:cs typeface="Oxanium Medium"/>
                <a:sym typeface="Oxanium Medium"/>
              </a:rPr>
              <a:t>Análisis sintáctico</a:t>
            </a:r>
            <a:endParaRPr sz="2200" dirty="0">
              <a:solidFill>
                <a:schemeClr val="accent1"/>
              </a:solidFill>
              <a:latin typeface="Oxanium Medium"/>
              <a:ea typeface="Oxanium Medium"/>
              <a:cs typeface="Oxanium Medium"/>
              <a:sym typeface="Oxanium Medium"/>
            </a:endParaRPr>
          </a:p>
        </p:txBody>
      </p:sp>
      <p:sp>
        <p:nvSpPr>
          <p:cNvPr id="756" name="Google Shape;756;p42"/>
          <p:cNvSpPr txBox="1"/>
          <p:nvPr/>
        </p:nvSpPr>
        <p:spPr>
          <a:xfrm>
            <a:off x="2666889" y="3620674"/>
            <a:ext cx="1844100" cy="731699"/>
          </a:xfrm>
          <a:prstGeom prst="rect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200" dirty="0">
                <a:solidFill>
                  <a:schemeClr val="accent1"/>
                </a:solidFill>
                <a:latin typeface="Oxanium Medium"/>
                <a:ea typeface="Oxanium Medium"/>
                <a:cs typeface="Oxanium Medium"/>
                <a:sym typeface="Oxanium Medium"/>
              </a:rPr>
              <a:t>Análisis léxico</a:t>
            </a:r>
            <a:endParaRPr sz="2200" dirty="0">
              <a:solidFill>
                <a:schemeClr val="accent1"/>
              </a:solidFill>
              <a:latin typeface="Oxanium Medium"/>
              <a:ea typeface="Oxanium Medium"/>
              <a:cs typeface="Oxanium Medium"/>
              <a:sym typeface="Oxanium Medium"/>
            </a:endParaRPr>
          </a:p>
        </p:txBody>
      </p:sp>
      <p:sp>
        <p:nvSpPr>
          <p:cNvPr id="758" name="Google Shape;758;p42"/>
          <p:cNvSpPr txBox="1"/>
          <p:nvPr/>
        </p:nvSpPr>
        <p:spPr>
          <a:xfrm>
            <a:off x="6599039" y="3620674"/>
            <a:ext cx="1844100" cy="731699"/>
          </a:xfrm>
          <a:prstGeom prst="rect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200" dirty="0">
                <a:solidFill>
                  <a:schemeClr val="accent1"/>
                </a:solidFill>
                <a:latin typeface="Oxanium Medium"/>
                <a:ea typeface="Oxanium Medium"/>
                <a:cs typeface="Oxanium Medium"/>
                <a:sym typeface="Oxanium Medium"/>
              </a:rPr>
              <a:t>Análisis semántico</a:t>
            </a:r>
            <a:endParaRPr sz="2200" dirty="0">
              <a:solidFill>
                <a:schemeClr val="accent1"/>
              </a:solidFill>
              <a:latin typeface="Oxanium Medium"/>
              <a:ea typeface="Oxanium Medium"/>
              <a:cs typeface="Oxanium Medium"/>
              <a:sym typeface="Oxanium Medium"/>
            </a:endParaRPr>
          </a:p>
        </p:txBody>
      </p:sp>
      <p:cxnSp>
        <p:nvCxnSpPr>
          <p:cNvPr id="759" name="Google Shape;759;p42"/>
          <p:cNvCxnSpPr>
            <a:cxnSpLocks/>
            <a:stCxn id="750" idx="2"/>
            <a:endCxn id="752" idx="0"/>
          </p:cNvCxnSpPr>
          <p:nvPr/>
        </p:nvCxnSpPr>
        <p:spPr>
          <a:xfrm rot="5400000">
            <a:off x="2495227" y="1543937"/>
            <a:ext cx="1204374" cy="2949100"/>
          </a:xfrm>
          <a:prstGeom prst="bentConnector3">
            <a:avLst>
              <a:gd name="adj1" fmla="val 50000"/>
            </a:avLst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760" name="Google Shape;760;p42"/>
          <p:cNvCxnSpPr>
            <a:cxnSpLocks/>
            <a:stCxn id="750" idx="2"/>
            <a:endCxn id="756" idx="0"/>
          </p:cNvCxnSpPr>
          <p:nvPr/>
        </p:nvCxnSpPr>
        <p:spPr>
          <a:xfrm rot="5400000">
            <a:off x="3478265" y="2526975"/>
            <a:ext cx="1204374" cy="983025"/>
          </a:xfrm>
          <a:prstGeom prst="bentConnector3">
            <a:avLst>
              <a:gd name="adj1" fmla="val 50000"/>
            </a:avLst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761" name="Google Shape;761;p42"/>
          <p:cNvCxnSpPr>
            <a:cxnSpLocks/>
            <a:stCxn id="750" idx="2"/>
            <a:endCxn id="754" idx="0"/>
          </p:cNvCxnSpPr>
          <p:nvPr/>
        </p:nvCxnSpPr>
        <p:spPr>
          <a:xfrm rot="16200000" flipH="1">
            <a:off x="4461302" y="2526962"/>
            <a:ext cx="1204374" cy="983050"/>
          </a:xfrm>
          <a:prstGeom prst="bentConnector3">
            <a:avLst>
              <a:gd name="adj1" fmla="val 50000"/>
            </a:avLst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762" name="Google Shape;762;p42"/>
          <p:cNvCxnSpPr>
            <a:cxnSpLocks/>
            <a:stCxn id="750" idx="2"/>
            <a:endCxn id="758" idx="0"/>
          </p:cNvCxnSpPr>
          <p:nvPr/>
        </p:nvCxnSpPr>
        <p:spPr>
          <a:xfrm rot="16200000" flipH="1">
            <a:off x="5444339" y="1543924"/>
            <a:ext cx="1204374" cy="2949125"/>
          </a:xfrm>
          <a:prstGeom prst="bentConnector3">
            <a:avLst>
              <a:gd name="adj1" fmla="val 50000"/>
            </a:avLst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763" name="Google Shape;763;p42"/>
          <p:cNvSpPr/>
          <p:nvPr/>
        </p:nvSpPr>
        <p:spPr>
          <a:xfrm>
            <a:off x="1194326" y="2652649"/>
            <a:ext cx="844800" cy="731700"/>
          </a:xfrm>
          <a:prstGeom prst="hexagon">
            <a:avLst>
              <a:gd name="adj" fmla="val 25000"/>
              <a:gd name="vf" fmla="val 115470"/>
            </a:avLst>
          </a:prstGeom>
          <a:gradFill>
            <a:gsLst>
              <a:gs pos="0">
                <a:schemeClr val="lt1"/>
              </a:gs>
              <a:gs pos="100000">
                <a:schemeClr val="dk1"/>
              </a:gs>
            </a:gsLst>
            <a:path path="circle">
              <a:fillToRect l="100000" b="100000"/>
            </a:path>
            <a:tileRect t="-100000" r="-100000"/>
          </a:gradFill>
          <a:ln>
            <a:noFill/>
          </a:ln>
          <a:effectLst>
            <a:outerShdw blurRad="128588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64" name="Google Shape;764;p42"/>
          <p:cNvSpPr/>
          <p:nvPr/>
        </p:nvSpPr>
        <p:spPr>
          <a:xfrm>
            <a:off x="3166551" y="2652649"/>
            <a:ext cx="844800" cy="731700"/>
          </a:xfrm>
          <a:prstGeom prst="hexagon">
            <a:avLst>
              <a:gd name="adj" fmla="val 25000"/>
              <a:gd name="vf" fmla="val 115470"/>
            </a:avLst>
          </a:prstGeom>
          <a:gradFill>
            <a:gsLst>
              <a:gs pos="0">
                <a:schemeClr val="lt1"/>
              </a:gs>
              <a:gs pos="100000">
                <a:schemeClr val="dk1"/>
              </a:gs>
            </a:gsLst>
            <a:path path="circle">
              <a:fillToRect l="100000" b="100000"/>
            </a:path>
            <a:tileRect t="-100000" r="-100000"/>
          </a:gradFill>
          <a:ln>
            <a:noFill/>
          </a:ln>
          <a:effectLst>
            <a:outerShdw blurRad="128588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65" name="Google Shape;765;p42"/>
          <p:cNvSpPr/>
          <p:nvPr/>
        </p:nvSpPr>
        <p:spPr>
          <a:xfrm>
            <a:off x="5135676" y="2652649"/>
            <a:ext cx="844800" cy="731700"/>
          </a:xfrm>
          <a:prstGeom prst="hexagon">
            <a:avLst>
              <a:gd name="adj" fmla="val 25000"/>
              <a:gd name="vf" fmla="val 115470"/>
            </a:avLst>
          </a:prstGeom>
          <a:gradFill>
            <a:gsLst>
              <a:gs pos="0">
                <a:schemeClr val="lt1"/>
              </a:gs>
              <a:gs pos="100000">
                <a:schemeClr val="dk1"/>
              </a:gs>
            </a:gsLst>
            <a:path path="circle">
              <a:fillToRect l="100000" b="100000"/>
            </a:path>
            <a:tileRect t="-100000" r="-100000"/>
          </a:gradFill>
          <a:ln>
            <a:noFill/>
          </a:ln>
          <a:effectLst>
            <a:outerShdw blurRad="128588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66" name="Google Shape;766;p42"/>
          <p:cNvSpPr/>
          <p:nvPr/>
        </p:nvSpPr>
        <p:spPr>
          <a:xfrm>
            <a:off x="7104801" y="2652649"/>
            <a:ext cx="844800" cy="731700"/>
          </a:xfrm>
          <a:prstGeom prst="hexagon">
            <a:avLst>
              <a:gd name="adj" fmla="val 25000"/>
              <a:gd name="vf" fmla="val 115470"/>
            </a:avLst>
          </a:prstGeom>
          <a:gradFill>
            <a:gsLst>
              <a:gs pos="0">
                <a:schemeClr val="lt1"/>
              </a:gs>
              <a:gs pos="100000">
                <a:schemeClr val="dk1"/>
              </a:gs>
            </a:gsLst>
            <a:path path="circle">
              <a:fillToRect l="100000" b="100000"/>
            </a:path>
            <a:tileRect t="-100000" r="-100000"/>
          </a:gradFill>
          <a:ln>
            <a:noFill/>
          </a:ln>
          <a:effectLst>
            <a:outerShdw blurRad="128588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pic>
        <p:nvPicPr>
          <p:cNvPr id="2" name="Gráfico 1" descr="Árbol marchito contorno">
            <a:extLst>
              <a:ext uri="{FF2B5EF4-FFF2-40B4-BE49-F238E27FC236}">
                <a16:creationId xmlns:a16="http://schemas.microsoft.com/office/drawing/2014/main" id="{90723499-4DAB-5E48-0F8C-8DC865E5D6E5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5298603" y="2749974"/>
            <a:ext cx="527700" cy="527700"/>
          </a:xfrm>
          <a:prstGeom prst="rect">
            <a:avLst/>
          </a:prstGeom>
        </p:spPr>
      </p:pic>
      <p:pic>
        <p:nvPicPr>
          <p:cNvPr id="4" name="Gráfico 3" descr="Árbol de hojas podridas contorno">
            <a:extLst>
              <a:ext uri="{FF2B5EF4-FFF2-40B4-BE49-F238E27FC236}">
                <a16:creationId xmlns:a16="http://schemas.microsoft.com/office/drawing/2014/main" id="{2404659F-AADE-186F-24AC-EA1880A0C4AA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7263423" y="2749974"/>
            <a:ext cx="527701" cy="527701"/>
          </a:xfrm>
          <a:prstGeom prst="rect">
            <a:avLst/>
          </a:prstGeom>
        </p:spPr>
      </p:pic>
      <p:pic>
        <p:nvPicPr>
          <p:cNvPr id="8" name="Gráfico 7" descr="Información contorno">
            <a:extLst>
              <a:ext uri="{FF2B5EF4-FFF2-40B4-BE49-F238E27FC236}">
                <a16:creationId xmlns:a16="http://schemas.microsoft.com/office/drawing/2014/main" id="{7576383A-F70D-8128-10FA-FB3D6BFB7B80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1352876" y="2749974"/>
            <a:ext cx="527699" cy="527699"/>
          </a:xfrm>
          <a:prstGeom prst="rect">
            <a:avLst/>
          </a:prstGeom>
        </p:spPr>
      </p:pic>
      <p:pic>
        <p:nvPicPr>
          <p:cNvPr id="10" name="Gráfico 9" descr="@ contorno">
            <a:extLst>
              <a:ext uri="{FF2B5EF4-FFF2-40B4-BE49-F238E27FC236}">
                <a16:creationId xmlns:a16="http://schemas.microsoft.com/office/drawing/2014/main" id="{5E319CAB-CF9E-AC6B-E51C-CAC414EF48E5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3325614" y="2749974"/>
            <a:ext cx="527700" cy="527700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1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75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75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500"/>
                                        <p:tgtEl>
                                          <p:spTgt spid="75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75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75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500"/>
                                        <p:tgtEl>
                                          <p:spTgt spid="76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75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75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6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8" dur="500"/>
                                        <p:tgtEl>
                                          <p:spTgt spid="76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2" presetClass="entr" presetSubtype="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500" fill="hold"/>
                                        <p:tgtEl>
                                          <p:spTgt spid="75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500" fill="hold"/>
                                        <p:tgtEl>
                                          <p:spTgt spid="75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500"/>
                                        <p:tgtEl>
                                          <p:spTgt spid="76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52" grpId="0" animBg="1"/>
      <p:bldP spid="754" grpId="0" animBg="1"/>
      <p:bldP spid="756" grpId="0" animBg="1"/>
      <p:bldP spid="758" grpId="0" animBg="1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5" name="Google Shape;735;p41"/>
          <p:cNvSpPr txBox="1">
            <a:spLocks noGrp="1"/>
          </p:cNvSpPr>
          <p:nvPr>
            <p:ph type="title"/>
          </p:nvPr>
        </p:nvSpPr>
        <p:spPr>
          <a:xfrm>
            <a:off x="1604387" y="695324"/>
            <a:ext cx="5954275" cy="1178625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¿Qué atributos debe tener (como mínimo)?</a:t>
            </a:r>
            <a:endParaRPr dirty="0"/>
          </a:p>
        </p:txBody>
      </p:sp>
      <p:sp>
        <p:nvSpPr>
          <p:cNvPr id="736" name="Google Shape;736;p41"/>
          <p:cNvSpPr txBox="1">
            <a:spLocks noGrp="1"/>
          </p:cNvSpPr>
          <p:nvPr>
            <p:ph type="body" idx="1"/>
          </p:nvPr>
        </p:nvSpPr>
        <p:spPr>
          <a:xfrm>
            <a:off x="713225" y="2683050"/>
            <a:ext cx="3545400" cy="1889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457200" lvl="0" indent="-317500" algn="l" rtl="0">
              <a:spcBef>
                <a:spcPts val="0"/>
              </a:spcBef>
              <a:spcAft>
                <a:spcPts val="0"/>
              </a:spcAft>
              <a:buSzPts val="1400"/>
              <a:buFont typeface="Overpass"/>
              <a:buChar char="●"/>
            </a:pPr>
            <a:r>
              <a:rPr lang="es-GT" sz="1800" dirty="0"/>
              <a:t>Lexema</a:t>
            </a:r>
          </a:p>
          <a:p>
            <a:pPr marL="457200" lvl="0" indent="-317500" algn="l" rtl="0">
              <a:spcBef>
                <a:spcPts val="0"/>
              </a:spcBef>
              <a:spcAft>
                <a:spcPts val="0"/>
              </a:spcAft>
              <a:buSzPts val="1400"/>
              <a:buFont typeface="Overpass"/>
              <a:buChar char="●"/>
            </a:pPr>
            <a:r>
              <a:rPr lang="es-GT" sz="1800" dirty="0"/>
              <a:t>Token</a:t>
            </a:r>
          </a:p>
          <a:p>
            <a:pPr marL="457200" lvl="0" indent="-317500" algn="l" rtl="0">
              <a:spcBef>
                <a:spcPts val="0"/>
              </a:spcBef>
              <a:spcAft>
                <a:spcPts val="0"/>
              </a:spcAft>
              <a:buSzPts val="1400"/>
              <a:buFont typeface="Overpass"/>
              <a:buChar char="●"/>
            </a:pPr>
            <a:r>
              <a:rPr lang="es-GT" sz="1800" dirty="0"/>
              <a:t>Tipo de dato</a:t>
            </a:r>
          </a:p>
          <a:p>
            <a:pPr marL="457200" lvl="0" indent="-317500" algn="l" rtl="0">
              <a:spcBef>
                <a:spcPts val="0"/>
              </a:spcBef>
              <a:spcAft>
                <a:spcPts val="0"/>
              </a:spcAft>
              <a:buSzPts val="1400"/>
              <a:buFont typeface="Overpass"/>
              <a:buChar char="●"/>
            </a:pPr>
            <a:r>
              <a:rPr lang="es-GT" sz="1800" dirty="0"/>
              <a:t>Alcance</a:t>
            </a:r>
          </a:p>
          <a:p>
            <a:pPr marL="457200" lvl="0" indent="-317500" algn="l" rtl="0">
              <a:spcBef>
                <a:spcPts val="0"/>
              </a:spcBef>
              <a:spcAft>
                <a:spcPts val="0"/>
              </a:spcAft>
              <a:buSzPts val="1400"/>
              <a:buFont typeface="Overpass"/>
              <a:buChar char="●"/>
            </a:pPr>
            <a:r>
              <a:rPr lang="es-GT" sz="1800" dirty="0"/>
              <a:t>Posición de memoria</a:t>
            </a:r>
          </a:p>
          <a:p>
            <a:pPr marL="457200" lvl="0" indent="-317500" algn="l" rtl="0">
              <a:spcBef>
                <a:spcPts val="0"/>
              </a:spcBef>
              <a:spcAft>
                <a:spcPts val="0"/>
              </a:spcAft>
              <a:buSzPts val="1400"/>
              <a:buFont typeface="Overpass"/>
              <a:buChar char="●"/>
            </a:pPr>
            <a:r>
              <a:rPr lang="es-GT" sz="1800" dirty="0"/>
              <a:t>Número de línea y posición</a:t>
            </a:r>
          </a:p>
        </p:txBody>
      </p:sp>
      <p:sp>
        <p:nvSpPr>
          <p:cNvPr id="737" name="Google Shape;737;p41"/>
          <p:cNvSpPr txBox="1">
            <a:spLocks noGrp="1"/>
          </p:cNvSpPr>
          <p:nvPr>
            <p:ph type="body" idx="2"/>
          </p:nvPr>
        </p:nvSpPr>
        <p:spPr>
          <a:xfrm>
            <a:off x="4885375" y="2683050"/>
            <a:ext cx="3545400" cy="1889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457200" lvl="0" indent="-317500" algn="l" rtl="0">
              <a:spcBef>
                <a:spcPts val="0"/>
              </a:spcBef>
              <a:spcAft>
                <a:spcPts val="0"/>
              </a:spcAft>
              <a:buSzPts val="1400"/>
              <a:buFont typeface="Overpass"/>
              <a:buChar char="●"/>
            </a:pPr>
            <a:r>
              <a:rPr lang="es-GT" sz="1800" dirty="0"/>
              <a:t>Tipo semántico</a:t>
            </a:r>
          </a:p>
          <a:p>
            <a:pPr marL="457200" lvl="0" indent="-317500" algn="l" rtl="0">
              <a:spcBef>
                <a:spcPts val="0"/>
              </a:spcBef>
              <a:spcAft>
                <a:spcPts val="0"/>
              </a:spcAft>
              <a:buSzPts val="1400"/>
              <a:buFont typeface="Overpass"/>
              <a:buChar char="●"/>
            </a:pPr>
            <a:r>
              <a:rPr lang="es-GT" sz="1800" dirty="0"/>
              <a:t>Número de parámetros</a:t>
            </a:r>
          </a:p>
          <a:p>
            <a:pPr marL="457200" lvl="0" indent="-317500" algn="l" rtl="0">
              <a:spcBef>
                <a:spcPts val="0"/>
              </a:spcBef>
              <a:spcAft>
                <a:spcPts val="0"/>
              </a:spcAft>
              <a:buSzPts val="1400"/>
              <a:buFont typeface="Overpass"/>
              <a:buChar char="●"/>
            </a:pPr>
            <a:r>
              <a:rPr lang="es-GT" sz="1800" dirty="0"/>
              <a:t>Tipo de parámetros</a:t>
            </a:r>
          </a:p>
          <a:p>
            <a:pPr marL="457200" lvl="0" indent="-317500" algn="l" rtl="0">
              <a:spcBef>
                <a:spcPts val="0"/>
              </a:spcBef>
              <a:spcAft>
                <a:spcPts val="0"/>
              </a:spcAft>
              <a:buSzPts val="1400"/>
              <a:buFont typeface="Overpass"/>
              <a:buChar char="●"/>
            </a:pPr>
            <a:r>
              <a:rPr lang="es-GT" sz="1800" dirty="0"/>
              <a:t>Método para paso de parámetros</a:t>
            </a:r>
          </a:p>
          <a:p>
            <a:pPr marL="457200" lvl="0" indent="-317500" algn="l" rtl="0">
              <a:spcBef>
                <a:spcPts val="0"/>
              </a:spcBef>
              <a:spcAft>
                <a:spcPts val="0"/>
              </a:spcAft>
              <a:buSzPts val="1400"/>
              <a:buFont typeface="Overpass"/>
              <a:buChar char="●"/>
            </a:pPr>
            <a:endParaRPr lang="es-GT" sz="1800" dirty="0"/>
          </a:p>
          <a:p>
            <a:pPr marL="457200" lvl="0" indent="-317500" algn="l" rtl="0">
              <a:spcBef>
                <a:spcPts val="0"/>
              </a:spcBef>
              <a:spcAft>
                <a:spcPts val="0"/>
              </a:spcAft>
              <a:buSzPts val="1400"/>
              <a:buFont typeface="Overpass"/>
              <a:buChar char="●"/>
            </a:pPr>
            <a:endParaRPr lang="es-GT" sz="1800" dirty="0"/>
          </a:p>
          <a:p>
            <a:pPr marL="457200" lvl="0" indent="-317500" algn="l" rtl="0">
              <a:spcBef>
                <a:spcPts val="0"/>
              </a:spcBef>
              <a:spcAft>
                <a:spcPts val="0"/>
              </a:spcAft>
              <a:buSzPts val="1400"/>
              <a:buFont typeface="Overpass"/>
              <a:buChar char="●"/>
            </a:pPr>
            <a:endParaRPr dirty="0"/>
          </a:p>
        </p:txBody>
      </p:sp>
      <p:sp>
        <p:nvSpPr>
          <p:cNvPr id="738" name="Google Shape;738;p41"/>
          <p:cNvSpPr txBox="1">
            <a:spLocks noGrp="1"/>
          </p:cNvSpPr>
          <p:nvPr>
            <p:ph type="subTitle" idx="3"/>
          </p:nvPr>
        </p:nvSpPr>
        <p:spPr>
          <a:xfrm>
            <a:off x="1134207" y="2064450"/>
            <a:ext cx="3127017" cy="5223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        Obvios</a:t>
            </a:r>
            <a:endParaRPr dirty="0"/>
          </a:p>
        </p:txBody>
      </p:sp>
      <p:sp>
        <p:nvSpPr>
          <p:cNvPr id="739" name="Google Shape;739;p41"/>
          <p:cNvSpPr txBox="1">
            <a:spLocks noGrp="1"/>
          </p:cNvSpPr>
          <p:nvPr>
            <p:ph type="subTitle" idx="4"/>
          </p:nvPr>
        </p:nvSpPr>
        <p:spPr>
          <a:xfrm>
            <a:off x="5301761" y="2064450"/>
            <a:ext cx="3129011" cy="5223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        No tan obvios</a:t>
            </a:r>
            <a:endParaRPr dirty="0"/>
          </a:p>
        </p:txBody>
      </p:sp>
      <p:sp>
        <p:nvSpPr>
          <p:cNvPr id="2" name="Google Shape;531;p36">
            <a:extLst>
              <a:ext uri="{FF2B5EF4-FFF2-40B4-BE49-F238E27FC236}">
                <a16:creationId xmlns:a16="http://schemas.microsoft.com/office/drawing/2014/main" id="{87C650C6-C776-9DE8-3039-C5C6DE142A4E}"/>
              </a:ext>
            </a:extLst>
          </p:cNvPr>
          <p:cNvSpPr/>
          <p:nvPr/>
        </p:nvSpPr>
        <p:spPr>
          <a:xfrm>
            <a:off x="713225" y="1959750"/>
            <a:ext cx="844800" cy="731700"/>
          </a:xfrm>
          <a:prstGeom prst="hexagon">
            <a:avLst>
              <a:gd name="adj" fmla="val 25000"/>
              <a:gd name="vf" fmla="val 115470"/>
            </a:avLst>
          </a:prstGeom>
          <a:gradFill>
            <a:gsLst>
              <a:gs pos="0">
                <a:schemeClr val="lt1"/>
              </a:gs>
              <a:gs pos="100000">
                <a:schemeClr val="dk1"/>
              </a:gs>
            </a:gsLst>
            <a:path path="circle">
              <a:fillToRect l="100000" b="100000"/>
            </a:path>
            <a:tileRect t="-100000" r="-100000"/>
          </a:gradFill>
          <a:ln>
            <a:noFill/>
          </a:ln>
          <a:effectLst>
            <a:outerShdw blurRad="128588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" name="Google Shape;531;p36">
            <a:extLst>
              <a:ext uri="{FF2B5EF4-FFF2-40B4-BE49-F238E27FC236}">
                <a16:creationId xmlns:a16="http://schemas.microsoft.com/office/drawing/2014/main" id="{17E2033C-71D3-CD4D-B51F-9DF7BFF60ECB}"/>
              </a:ext>
            </a:extLst>
          </p:cNvPr>
          <p:cNvSpPr/>
          <p:nvPr/>
        </p:nvSpPr>
        <p:spPr>
          <a:xfrm>
            <a:off x="4882773" y="1970249"/>
            <a:ext cx="844800" cy="731700"/>
          </a:xfrm>
          <a:prstGeom prst="hexagon">
            <a:avLst>
              <a:gd name="adj" fmla="val 25000"/>
              <a:gd name="vf" fmla="val 115470"/>
            </a:avLst>
          </a:prstGeom>
          <a:gradFill>
            <a:gsLst>
              <a:gs pos="0">
                <a:schemeClr val="lt1"/>
              </a:gs>
              <a:gs pos="100000">
                <a:schemeClr val="dk1"/>
              </a:gs>
            </a:gsLst>
            <a:path path="circle">
              <a:fillToRect l="100000" b="100000"/>
            </a:path>
            <a:tileRect t="-100000" r="-100000"/>
          </a:gradFill>
          <a:ln>
            <a:noFill/>
          </a:ln>
          <a:effectLst>
            <a:outerShdw blurRad="128588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8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738">
                                            <p:bg/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73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9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739">
                                            <p:bg/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73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6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5" fill="hold">
                      <p:stCondLst>
                        <p:cond delay="indefinite"/>
                      </p:stCondLst>
                      <p:childTnLst>
                        <p:par>
                          <p:cTn id="56" fill="hold">
                            <p:stCondLst>
                              <p:cond delay="0"/>
                            </p:stCondLst>
                            <p:childTnLst>
                              <p:par>
                                <p:cTn id="5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38" grpId="0" uiExpand="1" build="p" animBg="1"/>
      <p:bldP spid="739" grpId="0" uiExpand="1" build="p" animBg="1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7" name="Google Shape;797;p43"/>
          <p:cNvSpPr txBox="1">
            <a:spLocks noGrp="1"/>
          </p:cNvSpPr>
          <p:nvPr>
            <p:ph type="title"/>
          </p:nvPr>
        </p:nvSpPr>
        <p:spPr>
          <a:xfrm>
            <a:off x="1542475" y="539500"/>
            <a:ext cx="6059050" cy="6129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¿Qué operaciones debe realizar (las básicas)?</a:t>
            </a:r>
            <a:endParaRPr dirty="0"/>
          </a:p>
        </p:txBody>
      </p:sp>
      <p:sp>
        <p:nvSpPr>
          <p:cNvPr id="800" name="Google Shape;800;p43"/>
          <p:cNvSpPr txBox="1">
            <a:spLocks noGrp="1"/>
          </p:cNvSpPr>
          <p:nvPr>
            <p:ph type="subTitle" idx="3"/>
          </p:nvPr>
        </p:nvSpPr>
        <p:spPr>
          <a:xfrm>
            <a:off x="1941225" y="1696125"/>
            <a:ext cx="4947000" cy="370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000" dirty="0"/>
              <a:t>Insertar un símbolo</a:t>
            </a:r>
            <a:endParaRPr sz="2000" dirty="0"/>
          </a:p>
        </p:txBody>
      </p:sp>
      <p:sp>
        <p:nvSpPr>
          <p:cNvPr id="801" name="Google Shape;801;p43"/>
          <p:cNvSpPr txBox="1">
            <a:spLocks noGrp="1"/>
          </p:cNvSpPr>
          <p:nvPr>
            <p:ph type="subTitle" idx="4"/>
          </p:nvPr>
        </p:nvSpPr>
        <p:spPr>
          <a:xfrm>
            <a:off x="1941225" y="2707324"/>
            <a:ext cx="4947000" cy="370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000" dirty="0"/>
              <a:t>Recuperar información de un símbolo</a:t>
            </a:r>
            <a:endParaRPr sz="2000" dirty="0"/>
          </a:p>
        </p:txBody>
      </p:sp>
      <p:sp>
        <p:nvSpPr>
          <p:cNvPr id="803" name="Google Shape;803;p43"/>
          <p:cNvSpPr txBox="1">
            <a:spLocks noGrp="1"/>
          </p:cNvSpPr>
          <p:nvPr>
            <p:ph type="subTitle" idx="6"/>
          </p:nvPr>
        </p:nvSpPr>
        <p:spPr>
          <a:xfrm flipH="1">
            <a:off x="1941100" y="3718523"/>
            <a:ext cx="4947000" cy="370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000" dirty="0"/>
              <a:t>Actualizar información de un símbolo</a:t>
            </a:r>
            <a:endParaRPr sz="2000" dirty="0"/>
          </a:p>
        </p:txBody>
      </p:sp>
      <p:sp>
        <p:nvSpPr>
          <p:cNvPr id="804" name="Google Shape;804;p43"/>
          <p:cNvSpPr/>
          <p:nvPr/>
        </p:nvSpPr>
        <p:spPr>
          <a:xfrm>
            <a:off x="929658" y="1515162"/>
            <a:ext cx="844800" cy="731700"/>
          </a:xfrm>
          <a:prstGeom prst="hexagon">
            <a:avLst>
              <a:gd name="adj" fmla="val 25000"/>
              <a:gd name="vf" fmla="val 115470"/>
            </a:avLst>
          </a:prstGeom>
          <a:gradFill>
            <a:gsLst>
              <a:gs pos="0">
                <a:schemeClr val="lt1"/>
              </a:gs>
              <a:gs pos="100000">
                <a:schemeClr val="dk1"/>
              </a:gs>
            </a:gsLst>
            <a:path path="circle">
              <a:fillToRect l="100000" b="100000"/>
            </a:path>
            <a:tileRect t="-100000" r="-100000"/>
          </a:gradFill>
          <a:ln>
            <a:noFill/>
          </a:ln>
          <a:effectLst>
            <a:outerShdw blurRad="128588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805" name="Google Shape;805;p43"/>
          <p:cNvSpPr/>
          <p:nvPr/>
        </p:nvSpPr>
        <p:spPr>
          <a:xfrm>
            <a:off x="929658" y="2526362"/>
            <a:ext cx="844800" cy="731700"/>
          </a:xfrm>
          <a:prstGeom prst="hexagon">
            <a:avLst>
              <a:gd name="adj" fmla="val 25000"/>
              <a:gd name="vf" fmla="val 115470"/>
            </a:avLst>
          </a:prstGeom>
          <a:gradFill>
            <a:gsLst>
              <a:gs pos="0">
                <a:schemeClr val="lt1"/>
              </a:gs>
              <a:gs pos="100000">
                <a:schemeClr val="dk1"/>
              </a:gs>
            </a:gsLst>
            <a:path path="circle">
              <a:fillToRect l="100000" b="100000"/>
            </a:path>
            <a:tileRect t="-100000" r="-100000"/>
          </a:gradFill>
          <a:ln>
            <a:noFill/>
          </a:ln>
          <a:effectLst>
            <a:outerShdw blurRad="128588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06" name="Google Shape;806;p43"/>
          <p:cNvSpPr/>
          <p:nvPr/>
        </p:nvSpPr>
        <p:spPr>
          <a:xfrm>
            <a:off x="929658" y="3537562"/>
            <a:ext cx="844800" cy="731700"/>
          </a:xfrm>
          <a:prstGeom prst="hexagon">
            <a:avLst>
              <a:gd name="adj" fmla="val 25000"/>
              <a:gd name="vf" fmla="val 115470"/>
            </a:avLst>
          </a:prstGeom>
          <a:gradFill>
            <a:gsLst>
              <a:gs pos="0">
                <a:schemeClr val="lt1"/>
              </a:gs>
              <a:gs pos="100000">
                <a:schemeClr val="dk1"/>
              </a:gs>
            </a:gsLst>
            <a:path path="circle">
              <a:fillToRect l="100000" b="100000"/>
            </a:path>
            <a:tileRect t="-100000" r="-100000"/>
          </a:gradFill>
          <a:ln>
            <a:noFill/>
          </a:ln>
          <a:effectLst>
            <a:outerShdw blurRad="128588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80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80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80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80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80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80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00" grpId="0" animBg="1"/>
      <p:bldP spid="801" grpId="0" animBg="1"/>
      <p:bldP spid="803" grpId="0" animBg="1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5" name="Google Shape;575;p37"/>
          <p:cNvSpPr txBox="1">
            <a:spLocks noGrp="1"/>
          </p:cNvSpPr>
          <p:nvPr>
            <p:ph type="title"/>
          </p:nvPr>
        </p:nvSpPr>
        <p:spPr>
          <a:xfrm>
            <a:off x="713250" y="539500"/>
            <a:ext cx="7717500" cy="11304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¿Qué estructuras de datos pueden utilizarse para implementarla?</a:t>
            </a:r>
            <a:endParaRPr dirty="0"/>
          </a:p>
        </p:txBody>
      </p:sp>
      <p:sp>
        <p:nvSpPr>
          <p:cNvPr id="577" name="Google Shape;577;p37"/>
          <p:cNvSpPr txBox="1"/>
          <p:nvPr/>
        </p:nvSpPr>
        <p:spPr>
          <a:xfrm>
            <a:off x="1904781" y="2035437"/>
            <a:ext cx="2362800" cy="69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200" dirty="0">
                <a:solidFill>
                  <a:schemeClr val="accent2"/>
                </a:solidFill>
                <a:latin typeface="Overpass"/>
                <a:ea typeface="Overpass"/>
                <a:cs typeface="Overpass"/>
                <a:sym typeface="Overpass"/>
              </a:rPr>
              <a:t>Arreglo</a:t>
            </a:r>
            <a:endParaRPr sz="2200" dirty="0">
              <a:solidFill>
                <a:schemeClr val="accent2"/>
              </a:solidFill>
              <a:latin typeface="Overpass"/>
              <a:ea typeface="Overpass"/>
              <a:cs typeface="Overpass"/>
              <a:sym typeface="Overpass"/>
            </a:endParaRPr>
          </a:p>
        </p:txBody>
      </p:sp>
      <p:sp>
        <p:nvSpPr>
          <p:cNvPr id="578" name="Google Shape;578;p37"/>
          <p:cNvSpPr txBox="1"/>
          <p:nvPr/>
        </p:nvSpPr>
        <p:spPr>
          <a:xfrm>
            <a:off x="1904801" y="2987498"/>
            <a:ext cx="2362800" cy="69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200" dirty="0">
                <a:solidFill>
                  <a:schemeClr val="accent2"/>
                </a:solidFill>
                <a:latin typeface="Overpass"/>
                <a:ea typeface="Overpass"/>
                <a:cs typeface="Overpass"/>
                <a:sym typeface="Overpass"/>
              </a:rPr>
              <a:t>Lista enlazada</a:t>
            </a:r>
            <a:endParaRPr sz="2200" dirty="0">
              <a:solidFill>
                <a:schemeClr val="accent2"/>
              </a:solidFill>
              <a:latin typeface="Overpass"/>
              <a:ea typeface="Overpass"/>
              <a:cs typeface="Overpass"/>
              <a:sym typeface="Overpass"/>
            </a:endParaRPr>
          </a:p>
        </p:txBody>
      </p:sp>
      <p:sp>
        <p:nvSpPr>
          <p:cNvPr id="580" name="Google Shape;580;p37"/>
          <p:cNvSpPr txBox="1"/>
          <p:nvPr/>
        </p:nvSpPr>
        <p:spPr>
          <a:xfrm>
            <a:off x="5851417" y="2035437"/>
            <a:ext cx="2362800" cy="69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200" dirty="0">
                <a:solidFill>
                  <a:schemeClr val="accent2"/>
                </a:solidFill>
                <a:latin typeface="Overpass"/>
                <a:ea typeface="Overpass"/>
                <a:cs typeface="Overpass"/>
                <a:sym typeface="Overpass"/>
              </a:rPr>
              <a:t>Tabla de hash</a:t>
            </a:r>
            <a:endParaRPr sz="2200" dirty="0">
              <a:solidFill>
                <a:schemeClr val="accent2"/>
              </a:solidFill>
              <a:latin typeface="Overpass"/>
              <a:ea typeface="Overpass"/>
              <a:cs typeface="Overpass"/>
              <a:sym typeface="Overpass"/>
            </a:endParaRPr>
          </a:p>
        </p:txBody>
      </p:sp>
      <p:sp>
        <p:nvSpPr>
          <p:cNvPr id="581" name="Google Shape;581;p37"/>
          <p:cNvSpPr txBox="1"/>
          <p:nvPr/>
        </p:nvSpPr>
        <p:spPr>
          <a:xfrm>
            <a:off x="5851437" y="2987498"/>
            <a:ext cx="2362800" cy="69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200" dirty="0">
                <a:solidFill>
                  <a:schemeClr val="accent2"/>
                </a:solidFill>
                <a:latin typeface="Overpass"/>
                <a:ea typeface="Overpass"/>
                <a:cs typeface="Overpass"/>
                <a:sym typeface="Overpass"/>
              </a:rPr>
              <a:t>Árbol</a:t>
            </a:r>
            <a:endParaRPr sz="2200" dirty="0">
              <a:solidFill>
                <a:schemeClr val="accent2"/>
              </a:solidFill>
              <a:latin typeface="Overpass"/>
              <a:ea typeface="Overpass"/>
              <a:cs typeface="Overpass"/>
              <a:sym typeface="Overpass"/>
            </a:endParaRPr>
          </a:p>
        </p:txBody>
      </p:sp>
      <p:sp>
        <p:nvSpPr>
          <p:cNvPr id="582" name="Google Shape;582;p37"/>
          <p:cNvSpPr/>
          <p:nvPr/>
        </p:nvSpPr>
        <p:spPr>
          <a:xfrm>
            <a:off x="4879833" y="2018937"/>
            <a:ext cx="844800" cy="731700"/>
          </a:xfrm>
          <a:prstGeom prst="hexagon">
            <a:avLst>
              <a:gd name="adj" fmla="val 25000"/>
              <a:gd name="vf" fmla="val 115470"/>
            </a:avLst>
          </a:prstGeom>
          <a:gradFill>
            <a:gsLst>
              <a:gs pos="0">
                <a:schemeClr val="lt1"/>
              </a:gs>
              <a:gs pos="100000">
                <a:schemeClr val="dk1"/>
              </a:gs>
            </a:gsLst>
            <a:path path="circle">
              <a:fillToRect l="100000" b="100000"/>
            </a:path>
            <a:tileRect t="-100000" r="-100000"/>
          </a:gradFill>
          <a:ln>
            <a:noFill/>
          </a:ln>
          <a:effectLst>
            <a:outerShdw blurRad="128588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83" name="Google Shape;583;p37"/>
          <p:cNvSpPr/>
          <p:nvPr/>
        </p:nvSpPr>
        <p:spPr>
          <a:xfrm>
            <a:off x="929658" y="2018937"/>
            <a:ext cx="844800" cy="731700"/>
          </a:xfrm>
          <a:prstGeom prst="hexagon">
            <a:avLst>
              <a:gd name="adj" fmla="val 25000"/>
              <a:gd name="vf" fmla="val 115470"/>
            </a:avLst>
          </a:prstGeom>
          <a:gradFill>
            <a:gsLst>
              <a:gs pos="0">
                <a:schemeClr val="lt1"/>
              </a:gs>
              <a:gs pos="100000">
                <a:schemeClr val="dk1"/>
              </a:gs>
            </a:gsLst>
            <a:path path="circle">
              <a:fillToRect l="100000" b="100000"/>
            </a:path>
            <a:tileRect t="-100000" r="-100000"/>
          </a:gradFill>
          <a:ln>
            <a:noFill/>
          </a:ln>
          <a:effectLst>
            <a:outerShdw blurRad="128588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84" name="Google Shape;584;p37"/>
          <p:cNvSpPr/>
          <p:nvPr/>
        </p:nvSpPr>
        <p:spPr>
          <a:xfrm>
            <a:off x="4879833" y="2970998"/>
            <a:ext cx="844800" cy="731700"/>
          </a:xfrm>
          <a:prstGeom prst="hexagon">
            <a:avLst>
              <a:gd name="adj" fmla="val 25000"/>
              <a:gd name="vf" fmla="val 115470"/>
            </a:avLst>
          </a:prstGeom>
          <a:gradFill>
            <a:gsLst>
              <a:gs pos="0">
                <a:schemeClr val="lt1"/>
              </a:gs>
              <a:gs pos="100000">
                <a:schemeClr val="dk1"/>
              </a:gs>
            </a:gsLst>
            <a:path path="circle">
              <a:fillToRect l="100000" b="100000"/>
            </a:path>
            <a:tileRect t="-100000" r="-100000"/>
          </a:gradFill>
          <a:ln>
            <a:noFill/>
          </a:ln>
          <a:effectLst>
            <a:outerShdw blurRad="128588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85" name="Google Shape;585;p37"/>
          <p:cNvSpPr/>
          <p:nvPr/>
        </p:nvSpPr>
        <p:spPr>
          <a:xfrm>
            <a:off x="929658" y="2970998"/>
            <a:ext cx="844800" cy="731700"/>
          </a:xfrm>
          <a:prstGeom prst="hexagon">
            <a:avLst>
              <a:gd name="adj" fmla="val 25000"/>
              <a:gd name="vf" fmla="val 115470"/>
            </a:avLst>
          </a:prstGeom>
          <a:gradFill>
            <a:gsLst>
              <a:gs pos="0">
                <a:schemeClr val="lt1"/>
              </a:gs>
              <a:gs pos="100000">
                <a:schemeClr val="dk1"/>
              </a:gs>
            </a:gsLst>
            <a:path path="circle">
              <a:fillToRect l="100000" b="100000"/>
            </a:path>
            <a:tileRect t="-100000" r="-100000"/>
          </a:gradFill>
          <a:ln>
            <a:noFill/>
          </a:ln>
          <a:effectLst>
            <a:outerShdw blurRad="128588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" name="Google Shape;581;p37">
            <a:extLst>
              <a:ext uri="{FF2B5EF4-FFF2-40B4-BE49-F238E27FC236}">
                <a16:creationId xmlns:a16="http://schemas.microsoft.com/office/drawing/2014/main" id="{72A24988-CD15-8046-AA06-CA71EA2BC9EF}"/>
              </a:ext>
            </a:extLst>
          </p:cNvPr>
          <p:cNvSpPr txBox="1"/>
          <p:nvPr/>
        </p:nvSpPr>
        <p:spPr>
          <a:xfrm>
            <a:off x="3260637" y="3939559"/>
            <a:ext cx="3930738" cy="69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200" dirty="0">
                <a:solidFill>
                  <a:schemeClr val="accent1"/>
                </a:solidFill>
                <a:latin typeface="Overpass"/>
                <a:ea typeface="Overpass"/>
                <a:cs typeface="Overpass"/>
                <a:sym typeface="Overpass"/>
              </a:rPr>
              <a:t>Tabla de símbolos por alcance</a:t>
            </a:r>
            <a:endParaRPr sz="2200" dirty="0">
              <a:solidFill>
                <a:schemeClr val="accent1"/>
              </a:solidFill>
              <a:latin typeface="Overpass"/>
              <a:ea typeface="Overpass"/>
              <a:cs typeface="Overpass"/>
              <a:sym typeface="Overpass"/>
            </a:endParaRPr>
          </a:p>
        </p:txBody>
      </p:sp>
      <p:sp>
        <p:nvSpPr>
          <p:cNvPr id="5" name="Google Shape;584;p37">
            <a:extLst>
              <a:ext uri="{FF2B5EF4-FFF2-40B4-BE49-F238E27FC236}">
                <a16:creationId xmlns:a16="http://schemas.microsoft.com/office/drawing/2014/main" id="{5B1F32E5-19A0-1E8D-4608-C6E9534E482D}"/>
              </a:ext>
            </a:extLst>
          </p:cNvPr>
          <p:cNvSpPr/>
          <p:nvPr/>
        </p:nvSpPr>
        <p:spPr>
          <a:xfrm>
            <a:off x="2289033" y="3923059"/>
            <a:ext cx="844800" cy="731700"/>
          </a:xfrm>
          <a:prstGeom prst="hexagon">
            <a:avLst>
              <a:gd name="adj" fmla="val 25000"/>
              <a:gd name="vf" fmla="val 115470"/>
            </a:avLst>
          </a:prstGeom>
          <a:gradFill>
            <a:gsLst>
              <a:gs pos="0">
                <a:schemeClr val="lt1"/>
              </a:gs>
              <a:gs pos="100000">
                <a:schemeClr val="dk1"/>
              </a:gs>
            </a:gsLst>
            <a:path path="circle">
              <a:fillToRect l="100000" b="100000"/>
            </a:path>
            <a:tileRect t="-100000" r="-100000"/>
          </a:gradFill>
          <a:ln>
            <a:noFill/>
          </a:ln>
          <a:effectLst>
            <a:outerShdw blurRad="128588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57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58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57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58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500"/>
                                        <p:tgtEl>
                                          <p:spTgt spid="58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500"/>
                                        <p:tgtEl>
                                          <p:spTgt spid="58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500"/>
                                        <p:tgtEl>
                                          <p:spTgt spid="58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500"/>
                                        <p:tgtEl>
                                          <p:spTgt spid="58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77" grpId="0"/>
      <p:bldP spid="578" grpId="0"/>
      <p:bldP spid="580" grpId="0"/>
      <p:bldP spid="581" grpId="0"/>
      <p:bldP spid="582" grpId="0" animBg="1"/>
      <p:bldP spid="583" grpId="0" animBg="1"/>
      <p:bldP spid="584" grpId="0" animBg="1"/>
      <p:bldP spid="585" grpId="0" animBg="1"/>
      <p:bldP spid="4" grpId="0"/>
      <p:bldP spid="5" grpId="0" animBg="1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433;p33">
            <a:extLst>
              <a:ext uri="{FF2B5EF4-FFF2-40B4-BE49-F238E27FC236}">
                <a16:creationId xmlns:a16="http://schemas.microsoft.com/office/drawing/2014/main" id="{EB7A1620-5562-0405-0D86-1F018C5AB992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713225" y="496950"/>
            <a:ext cx="7717500" cy="612900"/>
          </a:xfrm>
          <a:prstGeom prst="rect">
            <a:avLst/>
          </a:prstGeom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3400" dirty="0">
                <a:solidFill>
                  <a:schemeClr val="tx2"/>
                </a:solidFill>
              </a:rPr>
              <a:t>Tabla de símbolos por alcance</a:t>
            </a:r>
            <a:endParaRPr sz="3400" dirty="0">
              <a:solidFill>
                <a:schemeClr val="tx2"/>
              </a:solidFill>
            </a:endParaRPr>
          </a:p>
        </p:txBody>
      </p:sp>
      <p:grpSp>
        <p:nvGrpSpPr>
          <p:cNvPr id="466" name="Grupo 465">
            <a:extLst>
              <a:ext uri="{FF2B5EF4-FFF2-40B4-BE49-F238E27FC236}">
                <a16:creationId xmlns:a16="http://schemas.microsoft.com/office/drawing/2014/main" id="{52AFAEB8-11B0-EDDE-D44D-12AE1633A313}"/>
              </a:ext>
            </a:extLst>
          </p:cNvPr>
          <p:cNvGrpSpPr/>
          <p:nvPr/>
        </p:nvGrpSpPr>
        <p:grpSpPr>
          <a:xfrm rot="5400000">
            <a:off x="2186198" y="-494865"/>
            <a:ext cx="4771604" cy="7109190"/>
            <a:chOff x="1524000" y="-954585"/>
            <a:chExt cx="4771604" cy="7109190"/>
          </a:xfrm>
        </p:grpSpPr>
        <p:sp>
          <p:nvSpPr>
            <p:cNvPr id="467" name="Rectángulo 466">
              <a:extLst>
                <a:ext uri="{FF2B5EF4-FFF2-40B4-BE49-F238E27FC236}">
                  <a16:creationId xmlns:a16="http://schemas.microsoft.com/office/drawing/2014/main" id="{5562A222-8609-F92B-FAF6-C7DFD92053D6}"/>
                </a:ext>
              </a:extLst>
            </p:cNvPr>
            <p:cNvSpPr/>
            <p:nvPr/>
          </p:nvSpPr>
          <p:spPr>
            <a:xfrm>
              <a:off x="1524000" y="1650774"/>
              <a:ext cx="4771604" cy="2952975"/>
            </a:xfrm>
            <a:prstGeom prst="rect">
              <a:avLst/>
            </a:prstGeom>
            <a:noFill/>
          </p:spPr>
          <p:txBody>
            <a:bodyPr/>
            <a:lstStyle/>
            <a:p>
              <a:endParaRPr lang="es-GT"/>
            </a:p>
          </p:txBody>
        </p:sp>
        <p:sp>
          <p:nvSpPr>
            <p:cNvPr id="468" name="Rectángulo 467">
              <a:extLst>
                <a:ext uri="{FF2B5EF4-FFF2-40B4-BE49-F238E27FC236}">
                  <a16:creationId xmlns:a16="http://schemas.microsoft.com/office/drawing/2014/main" id="{311138BF-87D4-D0B8-2C0F-382274D59712}"/>
                </a:ext>
              </a:extLst>
            </p:cNvPr>
            <p:cNvSpPr/>
            <p:nvPr/>
          </p:nvSpPr>
          <p:spPr>
            <a:xfrm rot="16200000">
              <a:off x="1997629" y="2245717"/>
              <a:ext cx="1250136" cy="627218"/>
            </a:xfrm>
            <a:prstGeom prst="rect">
              <a:avLst/>
            </a:prstGeom>
            <a:noFill/>
            <a:ln w="9525">
              <a:solidFill>
                <a:schemeClr val="tx2"/>
              </a:solidFill>
            </a:ln>
          </p:spPr>
          <p:style>
            <a:lnRef idx="2">
              <a:schemeClr val="lt1">
                <a:hueOff val="0"/>
                <a:satOff val="0"/>
                <a:lumOff val="0"/>
                <a:alphaOff val="0"/>
              </a:schemeClr>
            </a:lnRef>
            <a:fillRef idx="1">
              <a:schemeClr val="accent1">
                <a:hueOff val="0"/>
                <a:satOff val="0"/>
                <a:lumOff val="0"/>
                <a:alphaOff val="0"/>
              </a:schemeClr>
            </a:fillRef>
            <a:effectRef idx="0">
              <a:schemeClr val="accent1">
                <a:hueOff val="0"/>
                <a:satOff val="0"/>
                <a:lumOff val="0"/>
                <a:alphaOff val="0"/>
              </a:schemeClr>
            </a:effectRef>
            <a:fontRef idx="minor">
              <a:schemeClr val="lt1"/>
            </a:fontRef>
          </p:style>
          <p:txBody>
            <a:bodyPr spcFirstLastPara="0" vert="horz" wrap="square" lIns="31706" tIns="31706" rIns="31706" bIns="31706" numCol="1" spcCol="1270" anchor="ctr" anchorCtr="0">
              <a:noAutofit/>
            </a:bodyPr>
            <a:lstStyle/>
            <a:p>
              <a:pPr marL="0" lvl="0" indent="0" algn="ctr" defTabSz="933450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  <a:buNone/>
              </a:pPr>
              <a:r>
                <a:rPr lang="es-GT" sz="2200" kern="1200" dirty="0">
                  <a:solidFill>
                    <a:schemeClr val="accent2"/>
                  </a:solidFill>
                  <a:latin typeface="Oxanium Medium" panose="020B0604020202020204" charset="0"/>
                </a:rPr>
                <a:t>Alcance 0</a:t>
              </a:r>
            </a:p>
          </p:txBody>
        </p:sp>
        <p:sp>
          <p:nvSpPr>
            <p:cNvPr id="470" name="Rectángulo 469">
              <a:extLst>
                <a:ext uri="{FF2B5EF4-FFF2-40B4-BE49-F238E27FC236}">
                  <a16:creationId xmlns:a16="http://schemas.microsoft.com/office/drawing/2014/main" id="{8B924D77-896D-44F5-3CAE-8C0AAEBA31DE}"/>
                </a:ext>
              </a:extLst>
            </p:cNvPr>
            <p:cNvSpPr/>
            <p:nvPr/>
          </p:nvSpPr>
          <p:spPr>
            <a:xfrm rot="16200000">
              <a:off x="2914519" y="929511"/>
              <a:ext cx="1250136" cy="627218"/>
            </a:xfrm>
            <a:prstGeom prst="rect">
              <a:avLst/>
            </a:prstGeom>
            <a:noFill/>
            <a:ln w="9525">
              <a:solidFill>
                <a:schemeClr val="tx2"/>
              </a:solidFill>
            </a:ln>
          </p:spPr>
          <p:style>
            <a:lnRef idx="2">
              <a:schemeClr val="lt1">
                <a:hueOff val="0"/>
                <a:satOff val="0"/>
                <a:lumOff val="0"/>
                <a:alphaOff val="0"/>
              </a:schemeClr>
            </a:lnRef>
            <a:fillRef idx="1">
              <a:schemeClr val="accent1">
                <a:hueOff val="0"/>
                <a:satOff val="0"/>
                <a:lumOff val="0"/>
                <a:alphaOff val="0"/>
              </a:schemeClr>
            </a:fillRef>
            <a:effectRef idx="0">
              <a:schemeClr val="accent1">
                <a:hueOff val="0"/>
                <a:satOff val="0"/>
                <a:lumOff val="0"/>
                <a:alphaOff val="0"/>
              </a:schemeClr>
            </a:effectRef>
            <a:fontRef idx="minor">
              <a:schemeClr val="lt1"/>
            </a:fontRef>
          </p:style>
          <p:txBody>
            <a:bodyPr spcFirstLastPara="0" vert="horz" wrap="square" lIns="31706" tIns="31706" rIns="31706" bIns="31706" numCol="1" spcCol="1270" anchor="ctr" anchorCtr="0">
              <a:noAutofit/>
            </a:bodyPr>
            <a:lstStyle/>
            <a:p>
              <a:pPr marL="0" lvl="0" indent="0" algn="ctr" defTabSz="933450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  <a:buNone/>
              </a:pPr>
              <a:r>
                <a:rPr lang="es-GT" sz="2200" kern="1200" dirty="0">
                  <a:solidFill>
                    <a:schemeClr val="accent2"/>
                  </a:solidFill>
                  <a:latin typeface="Oxanium Medium" panose="020B0604020202020204" charset="0"/>
                </a:rPr>
                <a:t>Alcance 2</a:t>
              </a:r>
            </a:p>
          </p:txBody>
        </p:sp>
        <p:sp>
          <p:nvSpPr>
            <p:cNvPr id="472" name="Rectángulo 471">
              <a:extLst>
                <a:ext uri="{FF2B5EF4-FFF2-40B4-BE49-F238E27FC236}">
                  <a16:creationId xmlns:a16="http://schemas.microsoft.com/office/drawing/2014/main" id="{BF96A126-7A04-000D-6339-CC44DA57E7AF}"/>
                </a:ext>
              </a:extLst>
            </p:cNvPr>
            <p:cNvSpPr/>
            <p:nvPr/>
          </p:nvSpPr>
          <p:spPr>
            <a:xfrm rot="16200000">
              <a:off x="3815845" y="-643126"/>
              <a:ext cx="1250136" cy="627218"/>
            </a:xfrm>
            <a:prstGeom prst="rect">
              <a:avLst/>
            </a:prstGeom>
            <a:noFill/>
            <a:ln w="9525">
              <a:solidFill>
                <a:schemeClr val="tx2"/>
              </a:solidFill>
            </a:ln>
          </p:spPr>
          <p:style>
            <a:lnRef idx="2">
              <a:schemeClr val="lt1">
                <a:hueOff val="0"/>
                <a:satOff val="0"/>
                <a:lumOff val="0"/>
                <a:alphaOff val="0"/>
              </a:schemeClr>
            </a:lnRef>
            <a:fillRef idx="1">
              <a:schemeClr val="accent1">
                <a:hueOff val="0"/>
                <a:satOff val="0"/>
                <a:lumOff val="0"/>
                <a:alphaOff val="0"/>
              </a:schemeClr>
            </a:fillRef>
            <a:effectRef idx="0">
              <a:schemeClr val="accent1">
                <a:hueOff val="0"/>
                <a:satOff val="0"/>
                <a:lumOff val="0"/>
                <a:alphaOff val="0"/>
              </a:schemeClr>
            </a:effectRef>
            <a:fontRef idx="minor">
              <a:schemeClr val="lt1"/>
            </a:fontRef>
          </p:style>
          <p:txBody>
            <a:bodyPr spcFirstLastPara="0" vert="horz" wrap="square" lIns="31706" tIns="31706" rIns="31706" bIns="31706" numCol="1" spcCol="1270" anchor="ctr" anchorCtr="0">
              <a:noAutofit/>
            </a:bodyPr>
            <a:lstStyle/>
            <a:p>
              <a:pPr marL="0" lvl="0" indent="0" algn="ctr" defTabSz="933450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  <a:buNone/>
              </a:pPr>
              <a:r>
                <a:rPr lang="es-GT" sz="2200" kern="1200" dirty="0">
                  <a:solidFill>
                    <a:schemeClr val="accent2"/>
                  </a:solidFill>
                  <a:latin typeface="Oxanium Medium" panose="020B0604020202020204" charset="0"/>
                </a:rPr>
                <a:t>Alcance 6</a:t>
              </a:r>
            </a:p>
          </p:txBody>
        </p:sp>
        <p:sp>
          <p:nvSpPr>
            <p:cNvPr id="474" name="Rectángulo 473">
              <a:extLst>
                <a:ext uri="{FF2B5EF4-FFF2-40B4-BE49-F238E27FC236}">
                  <a16:creationId xmlns:a16="http://schemas.microsoft.com/office/drawing/2014/main" id="{F8F62649-FD84-3544-A282-48B8C8DE7496}"/>
                </a:ext>
              </a:extLst>
            </p:cNvPr>
            <p:cNvSpPr/>
            <p:nvPr/>
          </p:nvSpPr>
          <p:spPr>
            <a:xfrm rot="16200000">
              <a:off x="3815844" y="1308183"/>
              <a:ext cx="1250136" cy="627218"/>
            </a:xfrm>
            <a:prstGeom prst="rect">
              <a:avLst/>
            </a:prstGeom>
            <a:noFill/>
            <a:ln w="9525">
              <a:solidFill>
                <a:schemeClr val="tx2"/>
              </a:solidFill>
            </a:ln>
          </p:spPr>
          <p:style>
            <a:lnRef idx="2">
              <a:schemeClr val="lt1">
                <a:hueOff val="0"/>
                <a:satOff val="0"/>
                <a:lumOff val="0"/>
                <a:alphaOff val="0"/>
              </a:schemeClr>
            </a:lnRef>
            <a:fillRef idx="1">
              <a:schemeClr val="accent1">
                <a:hueOff val="0"/>
                <a:satOff val="0"/>
                <a:lumOff val="0"/>
                <a:alphaOff val="0"/>
              </a:schemeClr>
            </a:fillRef>
            <a:effectRef idx="0">
              <a:schemeClr val="accent1">
                <a:hueOff val="0"/>
                <a:satOff val="0"/>
                <a:lumOff val="0"/>
                <a:alphaOff val="0"/>
              </a:schemeClr>
            </a:effectRef>
            <a:fontRef idx="minor">
              <a:schemeClr val="lt1"/>
            </a:fontRef>
          </p:style>
          <p:txBody>
            <a:bodyPr spcFirstLastPara="0" vert="horz" wrap="square" lIns="31706" tIns="31706" rIns="31706" bIns="31706" numCol="1" spcCol="1270" anchor="ctr" anchorCtr="0">
              <a:noAutofit/>
            </a:bodyPr>
            <a:lstStyle/>
            <a:p>
              <a:pPr marL="0" lvl="0" indent="0" algn="ctr" defTabSz="933450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  <a:buNone/>
              </a:pPr>
              <a:r>
                <a:rPr lang="es-GT" sz="2200" kern="1200" dirty="0">
                  <a:solidFill>
                    <a:schemeClr val="accent2"/>
                  </a:solidFill>
                  <a:latin typeface="Oxanium Medium" panose="020B0604020202020204" charset="0"/>
                </a:rPr>
                <a:t>Alcance 5</a:t>
              </a:r>
            </a:p>
          </p:txBody>
        </p:sp>
        <p:sp>
          <p:nvSpPr>
            <p:cNvPr id="476" name="Rectángulo 475">
              <a:extLst>
                <a:ext uri="{FF2B5EF4-FFF2-40B4-BE49-F238E27FC236}">
                  <a16:creationId xmlns:a16="http://schemas.microsoft.com/office/drawing/2014/main" id="{4A82834A-E63C-4049-A597-38534A5DB65B}"/>
                </a:ext>
              </a:extLst>
            </p:cNvPr>
            <p:cNvSpPr/>
            <p:nvPr/>
          </p:nvSpPr>
          <p:spPr>
            <a:xfrm rot="16200000">
              <a:off x="2908250" y="3633096"/>
              <a:ext cx="1250136" cy="627218"/>
            </a:xfrm>
            <a:prstGeom prst="rect">
              <a:avLst/>
            </a:prstGeom>
            <a:noFill/>
            <a:ln w="9525">
              <a:solidFill>
                <a:schemeClr val="tx2"/>
              </a:solidFill>
            </a:ln>
          </p:spPr>
          <p:style>
            <a:lnRef idx="2">
              <a:schemeClr val="lt1">
                <a:hueOff val="0"/>
                <a:satOff val="0"/>
                <a:lumOff val="0"/>
                <a:alphaOff val="0"/>
              </a:schemeClr>
            </a:lnRef>
            <a:fillRef idx="1">
              <a:schemeClr val="accent1">
                <a:hueOff val="0"/>
                <a:satOff val="0"/>
                <a:lumOff val="0"/>
                <a:alphaOff val="0"/>
              </a:schemeClr>
            </a:fillRef>
            <a:effectRef idx="0">
              <a:schemeClr val="accent1">
                <a:hueOff val="0"/>
                <a:satOff val="0"/>
                <a:lumOff val="0"/>
                <a:alphaOff val="0"/>
              </a:schemeClr>
            </a:effectRef>
            <a:fontRef idx="minor">
              <a:schemeClr val="lt1"/>
            </a:fontRef>
          </p:style>
          <p:txBody>
            <a:bodyPr spcFirstLastPara="0" vert="horz" wrap="square" lIns="31706" tIns="31706" rIns="31706" bIns="31706" numCol="1" spcCol="1270" anchor="ctr" anchorCtr="0">
              <a:noAutofit/>
            </a:bodyPr>
            <a:lstStyle/>
            <a:p>
              <a:pPr marL="0" lvl="0" indent="0" algn="ctr" defTabSz="933450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  <a:buNone/>
              </a:pPr>
              <a:r>
                <a:rPr lang="es-GT" sz="2200" kern="1200" dirty="0">
                  <a:solidFill>
                    <a:schemeClr val="accent2"/>
                  </a:solidFill>
                  <a:latin typeface="Oxanium Medium" panose="020B0604020202020204" charset="0"/>
                </a:rPr>
                <a:t>Alcance 1</a:t>
              </a:r>
            </a:p>
          </p:txBody>
        </p:sp>
        <p:sp>
          <p:nvSpPr>
            <p:cNvPr id="478" name="Rectángulo 477">
              <a:extLst>
                <a:ext uri="{FF2B5EF4-FFF2-40B4-BE49-F238E27FC236}">
                  <a16:creationId xmlns:a16="http://schemas.microsoft.com/office/drawing/2014/main" id="{8A15B25E-F6A8-D11D-E8F5-49ED45EE43E2}"/>
                </a:ext>
              </a:extLst>
            </p:cNvPr>
            <p:cNvSpPr/>
            <p:nvPr/>
          </p:nvSpPr>
          <p:spPr>
            <a:xfrm rot="16200000">
              <a:off x="3815844" y="3262931"/>
              <a:ext cx="1250136" cy="627218"/>
            </a:xfrm>
            <a:prstGeom prst="rect">
              <a:avLst/>
            </a:prstGeom>
            <a:noFill/>
            <a:ln w="9525">
              <a:solidFill>
                <a:schemeClr val="tx2"/>
              </a:solidFill>
            </a:ln>
          </p:spPr>
          <p:style>
            <a:lnRef idx="2">
              <a:schemeClr val="lt1">
                <a:hueOff val="0"/>
                <a:satOff val="0"/>
                <a:lumOff val="0"/>
                <a:alphaOff val="0"/>
              </a:schemeClr>
            </a:lnRef>
            <a:fillRef idx="1">
              <a:schemeClr val="accent1">
                <a:hueOff val="0"/>
                <a:satOff val="0"/>
                <a:lumOff val="0"/>
                <a:alphaOff val="0"/>
              </a:schemeClr>
            </a:fillRef>
            <a:effectRef idx="0">
              <a:schemeClr val="accent1">
                <a:hueOff val="0"/>
                <a:satOff val="0"/>
                <a:lumOff val="0"/>
                <a:alphaOff val="0"/>
              </a:schemeClr>
            </a:effectRef>
            <a:fontRef idx="minor">
              <a:schemeClr val="lt1"/>
            </a:fontRef>
          </p:style>
          <p:txBody>
            <a:bodyPr spcFirstLastPara="0" vert="horz" wrap="square" lIns="31706" tIns="31706" rIns="31706" bIns="31706" numCol="1" spcCol="1270" anchor="ctr" anchorCtr="0">
              <a:noAutofit/>
            </a:bodyPr>
            <a:lstStyle/>
            <a:p>
              <a:pPr marL="0" lvl="0" indent="0" algn="ctr" defTabSz="933450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  <a:buNone/>
              </a:pPr>
              <a:r>
                <a:rPr lang="es-GT" sz="2200" kern="1200" dirty="0">
                  <a:solidFill>
                    <a:schemeClr val="accent2"/>
                  </a:solidFill>
                  <a:latin typeface="Oxanium Medium" panose="020B0604020202020204" charset="0"/>
                </a:rPr>
                <a:t>Alcance 4</a:t>
              </a:r>
            </a:p>
          </p:txBody>
        </p:sp>
        <p:sp>
          <p:nvSpPr>
            <p:cNvPr id="480" name="Rectángulo 479">
              <a:extLst>
                <a:ext uri="{FF2B5EF4-FFF2-40B4-BE49-F238E27FC236}">
                  <a16:creationId xmlns:a16="http://schemas.microsoft.com/office/drawing/2014/main" id="{F6367E2E-2070-9F96-9E9E-E811B99A6C08}"/>
                </a:ext>
              </a:extLst>
            </p:cNvPr>
            <p:cNvSpPr/>
            <p:nvPr/>
          </p:nvSpPr>
          <p:spPr>
            <a:xfrm rot="16200000">
              <a:off x="3815844" y="5215928"/>
              <a:ext cx="1250136" cy="627218"/>
            </a:xfrm>
            <a:prstGeom prst="rect">
              <a:avLst/>
            </a:prstGeom>
            <a:noFill/>
            <a:ln w="9525">
              <a:solidFill>
                <a:schemeClr val="tx2"/>
              </a:solidFill>
            </a:ln>
          </p:spPr>
          <p:style>
            <a:lnRef idx="2">
              <a:schemeClr val="lt1">
                <a:hueOff val="0"/>
                <a:satOff val="0"/>
                <a:lumOff val="0"/>
                <a:alphaOff val="0"/>
              </a:schemeClr>
            </a:lnRef>
            <a:fillRef idx="1">
              <a:schemeClr val="accent1">
                <a:hueOff val="0"/>
                <a:satOff val="0"/>
                <a:lumOff val="0"/>
                <a:alphaOff val="0"/>
              </a:schemeClr>
            </a:fillRef>
            <a:effectRef idx="0">
              <a:schemeClr val="accent1">
                <a:hueOff val="0"/>
                <a:satOff val="0"/>
                <a:lumOff val="0"/>
                <a:alphaOff val="0"/>
              </a:schemeClr>
            </a:effectRef>
            <a:fontRef idx="minor">
              <a:schemeClr val="lt1"/>
            </a:fontRef>
          </p:style>
          <p:txBody>
            <a:bodyPr spcFirstLastPara="0" vert="horz" wrap="square" lIns="31706" tIns="31706" rIns="31706" bIns="31706" numCol="1" spcCol="1270" anchor="ctr" anchorCtr="0">
              <a:noAutofit/>
            </a:bodyPr>
            <a:lstStyle/>
            <a:p>
              <a:pPr marL="0" lvl="0" indent="0" algn="ctr" defTabSz="933450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  <a:buNone/>
              </a:pPr>
              <a:r>
                <a:rPr lang="es-GT" sz="2200" kern="1200" dirty="0">
                  <a:solidFill>
                    <a:schemeClr val="accent2"/>
                  </a:solidFill>
                  <a:latin typeface="Oxanium Medium" panose="020B0604020202020204" charset="0"/>
                </a:rPr>
                <a:t>Alcance 3</a:t>
              </a:r>
            </a:p>
          </p:txBody>
        </p:sp>
      </p:grpSp>
      <p:cxnSp>
        <p:nvCxnSpPr>
          <p:cNvPr id="482" name="Conector recto 481">
            <a:extLst>
              <a:ext uri="{FF2B5EF4-FFF2-40B4-BE49-F238E27FC236}">
                <a16:creationId xmlns:a16="http://schemas.microsoft.com/office/drawing/2014/main" id="{68586275-2F65-FBAE-9A14-C2C73925DAC5}"/>
              </a:ext>
            </a:extLst>
          </p:cNvPr>
          <p:cNvCxnSpPr>
            <a:cxnSpLocks/>
            <a:stCxn id="468" idx="2"/>
            <a:endCxn id="476" idx="0"/>
          </p:cNvCxnSpPr>
          <p:nvPr/>
        </p:nvCxnSpPr>
        <p:spPr>
          <a:xfrm flipH="1">
            <a:off x="3225305" y="2086234"/>
            <a:ext cx="1387379" cy="283403"/>
          </a:xfrm>
          <a:prstGeom prst="line">
            <a:avLst/>
          </a:prstGeom>
          <a:ln>
            <a:solidFill>
              <a:schemeClr val="tx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83" name="Conector recto 482">
            <a:extLst>
              <a:ext uri="{FF2B5EF4-FFF2-40B4-BE49-F238E27FC236}">
                <a16:creationId xmlns:a16="http://schemas.microsoft.com/office/drawing/2014/main" id="{5D3AD0CF-10EB-A19D-C809-51026D7D1521}"/>
              </a:ext>
            </a:extLst>
          </p:cNvPr>
          <p:cNvCxnSpPr>
            <a:cxnSpLocks/>
            <a:stCxn id="470" idx="0"/>
            <a:endCxn id="468" idx="2"/>
          </p:cNvCxnSpPr>
          <p:nvPr/>
        </p:nvCxnSpPr>
        <p:spPr>
          <a:xfrm flipH="1" flipV="1">
            <a:off x="4612684" y="2086234"/>
            <a:ext cx="1316206" cy="289672"/>
          </a:xfrm>
          <a:prstGeom prst="line">
            <a:avLst/>
          </a:prstGeom>
          <a:ln>
            <a:solidFill>
              <a:schemeClr val="tx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86" name="Conector recto 485">
            <a:extLst>
              <a:ext uri="{FF2B5EF4-FFF2-40B4-BE49-F238E27FC236}">
                <a16:creationId xmlns:a16="http://schemas.microsoft.com/office/drawing/2014/main" id="{9D827BF0-1601-152F-3E11-18127EAEB55E}"/>
              </a:ext>
            </a:extLst>
          </p:cNvPr>
          <p:cNvCxnSpPr>
            <a:cxnSpLocks/>
            <a:stCxn id="476" idx="2"/>
            <a:endCxn id="480" idx="0"/>
          </p:cNvCxnSpPr>
          <p:nvPr/>
        </p:nvCxnSpPr>
        <p:spPr>
          <a:xfrm flipH="1">
            <a:off x="1642473" y="2996855"/>
            <a:ext cx="1582832" cy="280376"/>
          </a:xfrm>
          <a:prstGeom prst="line">
            <a:avLst/>
          </a:prstGeom>
          <a:ln>
            <a:solidFill>
              <a:schemeClr val="tx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89" name="Conector recto 488">
            <a:extLst>
              <a:ext uri="{FF2B5EF4-FFF2-40B4-BE49-F238E27FC236}">
                <a16:creationId xmlns:a16="http://schemas.microsoft.com/office/drawing/2014/main" id="{AD5A3235-5436-23B3-B915-D8C1DB8F2411}"/>
              </a:ext>
            </a:extLst>
          </p:cNvPr>
          <p:cNvCxnSpPr>
            <a:cxnSpLocks/>
            <a:stCxn id="478" idx="0"/>
            <a:endCxn id="476" idx="2"/>
          </p:cNvCxnSpPr>
          <p:nvPr/>
        </p:nvCxnSpPr>
        <p:spPr>
          <a:xfrm flipH="1" flipV="1">
            <a:off x="3225305" y="2996855"/>
            <a:ext cx="370165" cy="280376"/>
          </a:xfrm>
          <a:prstGeom prst="line">
            <a:avLst/>
          </a:prstGeom>
          <a:ln>
            <a:solidFill>
              <a:schemeClr val="tx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92" name="Conector recto 491">
            <a:extLst>
              <a:ext uri="{FF2B5EF4-FFF2-40B4-BE49-F238E27FC236}">
                <a16:creationId xmlns:a16="http://schemas.microsoft.com/office/drawing/2014/main" id="{51EF8F3B-64B9-33E9-EE8A-F86B72A2727C}"/>
              </a:ext>
            </a:extLst>
          </p:cNvPr>
          <p:cNvCxnSpPr>
            <a:cxnSpLocks/>
            <a:stCxn id="470" idx="2"/>
            <a:endCxn id="474" idx="0"/>
          </p:cNvCxnSpPr>
          <p:nvPr/>
        </p:nvCxnSpPr>
        <p:spPr>
          <a:xfrm flipH="1">
            <a:off x="5550218" y="3003124"/>
            <a:ext cx="378672" cy="274107"/>
          </a:xfrm>
          <a:prstGeom prst="line">
            <a:avLst/>
          </a:prstGeom>
          <a:ln>
            <a:solidFill>
              <a:schemeClr val="tx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95" name="Conector recto 494">
            <a:extLst>
              <a:ext uri="{FF2B5EF4-FFF2-40B4-BE49-F238E27FC236}">
                <a16:creationId xmlns:a16="http://schemas.microsoft.com/office/drawing/2014/main" id="{8E6B1A19-E366-190B-F65F-0ACECEA1C44F}"/>
              </a:ext>
            </a:extLst>
          </p:cNvPr>
          <p:cNvCxnSpPr>
            <a:cxnSpLocks/>
            <a:stCxn id="472" idx="0"/>
            <a:endCxn id="470" idx="2"/>
          </p:cNvCxnSpPr>
          <p:nvPr/>
        </p:nvCxnSpPr>
        <p:spPr>
          <a:xfrm flipH="1" flipV="1">
            <a:off x="5928890" y="3003124"/>
            <a:ext cx="1572637" cy="274108"/>
          </a:xfrm>
          <a:prstGeom prst="line">
            <a:avLst/>
          </a:prstGeom>
          <a:ln>
            <a:solidFill>
              <a:schemeClr val="tx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27" name="Conector recto de flecha 526">
            <a:extLst>
              <a:ext uri="{FF2B5EF4-FFF2-40B4-BE49-F238E27FC236}">
                <a16:creationId xmlns:a16="http://schemas.microsoft.com/office/drawing/2014/main" id="{F3A5300E-BCAC-AE8E-1EFF-F3650AEF2C56}"/>
              </a:ext>
            </a:extLst>
          </p:cNvPr>
          <p:cNvCxnSpPr>
            <a:cxnSpLocks/>
            <a:endCxn id="480" idx="1"/>
          </p:cNvCxnSpPr>
          <p:nvPr/>
        </p:nvCxnSpPr>
        <p:spPr>
          <a:xfrm>
            <a:off x="614995" y="3196354"/>
            <a:ext cx="402410" cy="394486"/>
          </a:xfrm>
          <a:prstGeom prst="straightConnector1">
            <a:avLst/>
          </a:prstGeom>
          <a:ln w="76200">
            <a:solidFill>
              <a:schemeClr val="tx2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Rectángulo 1">
            <a:extLst>
              <a:ext uri="{FF2B5EF4-FFF2-40B4-BE49-F238E27FC236}">
                <a16:creationId xmlns:a16="http://schemas.microsoft.com/office/drawing/2014/main" id="{596274B0-05B5-C746-C53E-A98CA00D05B0}"/>
              </a:ext>
            </a:extLst>
          </p:cNvPr>
          <p:cNvSpPr/>
          <p:nvPr/>
        </p:nvSpPr>
        <p:spPr>
          <a:xfrm>
            <a:off x="1015675" y="3277231"/>
            <a:ext cx="1250136" cy="627218"/>
          </a:xfrm>
          <a:prstGeom prst="rect">
            <a:avLst/>
          </a:prstGeom>
          <a:noFill/>
          <a:ln w="9525">
            <a:solidFill>
              <a:schemeClr val="tx2"/>
            </a:solidFill>
          </a:ln>
        </p:spPr>
        <p:style>
          <a:lnRef idx="2">
            <a:schemeClr val="lt1">
              <a:hueOff val="0"/>
              <a:satOff val="0"/>
              <a:lumOff val="0"/>
              <a:alphaOff val="0"/>
            </a:schemeClr>
          </a:lnRef>
          <a:fillRef idx="1">
            <a:schemeClr val="accent1">
              <a:hueOff val="0"/>
              <a:satOff val="0"/>
              <a:lumOff val="0"/>
              <a:alphaOff val="0"/>
            </a:schemeClr>
          </a:fillRef>
          <a:effectRef idx="0">
            <a:schemeClr val="accent1">
              <a:hueOff val="0"/>
              <a:satOff val="0"/>
              <a:lumOff val="0"/>
              <a:alphaOff val="0"/>
            </a:schemeClr>
          </a:effectRef>
          <a:fontRef idx="minor">
            <a:schemeClr val="lt1"/>
          </a:fontRef>
        </p:style>
        <p:txBody>
          <a:bodyPr spcFirstLastPara="0" vert="horz" wrap="square" lIns="31706" tIns="31706" rIns="31706" bIns="31706" numCol="1" spcCol="1270" anchor="ctr" anchorCtr="0">
            <a:noAutofit/>
          </a:bodyPr>
          <a:lstStyle/>
          <a:p>
            <a:pPr marL="0" lvl="0" indent="0" algn="ctr" defTabSz="933450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  <a:buNone/>
            </a:pPr>
            <a:r>
              <a:rPr lang="es-GT" sz="2200" kern="1200" dirty="0">
                <a:solidFill>
                  <a:schemeClr val="accent1"/>
                </a:solidFill>
                <a:latin typeface="Oxanium Medium" panose="020B0604020202020204" charset="0"/>
              </a:rPr>
              <a:t>Alcance 3</a:t>
            </a:r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7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52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52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52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93" name="Google Shape;493;p34"/>
          <p:cNvGrpSpPr/>
          <p:nvPr/>
        </p:nvGrpSpPr>
        <p:grpSpPr>
          <a:xfrm rot="10800000">
            <a:off x="6963897" y="539500"/>
            <a:ext cx="4914957" cy="5143501"/>
            <a:chOff x="-2927778" y="-3028300"/>
            <a:chExt cx="4914957" cy="5143501"/>
          </a:xfrm>
        </p:grpSpPr>
        <p:pic>
          <p:nvPicPr>
            <p:cNvPr id="494" name="Google Shape;494;p34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-2927778" y="-3028300"/>
              <a:ext cx="4914957" cy="5143501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495" name="Google Shape;495;p34"/>
            <p:cNvSpPr/>
            <p:nvPr/>
          </p:nvSpPr>
          <p:spPr>
            <a:xfrm>
              <a:off x="-2504200" y="-2804175"/>
              <a:ext cx="4066911" cy="4654702"/>
            </a:xfrm>
            <a:custGeom>
              <a:avLst/>
              <a:gdLst/>
              <a:ahLst/>
              <a:cxnLst/>
              <a:rect l="l" t="t" r="r" b="b"/>
              <a:pathLst>
                <a:path w="44232" h="51065" fill="none" extrusionOk="0">
                  <a:moveTo>
                    <a:pt x="0" y="38302"/>
                  </a:moveTo>
                  <a:lnTo>
                    <a:pt x="0" y="12767"/>
                  </a:lnTo>
                  <a:lnTo>
                    <a:pt x="22111" y="0"/>
                  </a:lnTo>
                  <a:lnTo>
                    <a:pt x="44231" y="12767"/>
                  </a:lnTo>
                  <a:lnTo>
                    <a:pt x="44231" y="38302"/>
                  </a:lnTo>
                  <a:lnTo>
                    <a:pt x="22111" y="51065"/>
                  </a:lnTo>
                  <a:close/>
                </a:path>
              </a:pathLst>
            </a:custGeom>
            <a:noFill/>
            <a:ln w="19050" cap="flat" cmpd="sng">
              <a:solidFill>
                <a:srgbClr val="5233DA"/>
              </a:solidFill>
              <a:prstDash val="solid"/>
              <a:miter lim="4457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pic>
        <p:nvPicPr>
          <p:cNvPr id="496" name="Google Shape;496;p34"/>
          <p:cNvPicPr preferRelativeResize="0"/>
          <p:nvPr/>
        </p:nvPicPr>
        <p:blipFill rotWithShape="1">
          <a:blip r:embed="rId4">
            <a:alphaModFix/>
          </a:blip>
          <a:srcRect l="17360" t="15311" r="23370"/>
          <a:stretch/>
        </p:blipFill>
        <p:spPr>
          <a:xfrm rot="10800000">
            <a:off x="5118985" y="2814225"/>
            <a:ext cx="4565427" cy="4860325"/>
          </a:xfrm>
          <a:prstGeom prst="rect">
            <a:avLst/>
          </a:prstGeom>
          <a:noFill/>
          <a:ln>
            <a:noFill/>
          </a:ln>
        </p:spPr>
      </p:pic>
      <p:sp>
        <p:nvSpPr>
          <p:cNvPr id="7" name="CuadroTexto 6">
            <a:extLst>
              <a:ext uri="{FF2B5EF4-FFF2-40B4-BE49-F238E27FC236}">
                <a16:creationId xmlns:a16="http://schemas.microsoft.com/office/drawing/2014/main" id="{C97594A8-AF4B-25D9-463C-FAB8E6C7379F}"/>
              </a:ext>
            </a:extLst>
          </p:cNvPr>
          <p:cNvSpPr txBox="1"/>
          <p:nvPr/>
        </p:nvSpPr>
        <p:spPr>
          <a:xfrm>
            <a:off x="1462088" y="1734889"/>
            <a:ext cx="6219824" cy="8925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" sz="5200" dirty="0">
                <a:solidFill>
                  <a:schemeClr val="tx2"/>
                </a:solidFill>
                <a:latin typeface="Oxanium Medium" panose="020B0604020202020204" charset="0"/>
              </a:rPr>
              <a:t>¿Qué es alcance?</a:t>
            </a:r>
            <a:endParaRPr lang="es-GT" sz="5200" dirty="0">
              <a:solidFill>
                <a:schemeClr val="tx2"/>
              </a:solidFill>
              <a:latin typeface="Oxanium Medium" panose="020B0604020202020204" charset="0"/>
            </a:endParaRPr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32">
          <a:extLst>
            <a:ext uri="{FF2B5EF4-FFF2-40B4-BE49-F238E27FC236}">
              <a16:creationId xmlns:a16="http://schemas.microsoft.com/office/drawing/2014/main" id="{8E5CE8D2-0034-52A3-FB51-18968D26EF4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CuadroTexto 3">
            <a:extLst>
              <a:ext uri="{FF2B5EF4-FFF2-40B4-BE49-F238E27FC236}">
                <a16:creationId xmlns:a16="http://schemas.microsoft.com/office/drawing/2014/main" id="{AFB9D17A-933A-92BF-9D0F-B2E6764C4FB3}"/>
              </a:ext>
            </a:extLst>
          </p:cNvPr>
          <p:cNvSpPr txBox="1"/>
          <p:nvPr/>
        </p:nvSpPr>
        <p:spPr>
          <a:xfrm>
            <a:off x="1846700" y="1664748"/>
            <a:ext cx="5211325" cy="1815882"/>
          </a:xfrm>
          <a:prstGeom prst="rect">
            <a:avLst/>
          </a:prstGeom>
          <a:solidFill>
            <a:schemeClr val="accent3"/>
          </a:solidFill>
          <a:ln w="38100">
            <a:solidFill>
              <a:schemeClr val="tx2"/>
            </a:solidFill>
          </a:ln>
        </p:spPr>
        <p:txBody>
          <a:bodyPr wrap="square" rtlCol="0">
            <a:spAutoFit/>
          </a:bodyPr>
          <a:lstStyle/>
          <a:p>
            <a:r>
              <a:rPr lang="es-GT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...</a:t>
            </a:r>
          </a:p>
          <a:p>
            <a:r>
              <a:rPr lang="pl-PL" b="1" dirty="0">
                <a:solidFill>
                  <a:srgbClr val="7030A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{</a:t>
            </a:r>
            <a:r>
              <a:rPr lang="es-GT" dirty="0">
                <a:latin typeface="Courier New" panose="02070309020205020404" pitchFamily="49" charset="0"/>
                <a:cs typeface="Courier New" panose="02070309020205020404" pitchFamily="49" charset="0"/>
              </a:rPr>
              <a:t>   </a:t>
            </a:r>
            <a:r>
              <a:rPr lang="pl-PL" dirty="0">
                <a:solidFill>
                  <a:schemeClr val="tx2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int</a:t>
            </a:r>
            <a:r>
              <a:rPr lang="pl-PL" dirty="0">
                <a:latin typeface="Courier New" panose="02070309020205020404" pitchFamily="49" charset="0"/>
                <a:cs typeface="Courier New" panose="02070309020205020404" pitchFamily="49" charset="0"/>
              </a:rPr>
              <a:t> x; </a:t>
            </a:r>
            <a:r>
              <a:rPr lang="pl-PL" dirty="0">
                <a:solidFill>
                  <a:schemeClr val="tx2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int</a:t>
            </a:r>
            <a:r>
              <a:rPr lang="pl-PL" dirty="0">
                <a:latin typeface="Courier New" panose="02070309020205020404" pitchFamily="49" charset="0"/>
                <a:cs typeface="Courier New" panose="02070309020205020404" pitchFamily="49" charset="0"/>
              </a:rPr>
              <a:t> y;</a:t>
            </a:r>
          </a:p>
          <a:p>
            <a:r>
              <a:rPr lang="es-GT" dirty="0">
                <a:latin typeface="Courier New" panose="02070309020205020404" pitchFamily="49" charset="0"/>
                <a:cs typeface="Courier New" panose="02070309020205020404" pitchFamily="49" charset="0"/>
              </a:rPr>
              <a:t>    </a:t>
            </a:r>
            <a:r>
              <a:rPr lang="pl-PL" b="1" dirty="0">
                <a:solidFill>
                  <a:srgbClr val="7030A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{</a:t>
            </a:r>
            <a:r>
              <a:rPr lang="es-GT" dirty="0">
                <a:latin typeface="Courier New" panose="02070309020205020404" pitchFamily="49" charset="0"/>
                <a:cs typeface="Courier New" panose="02070309020205020404" pitchFamily="49" charset="0"/>
              </a:rPr>
              <a:t>   </a:t>
            </a:r>
            <a:r>
              <a:rPr lang="pl-PL" dirty="0">
                <a:solidFill>
                  <a:schemeClr val="tx2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int</a:t>
            </a:r>
            <a:r>
              <a:rPr lang="pl-PL" dirty="0">
                <a:latin typeface="Courier New" panose="02070309020205020404" pitchFamily="49" charset="0"/>
                <a:cs typeface="Courier New" panose="02070309020205020404" pitchFamily="49" charset="0"/>
              </a:rPr>
              <a:t> w, </a:t>
            </a:r>
            <a:r>
              <a:rPr lang="pl-PL" dirty="0">
                <a:solidFill>
                  <a:schemeClr val="tx2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bool</a:t>
            </a:r>
            <a:r>
              <a:rPr lang="pl-PL" dirty="0">
                <a:latin typeface="Courier New" panose="02070309020205020404" pitchFamily="49" charset="0"/>
                <a:cs typeface="Courier New" panose="02070309020205020404" pitchFamily="49" charset="0"/>
              </a:rPr>
              <a:t> y, </a:t>
            </a:r>
            <a:r>
              <a:rPr lang="pl-PL" dirty="0">
                <a:solidFill>
                  <a:schemeClr val="tx2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int</a:t>
            </a:r>
            <a:r>
              <a:rPr lang="pl-PL" dirty="0">
                <a:latin typeface="Courier New" panose="02070309020205020404" pitchFamily="49" charset="0"/>
                <a:cs typeface="Courier New" panose="02070309020205020404" pitchFamily="49" charset="0"/>
              </a:rPr>
              <a:t> z;</a:t>
            </a:r>
          </a:p>
          <a:p>
            <a:r>
              <a:rPr lang="es-GT" dirty="0">
                <a:latin typeface="Courier New" panose="02070309020205020404" pitchFamily="49" charset="0"/>
                <a:cs typeface="Courier New" panose="02070309020205020404" pitchFamily="49" charset="0"/>
              </a:rPr>
              <a:t>        </a:t>
            </a:r>
            <a:r>
              <a:rPr lang="pl-PL" dirty="0">
                <a:latin typeface="Courier New" panose="02070309020205020404" pitchFamily="49" charset="0"/>
                <a:cs typeface="Courier New" panose="02070309020205020404" pitchFamily="49" charset="0"/>
              </a:rPr>
              <a:t>...w...; ...x...; ...y...; ...z...;</a:t>
            </a:r>
          </a:p>
          <a:p>
            <a:r>
              <a:rPr lang="es-GT" dirty="0">
                <a:latin typeface="Courier New" panose="02070309020205020404" pitchFamily="49" charset="0"/>
                <a:cs typeface="Courier New" panose="02070309020205020404" pitchFamily="49" charset="0"/>
              </a:rPr>
              <a:t>    </a:t>
            </a:r>
            <a:r>
              <a:rPr lang="pl-PL" b="1" dirty="0">
                <a:solidFill>
                  <a:srgbClr val="7030A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}</a:t>
            </a:r>
          </a:p>
          <a:p>
            <a:r>
              <a:rPr lang="es-GT" dirty="0">
                <a:latin typeface="Courier New" panose="02070309020205020404" pitchFamily="49" charset="0"/>
                <a:cs typeface="Courier New" panose="02070309020205020404" pitchFamily="49" charset="0"/>
              </a:rPr>
              <a:t>        </a:t>
            </a:r>
            <a:r>
              <a:rPr lang="pl-PL" dirty="0">
                <a:latin typeface="Courier New" panose="02070309020205020404" pitchFamily="49" charset="0"/>
                <a:cs typeface="Courier New" panose="02070309020205020404" pitchFamily="49" charset="0"/>
              </a:rPr>
              <a:t>...w...; ...x...; ...y...;</a:t>
            </a:r>
          </a:p>
          <a:p>
            <a:r>
              <a:rPr lang="pl-PL" b="1" dirty="0">
                <a:solidFill>
                  <a:srgbClr val="7030A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}</a:t>
            </a:r>
            <a:endParaRPr lang="es-GT" b="1" dirty="0">
              <a:solidFill>
                <a:srgbClr val="7030A0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s-GT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...</a:t>
            </a:r>
          </a:p>
        </p:txBody>
      </p:sp>
      <p:sp>
        <p:nvSpPr>
          <p:cNvPr id="433" name="Google Shape;433;p33">
            <a:extLst>
              <a:ext uri="{FF2B5EF4-FFF2-40B4-BE49-F238E27FC236}">
                <a16:creationId xmlns:a16="http://schemas.microsoft.com/office/drawing/2014/main" id="{68F23821-5F18-93A3-96BA-E308755BF82D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713225" y="496950"/>
            <a:ext cx="7717500" cy="612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Ejemplo</a:t>
            </a:r>
            <a:endParaRPr dirty="0"/>
          </a:p>
        </p:txBody>
      </p:sp>
      <p:sp>
        <p:nvSpPr>
          <p:cNvPr id="3" name="CuadroTexto 2">
            <a:extLst>
              <a:ext uri="{FF2B5EF4-FFF2-40B4-BE49-F238E27FC236}">
                <a16:creationId xmlns:a16="http://schemas.microsoft.com/office/drawing/2014/main" id="{27D77B90-A773-8C02-5C94-546F677F20B2}"/>
              </a:ext>
            </a:extLst>
          </p:cNvPr>
          <p:cNvSpPr txBox="1"/>
          <p:nvPr/>
        </p:nvSpPr>
        <p:spPr>
          <a:xfrm>
            <a:off x="1846700" y="1663809"/>
            <a:ext cx="5211325" cy="1815882"/>
          </a:xfrm>
          <a:prstGeom prst="rect">
            <a:avLst/>
          </a:prstGeom>
          <a:solidFill>
            <a:schemeClr val="accent3"/>
          </a:solidFill>
          <a:ln w="38100">
            <a:solidFill>
              <a:schemeClr val="tx2"/>
            </a:solidFill>
          </a:ln>
        </p:spPr>
        <p:txBody>
          <a:bodyPr wrap="square" rtlCol="0">
            <a:spAutoFit/>
          </a:bodyPr>
          <a:lstStyle/>
          <a:p>
            <a:r>
              <a:rPr lang="es-GT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...</a:t>
            </a:r>
          </a:p>
          <a:p>
            <a:r>
              <a:rPr lang="pl-PL" b="1" dirty="0">
                <a:solidFill>
                  <a:srgbClr val="7030A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{</a:t>
            </a:r>
            <a:r>
              <a:rPr lang="es-GT" dirty="0">
                <a:latin typeface="Courier New" panose="02070309020205020404" pitchFamily="49" charset="0"/>
                <a:cs typeface="Courier New" panose="02070309020205020404" pitchFamily="49" charset="0"/>
              </a:rPr>
              <a:t>   </a:t>
            </a:r>
            <a:r>
              <a:rPr lang="pl-PL" dirty="0">
                <a:solidFill>
                  <a:schemeClr val="tx2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int</a:t>
            </a:r>
            <a:r>
              <a:rPr lang="pl-PL" dirty="0">
                <a:latin typeface="Courier New" panose="02070309020205020404" pitchFamily="49" charset="0"/>
                <a:cs typeface="Courier New" panose="02070309020205020404" pitchFamily="49" charset="0"/>
              </a:rPr>
              <a:t> x</a:t>
            </a:r>
            <a:r>
              <a:rPr lang="pl-PL" baseline="-25000" dirty="0">
                <a:latin typeface="Courier New" panose="02070309020205020404" pitchFamily="49" charset="0"/>
                <a:cs typeface="Courier New" panose="02070309020205020404" pitchFamily="49" charset="0"/>
              </a:rPr>
              <a:t>1</a:t>
            </a:r>
            <a:r>
              <a:rPr lang="pl-PL" dirty="0">
                <a:latin typeface="Courier New" panose="02070309020205020404" pitchFamily="49" charset="0"/>
                <a:cs typeface="Courier New" panose="02070309020205020404" pitchFamily="49" charset="0"/>
              </a:rPr>
              <a:t>; </a:t>
            </a:r>
            <a:r>
              <a:rPr lang="pl-PL" dirty="0">
                <a:solidFill>
                  <a:schemeClr val="tx2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int</a:t>
            </a:r>
            <a:r>
              <a:rPr lang="pl-PL" dirty="0">
                <a:latin typeface="Courier New" panose="02070309020205020404" pitchFamily="49" charset="0"/>
                <a:cs typeface="Courier New" panose="02070309020205020404" pitchFamily="49" charset="0"/>
              </a:rPr>
              <a:t> y</a:t>
            </a:r>
            <a:r>
              <a:rPr lang="pl-PL" baseline="-25000" dirty="0">
                <a:latin typeface="Courier New" panose="02070309020205020404" pitchFamily="49" charset="0"/>
                <a:cs typeface="Courier New" panose="02070309020205020404" pitchFamily="49" charset="0"/>
              </a:rPr>
              <a:t>1</a:t>
            </a:r>
            <a:r>
              <a:rPr lang="pl-PL" dirty="0">
                <a:latin typeface="Courier New" panose="02070309020205020404" pitchFamily="49" charset="0"/>
                <a:cs typeface="Courier New" panose="02070309020205020404" pitchFamily="49" charset="0"/>
              </a:rPr>
              <a:t>;</a:t>
            </a:r>
          </a:p>
          <a:p>
            <a:r>
              <a:rPr lang="es-GT" dirty="0">
                <a:latin typeface="Courier New" panose="02070309020205020404" pitchFamily="49" charset="0"/>
                <a:cs typeface="Courier New" panose="02070309020205020404" pitchFamily="49" charset="0"/>
              </a:rPr>
              <a:t>    </a:t>
            </a:r>
            <a:r>
              <a:rPr lang="pl-PL" b="1" dirty="0">
                <a:solidFill>
                  <a:srgbClr val="7030A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{</a:t>
            </a:r>
            <a:r>
              <a:rPr lang="es-GT" dirty="0">
                <a:latin typeface="Courier New" panose="02070309020205020404" pitchFamily="49" charset="0"/>
                <a:cs typeface="Courier New" panose="02070309020205020404" pitchFamily="49" charset="0"/>
              </a:rPr>
              <a:t>   </a:t>
            </a:r>
            <a:r>
              <a:rPr lang="pl-PL" dirty="0">
                <a:solidFill>
                  <a:schemeClr val="tx2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int</a:t>
            </a:r>
            <a:r>
              <a:rPr lang="pl-PL" dirty="0">
                <a:latin typeface="Courier New" panose="02070309020205020404" pitchFamily="49" charset="0"/>
                <a:cs typeface="Courier New" panose="02070309020205020404" pitchFamily="49" charset="0"/>
              </a:rPr>
              <a:t> w</a:t>
            </a:r>
            <a:r>
              <a:rPr lang="pl-PL" baseline="-25000" dirty="0">
                <a:latin typeface="Courier New" panose="02070309020205020404" pitchFamily="49" charset="0"/>
                <a:cs typeface="Courier New" panose="02070309020205020404" pitchFamily="49" charset="0"/>
              </a:rPr>
              <a:t>2</a:t>
            </a:r>
            <a:r>
              <a:rPr lang="pl-PL" dirty="0">
                <a:latin typeface="Courier New" panose="02070309020205020404" pitchFamily="49" charset="0"/>
                <a:cs typeface="Courier New" panose="02070309020205020404" pitchFamily="49" charset="0"/>
              </a:rPr>
              <a:t>, </a:t>
            </a:r>
            <a:r>
              <a:rPr lang="pl-PL" dirty="0">
                <a:solidFill>
                  <a:schemeClr val="tx2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bool</a:t>
            </a:r>
            <a:r>
              <a:rPr lang="pl-PL" dirty="0">
                <a:latin typeface="Courier New" panose="02070309020205020404" pitchFamily="49" charset="0"/>
                <a:cs typeface="Courier New" panose="02070309020205020404" pitchFamily="49" charset="0"/>
              </a:rPr>
              <a:t> y</a:t>
            </a:r>
            <a:r>
              <a:rPr lang="pl-PL" baseline="-25000" dirty="0">
                <a:latin typeface="Courier New" panose="02070309020205020404" pitchFamily="49" charset="0"/>
                <a:cs typeface="Courier New" panose="02070309020205020404" pitchFamily="49" charset="0"/>
              </a:rPr>
              <a:t>2</a:t>
            </a:r>
            <a:r>
              <a:rPr lang="pl-PL" dirty="0">
                <a:latin typeface="Courier New" panose="02070309020205020404" pitchFamily="49" charset="0"/>
                <a:cs typeface="Courier New" panose="02070309020205020404" pitchFamily="49" charset="0"/>
              </a:rPr>
              <a:t>, </a:t>
            </a:r>
            <a:r>
              <a:rPr lang="pl-PL" dirty="0">
                <a:solidFill>
                  <a:schemeClr val="tx2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int</a:t>
            </a:r>
            <a:r>
              <a:rPr lang="pl-PL" dirty="0">
                <a:latin typeface="Courier New" panose="02070309020205020404" pitchFamily="49" charset="0"/>
                <a:cs typeface="Courier New" panose="02070309020205020404" pitchFamily="49" charset="0"/>
              </a:rPr>
              <a:t> z</a:t>
            </a:r>
            <a:r>
              <a:rPr lang="pl-PL" baseline="-25000" dirty="0">
                <a:latin typeface="Courier New" panose="02070309020205020404" pitchFamily="49" charset="0"/>
                <a:cs typeface="Courier New" panose="02070309020205020404" pitchFamily="49" charset="0"/>
              </a:rPr>
              <a:t>2</a:t>
            </a:r>
            <a:r>
              <a:rPr lang="pl-PL" dirty="0">
                <a:latin typeface="Courier New" panose="02070309020205020404" pitchFamily="49" charset="0"/>
                <a:cs typeface="Courier New" panose="02070309020205020404" pitchFamily="49" charset="0"/>
              </a:rPr>
              <a:t>;</a:t>
            </a:r>
          </a:p>
          <a:p>
            <a:r>
              <a:rPr lang="es-GT" dirty="0">
                <a:latin typeface="Courier New" panose="02070309020205020404" pitchFamily="49" charset="0"/>
                <a:cs typeface="Courier New" panose="02070309020205020404" pitchFamily="49" charset="0"/>
              </a:rPr>
              <a:t>        </a:t>
            </a:r>
            <a:r>
              <a:rPr lang="pl-PL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..</a:t>
            </a:r>
            <a:r>
              <a:rPr lang="pl-PL" dirty="0">
                <a:latin typeface="Courier New" panose="02070309020205020404" pitchFamily="49" charset="0"/>
                <a:cs typeface="Courier New" panose="02070309020205020404" pitchFamily="49" charset="0"/>
              </a:rPr>
              <a:t>.w</a:t>
            </a:r>
            <a:r>
              <a:rPr lang="pl-PL" baseline="-25000" dirty="0">
                <a:latin typeface="Courier New" panose="02070309020205020404" pitchFamily="49" charset="0"/>
                <a:cs typeface="Courier New" panose="02070309020205020404" pitchFamily="49" charset="0"/>
              </a:rPr>
              <a:t>2</a:t>
            </a:r>
            <a:r>
              <a:rPr lang="pl-PL" dirty="0">
                <a:latin typeface="Courier New" panose="02070309020205020404" pitchFamily="49" charset="0"/>
                <a:cs typeface="Courier New" panose="02070309020205020404" pitchFamily="49" charset="0"/>
              </a:rPr>
              <a:t>...; ...x</a:t>
            </a:r>
            <a:r>
              <a:rPr lang="pl-PL" baseline="-25000" dirty="0">
                <a:latin typeface="Courier New" panose="02070309020205020404" pitchFamily="49" charset="0"/>
                <a:cs typeface="Courier New" panose="02070309020205020404" pitchFamily="49" charset="0"/>
              </a:rPr>
              <a:t>1</a:t>
            </a:r>
            <a:r>
              <a:rPr lang="pl-PL" dirty="0">
                <a:latin typeface="Courier New" panose="02070309020205020404" pitchFamily="49" charset="0"/>
                <a:cs typeface="Courier New" panose="02070309020205020404" pitchFamily="49" charset="0"/>
              </a:rPr>
              <a:t>...; ...y</a:t>
            </a:r>
            <a:r>
              <a:rPr lang="pl-PL" baseline="-25000" dirty="0">
                <a:latin typeface="Courier New" panose="02070309020205020404" pitchFamily="49" charset="0"/>
                <a:cs typeface="Courier New" panose="02070309020205020404" pitchFamily="49" charset="0"/>
              </a:rPr>
              <a:t>2</a:t>
            </a:r>
            <a:r>
              <a:rPr lang="pl-PL" dirty="0">
                <a:latin typeface="Courier New" panose="02070309020205020404" pitchFamily="49" charset="0"/>
                <a:cs typeface="Courier New" panose="02070309020205020404" pitchFamily="49" charset="0"/>
              </a:rPr>
              <a:t>...; ...z</a:t>
            </a:r>
            <a:r>
              <a:rPr lang="pl-PL" baseline="-25000" dirty="0">
                <a:latin typeface="Courier New" panose="02070309020205020404" pitchFamily="49" charset="0"/>
                <a:cs typeface="Courier New" panose="02070309020205020404" pitchFamily="49" charset="0"/>
              </a:rPr>
              <a:t>2</a:t>
            </a:r>
            <a:r>
              <a:rPr lang="pl-PL" dirty="0">
                <a:latin typeface="Courier New" panose="02070309020205020404" pitchFamily="49" charset="0"/>
                <a:cs typeface="Courier New" panose="02070309020205020404" pitchFamily="49" charset="0"/>
              </a:rPr>
              <a:t>...;</a:t>
            </a:r>
          </a:p>
          <a:p>
            <a:r>
              <a:rPr lang="es-GT" dirty="0">
                <a:latin typeface="Courier New" panose="02070309020205020404" pitchFamily="49" charset="0"/>
                <a:cs typeface="Courier New" panose="02070309020205020404" pitchFamily="49" charset="0"/>
              </a:rPr>
              <a:t>    </a:t>
            </a:r>
            <a:r>
              <a:rPr lang="pl-PL" b="1" dirty="0">
                <a:solidFill>
                  <a:srgbClr val="7030A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}</a:t>
            </a:r>
          </a:p>
          <a:p>
            <a:r>
              <a:rPr lang="es-GT" dirty="0">
                <a:latin typeface="Courier New" panose="02070309020205020404" pitchFamily="49" charset="0"/>
                <a:cs typeface="Courier New" panose="02070309020205020404" pitchFamily="49" charset="0"/>
              </a:rPr>
              <a:t>        </a:t>
            </a:r>
            <a:r>
              <a:rPr lang="pl-PL" dirty="0">
                <a:latin typeface="Courier New" panose="02070309020205020404" pitchFamily="49" charset="0"/>
                <a:cs typeface="Courier New" panose="02070309020205020404" pitchFamily="49" charset="0"/>
              </a:rPr>
              <a:t>...w</a:t>
            </a:r>
            <a:r>
              <a:rPr lang="pl-PL" baseline="-25000" dirty="0">
                <a:latin typeface="Courier New" panose="02070309020205020404" pitchFamily="49" charset="0"/>
                <a:cs typeface="Courier New" panose="02070309020205020404" pitchFamily="49" charset="0"/>
              </a:rPr>
              <a:t>0</a:t>
            </a:r>
            <a:r>
              <a:rPr lang="pl-PL" dirty="0">
                <a:latin typeface="Courier New" panose="02070309020205020404" pitchFamily="49" charset="0"/>
                <a:cs typeface="Courier New" panose="02070309020205020404" pitchFamily="49" charset="0"/>
              </a:rPr>
              <a:t>...; ...x</a:t>
            </a:r>
            <a:r>
              <a:rPr lang="pl-PL" baseline="-25000" dirty="0">
                <a:latin typeface="Courier New" panose="02070309020205020404" pitchFamily="49" charset="0"/>
                <a:cs typeface="Courier New" panose="02070309020205020404" pitchFamily="49" charset="0"/>
              </a:rPr>
              <a:t>1</a:t>
            </a:r>
            <a:r>
              <a:rPr lang="pl-PL" dirty="0">
                <a:latin typeface="Courier New" panose="02070309020205020404" pitchFamily="49" charset="0"/>
                <a:cs typeface="Courier New" panose="02070309020205020404" pitchFamily="49" charset="0"/>
              </a:rPr>
              <a:t>...; ...y</a:t>
            </a:r>
            <a:r>
              <a:rPr lang="pl-PL" baseline="-25000" dirty="0">
                <a:latin typeface="Courier New" panose="02070309020205020404" pitchFamily="49" charset="0"/>
                <a:cs typeface="Courier New" panose="02070309020205020404" pitchFamily="49" charset="0"/>
              </a:rPr>
              <a:t>1</a:t>
            </a:r>
            <a:r>
              <a:rPr lang="pl-PL" dirty="0">
                <a:latin typeface="Courier New" panose="02070309020205020404" pitchFamily="49" charset="0"/>
                <a:cs typeface="Courier New" panose="02070309020205020404" pitchFamily="49" charset="0"/>
              </a:rPr>
              <a:t>...;</a:t>
            </a:r>
          </a:p>
          <a:p>
            <a:r>
              <a:rPr lang="pl-PL" b="1" dirty="0">
                <a:solidFill>
                  <a:srgbClr val="7030A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}</a:t>
            </a:r>
            <a:endParaRPr lang="es-GT" b="1" dirty="0">
              <a:solidFill>
                <a:srgbClr val="7030A0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s-GT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...</a:t>
            </a:r>
          </a:p>
        </p:txBody>
      </p:sp>
    </p:spTree>
    <p:extLst>
      <p:ext uri="{BB962C8B-B14F-4D97-AF65-F5344CB8AC3E}">
        <p14:creationId xmlns:p14="http://schemas.microsoft.com/office/powerpoint/2010/main" val="603022936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  <p:bldP spid="3" grpId="0" animBg="1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6" name="Google Shape;386;p32"/>
          <p:cNvSpPr txBox="1">
            <a:spLocks noGrp="1"/>
          </p:cNvSpPr>
          <p:nvPr>
            <p:ph type="title"/>
          </p:nvPr>
        </p:nvSpPr>
        <p:spPr>
          <a:xfrm>
            <a:off x="713225" y="539500"/>
            <a:ext cx="7717500" cy="6129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Ejemplo</a:t>
            </a:r>
            <a:endParaRPr dirty="0"/>
          </a:p>
        </p:txBody>
      </p:sp>
      <p:pic>
        <p:nvPicPr>
          <p:cNvPr id="3" name="Imagen 2">
            <a:extLst>
              <a:ext uri="{FF2B5EF4-FFF2-40B4-BE49-F238E27FC236}">
                <a16:creationId xmlns:a16="http://schemas.microsoft.com/office/drawing/2014/main" id="{6149C5ED-F2A2-80BB-4E63-1A59915F256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831920" y="1374368"/>
            <a:ext cx="5495925" cy="3324225"/>
          </a:xfrm>
          <a:prstGeom prst="rect">
            <a:avLst/>
          </a:prstGeom>
          <a:ln w="38100">
            <a:solidFill>
              <a:schemeClr val="tx2"/>
            </a:solidFill>
          </a:ln>
        </p:spPr>
      </p:pic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Rectángulo 22">
            <a:extLst>
              <a:ext uri="{FF2B5EF4-FFF2-40B4-BE49-F238E27FC236}">
                <a16:creationId xmlns:a16="http://schemas.microsoft.com/office/drawing/2014/main" id="{970E38E5-C039-C958-2D6E-3D9C3BBBF2CB}"/>
              </a:ext>
            </a:extLst>
          </p:cNvPr>
          <p:cNvSpPr/>
          <p:nvPr/>
        </p:nvSpPr>
        <p:spPr>
          <a:xfrm>
            <a:off x="2023009" y="1545578"/>
            <a:ext cx="3010237" cy="2678464"/>
          </a:xfrm>
          <a:prstGeom prst="rect">
            <a:avLst/>
          </a:prstGeom>
          <a:solidFill>
            <a:schemeClr val="accent6"/>
          </a:solidFill>
          <a:ln w="38100">
            <a:solidFill>
              <a:schemeClr val="tx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GT"/>
          </a:p>
        </p:txBody>
      </p:sp>
      <p:sp>
        <p:nvSpPr>
          <p:cNvPr id="3" name="Título 2">
            <a:extLst>
              <a:ext uri="{FF2B5EF4-FFF2-40B4-BE49-F238E27FC236}">
                <a16:creationId xmlns:a16="http://schemas.microsoft.com/office/drawing/2014/main" id="{DEB7C6F9-9D6F-2B7F-65B7-276183D746E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s-GT" dirty="0"/>
              <a:t>Ejemplo</a:t>
            </a:r>
          </a:p>
        </p:txBody>
      </p:sp>
      <p:pic>
        <p:nvPicPr>
          <p:cNvPr id="18" name="Imagen 17">
            <a:extLst>
              <a:ext uri="{FF2B5EF4-FFF2-40B4-BE49-F238E27FC236}">
                <a16:creationId xmlns:a16="http://schemas.microsoft.com/office/drawing/2014/main" id="{40A9B810-0897-E2F9-3A85-11D4B498EF4B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t="18599" b="9538"/>
          <a:stretch/>
        </p:blipFill>
        <p:spPr>
          <a:xfrm>
            <a:off x="2315157" y="3359131"/>
            <a:ext cx="2483421" cy="614995"/>
          </a:xfrm>
          <a:prstGeom prst="rect">
            <a:avLst/>
          </a:prstGeom>
          <a:ln w="19050">
            <a:solidFill>
              <a:schemeClr val="accent1"/>
            </a:solidFill>
          </a:ln>
        </p:spPr>
      </p:pic>
      <p:pic>
        <p:nvPicPr>
          <p:cNvPr id="20" name="Imagen 19">
            <a:extLst>
              <a:ext uri="{FF2B5EF4-FFF2-40B4-BE49-F238E27FC236}">
                <a16:creationId xmlns:a16="http://schemas.microsoft.com/office/drawing/2014/main" id="{EE7A0BFF-722D-E134-E0A3-C897ADFCC040}"/>
              </a:ext>
            </a:extLst>
          </p:cNvPr>
          <p:cNvPicPr>
            <a:picLocks noChangeAspect="1"/>
          </p:cNvPicPr>
          <p:nvPr/>
        </p:nvPicPr>
        <p:blipFill rotWithShape="1">
          <a:blip r:embed="rId4"/>
          <a:srcRect l="4145" t="10334" r="11053" b="4199"/>
          <a:stretch/>
        </p:blipFill>
        <p:spPr>
          <a:xfrm>
            <a:off x="2315157" y="2743200"/>
            <a:ext cx="2483422" cy="614994"/>
          </a:xfrm>
          <a:prstGeom prst="rect">
            <a:avLst/>
          </a:prstGeom>
          <a:ln w="19050">
            <a:solidFill>
              <a:schemeClr val="accent1"/>
            </a:solidFill>
          </a:ln>
        </p:spPr>
      </p:pic>
      <p:pic>
        <p:nvPicPr>
          <p:cNvPr id="22" name="Imagen 21">
            <a:extLst>
              <a:ext uri="{FF2B5EF4-FFF2-40B4-BE49-F238E27FC236}">
                <a16:creationId xmlns:a16="http://schemas.microsoft.com/office/drawing/2014/main" id="{962495ED-5032-15AB-5D4B-5A3AACC98D6C}"/>
              </a:ext>
            </a:extLst>
          </p:cNvPr>
          <p:cNvPicPr>
            <a:picLocks noChangeAspect="1"/>
          </p:cNvPicPr>
          <p:nvPr/>
        </p:nvPicPr>
        <p:blipFill rotWithShape="1">
          <a:blip r:embed="rId5"/>
          <a:srcRect l="12228" t="9128" r="15070" b="11277"/>
          <a:stretch/>
        </p:blipFill>
        <p:spPr>
          <a:xfrm>
            <a:off x="2315154" y="1835953"/>
            <a:ext cx="2483423" cy="906309"/>
          </a:xfrm>
          <a:prstGeom prst="rect">
            <a:avLst/>
          </a:prstGeom>
          <a:ln w="19050">
            <a:solidFill>
              <a:schemeClr val="accent1"/>
            </a:solidFill>
          </a:ln>
        </p:spPr>
      </p:pic>
      <p:cxnSp>
        <p:nvCxnSpPr>
          <p:cNvPr id="25" name="Conector recto de flecha 24">
            <a:extLst>
              <a:ext uri="{FF2B5EF4-FFF2-40B4-BE49-F238E27FC236}">
                <a16:creationId xmlns:a16="http://schemas.microsoft.com/office/drawing/2014/main" id="{EEFAEAD3-B5DB-A181-70E0-F43AAF1EFB9A}"/>
              </a:ext>
            </a:extLst>
          </p:cNvPr>
          <p:cNvCxnSpPr>
            <a:cxnSpLocks/>
          </p:cNvCxnSpPr>
          <p:nvPr/>
        </p:nvCxnSpPr>
        <p:spPr>
          <a:xfrm>
            <a:off x="5502584" y="1997795"/>
            <a:ext cx="0" cy="1876412"/>
          </a:xfrm>
          <a:prstGeom prst="straightConnector1">
            <a:avLst/>
          </a:prstGeom>
          <a:ln w="76200">
            <a:solidFill>
              <a:schemeClr val="tx2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47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10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3" grpId="0" animBg="1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9" name="Google Shape;369;p31"/>
          <p:cNvSpPr txBox="1">
            <a:spLocks noGrp="1"/>
          </p:cNvSpPr>
          <p:nvPr>
            <p:ph type="title"/>
          </p:nvPr>
        </p:nvSpPr>
        <p:spPr>
          <a:xfrm>
            <a:off x="1822325" y="1820708"/>
            <a:ext cx="5499349" cy="1100517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5400" dirty="0"/>
              <a:t>¿Preguntas?</a:t>
            </a:r>
            <a:endParaRPr sz="5400" dirty="0"/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E2A47"/>
        </a:solidFill>
        <a:effectLst/>
      </p:bgPr>
    </p:bg>
    <p:spTree>
      <p:nvGrpSpPr>
        <p:cNvPr id="1" name="Shape 127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787" name="Google Shape;12787;p65">
            <a:hlinkClick r:id="rId3"/>
          </p:cNvPr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3451063" y="2123075"/>
            <a:ext cx="2241874" cy="8973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theme/theme1.xml><?xml version="1.0" encoding="utf-8"?>
<a:theme xmlns:a="http://schemas.openxmlformats.org/drawingml/2006/main" name="Tech Company Job Descriptions by Slidesgo">
  <a:themeElements>
    <a:clrScheme name="Simple Light">
      <a:dk1>
        <a:srgbClr val="191919"/>
      </a:dk1>
      <a:lt1>
        <a:srgbClr val="3A373E"/>
      </a:lt1>
      <a:dk2>
        <a:srgbClr val="5233DA"/>
      </a:dk2>
      <a:lt2>
        <a:srgbClr val="784EFF"/>
      </a:lt2>
      <a:accent1>
        <a:srgbClr val="A387FF"/>
      </a:accent1>
      <a:accent2>
        <a:srgbClr val="CCCCCC"/>
      </a:accent2>
      <a:accent3>
        <a:srgbClr val="FFFFFF"/>
      </a:accent3>
      <a:accent4>
        <a:srgbClr val="FFFFFF"/>
      </a:accent4>
      <a:accent5>
        <a:srgbClr val="FFFFFF"/>
      </a:accent5>
      <a:accent6>
        <a:srgbClr val="FFFFFF"/>
      </a:accent6>
      <a:hlink>
        <a:srgbClr val="CCCCCC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Slidesgo Final Pages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FFAB40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869FB2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660</TotalTime>
  <Words>343</Words>
  <Application>Microsoft Office PowerPoint</Application>
  <PresentationFormat>Presentación en pantalla (16:9)</PresentationFormat>
  <Paragraphs>92</Paragraphs>
  <Slides>16</Slides>
  <Notes>16</Notes>
  <HiddenSlides>0</HiddenSlides>
  <MMClips>0</MMClips>
  <ScaleCrop>false</ScaleCrop>
  <HeadingPairs>
    <vt:vector size="6" baseType="variant">
      <vt:variant>
        <vt:lpstr>Fuentes usadas</vt:lpstr>
      </vt:variant>
      <vt:variant>
        <vt:i4>9</vt:i4>
      </vt:variant>
      <vt:variant>
        <vt:lpstr>Tema</vt:lpstr>
      </vt:variant>
      <vt:variant>
        <vt:i4>2</vt:i4>
      </vt:variant>
      <vt:variant>
        <vt:lpstr>Títulos de diapositiva</vt:lpstr>
      </vt:variant>
      <vt:variant>
        <vt:i4>16</vt:i4>
      </vt:variant>
    </vt:vector>
  </HeadingPairs>
  <TitlesOfParts>
    <vt:vector size="27" baseType="lpstr">
      <vt:lpstr>Oxanium Medium</vt:lpstr>
      <vt:lpstr>Arial</vt:lpstr>
      <vt:lpstr>Overpass</vt:lpstr>
      <vt:lpstr>Anaheim</vt:lpstr>
      <vt:lpstr>Courier New</vt:lpstr>
      <vt:lpstr>Roboto Condensed</vt:lpstr>
      <vt:lpstr>Oxanium</vt:lpstr>
      <vt:lpstr>Proxima Nova</vt:lpstr>
      <vt:lpstr>Roboto Mono</vt:lpstr>
      <vt:lpstr>Tech Company Job Descriptions by Slidesgo</vt:lpstr>
      <vt:lpstr>Slidesgo Final Pages</vt:lpstr>
      <vt:lpstr>Tabla de símbolos</vt:lpstr>
      <vt:lpstr>Agenda</vt:lpstr>
      <vt:lpstr>Agenda</vt:lpstr>
      <vt:lpstr>¿Qué es una tabla de símbolos?</vt:lpstr>
      <vt:lpstr>Presentación de PowerPoint</vt:lpstr>
      <vt:lpstr>¿Cómo interactua con las fases del compilador?</vt:lpstr>
      <vt:lpstr>¿Qué atributos debe tener (como mínimo)?</vt:lpstr>
      <vt:lpstr>¿Qué operaciones debe realizar (las básicas)?</vt:lpstr>
      <vt:lpstr>¿Qué estructuras de datos pueden utilizarse para implementarla?</vt:lpstr>
      <vt:lpstr>Tabla de símbolos por alcance</vt:lpstr>
      <vt:lpstr>Presentación de PowerPoint</vt:lpstr>
      <vt:lpstr>Ejemplo</vt:lpstr>
      <vt:lpstr>Ejemplo</vt:lpstr>
      <vt:lpstr>Ejemplo</vt:lpstr>
      <vt:lpstr>¿Preguntas?</vt:lpstr>
      <vt:lpstr>Presentación de PowerPoint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Tabla de símbolos</dc:title>
  <cp:lastModifiedBy>Carlos Valdez</cp:lastModifiedBy>
  <cp:revision>40</cp:revision>
  <dcterms:modified xsi:type="dcterms:W3CDTF">2026-07-09T05:04:33Z</dcterms:modified>
</cp:coreProperties>
</file>