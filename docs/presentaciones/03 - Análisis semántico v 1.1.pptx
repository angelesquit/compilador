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  <p:sldMasterId id="2147483684" r:id="rId2"/>
  </p:sldMasterIdLst>
  <p:notesMasterIdLst>
    <p:notesMasterId r:id="rId39"/>
  </p:notesMasterIdLst>
  <p:sldIdLst>
    <p:sldId id="256" r:id="rId3"/>
    <p:sldId id="258" r:id="rId4"/>
    <p:sldId id="363" r:id="rId5"/>
    <p:sldId id="367" r:id="rId6"/>
    <p:sldId id="385" r:id="rId7"/>
    <p:sldId id="386" r:id="rId8"/>
    <p:sldId id="371" r:id="rId9"/>
    <p:sldId id="359" r:id="rId10"/>
    <p:sldId id="302" r:id="rId11"/>
    <p:sldId id="306" r:id="rId12"/>
    <p:sldId id="365" r:id="rId13"/>
    <p:sldId id="275" r:id="rId14"/>
    <p:sldId id="364" r:id="rId15"/>
    <p:sldId id="366" r:id="rId16"/>
    <p:sldId id="285" r:id="rId17"/>
    <p:sldId id="280" r:id="rId18"/>
    <p:sldId id="369" r:id="rId19"/>
    <p:sldId id="263" r:id="rId20"/>
    <p:sldId id="267" r:id="rId21"/>
    <p:sldId id="322" r:id="rId22"/>
    <p:sldId id="266" r:id="rId23"/>
    <p:sldId id="373" r:id="rId24"/>
    <p:sldId id="372" r:id="rId25"/>
    <p:sldId id="383" r:id="rId26"/>
    <p:sldId id="375" r:id="rId27"/>
    <p:sldId id="380" r:id="rId28"/>
    <p:sldId id="374" r:id="rId29"/>
    <p:sldId id="376" r:id="rId30"/>
    <p:sldId id="381" r:id="rId31"/>
    <p:sldId id="378" r:id="rId32"/>
    <p:sldId id="379" r:id="rId33"/>
    <p:sldId id="377" r:id="rId34"/>
    <p:sldId id="382" r:id="rId35"/>
    <p:sldId id="327" r:id="rId36"/>
    <p:sldId id="324" r:id="rId37"/>
    <p:sldId id="358" r:id="rId38"/>
  </p:sldIdLst>
  <p:sldSz cx="9144000" cy="5143500" type="screen16x9"/>
  <p:notesSz cx="6858000" cy="9144000"/>
  <p:embeddedFontLst>
    <p:embeddedFont>
      <p:font typeface="Fira Mono" panose="020B0509050000020004" pitchFamily="49" charset="0"/>
      <p:regular r:id="rId40"/>
      <p:bold r:id="rId41"/>
    </p:embeddedFont>
    <p:embeddedFont>
      <p:font typeface="Nunito" pitchFamily="2" charset="0"/>
      <p:regular r:id="rId42"/>
      <p:bold r:id="rId43"/>
      <p:italic r:id="rId44"/>
      <p:boldItalic r:id="rId45"/>
    </p:embeddedFont>
    <p:embeddedFont>
      <p:font typeface="Proxima Nova" panose="020B0604020202020204" charset="0"/>
      <p:regular r:id="rId46"/>
      <p:bold r:id="rId47"/>
      <p:italic r:id="rId48"/>
      <p:boldItalic r:id="rId49"/>
    </p:embeddedFont>
    <p:embeddedFont>
      <p:font typeface="Proxima Nova Semibold" panose="020B0604020202020204" charset="0"/>
      <p:regular r:id="rId50"/>
      <p:bold r:id="rId51"/>
      <p:boldItalic r:id="rId52"/>
    </p:embeddedFont>
    <p:embeddedFont>
      <p:font typeface="VT323" panose="020B0604020202020204" charset="0"/>
      <p:regular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21F519-3272-4128-ACC5-F1C4DBD9F6AF}" v="2" dt="2026-08-19T03:29:12.263"/>
  </p1510:revLst>
</p1510:revInfo>
</file>

<file path=ppt/tableStyles.xml><?xml version="1.0" encoding="utf-8"?>
<a:tblStyleLst xmlns:a="http://schemas.openxmlformats.org/drawingml/2006/main" def="{4E031E1D-0B19-48F8-B468-8B411ED61B3E}">
  <a:tblStyle styleId="{4E031E1D-0B19-48F8-B468-8B411ED61B3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9664" autoAdjust="0"/>
  </p:normalViewPr>
  <p:slideViewPr>
    <p:cSldViewPr snapToGrid="0">
      <p:cViewPr varScale="1">
        <p:scale>
          <a:sx n="146" d="100"/>
          <a:sy n="146" d="100"/>
        </p:scale>
        <p:origin x="221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font" Target="fonts/font14.fntdata"/><Relationship Id="rId58" Type="http://schemas.microsoft.com/office/2016/11/relationships/changesInfo" Target="changesInfos/changesInfo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font" Target="fonts/font12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7.fntdata"/><Relationship Id="rId59" Type="http://schemas.microsoft.com/office/2015/10/relationships/revisionInfo" Target="revisionInfo.xml"/><Relationship Id="rId20" Type="http://schemas.openxmlformats.org/officeDocument/2006/relationships/slide" Target="slides/slide18.xml"/><Relationship Id="rId41" Type="http://schemas.openxmlformats.org/officeDocument/2006/relationships/font" Target="fonts/font2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10.fntdata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font" Target="fonts/font5.fntdata"/><Relationship Id="rId52" Type="http://schemas.openxmlformats.org/officeDocument/2006/relationships/font" Target="fonts/font1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Valdez" userId="e3f2b272ee7ec1ec" providerId="LiveId" clId="{2572EC0B-DA09-444F-A39C-A317C27FD138}"/>
    <pc:docChg chg="custSel modSld">
      <pc:chgData name="Carlos Valdez" userId="e3f2b272ee7ec1ec" providerId="LiveId" clId="{2572EC0B-DA09-444F-A39C-A317C27FD138}" dt="2026-08-19T03:28:51.891" v="43" actId="368"/>
      <pc:docMkLst>
        <pc:docMk/>
      </pc:docMkLst>
      <pc:sldChg chg="modNotes">
        <pc:chgData name="Carlos Valdez" userId="e3f2b272ee7ec1ec" providerId="LiveId" clId="{2572EC0B-DA09-444F-A39C-A317C27FD138}" dt="2026-08-19T03:28:51.871" v="21" actId="368"/>
        <pc:sldMkLst>
          <pc:docMk/>
          <pc:sldMk cId="0" sldId="263"/>
        </pc:sldMkLst>
      </pc:sldChg>
      <pc:sldChg chg="modNotes">
        <pc:chgData name="Carlos Valdez" userId="e3f2b272ee7ec1ec" providerId="LiveId" clId="{2572EC0B-DA09-444F-A39C-A317C27FD138}" dt="2026-08-19T03:28:51.871" v="27" actId="368"/>
        <pc:sldMkLst>
          <pc:docMk/>
          <pc:sldMk cId="0" sldId="266"/>
        </pc:sldMkLst>
      </pc:sldChg>
      <pc:sldChg chg="modNotes">
        <pc:chgData name="Carlos Valdez" userId="e3f2b272ee7ec1ec" providerId="LiveId" clId="{2572EC0B-DA09-444F-A39C-A317C27FD138}" dt="2026-08-19T03:28:51.871" v="23" actId="368"/>
        <pc:sldMkLst>
          <pc:docMk/>
          <pc:sldMk cId="0" sldId="267"/>
        </pc:sldMkLst>
      </pc:sldChg>
      <pc:sldChg chg="modNotes">
        <pc:chgData name="Carlos Valdez" userId="e3f2b272ee7ec1ec" providerId="LiveId" clId="{2572EC0B-DA09-444F-A39C-A317C27FD138}" dt="2026-08-19T03:28:51.858" v="9" actId="368"/>
        <pc:sldMkLst>
          <pc:docMk/>
          <pc:sldMk cId="0" sldId="275"/>
        </pc:sldMkLst>
      </pc:sldChg>
      <pc:sldChg chg="modNotes">
        <pc:chgData name="Carlos Valdez" userId="e3f2b272ee7ec1ec" providerId="LiveId" clId="{2572EC0B-DA09-444F-A39C-A317C27FD138}" dt="2026-08-19T03:28:51.867" v="17" actId="368"/>
        <pc:sldMkLst>
          <pc:docMk/>
          <pc:sldMk cId="0" sldId="280"/>
        </pc:sldMkLst>
      </pc:sldChg>
      <pc:sldChg chg="modNotes">
        <pc:chgData name="Carlos Valdez" userId="e3f2b272ee7ec1ec" providerId="LiveId" clId="{2572EC0B-DA09-444F-A39C-A317C27FD138}" dt="2026-08-19T03:28:51.865" v="15" actId="368"/>
        <pc:sldMkLst>
          <pc:docMk/>
          <pc:sldMk cId="0" sldId="285"/>
        </pc:sldMkLst>
      </pc:sldChg>
      <pc:sldChg chg="modNotes">
        <pc:chgData name="Carlos Valdez" userId="e3f2b272ee7ec1ec" providerId="LiveId" clId="{2572EC0B-DA09-444F-A39C-A317C27FD138}" dt="2026-08-19T03:28:51.853" v="3" actId="368"/>
        <pc:sldMkLst>
          <pc:docMk/>
          <pc:sldMk cId="0" sldId="302"/>
        </pc:sldMkLst>
      </pc:sldChg>
      <pc:sldChg chg="modNotes">
        <pc:chgData name="Carlos Valdez" userId="e3f2b272ee7ec1ec" providerId="LiveId" clId="{2572EC0B-DA09-444F-A39C-A317C27FD138}" dt="2026-08-19T03:28:51.855" v="5" actId="368"/>
        <pc:sldMkLst>
          <pc:docMk/>
          <pc:sldMk cId="0" sldId="306"/>
        </pc:sldMkLst>
      </pc:sldChg>
      <pc:sldChg chg="modNotes">
        <pc:chgData name="Carlos Valdez" userId="e3f2b272ee7ec1ec" providerId="LiveId" clId="{2572EC0B-DA09-444F-A39C-A317C27FD138}" dt="2026-08-19T03:28:51.871" v="25" actId="368"/>
        <pc:sldMkLst>
          <pc:docMk/>
          <pc:sldMk cId="0" sldId="322"/>
        </pc:sldMkLst>
      </pc:sldChg>
      <pc:sldChg chg="modNotes">
        <pc:chgData name="Carlos Valdez" userId="e3f2b272ee7ec1ec" providerId="LiveId" clId="{2572EC0B-DA09-444F-A39C-A317C27FD138}" dt="2026-08-19T03:28:51.891" v="43" actId="368"/>
        <pc:sldMkLst>
          <pc:docMk/>
          <pc:sldMk cId="0" sldId="358"/>
        </pc:sldMkLst>
      </pc:sldChg>
      <pc:sldChg chg="modNotes">
        <pc:chgData name="Carlos Valdez" userId="e3f2b272ee7ec1ec" providerId="LiveId" clId="{2572EC0B-DA09-444F-A39C-A317C27FD138}" dt="2026-08-19T03:28:51.850" v="1" actId="368"/>
        <pc:sldMkLst>
          <pc:docMk/>
          <pc:sldMk cId="3334798440" sldId="359"/>
        </pc:sldMkLst>
      </pc:sldChg>
      <pc:sldChg chg="modNotes">
        <pc:chgData name="Carlos Valdez" userId="e3f2b272ee7ec1ec" providerId="LiveId" clId="{2572EC0B-DA09-444F-A39C-A317C27FD138}" dt="2026-08-19T03:28:51.861" v="11" actId="368"/>
        <pc:sldMkLst>
          <pc:docMk/>
          <pc:sldMk cId="0" sldId="364"/>
        </pc:sldMkLst>
      </pc:sldChg>
      <pc:sldChg chg="modNotes">
        <pc:chgData name="Carlos Valdez" userId="e3f2b272ee7ec1ec" providerId="LiveId" clId="{2572EC0B-DA09-444F-A39C-A317C27FD138}" dt="2026-08-19T03:28:51.857" v="7" actId="368"/>
        <pc:sldMkLst>
          <pc:docMk/>
          <pc:sldMk cId="1804519845" sldId="365"/>
        </pc:sldMkLst>
      </pc:sldChg>
      <pc:sldChg chg="modNotes">
        <pc:chgData name="Carlos Valdez" userId="e3f2b272ee7ec1ec" providerId="LiveId" clId="{2572EC0B-DA09-444F-A39C-A317C27FD138}" dt="2026-08-19T03:28:51.863" v="13" actId="368"/>
        <pc:sldMkLst>
          <pc:docMk/>
          <pc:sldMk cId="4088564279" sldId="366"/>
        </pc:sldMkLst>
      </pc:sldChg>
      <pc:sldChg chg="modNotes">
        <pc:chgData name="Carlos Valdez" userId="e3f2b272ee7ec1ec" providerId="LiveId" clId="{2572EC0B-DA09-444F-A39C-A317C27FD138}" dt="2026-08-19T03:28:51.870" v="19" actId="368"/>
        <pc:sldMkLst>
          <pc:docMk/>
          <pc:sldMk cId="3418551346" sldId="369"/>
        </pc:sldMkLst>
      </pc:sldChg>
      <pc:sldChg chg="modNotes">
        <pc:chgData name="Carlos Valdez" userId="e3f2b272ee7ec1ec" providerId="LiveId" clId="{2572EC0B-DA09-444F-A39C-A317C27FD138}" dt="2026-08-19T03:28:51.881" v="31" actId="368"/>
        <pc:sldMkLst>
          <pc:docMk/>
          <pc:sldMk cId="3847964715" sldId="372"/>
        </pc:sldMkLst>
      </pc:sldChg>
      <pc:sldChg chg="modNotes">
        <pc:chgData name="Carlos Valdez" userId="e3f2b272ee7ec1ec" providerId="LiveId" clId="{2572EC0B-DA09-444F-A39C-A317C27FD138}" dt="2026-08-19T03:28:51.880" v="29" actId="368"/>
        <pc:sldMkLst>
          <pc:docMk/>
          <pc:sldMk cId="3317949465" sldId="373"/>
        </pc:sldMkLst>
      </pc:sldChg>
      <pc:sldChg chg="modNotes">
        <pc:chgData name="Carlos Valdez" userId="e3f2b272ee7ec1ec" providerId="LiveId" clId="{2572EC0B-DA09-444F-A39C-A317C27FD138}" dt="2026-08-19T03:28:51.883" v="33" actId="368"/>
        <pc:sldMkLst>
          <pc:docMk/>
          <pc:sldMk cId="135382846" sldId="376"/>
        </pc:sldMkLst>
      </pc:sldChg>
      <pc:sldChg chg="modNotes">
        <pc:chgData name="Carlos Valdez" userId="e3f2b272ee7ec1ec" providerId="LiveId" clId="{2572EC0B-DA09-444F-A39C-A317C27FD138}" dt="2026-08-19T03:28:51.891" v="39" actId="368"/>
        <pc:sldMkLst>
          <pc:docMk/>
          <pc:sldMk cId="2948880805" sldId="377"/>
        </pc:sldMkLst>
      </pc:sldChg>
      <pc:sldChg chg="modNotes">
        <pc:chgData name="Carlos Valdez" userId="e3f2b272ee7ec1ec" providerId="LiveId" clId="{2572EC0B-DA09-444F-A39C-A317C27FD138}" dt="2026-08-19T03:28:51.883" v="37" actId="368"/>
        <pc:sldMkLst>
          <pc:docMk/>
          <pc:sldMk cId="2872426551" sldId="379"/>
        </pc:sldMkLst>
      </pc:sldChg>
      <pc:sldChg chg="modNotes">
        <pc:chgData name="Carlos Valdez" userId="e3f2b272ee7ec1ec" providerId="LiveId" clId="{2572EC0B-DA09-444F-A39C-A317C27FD138}" dt="2026-08-19T03:28:51.883" v="35" actId="368"/>
        <pc:sldMkLst>
          <pc:docMk/>
          <pc:sldMk cId="4114498262" sldId="381"/>
        </pc:sldMkLst>
      </pc:sldChg>
      <pc:sldChg chg="modNotes">
        <pc:chgData name="Carlos Valdez" userId="e3f2b272ee7ec1ec" providerId="LiveId" clId="{2572EC0B-DA09-444F-A39C-A317C27FD138}" dt="2026-08-19T03:28:51.891" v="41" actId="368"/>
        <pc:sldMkLst>
          <pc:docMk/>
          <pc:sldMk cId="3375467064" sldId="38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5" name="Google Shape;474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6" name="Google Shape;474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8" name="Google Shape;4758;gb1c2217c3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9" name="Google Shape;4759;gb1c2217c3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8" name="Google Shape;4758;gb1c2217c3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9" name="Google Shape;4759;gb1c2217c3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3279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8" name="Google Shape;4758;gb1c2217c3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9" name="Google Shape;4759;gb1c2217c3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43933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8" name="Google Shape;4758;gb1c2217c3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9" name="Google Shape;4759;gb1c2217c3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1212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8" name="Google Shape;4758;gb1c2217c3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9" name="Google Shape;4759;gb1c2217c3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2192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2" name="Google Shape;5022;ga953684262_0_155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3" name="Google Shape;5023;ga953684262_0_155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837963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1" name="Google Shape;6751;gcd12f039d2_0_1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2" name="Google Shape;6752;gcd12f039d2_0_1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GT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0" name="Google Shape;7210;gcd12f039d2_0_17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1" name="Google Shape;7211;gcd12f039d2_0_17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2" name="Google Shape;7402;gcd12f039d2_0_19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3" name="Google Shape;7403;gcd12f039d2_0_19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752909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6" name="Google Shape;5636;gcc3f91ebb4_0_76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7" name="Google Shape;5637;gcc3f91ebb4_0_76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1" name="Google Shape;6751;gcd12f039d2_0_1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2" name="Google Shape;6752;gcd12f039d2_0_1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6" name="Google Shape;5636;gcc3f91ebb4_0_76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7" name="Google Shape;5637;gcc3f91ebb4_0_76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722430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1" name="Google Shape;5991;gcf17a117d0_0_9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2" name="Google Shape;5992;gcf17a117d0_0_9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4" name="Google Shape;5704;gcf17a117d0_0_4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5" name="Google Shape;5705;gcf17a117d0_0_4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GT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1" name="Google Shape;5991;gcf17a117d0_0_9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2" name="Google Shape;5992;gcf17a117d0_0_9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7278236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3" name="Google Shape;4803;gcd12f039d2_0_17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4" name="Google Shape;4804;gcd12f039d2_0_17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8" name="Google Shape;5288;gb1c2217c3f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9" name="Google Shape;5289;gb1c2217c3f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GT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0" name="Google Shape;7790;gcf17a117d0_0_1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1" name="Google Shape;7791;gcf17a117d0_0_1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GT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2" name="Google Shape;5022;ga953684262_0_155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3" name="Google Shape;5023;ga953684262_0_155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1" name="Google Shape;4791;gb1c2217c3f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2" name="Google Shape;4792;gb1c2217c3f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317471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8" name="Google Shape;5288;gb1c2217c3f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9" name="Google Shape;5289;gb1c2217c3f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2879807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486687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2" name="Google Shape;7862;gcd12f039d2_0_18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3" name="Google Shape;7863;gcd12f039d2_0_18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9742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1" name="Google Shape;6091;gcf17a117d0_0_1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2" name="Google Shape;6092;gcf17a117d0_0_1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27298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1" name="Google Shape;6091;gcf17a117d0_0_1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2" name="Google Shape;6092;gcf17a117d0_0_1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71257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952285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3" name="Google Shape;7753;gcf17a117d0_0_1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4" name="Google Shape;7754;gcf17a117d0_0_1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663540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9" name="Google Shape;7819;gcf3d08fb7d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0" name="Google Shape;7820;gcf3d08fb7d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1" name="Google Shape;7801;gcf17a117d0_0_1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2" name="Google Shape;7802;gcf17a117d0_0_1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9" name="Google Shape;15899;gcd12f039d2_0_17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0" name="Google Shape;15900;gcd12f039d2_0_17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Old </a:t>
            </a:r>
            <a:r>
              <a:rPr lang="en-US" dirty="0" err="1"/>
              <a:t>Nukia</a:t>
            </a:r>
            <a:r>
              <a:rPr lang="en-US" dirty="0"/>
              <a:t> Style Consulting Toolkit _ by </a:t>
            </a:r>
            <a:r>
              <a:rPr lang="en-US"/>
              <a:t>Slidesgo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678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114481" y="108089"/>
            <a:ext cx="8915137" cy="4927322"/>
            <a:chOff x="114481" y="99780"/>
            <a:chExt cx="8915137" cy="4927322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114481" y="99780"/>
              <a:ext cx="8915137" cy="532097"/>
              <a:chOff x="114481" y="111355"/>
              <a:chExt cx="8915137" cy="532097"/>
            </a:xfrm>
          </p:grpSpPr>
          <p:sp>
            <p:nvSpPr>
              <p:cNvPr id="12" name="Google Shape;12;p2"/>
              <p:cNvSpPr/>
              <p:nvPr/>
            </p:nvSpPr>
            <p:spPr>
              <a:xfrm rot="10800000" flipH="1">
                <a:off x="1717721" y="11135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4" y="2585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 rot="10800000" flipH="1">
                <a:off x="1488638" y="11135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 rot="10800000" flipH="1">
                <a:off x="1144996" y="11135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 rot="10800000" flipH="1">
                <a:off x="916324" y="11135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 rot="10800000" flipH="1">
                <a:off x="801765" y="11135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 rot="10800000" flipH="1">
                <a:off x="687206" y="11135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 rot="10800000" flipH="1">
                <a:off x="1603196" y="22180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 rot="10800000" flipH="1">
                <a:off x="1374079" y="22180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704" y="2584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 rot="10800000" flipH="1">
                <a:off x="686830" y="22180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 rot="10800000" flipH="1">
                <a:off x="343564" y="22180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692" y="2584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 rot="10800000" flipH="1">
                <a:off x="1717721" y="332289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4"/>
                    </a:lnTo>
                    <a:lnTo>
                      <a:pt x="2692" y="2584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 rot="10800000" flipH="1">
                <a:off x="1374079" y="332289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4"/>
                    </a:lnTo>
                    <a:lnTo>
                      <a:pt x="2704" y="2584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 rot="10800000" flipH="1">
                <a:off x="458123" y="332289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4"/>
                    </a:lnTo>
                    <a:lnTo>
                      <a:pt x="2691" y="2584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 rot="10800000" flipH="1">
                <a:off x="229040" y="332289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0" y="1"/>
                    </a:moveTo>
                    <a:lnTo>
                      <a:pt x="0" y="2584"/>
                    </a:lnTo>
                    <a:lnTo>
                      <a:pt x="2691" y="2584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 rot="10800000" flipH="1">
                <a:off x="1603196" y="444909"/>
                <a:ext cx="92544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 rot="10800000" flipH="1">
                <a:off x="1488638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 rot="10800000" flipH="1">
                <a:off x="1259555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 rot="10800000" flipH="1">
                <a:off x="458123" y="444909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 rot="10800000" flipH="1">
                <a:off x="114481" y="444909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 rot="10800000" flipH="1">
                <a:off x="1603196" y="555359"/>
                <a:ext cx="92544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 rot="10800000" flipH="1">
                <a:off x="1144996" y="555359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 rot="10800000" flipH="1">
                <a:off x="915913" y="555359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10800000" flipH="1">
                <a:off x="686830" y="555359"/>
                <a:ext cx="92544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10800000" flipH="1">
                <a:off x="343564" y="555359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2" y="2572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 rot="10800000" flipH="1">
                <a:off x="3552132" y="11135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 rot="10800000" flipH="1">
                <a:off x="3323014" y="11135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 rot="10800000" flipH="1">
                <a:off x="2979784" y="11135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10800000" flipH="1">
                <a:off x="2750700" y="11135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 rot="10800000" flipH="1">
                <a:off x="2636142" y="11135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 rot="10800000" flipH="1">
                <a:off x="2521617" y="111355"/>
                <a:ext cx="92133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1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 rot="10800000" flipH="1">
                <a:off x="3437573" y="22180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 rot="10800000" flipH="1">
                <a:off x="3208490" y="22180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 rot="10800000" flipH="1">
                <a:off x="2521617" y="221805"/>
                <a:ext cx="92133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1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691" y="2584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 rot="10800000" flipH="1">
                <a:off x="2177976" y="221805"/>
                <a:ext cx="92133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1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691" y="2584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 rot="10800000" flipH="1">
                <a:off x="3552132" y="332289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 rot="10800000" flipH="1">
                <a:off x="3208490" y="332289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 rot="10800000" flipH="1">
                <a:off x="2292500" y="332289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4"/>
                    </a:lnTo>
                    <a:lnTo>
                      <a:pt x="2692" y="2584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 rot="10800000" flipH="1">
                <a:off x="2063417" y="332289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0" y="1"/>
                    </a:moveTo>
                    <a:lnTo>
                      <a:pt x="0" y="2584"/>
                    </a:lnTo>
                    <a:lnTo>
                      <a:pt x="2691" y="2584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 rot="10800000" flipH="1">
                <a:off x="1834334" y="332289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 rot="10800000" flipH="1">
                <a:off x="3437573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 rot="10800000" flipH="1">
                <a:off x="3323014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 rot="10800000" flipH="1">
                <a:off x="3093931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 rot="10800000" flipH="1">
                <a:off x="2292500" y="444909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2" y="2572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 rot="10800000" flipH="1">
                <a:off x="1948858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 rot="10800000" flipH="1">
                <a:off x="3437573" y="555359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 rot="10800000" flipH="1">
                <a:off x="2979373" y="555359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 rot="10800000" flipH="1">
                <a:off x="2750290" y="554948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 flipH="1">
                <a:off x="2521617" y="554948"/>
                <a:ext cx="92133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1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691" y="2584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 rot="10800000" flipH="1">
                <a:off x="2177976" y="555359"/>
                <a:ext cx="92133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1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 rot="10800000" flipH="1">
                <a:off x="5382845" y="11135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 rot="10800000" flipH="1">
                <a:off x="5153728" y="11135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 rot="10800000" flipH="1">
                <a:off x="4810497" y="11135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 rot="10800000" flipH="1">
                <a:off x="4581414" y="11135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 rot="10800000" flipH="1">
                <a:off x="4466855" y="11135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 rot="10800000" flipH="1">
                <a:off x="4352331" y="111355"/>
                <a:ext cx="92133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1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 rot="10800000" flipH="1">
                <a:off x="5268286" y="22180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 rot="10800000" flipH="1">
                <a:off x="5039203" y="22180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 rot="10800000" flipH="1">
                <a:off x="4352331" y="221805"/>
                <a:ext cx="92133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1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691" y="2584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 rot="10800000" flipH="1">
                <a:off x="4008689" y="221805"/>
                <a:ext cx="92133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1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691" y="2584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 rot="10800000" flipH="1">
                <a:off x="5382845" y="332289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10800000" flipH="1">
                <a:off x="5039203" y="332289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10800000" flipH="1">
                <a:off x="4123213" y="332289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4"/>
                    </a:lnTo>
                    <a:lnTo>
                      <a:pt x="2692" y="2584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10800000" flipH="1">
                <a:off x="3894130" y="332289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0" y="1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 rot="10800000" flipH="1">
                <a:off x="3665047" y="332289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 rot="10800000" flipH="1">
                <a:off x="5268286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 rot="10800000" flipH="1">
                <a:off x="5153728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 rot="10800000" flipH="1">
                <a:off x="4924645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 rot="10800000" flipH="1">
                <a:off x="4123213" y="444909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2" y="2572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 rot="10800000" flipH="1">
                <a:off x="3779572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 rot="10800000" flipH="1">
                <a:off x="5268286" y="555359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 rot="10800000" flipH="1">
                <a:off x="4810086" y="554948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 rot="10800000" flipH="1">
                <a:off x="4581003" y="555359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 rot="10800000" flipH="1">
                <a:off x="4352331" y="555359"/>
                <a:ext cx="92133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1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 rot="10800000" flipH="1">
                <a:off x="4008689" y="555359"/>
                <a:ext cx="92133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1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 rot="10800000" flipH="1">
                <a:off x="7217222" y="11135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 rot="10800000" flipH="1">
                <a:off x="6988105" y="11135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4" y="2585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 rot="10800000" flipH="1">
                <a:off x="6644874" y="11135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 rot="10800000" flipH="1">
                <a:off x="6415791" y="11135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 rot="10800000" flipH="1">
                <a:off x="6301232" y="11135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4" y="2585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 rot="10800000" flipH="1">
                <a:off x="6186707" y="11135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 rot="10800000" flipH="1">
                <a:off x="7102663" y="22180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 rot="10800000" flipH="1">
                <a:off x="6873580" y="22180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 rot="10800000" flipH="1">
                <a:off x="6186707" y="221805"/>
                <a:ext cx="92133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1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691" y="2584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 rot="10800000" flipH="1">
                <a:off x="5843066" y="22180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 rot="10800000" flipH="1">
                <a:off x="7217222" y="332289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 rot="10800000" flipH="1">
                <a:off x="6873580" y="332289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 rot="10800000" flipH="1">
                <a:off x="5957590" y="332289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4"/>
                    </a:lnTo>
                    <a:lnTo>
                      <a:pt x="2692" y="2584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 rot="10800000" flipH="1">
                <a:off x="5728507" y="332289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4"/>
                    </a:lnTo>
                    <a:lnTo>
                      <a:pt x="2703" y="2584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 rot="10800000" flipH="1">
                <a:off x="5499424" y="332289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 rot="10800000" flipH="1">
                <a:off x="7102663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 rot="10800000" flipH="1">
                <a:off x="6988105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 rot="10800000" flipH="1">
                <a:off x="6759021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 rot="10800000" flipH="1">
                <a:off x="5957590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 rot="10800000" flipH="1">
                <a:off x="5613948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 rot="10800000" flipH="1">
                <a:off x="7102663" y="555359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 rot="10800000" flipH="1">
                <a:off x="6644463" y="555359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 rot="10800000" flipH="1">
                <a:off x="6415791" y="555359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 rot="10800000" flipH="1">
                <a:off x="6186707" y="555359"/>
                <a:ext cx="92133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1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 rot="10800000" flipH="1">
                <a:off x="5843066" y="554948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 rot="10800000" flipH="1">
                <a:off x="8822892" y="11135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 rot="10800000" flipH="1">
                <a:off x="8479250" y="11135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 rot="10800000" flipH="1">
                <a:off x="8250167" y="11135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 rot="10800000" flipH="1">
                <a:off x="8135609" y="11135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4" y="2585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 rot="10800000" flipH="1">
                <a:off x="8021084" y="11135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 rot="10800000" flipH="1">
                <a:off x="8937040" y="22180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 rot="10800000" flipH="1">
                <a:off x="8708368" y="22180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691" y="2584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 rot="10800000" flipH="1">
                <a:off x="8021084" y="22180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 rot="10800000" flipH="1">
                <a:off x="7677442" y="22180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2"/>
              <p:cNvSpPr/>
              <p:nvPr/>
            </p:nvSpPr>
            <p:spPr>
              <a:xfrm rot="10800000" flipH="1">
                <a:off x="8707957" y="332289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0" y="1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2"/>
              <p:cNvSpPr/>
              <p:nvPr/>
            </p:nvSpPr>
            <p:spPr>
              <a:xfrm rot="10800000" flipH="1">
                <a:off x="7791967" y="332289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4"/>
                    </a:lnTo>
                    <a:lnTo>
                      <a:pt x="2704" y="2584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2"/>
              <p:cNvSpPr/>
              <p:nvPr/>
            </p:nvSpPr>
            <p:spPr>
              <a:xfrm rot="10800000" flipH="1">
                <a:off x="7562884" y="332289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4"/>
                    </a:lnTo>
                    <a:lnTo>
                      <a:pt x="2703" y="2584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2"/>
              <p:cNvSpPr/>
              <p:nvPr/>
            </p:nvSpPr>
            <p:spPr>
              <a:xfrm rot="10800000" flipH="1">
                <a:off x="7333801" y="332289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0" y="1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 rot="10800000" flipH="1">
                <a:off x="8937040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 rot="10800000" flipH="1">
                <a:off x="8822481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 rot="10800000" flipH="1">
                <a:off x="8593809" y="444909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 rot="10800000" flipH="1">
                <a:off x="7791967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 rot="10800000" flipH="1">
                <a:off x="7448359" y="444909"/>
                <a:ext cx="92544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2"/>
              <p:cNvSpPr/>
              <p:nvPr/>
            </p:nvSpPr>
            <p:spPr>
              <a:xfrm rot="10800000" flipH="1">
                <a:off x="8937040" y="555359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2"/>
              <p:cNvSpPr/>
              <p:nvPr/>
            </p:nvSpPr>
            <p:spPr>
              <a:xfrm rot="10800000" flipH="1">
                <a:off x="8479250" y="555359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2" y="2572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 rot="10800000" flipH="1">
                <a:off x="8250167" y="555359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 rot="10800000" flipH="1">
                <a:off x="8021084" y="555359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2"/>
              <p:cNvSpPr/>
              <p:nvPr/>
            </p:nvSpPr>
            <p:spPr>
              <a:xfrm rot="10800000" flipH="1">
                <a:off x="7677442" y="554948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" name="Google Shape;134;p2"/>
            <p:cNvGrpSpPr/>
            <p:nvPr/>
          </p:nvGrpSpPr>
          <p:grpSpPr>
            <a:xfrm rot="10800000">
              <a:off x="114481" y="4495005"/>
              <a:ext cx="8915137" cy="532097"/>
              <a:chOff x="114481" y="111355"/>
              <a:chExt cx="8915137" cy="532097"/>
            </a:xfrm>
          </p:grpSpPr>
          <p:sp>
            <p:nvSpPr>
              <p:cNvPr id="135" name="Google Shape;135;p2"/>
              <p:cNvSpPr/>
              <p:nvPr/>
            </p:nvSpPr>
            <p:spPr>
              <a:xfrm rot="10800000" flipH="1">
                <a:off x="1717721" y="11135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4" y="2585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 rot="10800000" flipH="1">
                <a:off x="1488638" y="11135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 rot="10800000" flipH="1">
                <a:off x="1144996" y="11135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 rot="10800000" flipH="1">
                <a:off x="916324" y="11135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 rot="10800000" flipH="1">
                <a:off x="801765" y="11135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 rot="10800000" flipH="1">
                <a:off x="687206" y="11135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2"/>
              <p:cNvSpPr/>
              <p:nvPr/>
            </p:nvSpPr>
            <p:spPr>
              <a:xfrm rot="10800000" flipH="1">
                <a:off x="1603196" y="22180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2"/>
              <p:cNvSpPr/>
              <p:nvPr/>
            </p:nvSpPr>
            <p:spPr>
              <a:xfrm rot="10800000" flipH="1">
                <a:off x="1374079" y="22180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704" y="2584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2"/>
              <p:cNvSpPr/>
              <p:nvPr/>
            </p:nvSpPr>
            <p:spPr>
              <a:xfrm rot="10800000" flipH="1">
                <a:off x="686830" y="22180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2"/>
              <p:cNvSpPr/>
              <p:nvPr/>
            </p:nvSpPr>
            <p:spPr>
              <a:xfrm rot="10800000" flipH="1">
                <a:off x="343564" y="22180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692" y="2584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2"/>
              <p:cNvSpPr/>
              <p:nvPr/>
            </p:nvSpPr>
            <p:spPr>
              <a:xfrm rot="10800000" flipH="1">
                <a:off x="1717721" y="332289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4"/>
                    </a:lnTo>
                    <a:lnTo>
                      <a:pt x="2692" y="2584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 rot="10800000" flipH="1">
                <a:off x="1374079" y="332289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4"/>
                    </a:lnTo>
                    <a:lnTo>
                      <a:pt x="2704" y="2584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2"/>
              <p:cNvSpPr/>
              <p:nvPr/>
            </p:nvSpPr>
            <p:spPr>
              <a:xfrm rot="10800000" flipH="1">
                <a:off x="458123" y="332289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4"/>
                    </a:lnTo>
                    <a:lnTo>
                      <a:pt x="2691" y="2584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2"/>
              <p:cNvSpPr/>
              <p:nvPr/>
            </p:nvSpPr>
            <p:spPr>
              <a:xfrm rot="10800000" flipH="1">
                <a:off x="229040" y="332289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0" y="1"/>
                    </a:moveTo>
                    <a:lnTo>
                      <a:pt x="0" y="2584"/>
                    </a:lnTo>
                    <a:lnTo>
                      <a:pt x="2691" y="2584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2"/>
              <p:cNvSpPr/>
              <p:nvPr/>
            </p:nvSpPr>
            <p:spPr>
              <a:xfrm rot="10800000" flipH="1">
                <a:off x="1603196" y="444909"/>
                <a:ext cx="92544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2"/>
              <p:cNvSpPr/>
              <p:nvPr/>
            </p:nvSpPr>
            <p:spPr>
              <a:xfrm rot="10800000" flipH="1">
                <a:off x="1488638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2"/>
              <p:cNvSpPr/>
              <p:nvPr/>
            </p:nvSpPr>
            <p:spPr>
              <a:xfrm rot="10800000" flipH="1">
                <a:off x="1259555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 rot="10800000" flipH="1">
                <a:off x="458123" y="444909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2"/>
              <p:cNvSpPr/>
              <p:nvPr/>
            </p:nvSpPr>
            <p:spPr>
              <a:xfrm rot="10800000" flipH="1">
                <a:off x="114481" y="444909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2"/>
              <p:cNvSpPr/>
              <p:nvPr/>
            </p:nvSpPr>
            <p:spPr>
              <a:xfrm rot="10800000" flipH="1">
                <a:off x="1603196" y="555359"/>
                <a:ext cx="92544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 rot="10800000" flipH="1">
                <a:off x="1144996" y="555359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2"/>
              <p:cNvSpPr/>
              <p:nvPr/>
            </p:nvSpPr>
            <p:spPr>
              <a:xfrm rot="10800000" flipH="1">
                <a:off x="915913" y="555359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2"/>
              <p:cNvSpPr/>
              <p:nvPr/>
            </p:nvSpPr>
            <p:spPr>
              <a:xfrm rot="10800000" flipH="1">
                <a:off x="686830" y="555359"/>
                <a:ext cx="92544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2"/>
              <p:cNvSpPr/>
              <p:nvPr/>
            </p:nvSpPr>
            <p:spPr>
              <a:xfrm rot="10800000" flipH="1">
                <a:off x="343564" y="555359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2" y="2572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2"/>
              <p:cNvSpPr/>
              <p:nvPr/>
            </p:nvSpPr>
            <p:spPr>
              <a:xfrm rot="10800000" flipH="1">
                <a:off x="3552132" y="11135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2"/>
              <p:cNvSpPr/>
              <p:nvPr/>
            </p:nvSpPr>
            <p:spPr>
              <a:xfrm rot="10800000" flipH="1">
                <a:off x="3323014" y="11135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2"/>
              <p:cNvSpPr/>
              <p:nvPr/>
            </p:nvSpPr>
            <p:spPr>
              <a:xfrm rot="10800000" flipH="1">
                <a:off x="2979784" y="11135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2"/>
              <p:cNvSpPr/>
              <p:nvPr/>
            </p:nvSpPr>
            <p:spPr>
              <a:xfrm rot="10800000" flipH="1">
                <a:off x="2750700" y="11135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2"/>
              <p:cNvSpPr/>
              <p:nvPr/>
            </p:nvSpPr>
            <p:spPr>
              <a:xfrm rot="10800000" flipH="1">
                <a:off x="2636142" y="11135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2"/>
              <p:cNvSpPr/>
              <p:nvPr/>
            </p:nvSpPr>
            <p:spPr>
              <a:xfrm rot="10800000" flipH="1">
                <a:off x="2521617" y="111355"/>
                <a:ext cx="92133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1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2"/>
              <p:cNvSpPr/>
              <p:nvPr/>
            </p:nvSpPr>
            <p:spPr>
              <a:xfrm rot="10800000" flipH="1">
                <a:off x="3437573" y="22180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2"/>
              <p:cNvSpPr/>
              <p:nvPr/>
            </p:nvSpPr>
            <p:spPr>
              <a:xfrm rot="10800000" flipH="1">
                <a:off x="3208490" y="22180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2"/>
              <p:cNvSpPr/>
              <p:nvPr/>
            </p:nvSpPr>
            <p:spPr>
              <a:xfrm rot="10800000" flipH="1">
                <a:off x="2521617" y="221805"/>
                <a:ext cx="92133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1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691" y="2584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2"/>
              <p:cNvSpPr/>
              <p:nvPr/>
            </p:nvSpPr>
            <p:spPr>
              <a:xfrm rot="10800000" flipH="1">
                <a:off x="2177976" y="221805"/>
                <a:ext cx="92133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1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691" y="2584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2"/>
              <p:cNvSpPr/>
              <p:nvPr/>
            </p:nvSpPr>
            <p:spPr>
              <a:xfrm rot="10800000" flipH="1">
                <a:off x="3552132" y="332289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2"/>
              <p:cNvSpPr/>
              <p:nvPr/>
            </p:nvSpPr>
            <p:spPr>
              <a:xfrm rot="10800000" flipH="1">
                <a:off x="3208490" y="332289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2"/>
              <p:cNvSpPr/>
              <p:nvPr/>
            </p:nvSpPr>
            <p:spPr>
              <a:xfrm rot="10800000" flipH="1">
                <a:off x="2292500" y="332289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4"/>
                    </a:lnTo>
                    <a:lnTo>
                      <a:pt x="2692" y="2584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2"/>
              <p:cNvSpPr/>
              <p:nvPr/>
            </p:nvSpPr>
            <p:spPr>
              <a:xfrm rot="10800000" flipH="1">
                <a:off x="2063417" y="332289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0" y="1"/>
                    </a:moveTo>
                    <a:lnTo>
                      <a:pt x="0" y="2584"/>
                    </a:lnTo>
                    <a:lnTo>
                      <a:pt x="2691" y="2584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2"/>
              <p:cNvSpPr/>
              <p:nvPr/>
            </p:nvSpPr>
            <p:spPr>
              <a:xfrm rot="10800000" flipH="1">
                <a:off x="1834334" y="332289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2"/>
              <p:cNvSpPr/>
              <p:nvPr/>
            </p:nvSpPr>
            <p:spPr>
              <a:xfrm rot="10800000" flipH="1">
                <a:off x="3437573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2"/>
              <p:cNvSpPr/>
              <p:nvPr/>
            </p:nvSpPr>
            <p:spPr>
              <a:xfrm rot="10800000" flipH="1">
                <a:off x="3323014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2"/>
              <p:cNvSpPr/>
              <p:nvPr/>
            </p:nvSpPr>
            <p:spPr>
              <a:xfrm rot="10800000" flipH="1">
                <a:off x="3093931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2"/>
              <p:cNvSpPr/>
              <p:nvPr/>
            </p:nvSpPr>
            <p:spPr>
              <a:xfrm rot="10800000" flipH="1">
                <a:off x="2292500" y="444909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2" y="2572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2"/>
              <p:cNvSpPr/>
              <p:nvPr/>
            </p:nvSpPr>
            <p:spPr>
              <a:xfrm rot="10800000" flipH="1">
                <a:off x="1948858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2"/>
              <p:cNvSpPr/>
              <p:nvPr/>
            </p:nvSpPr>
            <p:spPr>
              <a:xfrm rot="10800000" flipH="1">
                <a:off x="3437573" y="555359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2"/>
              <p:cNvSpPr/>
              <p:nvPr/>
            </p:nvSpPr>
            <p:spPr>
              <a:xfrm rot="10800000" flipH="1">
                <a:off x="2979373" y="555359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2"/>
              <p:cNvSpPr/>
              <p:nvPr/>
            </p:nvSpPr>
            <p:spPr>
              <a:xfrm rot="10800000" flipH="1">
                <a:off x="2750290" y="554948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2"/>
              <p:cNvSpPr/>
              <p:nvPr/>
            </p:nvSpPr>
            <p:spPr>
              <a:xfrm rot="10800000" flipH="1">
                <a:off x="2521617" y="554948"/>
                <a:ext cx="92133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1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691" y="2584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2"/>
              <p:cNvSpPr/>
              <p:nvPr/>
            </p:nvSpPr>
            <p:spPr>
              <a:xfrm rot="10800000" flipH="1">
                <a:off x="2177976" y="555359"/>
                <a:ext cx="92133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1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2"/>
              <p:cNvSpPr/>
              <p:nvPr/>
            </p:nvSpPr>
            <p:spPr>
              <a:xfrm rot="10800000" flipH="1">
                <a:off x="5382845" y="11135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2"/>
              <p:cNvSpPr/>
              <p:nvPr/>
            </p:nvSpPr>
            <p:spPr>
              <a:xfrm rot="10800000" flipH="1">
                <a:off x="5153728" y="11135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2"/>
              <p:cNvSpPr/>
              <p:nvPr/>
            </p:nvSpPr>
            <p:spPr>
              <a:xfrm rot="10800000" flipH="1">
                <a:off x="4810497" y="11135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2"/>
              <p:cNvSpPr/>
              <p:nvPr/>
            </p:nvSpPr>
            <p:spPr>
              <a:xfrm rot="10800000" flipH="1">
                <a:off x="4581414" y="11135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2"/>
              <p:cNvSpPr/>
              <p:nvPr/>
            </p:nvSpPr>
            <p:spPr>
              <a:xfrm rot="10800000" flipH="1">
                <a:off x="4466855" y="11135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2"/>
              <p:cNvSpPr/>
              <p:nvPr/>
            </p:nvSpPr>
            <p:spPr>
              <a:xfrm rot="10800000" flipH="1">
                <a:off x="4352331" y="111355"/>
                <a:ext cx="92133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1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2"/>
              <p:cNvSpPr/>
              <p:nvPr/>
            </p:nvSpPr>
            <p:spPr>
              <a:xfrm rot="10800000" flipH="1">
                <a:off x="5268286" y="22180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2"/>
              <p:cNvSpPr/>
              <p:nvPr/>
            </p:nvSpPr>
            <p:spPr>
              <a:xfrm rot="10800000" flipH="1">
                <a:off x="5039203" y="22180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2"/>
              <p:cNvSpPr/>
              <p:nvPr/>
            </p:nvSpPr>
            <p:spPr>
              <a:xfrm rot="10800000" flipH="1">
                <a:off x="4352331" y="221805"/>
                <a:ext cx="92133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1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691" y="2584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2"/>
              <p:cNvSpPr/>
              <p:nvPr/>
            </p:nvSpPr>
            <p:spPr>
              <a:xfrm rot="10800000" flipH="1">
                <a:off x="4008689" y="221805"/>
                <a:ext cx="92133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1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691" y="2584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2"/>
              <p:cNvSpPr/>
              <p:nvPr/>
            </p:nvSpPr>
            <p:spPr>
              <a:xfrm rot="10800000" flipH="1">
                <a:off x="5382845" y="332289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2"/>
              <p:cNvSpPr/>
              <p:nvPr/>
            </p:nvSpPr>
            <p:spPr>
              <a:xfrm rot="10800000" flipH="1">
                <a:off x="5039203" y="332289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2"/>
              <p:cNvSpPr/>
              <p:nvPr/>
            </p:nvSpPr>
            <p:spPr>
              <a:xfrm rot="10800000" flipH="1">
                <a:off x="4123213" y="332289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4"/>
                    </a:lnTo>
                    <a:lnTo>
                      <a:pt x="2692" y="2584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2"/>
              <p:cNvSpPr/>
              <p:nvPr/>
            </p:nvSpPr>
            <p:spPr>
              <a:xfrm rot="10800000" flipH="1">
                <a:off x="3894130" y="332289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0" y="1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2"/>
              <p:cNvSpPr/>
              <p:nvPr/>
            </p:nvSpPr>
            <p:spPr>
              <a:xfrm rot="10800000" flipH="1">
                <a:off x="3665047" y="332289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2"/>
              <p:cNvSpPr/>
              <p:nvPr/>
            </p:nvSpPr>
            <p:spPr>
              <a:xfrm rot="10800000" flipH="1">
                <a:off x="5268286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2"/>
              <p:cNvSpPr/>
              <p:nvPr/>
            </p:nvSpPr>
            <p:spPr>
              <a:xfrm rot="10800000" flipH="1">
                <a:off x="5153728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2"/>
              <p:cNvSpPr/>
              <p:nvPr/>
            </p:nvSpPr>
            <p:spPr>
              <a:xfrm rot="10800000" flipH="1">
                <a:off x="4924645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2"/>
              <p:cNvSpPr/>
              <p:nvPr/>
            </p:nvSpPr>
            <p:spPr>
              <a:xfrm rot="10800000" flipH="1">
                <a:off x="4123213" y="444909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2" y="2572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2"/>
              <p:cNvSpPr/>
              <p:nvPr/>
            </p:nvSpPr>
            <p:spPr>
              <a:xfrm rot="10800000" flipH="1">
                <a:off x="3779572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2"/>
              <p:cNvSpPr/>
              <p:nvPr/>
            </p:nvSpPr>
            <p:spPr>
              <a:xfrm rot="10800000" flipH="1">
                <a:off x="5268286" y="555359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2"/>
              <p:cNvSpPr/>
              <p:nvPr/>
            </p:nvSpPr>
            <p:spPr>
              <a:xfrm rot="10800000" flipH="1">
                <a:off x="4810086" y="554948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2"/>
              <p:cNvSpPr/>
              <p:nvPr/>
            </p:nvSpPr>
            <p:spPr>
              <a:xfrm rot="10800000" flipH="1">
                <a:off x="4581003" y="555359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2"/>
              <p:cNvSpPr/>
              <p:nvPr/>
            </p:nvSpPr>
            <p:spPr>
              <a:xfrm rot="10800000" flipH="1">
                <a:off x="4352331" y="555359"/>
                <a:ext cx="92133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1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2"/>
              <p:cNvSpPr/>
              <p:nvPr/>
            </p:nvSpPr>
            <p:spPr>
              <a:xfrm rot="10800000" flipH="1">
                <a:off x="4008689" y="555359"/>
                <a:ext cx="92133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1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2"/>
              <p:cNvSpPr/>
              <p:nvPr/>
            </p:nvSpPr>
            <p:spPr>
              <a:xfrm rot="10800000" flipH="1">
                <a:off x="7217222" y="11135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2"/>
              <p:cNvSpPr/>
              <p:nvPr/>
            </p:nvSpPr>
            <p:spPr>
              <a:xfrm rot="10800000" flipH="1">
                <a:off x="6988105" y="11135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4" y="2585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2"/>
              <p:cNvSpPr/>
              <p:nvPr/>
            </p:nvSpPr>
            <p:spPr>
              <a:xfrm rot="10800000" flipH="1">
                <a:off x="6644874" y="11135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2"/>
              <p:cNvSpPr/>
              <p:nvPr/>
            </p:nvSpPr>
            <p:spPr>
              <a:xfrm rot="10800000" flipH="1">
                <a:off x="6415791" y="11135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2"/>
              <p:cNvSpPr/>
              <p:nvPr/>
            </p:nvSpPr>
            <p:spPr>
              <a:xfrm rot="10800000" flipH="1">
                <a:off x="6301232" y="11135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4" y="2585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2"/>
              <p:cNvSpPr/>
              <p:nvPr/>
            </p:nvSpPr>
            <p:spPr>
              <a:xfrm rot="10800000" flipH="1">
                <a:off x="6186707" y="11135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2"/>
              <p:cNvSpPr/>
              <p:nvPr/>
            </p:nvSpPr>
            <p:spPr>
              <a:xfrm rot="10800000" flipH="1">
                <a:off x="7102663" y="22180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2"/>
              <p:cNvSpPr/>
              <p:nvPr/>
            </p:nvSpPr>
            <p:spPr>
              <a:xfrm rot="10800000" flipH="1">
                <a:off x="6873580" y="22180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2"/>
              <p:cNvSpPr/>
              <p:nvPr/>
            </p:nvSpPr>
            <p:spPr>
              <a:xfrm rot="10800000" flipH="1">
                <a:off x="6186707" y="221805"/>
                <a:ext cx="92133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1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691" y="2584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2"/>
              <p:cNvSpPr/>
              <p:nvPr/>
            </p:nvSpPr>
            <p:spPr>
              <a:xfrm rot="10800000" flipH="1">
                <a:off x="5843066" y="22180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2"/>
              <p:cNvSpPr/>
              <p:nvPr/>
            </p:nvSpPr>
            <p:spPr>
              <a:xfrm rot="10800000" flipH="1">
                <a:off x="7217222" y="332289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2"/>
              <p:cNvSpPr/>
              <p:nvPr/>
            </p:nvSpPr>
            <p:spPr>
              <a:xfrm rot="10800000" flipH="1">
                <a:off x="6873580" y="332289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2"/>
              <p:cNvSpPr/>
              <p:nvPr/>
            </p:nvSpPr>
            <p:spPr>
              <a:xfrm rot="10800000" flipH="1">
                <a:off x="5957590" y="332289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4"/>
                    </a:lnTo>
                    <a:lnTo>
                      <a:pt x="2692" y="2584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2"/>
              <p:cNvSpPr/>
              <p:nvPr/>
            </p:nvSpPr>
            <p:spPr>
              <a:xfrm rot="10800000" flipH="1">
                <a:off x="5728507" y="332289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4"/>
                    </a:lnTo>
                    <a:lnTo>
                      <a:pt x="2703" y="2584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2"/>
              <p:cNvSpPr/>
              <p:nvPr/>
            </p:nvSpPr>
            <p:spPr>
              <a:xfrm rot="10800000" flipH="1">
                <a:off x="5499424" y="332289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2"/>
              <p:cNvSpPr/>
              <p:nvPr/>
            </p:nvSpPr>
            <p:spPr>
              <a:xfrm rot="10800000" flipH="1">
                <a:off x="7102663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2"/>
              <p:cNvSpPr/>
              <p:nvPr/>
            </p:nvSpPr>
            <p:spPr>
              <a:xfrm rot="10800000" flipH="1">
                <a:off x="6988105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2"/>
              <p:cNvSpPr/>
              <p:nvPr/>
            </p:nvSpPr>
            <p:spPr>
              <a:xfrm rot="10800000" flipH="1">
                <a:off x="6759021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2"/>
              <p:cNvSpPr/>
              <p:nvPr/>
            </p:nvSpPr>
            <p:spPr>
              <a:xfrm rot="10800000" flipH="1">
                <a:off x="5957590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2"/>
              <p:cNvSpPr/>
              <p:nvPr/>
            </p:nvSpPr>
            <p:spPr>
              <a:xfrm rot="10800000" flipH="1">
                <a:off x="5613948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2"/>
              <p:cNvSpPr/>
              <p:nvPr/>
            </p:nvSpPr>
            <p:spPr>
              <a:xfrm rot="10800000" flipH="1">
                <a:off x="7102663" y="555359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2"/>
              <p:cNvSpPr/>
              <p:nvPr/>
            </p:nvSpPr>
            <p:spPr>
              <a:xfrm rot="10800000" flipH="1">
                <a:off x="6644463" y="555359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2"/>
              <p:cNvSpPr/>
              <p:nvPr/>
            </p:nvSpPr>
            <p:spPr>
              <a:xfrm rot="10800000" flipH="1">
                <a:off x="6415791" y="555359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2"/>
              <p:cNvSpPr/>
              <p:nvPr/>
            </p:nvSpPr>
            <p:spPr>
              <a:xfrm rot="10800000" flipH="1">
                <a:off x="6186707" y="555359"/>
                <a:ext cx="92133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1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2"/>
              <p:cNvSpPr/>
              <p:nvPr/>
            </p:nvSpPr>
            <p:spPr>
              <a:xfrm rot="10800000" flipH="1">
                <a:off x="5843066" y="554948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2"/>
              <p:cNvSpPr/>
              <p:nvPr/>
            </p:nvSpPr>
            <p:spPr>
              <a:xfrm rot="10800000" flipH="1">
                <a:off x="8822892" y="11135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"/>
              <p:cNvSpPr/>
              <p:nvPr/>
            </p:nvSpPr>
            <p:spPr>
              <a:xfrm rot="10800000" flipH="1">
                <a:off x="8479250" y="11135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2"/>
              <p:cNvSpPr/>
              <p:nvPr/>
            </p:nvSpPr>
            <p:spPr>
              <a:xfrm rot="10800000" flipH="1">
                <a:off x="8250167" y="11135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2"/>
              <p:cNvSpPr/>
              <p:nvPr/>
            </p:nvSpPr>
            <p:spPr>
              <a:xfrm rot="10800000" flipH="1">
                <a:off x="8135609" y="11135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4" y="2585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2"/>
              <p:cNvSpPr/>
              <p:nvPr/>
            </p:nvSpPr>
            <p:spPr>
              <a:xfrm rot="10800000" flipH="1">
                <a:off x="8021084" y="11135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2"/>
              <p:cNvSpPr/>
              <p:nvPr/>
            </p:nvSpPr>
            <p:spPr>
              <a:xfrm rot="10800000" flipH="1">
                <a:off x="8937040" y="22180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2"/>
              <p:cNvSpPr/>
              <p:nvPr/>
            </p:nvSpPr>
            <p:spPr>
              <a:xfrm rot="10800000" flipH="1">
                <a:off x="8708368" y="22180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691" y="2584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2"/>
              <p:cNvSpPr/>
              <p:nvPr/>
            </p:nvSpPr>
            <p:spPr>
              <a:xfrm rot="10800000" flipH="1">
                <a:off x="8021084" y="22180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2"/>
              <p:cNvSpPr/>
              <p:nvPr/>
            </p:nvSpPr>
            <p:spPr>
              <a:xfrm rot="10800000" flipH="1">
                <a:off x="7677442" y="22180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2"/>
              <p:cNvSpPr/>
              <p:nvPr/>
            </p:nvSpPr>
            <p:spPr>
              <a:xfrm rot="10800000" flipH="1">
                <a:off x="8707957" y="332289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0" y="1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2"/>
              <p:cNvSpPr/>
              <p:nvPr/>
            </p:nvSpPr>
            <p:spPr>
              <a:xfrm rot="10800000" flipH="1">
                <a:off x="7791967" y="332289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4"/>
                    </a:lnTo>
                    <a:lnTo>
                      <a:pt x="2704" y="2584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2"/>
              <p:cNvSpPr/>
              <p:nvPr/>
            </p:nvSpPr>
            <p:spPr>
              <a:xfrm rot="10800000" flipH="1">
                <a:off x="7562884" y="332289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4"/>
                    </a:lnTo>
                    <a:lnTo>
                      <a:pt x="2703" y="2584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2"/>
              <p:cNvSpPr/>
              <p:nvPr/>
            </p:nvSpPr>
            <p:spPr>
              <a:xfrm rot="10800000" flipH="1">
                <a:off x="7333801" y="332289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0" y="1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2"/>
              <p:cNvSpPr/>
              <p:nvPr/>
            </p:nvSpPr>
            <p:spPr>
              <a:xfrm rot="10800000" flipH="1">
                <a:off x="8937040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2"/>
              <p:cNvSpPr/>
              <p:nvPr/>
            </p:nvSpPr>
            <p:spPr>
              <a:xfrm rot="10800000" flipH="1">
                <a:off x="8822481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2"/>
              <p:cNvSpPr/>
              <p:nvPr/>
            </p:nvSpPr>
            <p:spPr>
              <a:xfrm rot="10800000" flipH="1">
                <a:off x="8593809" y="444909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2"/>
              <p:cNvSpPr/>
              <p:nvPr/>
            </p:nvSpPr>
            <p:spPr>
              <a:xfrm rot="10800000" flipH="1">
                <a:off x="7791967" y="444909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2"/>
              <p:cNvSpPr/>
              <p:nvPr/>
            </p:nvSpPr>
            <p:spPr>
              <a:xfrm rot="10800000" flipH="1">
                <a:off x="7448359" y="444909"/>
                <a:ext cx="92544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2"/>
              <p:cNvSpPr/>
              <p:nvPr/>
            </p:nvSpPr>
            <p:spPr>
              <a:xfrm rot="10800000" flipH="1">
                <a:off x="8937040" y="555359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2"/>
              <p:cNvSpPr/>
              <p:nvPr/>
            </p:nvSpPr>
            <p:spPr>
              <a:xfrm rot="10800000" flipH="1">
                <a:off x="8479250" y="555359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2" y="2572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2"/>
              <p:cNvSpPr/>
              <p:nvPr/>
            </p:nvSpPr>
            <p:spPr>
              <a:xfrm rot="10800000" flipH="1">
                <a:off x="8250167" y="555359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2"/>
              <p:cNvSpPr/>
              <p:nvPr/>
            </p:nvSpPr>
            <p:spPr>
              <a:xfrm rot="10800000" flipH="1">
                <a:off x="8021084" y="555359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2"/>
              <p:cNvSpPr/>
              <p:nvPr/>
            </p:nvSpPr>
            <p:spPr>
              <a:xfrm rot="10800000" flipH="1">
                <a:off x="7677442" y="554948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57" name="Google Shape;257;p2"/>
          <p:cNvSpPr txBox="1">
            <a:spLocks noGrp="1"/>
          </p:cNvSpPr>
          <p:nvPr>
            <p:ph type="ctrTitle"/>
          </p:nvPr>
        </p:nvSpPr>
        <p:spPr>
          <a:xfrm>
            <a:off x="1162325" y="1565926"/>
            <a:ext cx="6819300" cy="1695300"/>
          </a:xfrm>
          <a:prstGeom prst="rect">
            <a:avLst/>
          </a:prstGeom>
          <a:solidFill>
            <a:schemeClr val="dk1"/>
          </a:solidFill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5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8" name="Google Shape;258;p2"/>
          <p:cNvSpPr txBox="1">
            <a:spLocks noGrp="1"/>
          </p:cNvSpPr>
          <p:nvPr>
            <p:ph type="subTitle" idx="1"/>
          </p:nvPr>
        </p:nvSpPr>
        <p:spPr>
          <a:xfrm>
            <a:off x="1395450" y="3415354"/>
            <a:ext cx="6353100" cy="52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"/>
          <p:cNvSpPr txBox="1">
            <a:spLocks noGrp="1"/>
          </p:cNvSpPr>
          <p:nvPr>
            <p:ph type="title"/>
          </p:nvPr>
        </p:nvSpPr>
        <p:spPr>
          <a:xfrm>
            <a:off x="1338775" y="1817730"/>
            <a:ext cx="3887100" cy="19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1" name="Google Shape;261;p3"/>
          <p:cNvSpPr txBox="1">
            <a:spLocks noGrp="1"/>
          </p:cNvSpPr>
          <p:nvPr>
            <p:ph type="subTitle" idx="1"/>
          </p:nvPr>
        </p:nvSpPr>
        <p:spPr>
          <a:xfrm>
            <a:off x="1338775" y="3497963"/>
            <a:ext cx="3227100" cy="5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3"/>
          <p:cNvSpPr txBox="1">
            <a:spLocks noGrp="1"/>
          </p:cNvSpPr>
          <p:nvPr>
            <p:ph type="title" idx="2" hasCustomPrompt="1"/>
          </p:nvPr>
        </p:nvSpPr>
        <p:spPr>
          <a:xfrm>
            <a:off x="1267750" y="1252375"/>
            <a:ext cx="1137900" cy="6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263" name="Google Shape;263;p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64" name="Google Shape;264;p3"/>
            <p:cNvSpPr/>
            <p:nvPr/>
          </p:nvSpPr>
          <p:spPr>
            <a:xfrm>
              <a:off x="0" y="0"/>
              <a:ext cx="9144000" cy="5143500"/>
            </a:xfrm>
            <a:prstGeom prst="frame">
              <a:avLst>
                <a:gd name="adj1" fmla="val 1678"/>
              </a:avLst>
            </a:pr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5" name="Google Shape;265;p3"/>
            <p:cNvGrpSpPr/>
            <p:nvPr/>
          </p:nvGrpSpPr>
          <p:grpSpPr>
            <a:xfrm flipH="1">
              <a:off x="114432" y="108091"/>
              <a:ext cx="8915137" cy="4927318"/>
              <a:chOff x="114432" y="99771"/>
              <a:chExt cx="8915137" cy="4927318"/>
            </a:xfrm>
          </p:grpSpPr>
          <p:sp>
            <p:nvSpPr>
              <p:cNvPr id="266" name="Google Shape;266;p3"/>
              <p:cNvSpPr/>
              <p:nvPr/>
            </p:nvSpPr>
            <p:spPr>
              <a:xfrm>
                <a:off x="1717671" y="493858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4" y="2585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3"/>
              <p:cNvSpPr/>
              <p:nvPr/>
            </p:nvSpPr>
            <p:spPr>
              <a:xfrm>
                <a:off x="1144946" y="493858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3"/>
              <p:cNvSpPr/>
              <p:nvPr/>
            </p:nvSpPr>
            <p:spPr>
              <a:xfrm>
                <a:off x="916274" y="493858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3"/>
              <p:cNvSpPr/>
              <p:nvPr/>
            </p:nvSpPr>
            <p:spPr>
              <a:xfrm>
                <a:off x="801715" y="493858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3"/>
              <p:cNvSpPr/>
              <p:nvPr/>
            </p:nvSpPr>
            <p:spPr>
              <a:xfrm>
                <a:off x="687156" y="493858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3"/>
              <p:cNvSpPr/>
              <p:nvPr/>
            </p:nvSpPr>
            <p:spPr>
              <a:xfrm>
                <a:off x="1374029" y="482813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704" y="2584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3"/>
              <p:cNvSpPr/>
              <p:nvPr/>
            </p:nvSpPr>
            <p:spPr>
              <a:xfrm>
                <a:off x="686780" y="482813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3"/>
              <p:cNvSpPr/>
              <p:nvPr/>
            </p:nvSpPr>
            <p:spPr>
              <a:xfrm>
                <a:off x="343515" y="482813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692" y="2584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3"/>
              <p:cNvSpPr/>
              <p:nvPr/>
            </p:nvSpPr>
            <p:spPr>
              <a:xfrm>
                <a:off x="2177926" y="4828135"/>
                <a:ext cx="92133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1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691" y="2584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3"/>
              <p:cNvSpPr/>
              <p:nvPr/>
            </p:nvSpPr>
            <p:spPr>
              <a:xfrm>
                <a:off x="7217172" y="493858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3"/>
              <p:cNvSpPr/>
              <p:nvPr/>
            </p:nvSpPr>
            <p:spPr>
              <a:xfrm>
                <a:off x="8822842" y="493858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3"/>
              <p:cNvSpPr/>
              <p:nvPr/>
            </p:nvSpPr>
            <p:spPr>
              <a:xfrm>
                <a:off x="8479201" y="493858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3"/>
              <p:cNvSpPr/>
              <p:nvPr/>
            </p:nvSpPr>
            <p:spPr>
              <a:xfrm>
                <a:off x="8250118" y="493858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3"/>
              <p:cNvSpPr/>
              <p:nvPr/>
            </p:nvSpPr>
            <p:spPr>
              <a:xfrm>
                <a:off x="8021034" y="493858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3"/>
              <p:cNvSpPr/>
              <p:nvPr/>
            </p:nvSpPr>
            <p:spPr>
              <a:xfrm>
                <a:off x="8936990" y="482813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3"/>
              <p:cNvSpPr/>
              <p:nvPr/>
            </p:nvSpPr>
            <p:spPr>
              <a:xfrm>
                <a:off x="8708318" y="482813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691" y="2584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3"/>
              <p:cNvSpPr/>
              <p:nvPr/>
            </p:nvSpPr>
            <p:spPr>
              <a:xfrm>
                <a:off x="8021034" y="482813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3"/>
              <p:cNvSpPr/>
              <p:nvPr/>
            </p:nvSpPr>
            <p:spPr>
              <a:xfrm>
                <a:off x="7677393" y="482813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"/>
              <p:cNvSpPr/>
              <p:nvPr/>
            </p:nvSpPr>
            <p:spPr>
              <a:xfrm rot="10800000" flipH="1">
                <a:off x="1259505" y="99771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3"/>
              <p:cNvSpPr/>
              <p:nvPr/>
            </p:nvSpPr>
            <p:spPr>
              <a:xfrm rot="10800000" flipH="1">
                <a:off x="458073" y="99771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3"/>
              <p:cNvSpPr/>
              <p:nvPr/>
            </p:nvSpPr>
            <p:spPr>
              <a:xfrm rot="10800000" flipH="1">
                <a:off x="114432" y="99771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3"/>
              <p:cNvSpPr/>
              <p:nvPr/>
            </p:nvSpPr>
            <p:spPr>
              <a:xfrm rot="10800000" flipH="1">
                <a:off x="915863" y="210221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3"/>
              <p:cNvSpPr/>
              <p:nvPr/>
            </p:nvSpPr>
            <p:spPr>
              <a:xfrm rot="10800000" flipH="1">
                <a:off x="686780" y="210221"/>
                <a:ext cx="92544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3"/>
              <p:cNvSpPr/>
              <p:nvPr/>
            </p:nvSpPr>
            <p:spPr>
              <a:xfrm rot="10800000" flipH="1">
                <a:off x="343515" y="210221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2" y="2572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3"/>
              <p:cNvSpPr/>
              <p:nvPr/>
            </p:nvSpPr>
            <p:spPr>
              <a:xfrm rot="10800000" flipH="1">
                <a:off x="8936990" y="99771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3"/>
              <p:cNvSpPr/>
              <p:nvPr/>
            </p:nvSpPr>
            <p:spPr>
              <a:xfrm rot="10800000" flipH="1">
                <a:off x="8822432" y="99771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3"/>
              <p:cNvSpPr/>
              <p:nvPr/>
            </p:nvSpPr>
            <p:spPr>
              <a:xfrm rot="10800000" flipH="1">
                <a:off x="8593759" y="99771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3"/>
              <p:cNvSpPr/>
              <p:nvPr/>
            </p:nvSpPr>
            <p:spPr>
              <a:xfrm rot="10800000" flipH="1">
                <a:off x="8936990" y="210221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3"/>
              <p:cNvSpPr/>
              <p:nvPr/>
            </p:nvSpPr>
            <p:spPr>
              <a:xfrm rot="10800000" flipH="1">
                <a:off x="8479201" y="210221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2" y="2572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3"/>
              <p:cNvSpPr/>
              <p:nvPr/>
            </p:nvSpPr>
            <p:spPr>
              <a:xfrm rot="10800000" flipH="1">
                <a:off x="8250118" y="210221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96" name="Google Shape;296;p3"/>
            <p:cNvSpPr/>
            <p:nvPr/>
          </p:nvSpPr>
          <p:spPr>
            <a:xfrm rot="5400000" flipH="1">
              <a:off x="6990300" y="2459000"/>
              <a:ext cx="4095000" cy="21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3"/>
            <p:cNvSpPr/>
            <p:nvPr/>
          </p:nvSpPr>
          <p:spPr>
            <a:xfrm>
              <a:off x="1145627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"/>
            <p:cNvSpPr/>
            <p:nvPr/>
          </p:nvSpPr>
          <p:spPr>
            <a:xfrm>
              <a:off x="1259783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"/>
            <p:cNvSpPr/>
            <p:nvPr/>
          </p:nvSpPr>
          <p:spPr>
            <a:xfrm>
              <a:off x="573089" y="4625544"/>
              <a:ext cx="92027" cy="88691"/>
            </a:xfrm>
            <a:custGeom>
              <a:avLst/>
              <a:gdLst/>
              <a:ahLst/>
              <a:cxnLst/>
              <a:rect l="l" t="t" r="r" b="b"/>
              <a:pathLst>
                <a:path w="2620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20" y="2525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"/>
            <p:cNvSpPr/>
            <p:nvPr/>
          </p:nvSpPr>
          <p:spPr>
            <a:xfrm>
              <a:off x="1718129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3"/>
            <p:cNvSpPr/>
            <p:nvPr/>
          </p:nvSpPr>
          <p:spPr>
            <a:xfrm>
              <a:off x="1603551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3"/>
            <p:cNvSpPr/>
            <p:nvPr/>
          </p:nvSpPr>
          <p:spPr>
            <a:xfrm>
              <a:off x="1488973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3"/>
            <p:cNvSpPr/>
            <p:nvPr/>
          </p:nvSpPr>
          <p:spPr>
            <a:xfrm>
              <a:off x="1374361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"/>
            <p:cNvSpPr/>
            <p:nvPr/>
          </p:nvSpPr>
          <p:spPr>
            <a:xfrm>
              <a:off x="1031014" y="4625544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"/>
            <p:cNvSpPr/>
            <p:nvPr/>
          </p:nvSpPr>
          <p:spPr>
            <a:xfrm>
              <a:off x="916436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"/>
            <p:cNvSpPr/>
            <p:nvPr/>
          </p:nvSpPr>
          <p:spPr>
            <a:xfrm>
              <a:off x="80185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"/>
            <p:cNvSpPr/>
            <p:nvPr/>
          </p:nvSpPr>
          <p:spPr>
            <a:xfrm>
              <a:off x="687245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"/>
            <p:cNvSpPr/>
            <p:nvPr/>
          </p:nvSpPr>
          <p:spPr>
            <a:xfrm>
              <a:off x="3552392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"/>
            <p:cNvSpPr/>
            <p:nvPr/>
          </p:nvSpPr>
          <p:spPr>
            <a:xfrm>
              <a:off x="3437814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"/>
            <p:cNvSpPr/>
            <p:nvPr/>
          </p:nvSpPr>
          <p:spPr>
            <a:xfrm>
              <a:off x="3323201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"/>
            <p:cNvSpPr/>
            <p:nvPr/>
          </p:nvSpPr>
          <p:spPr>
            <a:xfrm>
              <a:off x="3208623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"/>
            <p:cNvSpPr/>
            <p:nvPr/>
          </p:nvSpPr>
          <p:spPr>
            <a:xfrm>
              <a:off x="3094045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3"/>
            <p:cNvSpPr/>
            <p:nvPr/>
          </p:nvSpPr>
          <p:spPr>
            <a:xfrm>
              <a:off x="2865276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3"/>
            <p:cNvSpPr/>
            <p:nvPr/>
          </p:nvSpPr>
          <p:spPr>
            <a:xfrm>
              <a:off x="2979854" y="4625544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"/>
            <p:cNvSpPr/>
            <p:nvPr/>
          </p:nvSpPr>
          <p:spPr>
            <a:xfrm>
              <a:off x="2750699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"/>
            <p:cNvSpPr/>
            <p:nvPr/>
          </p:nvSpPr>
          <p:spPr>
            <a:xfrm>
              <a:off x="2636086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"/>
            <p:cNvSpPr/>
            <p:nvPr/>
          </p:nvSpPr>
          <p:spPr>
            <a:xfrm>
              <a:off x="252150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"/>
            <p:cNvSpPr/>
            <p:nvPr/>
          </p:nvSpPr>
          <p:spPr>
            <a:xfrm>
              <a:off x="2292739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"/>
            <p:cNvSpPr/>
            <p:nvPr/>
          </p:nvSpPr>
          <p:spPr>
            <a:xfrm>
              <a:off x="2407352" y="4625965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"/>
            <p:cNvSpPr/>
            <p:nvPr/>
          </p:nvSpPr>
          <p:spPr>
            <a:xfrm>
              <a:off x="2178161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"/>
            <p:cNvSpPr/>
            <p:nvPr/>
          </p:nvSpPr>
          <p:spPr>
            <a:xfrm>
              <a:off x="2063583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"/>
            <p:cNvSpPr/>
            <p:nvPr/>
          </p:nvSpPr>
          <p:spPr>
            <a:xfrm>
              <a:off x="1949006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"/>
            <p:cNvSpPr/>
            <p:nvPr/>
          </p:nvSpPr>
          <p:spPr>
            <a:xfrm>
              <a:off x="1834814" y="4625965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3"/>
            <p:cNvSpPr/>
            <p:nvPr/>
          </p:nvSpPr>
          <p:spPr>
            <a:xfrm>
              <a:off x="5382896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"/>
            <p:cNvSpPr/>
            <p:nvPr/>
          </p:nvSpPr>
          <p:spPr>
            <a:xfrm>
              <a:off x="5268283" y="4625544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"/>
            <p:cNvSpPr/>
            <p:nvPr/>
          </p:nvSpPr>
          <p:spPr>
            <a:xfrm>
              <a:off x="5153705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"/>
            <p:cNvSpPr/>
            <p:nvPr/>
          </p:nvSpPr>
          <p:spPr>
            <a:xfrm>
              <a:off x="5039127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"/>
            <p:cNvSpPr/>
            <p:nvPr/>
          </p:nvSpPr>
          <p:spPr>
            <a:xfrm>
              <a:off x="4924936" y="4625965"/>
              <a:ext cx="92063" cy="88269"/>
            </a:xfrm>
            <a:custGeom>
              <a:avLst/>
              <a:gdLst/>
              <a:ahLst/>
              <a:cxnLst/>
              <a:rect l="l" t="t" r="r" b="b"/>
              <a:pathLst>
                <a:path w="2621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"/>
            <p:cNvSpPr/>
            <p:nvPr/>
          </p:nvSpPr>
          <p:spPr>
            <a:xfrm>
              <a:off x="4695781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"/>
            <p:cNvSpPr/>
            <p:nvPr/>
          </p:nvSpPr>
          <p:spPr>
            <a:xfrm>
              <a:off x="481035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"/>
            <p:cNvSpPr/>
            <p:nvPr/>
          </p:nvSpPr>
          <p:spPr>
            <a:xfrm>
              <a:off x="4581168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"/>
            <p:cNvSpPr/>
            <p:nvPr/>
          </p:nvSpPr>
          <p:spPr>
            <a:xfrm>
              <a:off x="4466590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"/>
            <p:cNvSpPr/>
            <p:nvPr/>
          </p:nvSpPr>
          <p:spPr>
            <a:xfrm>
              <a:off x="4352434" y="4625965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"/>
            <p:cNvSpPr/>
            <p:nvPr/>
          </p:nvSpPr>
          <p:spPr>
            <a:xfrm>
              <a:off x="4123243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3"/>
            <p:cNvSpPr/>
            <p:nvPr/>
          </p:nvSpPr>
          <p:spPr>
            <a:xfrm>
              <a:off x="4237821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3"/>
            <p:cNvSpPr/>
            <p:nvPr/>
          </p:nvSpPr>
          <p:spPr>
            <a:xfrm>
              <a:off x="4008665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3"/>
            <p:cNvSpPr/>
            <p:nvPr/>
          </p:nvSpPr>
          <p:spPr>
            <a:xfrm>
              <a:off x="3894052" y="4625544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3"/>
            <p:cNvSpPr/>
            <p:nvPr/>
          </p:nvSpPr>
          <p:spPr>
            <a:xfrm>
              <a:off x="3779896" y="4625965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3"/>
            <p:cNvSpPr/>
            <p:nvPr/>
          </p:nvSpPr>
          <p:spPr>
            <a:xfrm>
              <a:off x="3665318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3"/>
            <p:cNvSpPr/>
            <p:nvPr/>
          </p:nvSpPr>
          <p:spPr>
            <a:xfrm>
              <a:off x="721715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3"/>
            <p:cNvSpPr/>
            <p:nvPr/>
          </p:nvSpPr>
          <p:spPr>
            <a:xfrm>
              <a:off x="7102545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"/>
            <p:cNvSpPr/>
            <p:nvPr/>
          </p:nvSpPr>
          <p:spPr>
            <a:xfrm>
              <a:off x="698796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3"/>
            <p:cNvSpPr/>
            <p:nvPr/>
          </p:nvSpPr>
          <p:spPr>
            <a:xfrm>
              <a:off x="6873390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3"/>
            <p:cNvSpPr/>
            <p:nvPr/>
          </p:nvSpPr>
          <p:spPr>
            <a:xfrm>
              <a:off x="6759199" y="4625965"/>
              <a:ext cx="92063" cy="88269"/>
            </a:xfrm>
            <a:custGeom>
              <a:avLst/>
              <a:gdLst/>
              <a:ahLst/>
              <a:cxnLst/>
              <a:rect l="l" t="t" r="r" b="b"/>
              <a:pathLst>
                <a:path w="2621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"/>
            <p:cNvSpPr/>
            <p:nvPr/>
          </p:nvSpPr>
          <p:spPr>
            <a:xfrm>
              <a:off x="6530043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1" y="2525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3"/>
            <p:cNvSpPr/>
            <p:nvPr/>
          </p:nvSpPr>
          <p:spPr>
            <a:xfrm>
              <a:off x="6644621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3"/>
            <p:cNvSpPr/>
            <p:nvPr/>
          </p:nvSpPr>
          <p:spPr>
            <a:xfrm>
              <a:off x="6415430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"/>
            <p:cNvSpPr/>
            <p:nvPr/>
          </p:nvSpPr>
          <p:spPr>
            <a:xfrm>
              <a:off x="6300853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"/>
            <p:cNvSpPr/>
            <p:nvPr/>
          </p:nvSpPr>
          <p:spPr>
            <a:xfrm>
              <a:off x="6186696" y="4625965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19" y="2513"/>
                  </a:lnTo>
                  <a:lnTo>
                    <a:pt x="26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"/>
            <p:cNvSpPr/>
            <p:nvPr/>
          </p:nvSpPr>
          <p:spPr>
            <a:xfrm>
              <a:off x="5957506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"/>
            <p:cNvSpPr/>
            <p:nvPr/>
          </p:nvSpPr>
          <p:spPr>
            <a:xfrm>
              <a:off x="6072083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"/>
            <p:cNvSpPr/>
            <p:nvPr/>
          </p:nvSpPr>
          <p:spPr>
            <a:xfrm>
              <a:off x="584292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"/>
            <p:cNvSpPr/>
            <p:nvPr/>
          </p:nvSpPr>
          <p:spPr>
            <a:xfrm>
              <a:off x="5728315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"/>
            <p:cNvSpPr/>
            <p:nvPr/>
          </p:nvSpPr>
          <p:spPr>
            <a:xfrm>
              <a:off x="5613737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"/>
            <p:cNvSpPr/>
            <p:nvPr/>
          </p:nvSpPr>
          <p:spPr>
            <a:xfrm>
              <a:off x="5499581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"/>
            <p:cNvSpPr/>
            <p:nvPr/>
          </p:nvSpPr>
          <p:spPr>
            <a:xfrm>
              <a:off x="8936808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"/>
            <p:cNvSpPr/>
            <p:nvPr/>
          </p:nvSpPr>
          <p:spPr>
            <a:xfrm>
              <a:off x="8822230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"/>
            <p:cNvSpPr/>
            <p:nvPr/>
          </p:nvSpPr>
          <p:spPr>
            <a:xfrm>
              <a:off x="8707618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"/>
            <p:cNvSpPr/>
            <p:nvPr/>
          </p:nvSpPr>
          <p:spPr>
            <a:xfrm>
              <a:off x="8593461" y="4625965"/>
              <a:ext cx="92027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"/>
            <p:cNvSpPr/>
            <p:nvPr/>
          </p:nvSpPr>
          <p:spPr>
            <a:xfrm>
              <a:off x="8364271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"/>
            <p:cNvSpPr/>
            <p:nvPr/>
          </p:nvSpPr>
          <p:spPr>
            <a:xfrm>
              <a:off x="8478884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1" y="2525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"/>
            <p:cNvSpPr/>
            <p:nvPr/>
          </p:nvSpPr>
          <p:spPr>
            <a:xfrm>
              <a:off x="8249693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"/>
            <p:cNvSpPr/>
            <p:nvPr/>
          </p:nvSpPr>
          <p:spPr>
            <a:xfrm>
              <a:off x="8135115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"/>
            <p:cNvSpPr/>
            <p:nvPr/>
          </p:nvSpPr>
          <p:spPr>
            <a:xfrm>
              <a:off x="8020924" y="4625544"/>
              <a:ext cx="92063" cy="88691"/>
            </a:xfrm>
            <a:custGeom>
              <a:avLst/>
              <a:gdLst/>
              <a:ahLst/>
              <a:cxnLst/>
              <a:rect l="l" t="t" r="r" b="b"/>
              <a:pathLst>
                <a:path w="2621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20" y="2525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"/>
            <p:cNvSpPr/>
            <p:nvPr/>
          </p:nvSpPr>
          <p:spPr>
            <a:xfrm>
              <a:off x="779176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"/>
            <p:cNvSpPr/>
            <p:nvPr/>
          </p:nvSpPr>
          <p:spPr>
            <a:xfrm>
              <a:off x="7906346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"/>
            <p:cNvSpPr/>
            <p:nvPr/>
          </p:nvSpPr>
          <p:spPr>
            <a:xfrm>
              <a:off x="7677155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"/>
            <p:cNvSpPr/>
            <p:nvPr/>
          </p:nvSpPr>
          <p:spPr>
            <a:xfrm>
              <a:off x="756257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"/>
            <p:cNvSpPr/>
            <p:nvPr/>
          </p:nvSpPr>
          <p:spPr>
            <a:xfrm>
              <a:off x="7448000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"/>
            <p:cNvSpPr/>
            <p:nvPr/>
          </p:nvSpPr>
          <p:spPr>
            <a:xfrm>
              <a:off x="7333809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"/>
            <p:cNvSpPr/>
            <p:nvPr/>
          </p:nvSpPr>
          <p:spPr>
            <a:xfrm>
              <a:off x="572668" y="4515568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"/>
            <p:cNvSpPr/>
            <p:nvPr/>
          </p:nvSpPr>
          <p:spPr>
            <a:xfrm>
              <a:off x="572668" y="4405135"/>
              <a:ext cx="92449" cy="88304"/>
            </a:xfrm>
            <a:custGeom>
              <a:avLst/>
              <a:gdLst/>
              <a:ahLst/>
              <a:cxnLst/>
              <a:rect l="l" t="t" r="r" b="b"/>
              <a:pathLst>
                <a:path w="2632" h="2514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"/>
            <p:cNvSpPr/>
            <p:nvPr/>
          </p:nvSpPr>
          <p:spPr>
            <a:xfrm>
              <a:off x="572668" y="4294315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"/>
            <p:cNvSpPr/>
            <p:nvPr/>
          </p:nvSpPr>
          <p:spPr>
            <a:xfrm>
              <a:off x="573089" y="4183917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"/>
            <p:cNvSpPr/>
            <p:nvPr/>
          </p:nvSpPr>
          <p:spPr>
            <a:xfrm>
              <a:off x="573089" y="4073519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"/>
            <p:cNvSpPr/>
            <p:nvPr/>
          </p:nvSpPr>
          <p:spPr>
            <a:xfrm>
              <a:off x="573089" y="3963122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"/>
            <p:cNvSpPr/>
            <p:nvPr/>
          </p:nvSpPr>
          <p:spPr>
            <a:xfrm>
              <a:off x="572668" y="3852689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"/>
            <p:cNvSpPr/>
            <p:nvPr/>
          </p:nvSpPr>
          <p:spPr>
            <a:xfrm>
              <a:off x="572668" y="3742291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"/>
            <p:cNvSpPr/>
            <p:nvPr/>
          </p:nvSpPr>
          <p:spPr>
            <a:xfrm>
              <a:off x="572668" y="3631893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"/>
            <p:cNvSpPr/>
            <p:nvPr/>
          </p:nvSpPr>
          <p:spPr>
            <a:xfrm>
              <a:off x="573089" y="352149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"/>
            <p:cNvSpPr/>
            <p:nvPr/>
          </p:nvSpPr>
          <p:spPr>
            <a:xfrm>
              <a:off x="573089" y="3411062"/>
              <a:ext cx="92449" cy="88304"/>
            </a:xfrm>
            <a:custGeom>
              <a:avLst/>
              <a:gdLst/>
              <a:ahLst/>
              <a:cxnLst/>
              <a:rect l="l" t="t" r="r" b="b"/>
              <a:pathLst>
                <a:path w="2632" h="2514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"/>
            <p:cNvSpPr/>
            <p:nvPr/>
          </p:nvSpPr>
          <p:spPr>
            <a:xfrm>
              <a:off x="573089" y="3300664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"/>
            <p:cNvSpPr/>
            <p:nvPr/>
          </p:nvSpPr>
          <p:spPr>
            <a:xfrm>
              <a:off x="572668" y="3190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3"/>
            <p:cNvSpPr/>
            <p:nvPr/>
          </p:nvSpPr>
          <p:spPr>
            <a:xfrm>
              <a:off x="572668" y="3079868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3"/>
            <p:cNvSpPr/>
            <p:nvPr/>
          </p:nvSpPr>
          <p:spPr>
            <a:xfrm>
              <a:off x="572668" y="2969435"/>
              <a:ext cx="92449" cy="88304"/>
            </a:xfrm>
            <a:custGeom>
              <a:avLst/>
              <a:gdLst/>
              <a:ahLst/>
              <a:cxnLst/>
              <a:rect l="l" t="t" r="r" b="b"/>
              <a:pathLst>
                <a:path w="2632" h="2514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"/>
            <p:cNvSpPr/>
            <p:nvPr/>
          </p:nvSpPr>
          <p:spPr>
            <a:xfrm>
              <a:off x="573089" y="2859037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"/>
            <p:cNvSpPr/>
            <p:nvPr/>
          </p:nvSpPr>
          <p:spPr>
            <a:xfrm>
              <a:off x="573089" y="2748640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"/>
            <p:cNvSpPr/>
            <p:nvPr/>
          </p:nvSpPr>
          <p:spPr>
            <a:xfrm>
              <a:off x="573089" y="2638242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3"/>
            <p:cNvSpPr/>
            <p:nvPr/>
          </p:nvSpPr>
          <p:spPr>
            <a:xfrm>
              <a:off x="572668" y="2527387"/>
              <a:ext cx="92449" cy="88726"/>
            </a:xfrm>
            <a:custGeom>
              <a:avLst/>
              <a:gdLst/>
              <a:ahLst/>
              <a:cxnLst/>
              <a:rect l="l" t="t" r="r" b="b"/>
              <a:pathLst>
                <a:path w="2632" h="2526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3"/>
            <p:cNvSpPr/>
            <p:nvPr/>
          </p:nvSpPr>
          <p:spPr>
            <a:xfrm>
              <a:off x="572668" y="2416989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3"/>
            <p:cNvSpPr/>
            <p:nvPr/>
          </p:nvSpPr>
          <p:spPr>
            <a:xfrm>
              <a:off x="572668" y="2306591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"/>
            <p:cNvSpPr/>
            <p:nvPr/>
          </p:nvSpPr>
          <p:spPr>
            <a:xfrm>
              <a:off x="573089" y="2196194"/>
              <a:ext cx="92027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20" y="2512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"/>
            <p:cNvSpPr/>
            <p:nvPr/>
          </p:nvSpPr>
          <p:spPr>
            <a:xfrm>
              <a:off x="573089" y="2085761"/>
              <a:ext cx="92449" cy="88304"/>
            </a:xfrm>
            <a:custGeom>
              <a:avLst/>
              <a:gdLst/>
              <a:ahLst/>
              <a:cxnLst/>
              <a:rect l="l" t="t" r="r" b="b"/>
              <a:pathLst>
                <a:path w="2632" h="2514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"/>
            <p:cNvSpPr/>
            <p:nvPr/>
          </p:nvSpPr>
          <p:spPr>
            <a:xfrm>
              <a:off x="573089" y="1975363"/>
              <a:ext cx="92027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"/>
            <p:cNvSpPr/>
            <p:nvPr/>
          </p:nvSpPr>
          <p:spPr>
            <a:xfrm>
              <a:off x="572668" y="1864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"/>
            <p:cNvSpPr/>
            <p:nvPr/>
          </p:nvSpPr>
          <p:spPr>
            <a:xfrm>
              <a:off x="572668" y="1754567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3"/>
            <p:cNvSpPr/>
            <p:nvPr/>
          </p:nvSpPr>
          <p:spPr>
            <a:xfrm>
              <a:off x="572668" y="1644169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3"/>
            <p:cNvSpPr/>
            <p:nvPr/>
          </p:nvSpPr>
          <p:spPr>
            <a:xfrm>
              <a:off x="573089" y="153373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"/>
            <p:cNvSpPr/>
            <p:nvPr/>
          </p:nvSpPr>
          <p:spPr>
            <a:xfrm>
              <a:off x="573089" y="1423338"/>
              <a:ext cx="92027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"/>
            <p:cNvSpPr/>
            <p:nvPr/>
          </p:nvSpPr>
          <p:spPr>
            <a:xfrm>
              <a:off x="573089" y="1312940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"/>
            <p:cNvSpPr/>
            <p:nvPr/>
          </p:nvSpPr>
          <p:spPr>
            <a:xfrm>
              <a:off x="572668" y="1202542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"/>
            <p:cNvSpPr/>
            <p:nvPr/>
          </p:nvSpPr>
          <p:spPr>
            <a:xfrm>
              <a:off x="572668" y="1092109"/>
              <a:ext cx="92449" cy="88304"/>
            </a:xfrm>
            <a:custGeom>
              <a:avLst/>
              <a:gdLst/>
              <a:ahLst/>
              <a:cxnLst/>
              <a:rect l="l" t="t" r="r" b="b"/>
              <a:pathLst>
                <a:path w="2632" h="2514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"/>
            <p:cNvSpPr/>
            <p:nvPr/>
          </p:nvSpPr>
          <p:spPr>
            <a:xfrm>
              <a:off x="572668" y="981712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3"/>
            <p:cNvSpPr/>
            <p:nvPr/>
          </p:nvSpPr>
          <p:spPr>
            <a:xfrm>
              <a:off x="573089" y="870892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"/>
            <p:cNvSpPr/>
            <p:nvPr/>
          </p:nvSpPr>
          <p:spPr>
            <a:xfrm>
              <a:off x="573089" y="76049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4"/>
                  </a:lnTo>
                  <a:lnTo>
                    <a:pt x="2632" y="2524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"/>
            <p:cNvSpPr/>
            <p:nvPr/>
          </p:nvSpPr>
          <p:spPr>
            <a:xfrm>
              <a:off x="573089" y="650061"/>
              <a:ext cx="92027" cy="88304"/>
            </a:xfrm>
            <a:custGeom>
              <a:avLst/>
              <a:gdLst/>
              <a:ahLst/>
              <a:cxnLst/>
              <a:rect l="l" t="t" r="r" b="b"/>
              <a:pathLst>
                <a:path w="2620" h="2514" extrusionOk="0">
                  <a:moveTo>
                    <a:pt x="0" y="1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"/>
            <p:cNvSpPr/>
            <p:nvPr/>
          </p:nvSpPr>
          <p:spPr>
            <a:xfrm>
              <a:off x="572668" y="539663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"/>
            <p:cNvSpPr/>
            <p:nvPr/>
          </p:nvSpPr>
          <p:spPr>
            <a:xfrm>
              <a:off x="1717707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"/>
            <p:cNvSpPr/>
            <p:nvPr/>
          </p:nvSpPr>
          <p:spPr>
            <a:xfrm>
              <a:off x="1488973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"/>
            <p:cNvSpPr/>
            <p:nvPr/>
          </p:nvSpPr>
          <p:spPr>
            <a:xfrm>
              <a:off x="1603551" y="429266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"/>
            <p:cNvSpPr/>
            <p:nvPr/>
          </p:nvSpPr>
          <p:spPr>
            <a:xfrm>
              <a:off x="1374361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"/>
            <p:cNvSpPr/>
            <p:nvPr/>
          </p:nvSpPr>
          <p:spPr>
            <a:xfrm>
              <a:off x="1145205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"/>
            <p:cNvSpPr/>
            <p:nvPr/>
          </p:nvSpPr>
          <p:spPr>
            <a:xfrm>
              <a:off x="1030592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"/>
            <p:cNvSpPr/>
            <p:nvPr/>
          </p:nvSpPr>
          <p:spPr>
            <a:xfrm>
              <a:off x="916436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"/>
            <p:cNvSpPr/>
            <p:nvPr/>
          </p:nvSpPr>
          <p:spPr>
            <a:xfrm>
              <a:off x="801858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1" y="2525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"/>
            <p:cNvSpPr/>
            <p:nvPr/>
          </p:nvSpPr>
          <p:spPr>
            <a:xfrm>
              <a:off x="687245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"/>
            <p:cNvSpPr/>
            <p:nvPr/>
          </p:nvSpPr>
          <p:spPr>
            <a:xfrm>
              <a:off x="572668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"/>
            <p:cNvSpPr/>
            <p:nvPr/>
          </p:nvSpPr>
          <p:spPr>
            <a:xfrm>
              <a:off x="3551970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"/>
            <p:cNvSpPr/>
            <p:nvPr/>
          </p:nvSpPr>
          <p:spPr>
            <a:xfrm>
              <a:off x="3323201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"/>
            <p:cNvSpPr/>
            <p:nvPr/>
          </p:nvSpPr>
          <p:spPr>
            <a:xfrm>
              <a:off x="3437814" y="429266"/>
              <a:ext cx="92028" cy="88691"/>
            </a:xfrm>
            <a:custGeom>
              <a:avLst/>
              <a:gdLst/>
              <a:ahLst/>
              <a:cxnLst/>
              <a:rect l="l" t="t" r="r" b="b"/>
              <a:pathLst>
                <a:path w="2620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20" y="2525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"/>
            <p:cNvSpPr/>
            <p:nvPr/>
          </p:nvSpPr>
          <p:spPr>
            <a:xfrm>
              <a:off x="3208623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"/>
            <p:cNvSpPr/>
            <p:nvPr/>
          </p:nvSpPr>
          <p:spPr>
            <a:xfrm>
              <a:off x="3094045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"/>
            <p:cNvSpPr/>
            <p:nvPr/>
          </p:nvSpPr>
          <p:spPr>
            <a:xfrm>
              <a:off x="2979468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1" y="2525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"/>
            <p:cNvSpPr/>
            <p:nvPr/>
          </p:nvSpPr>
          <p:spPr>
            <a:xfrm>
              <a:off x="2864855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"/>
            <p:cNvSpPr/>
            <p:nvPr/>
          </p:nvSpPr>
          <p:spPr>
            <a:xfrm>
              <a:off x="2750699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"/>
            <p:cNvSpPr/>
            <p:nvPr/>
          </p:nvSpPr>
          <p:spPr>
            <a:xfrm>
              <a:off x="2636086" y="429266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"/>
            <p:cNvSpPr/>
            <p:nvPr/>
          </p:nvSpPr>
          <p:spPr>
            <a:xfrm>
              <a:off x="2521508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"/>
            <p:cNvSpPr/>
            <p:nvPr/>
          </p:nvSpPr>
          <p:spPr>
            <a:xfrm>
              <a:off x="2406930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"/>
            <p:cNvSpPr/>
            <p:nvPr/>
          </p:nvSpPr>
          <p:spPr>
            <a:xfrm>
              <a:off x="2178161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"/>
            <p:cNvSpPr/>
            <p:nvPr/>
          </p:nvSpPr>
          <p:spPr>
            <a:xfrm>
              <a:off x="2292352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"/>
            <p:cNvSpPr/>
            <p:nvPr/>
          </p:nvSpPr>
          <p:spPr>
            <a:xfrm>
              <a:off x="2063583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"/>
            <p:cNvSpPr/>
            <p:nvPr/>
          </p:nvSpPr>
          <p:spPr>
            <a:xfrm>
              <a:off x="1949006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1" y="2525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"/>
            <p:cNvSpPr/>
            <p:nvPr/>
          </p:nvSpPr>
          <p:spPr>
            <a:xfrm>
              <a:off x="1834393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"/>
            <p:cNvSpPr/>
            <p:nvPr/>
          </p:nvSpPr>
          <p:spPr>
            <a:xfrm>
              <a:off x="5382474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"/>
            <p:cNvSpPr/>
            <p:nvPr/>
          </p:nvSpPr>
          <p:spPr>
            <a:xfrm>
              <a:off x="5153705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"/>
            <p:cNvSpPr/>
            <p:nvPr/>
          </p:nvSpPr>
          <p:spPr>
            <a:xfrm>
              <a:off x="5268283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"/>
            <p:cNvSpPr/>
            <p:nvPr/>
          </p:nvSpPr>
          <p:spPr>
            <a:xfrm>
              <a:off x="5039127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"/>
            <p:cNvSpPr/>
            <p:nvPr/>
          </p:nvSpPr>
          <p:spPr>
            <a:xfrm>
              <a:off x="4924515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"/>
            <p:cNvSpPr/>
            <p:nvPr/>
          </p:nvSpPr>
          <p:spPr>
            <a:xfrm>
              <a:off x="4809937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"/>
            <p:cNvSpPr/>
            <p:nvPr/>
          </p:nvSpPr>
          <p:spPr>
            <a:xfrm>
              <a:off x="4695780" y="429266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"/>
            <p:cNvSpPr/>
            <p:nvPr/>
          </p:nvSpPr>
          <p:spPr>
            <a:xfrm>
              <a:off x="4581168" y="429266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"/>
            <p:cNvSpPr/>
            <p:nvPr/>
          </p:nvSpPr>
          <p:spPr>
            <a:xfrm>
              <a:off x="4466590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"/>
            <p:cNvSpPr/>
            <p:nvPr/>
          </p:nvSpPr>
          <p:spPr>
            <a:xfrm>
              <a:off x="4352012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"/>
            <p:cNvSpPr/>
            <p:nvPr/>
          </p:nvSpPr>
          <p:spPr>
            <a:xfrm>
              <a:off x="4237434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"/>
            <p:cNvSpPr/>
            <p:nvPr/>
          </p:nvSpPr>
          <p:spPr>
            <a:xfrm>
              <a:off x="4008665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"/>
            <p:cNvSpPr/>
            <p:nvPr/>
          </p:nvSpPr>
          <p:spPr>
            <a:xfrm>
              <a:off x="4123243" y="429266"/>
              <a:ext cx="92028" cy="88691"/>
            </a:xfrm>
            <a:custGeom>
              <a:avLst/>
              <a:gdLst/>
              <a:ahLst/>
              <a:cxnLst/>
              <a:rect l="l" t="t" r="r" b="b"/>
              <a:pathLst>
                <a:path w="2620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20" y="2525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"/>
            <p:cNvSpPr/>
            <p:nvPr/>
          </p:nvSpPr>
          <p:spPr>
            <a:xfrm>
              <a:off x="3894052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"/>
            <p:cNvSpPr/>
            <p:nvPr/>
          </p:nvSpPr>
          <p:spPr>
            <a:xfrm>
              <a:off x="3779475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"/>
            <p:cNvSpPr/>
            <p:nvPr/>
          </p:nvSpPr>
          <p:spPr>
            <a:xfrm>
              <a:off x="3664897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"/>
            <p:cNvSpPr/>
            <p:nvPr/>
          </p:nvSpPr>
          <p:spPr>
            <a:xfrm>
              <a:off x="7216737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"/>
            <p:cNvSpPr/>
            <p:nvPr/>
          </p:nvSpPr>
          <p:spPr>
            <a:xfrm>
              <a:off x="6987968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"/>
            <p:cNvSpPr/>
            <p:nvPr/>
          </p:nvSpPr>
          <p:spPr>
            <a:xfrm>
              <a:off x="7102545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"/>
            <p:cNvSpPr/>
            <p:nvPr/>
          </p:nvSpPr>
          <p:spPr>
            <a:xfrm>
              <a:off x="6873390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1" y="2525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"/>
            <p:cNvSpPr/>
            <p:nvPr/>
          </p:nvSpPr>
          <p:spPr>
            <a:xfrm>
              <a:off x="6758777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"/>
            <p:cNvSpPr/>
            <p:nvPr/>
          </p:nvSpPr>
          <p:spPr>
            <a:xfrm>
              <a:off x="6644199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"/>
            <p:cNvSpPr/>
            <p:nvPr/>
          </p:nvSpPr>
          <p:spPr>
            <a:xfrm>
              <a:off x="6530043" y="429266"/>
              <a:ext cx="92028" cy="88691"/>
            </a:xfrm>
            <a:custGeom>
              <a:avLst/>
              <a:gdLst/>
              <a:ahLst/>
              <a:cxnLst/>
              <a:rect l="l" t="t" r="r" b="b"/>
              <a:pathLst>
                <a:path w="2620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19" y="2525"/>
                  </a:lnTo>
                  <a:lnTo>
                    <a:pt x="26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"/>
            <p:cNvSpPr/>
            <p:nvPr/>
          </p:nvSpPr>
          <p:spPr>
            <a:xfrm>
              <a:off x="6415430" y="429266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"/>
            <p:cNvSpPr/>
            <p:nvPr/>
          </p:nvSpPr>
          <p:spPr>
            <a:xfrm>
              <a:off x="6300853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"/>
            <p:cNvSpPr/>
            <p:nvPr/>
          </p:nvSpPr>
          <p:spPr>
            <a:xfrm>
              <a:off x="6186275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"/>
            <p:cNvSpPr/>
            <p:nvPr/>
          </p:nvSpPr>
          <p:spPr>
            <a:xfrm>
              <a:off x="6071662" y="429266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"/>
            <p:cNvSpPr/>
            <p:nvPr/>
          </p:nvSpPr>
          <p:spPr>
            <a:xfrm>
              <a:off x="5842928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"/>
            <p:cNvSpPr/>
            <p:nvPr/>
          </p:nvSpPr>
          <p:spPr>
            <a:xfrm>
              <a:off x="5957506" y="429266"/>
              <a:ext cx="92028" cy="88691"/>
            </a:xfrm>
            <a:custGeom>
              <a:avLst/>
              <a:gdLst/>
              <a:ahLst/>
              <a:cxnLst/>
              <a:rect l="l" t="t" r="r" b="b"/>
              <a:pathLst>
                <a:path w="2620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20" y="2525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"/>
            <p:cNvSpPr/>
            <p:nvPr/>
          </p:nvSpPr>
          <p:spPr>
            <a:xfrm>
              <a:off x="5728315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"/>
            <p:cNvSpPr/>
            <p:nvPr/>
          </p:nvSpPr>
          <p:spPr>
            <a:xfrm>
              <a:off x="5613737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"/>
            <p:cNvSpPr/>
            <p:nvPr/>
          </p:nvSpPr>
          <p:spPr>
            <a:xfrm>
              <a:off x="5499160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1" y="2525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"/>
            <p:cNvSpPr/>
            <p:nvPr/>
          </p:nvSpPr>
          <p:spPr>
            <a:xfrm>
              <a:off x="8822230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"/>
            <p:cNvSpPr/>
            <p:nvPr/>
          </p:nvSpPr>
          <p:spPr>
            <a:xfrm>
              <a:off x="8936808" y="429266"/>
              <a:ext cx="92027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"/>
            <p:cNvSpPr/>
            <p:nvPr/>
          </p:nvSpPr>
          <p:spPr>
            <a:xfrm>
              <a:off x="8707618" y="429266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"/>
            <p:cNvSpPr/>
            <p:nvPr/>
          </p:nvSpPr>
          <p:spPr>
            <a:xfrm>
              <a:off x="8593040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"/>
            <p:cNvSpPr/>
            <p:nvPr/>
          </p:nvSpPr>
          <p:spPr>
            <a:xfrm>
              <a:off x="8478462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"/>
            <p:cNvSpPr/>
            <p:nvPr/>
          </p:nvSpPr>
          <p:spPr>
            <a:xfrm>
              <a:off x="8364271" y="429266"/>
              <a:ext cx="92063" cy="88269"/>
            </a:xfrm>
            <a:custGeom>
              <a:avLst/>
              <a:gdLst/>
              <a:ahLst/>
              <a:cxnLst/>
              <a:rect l="l" t="t" r="r" b="b"/>
              <a:pathLst>
                <a:path w="2621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"/>
            <p:cNvSpPr/>
            <p:nvPr/>
          </p:nvSpPr>
          <p:spPr>
            <a:xfrm>
              <a:off x="8249693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"/>
            <p:cNvSpPr/>
            <p:nvPr/>
          </p:nvSpPr>
          <p:spPr>
            <a:xfrm>
              <a:off x="8135115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"/>
            <p:cNvSpPr/>
            <p:nvPr/>
          </p:nvSpPr>
          <p:spPr>
            <a:xfrm>
              <a:off x="8020502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"/>
            <p:cNvSpPr/>
            <p:nvPr/>
          </p:nvSpPr>
          <p:spPr>
            <a:xfrm>
              <a:off x="7905925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"/>
            <p:cNvSpPr/>
            <p:nvPr/>
          </p:nvSpPr>
          <p:spPr>
            <a:xfrm>
              <a:off x="7677155" y="429266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"/>
            <p:cNvSpPr/>
            <p:nvPr/>
          </p:nvSpPr>
          <p:spPr>
            <a:xfrm>
              <a:off x="7791768" y="429266"/>
              <a:ext cx="92027" cy="88691"/>
            </a:xfrm>
            <a:custGeom>
              <a:avLst/>
              <a:gdLst/>
              <a:ahLst/>
              <a:cxnLst/>
              <a:rect l="l" t="t" r="r" b="b"/>
              <a:pathLst>
                <a:path w="2620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20" y="2525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"/>
            <p:cNvSpPr/>
            <p:nvPr/>
          </p:nvSpPr>
          <p:spPr>
            <a:xfrm>
              <a:off x="7562578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"/>
            <p:cNvSpPr/>
            <p:nvPr/>
          </p:nvSpPr>
          <p:spPr>
            <a:xfrm>
              <a:off x="7448000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"/>
            <p:cNvSpPr/>
            <p:nvPr/>
          </p:nvSpPr>
          <p:spPr>
            <a:xfrm>
              <a:off x="7333387" y="429266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"/>
            <p:cNvSpPr/>
            <p:nvPr/>
          </p:nvSpPr>
          <p:spPr>
            <a:xfrm>
              <a:off x="1259783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9" name="Google Shape;589;p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90" name="Google Shape;590;p5"/>
            <p:cNvSpPr/>
            <p:nvPr/>
          </p:nvSpPr>
          <p:spPr>
            <a:xfrm>
              <a:off x="0" y="0"/>
              <a:ext cx="9144000" cy="5143500"/>
            </a:xfrm>
            <a:prstGeom prst="frame">
              <a:avLst>
                <a:gd name="adj1" fmla="val 1678"/>
              </a:avLst>
            </a:pr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1" name="Google Shape;591;p5"/>
            <p:cNvGrpSpPr/>
            <p:nvPr/>
          </p:nvGrpSpPr>
          <p:grpSpPr>
            <a:xfrm>
              <a:off x="113892" y="108088"/>
              <a:ext cx="8915727" cy="4927324"/>
              <a:chOff x="113892" y="99780"/>
              <a:chExt cx="8915727" cy="4927324"/>
            </a:xfrm>
          </p:grpSpPr>
          <p:grpSp>
            <p:nvGrpSpPr>
              <p:cNvPr id="592" name="Google Shape;592;p5"/>
              <p:cNvGrpSpPr/>
              <p:nvPr/>
            </p:nvGrpSpPr>
            <p:grpSpPr>
              <a:xfrm>
                <a:off x="113892" y="99780"/>
                <a:ext cx="8915727" cy="532097"/>
                <a:chOff x="113892" y="99780"/>
                <a:chExt cx="8915727" cy="532097"/>
              </a:xfrm>
            </p:grpSpPr>
            <p:sp>
              <p:nvSpPr>
                <p:cNvPr id="593" name="Google Shape;593;p5"/>
                <p:cNvSpPr/>
                <p:nvPr/>
              </p:nvSpPr>
              <p:spPr>
                <a:xfrm rot="10800000" flipH="1">
                  <a:off x="1145221" y="9978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704" y="2585"/>
                      </a:lnTo>
                      <a:lnTo>
                        <a:pt x="270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4" name="Google Shape;594;p5"/>
                <p:cNvSpPr/>
                <p:nvPr/>
              </p:nvSpPr>
              <p:spPr>
                <a:xfrm rot="10800000" flipH="1">
                  <a:off x="916138" y="9978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703" y="2585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5" name="Google Shape;595;p5"/>
                <p:cNvSpPr/>
                <p:nvPr/>
              </p:nvSpPr>
              <p:spPr>
                <a:xfrm rot="10800000" flipH="1">
                  <a:off x="572496" y="9978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703" y="2585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6" name="Google Shape;596;p5"/>
                <p:cNvSpPr/>
                <p:nvPr/>
              </p:nvSpPr>
              <p:spPr>
                <a:xfrm rot="10800000" flipH="1">
                  <a:off x="343386" y="99780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0" y="1"/>
                      </a:moveTo>
                      <a:lnTo>
                        <a:pt x="0" y="2585"/>
                      </a:lnTo>
                      <a:lnTo>
                        <a:pt x="2691" y="2585"/>
                      </a:lnTo>
                      <a:lnTo>
                        <a:pt x="269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7" name="Google Shape;597;p5"/>
                <p:cNvSpPr/>
                <p:nvPr/>
              </p:nvSpPr>
              <p:spPr>
                <a:xfrm rot="10800000" flipH="1">
                  <a:off x="228827" y="99780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691" y="2585"/>
                      </a:lnTo>
                      <a:lnTo>
                        <a:pt x="269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8" name="Google Shape;598;p5"/>
                <p:cNvSpPr/>
                <p:nvPr/>
              </p:nvSpPr>
              <p:spPr>
                <a:xfrm rot="10800000" flipH="1">
                  <a:off x="114268" y="99780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692" y="2585"/>
                      </a:lnTo>
                      <a:lnTo>
                        <a:pt x="269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9" name="Google Shape;599;p5"/>
                <p:cNvSpPr/>
                <p:nvPr/>
              </p:nvSpPr>
              <p:spPr>
                <a:xfrm rot="10800000" flipH="1">
                  <a:off x="1374079" y="21023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0"/>
                      </a:moveTo>
                      <a:lnTo>
                        <a:pt x="1" y="2584"/>
                      </a:lnTo>
                      <a:lnTo>
                        <a:pt x="2704" y="2584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0" name="Google Shape;600;p5"/>
                <p:cNvSpPr/>
                <p:nvPr/>
              </p:nvSpPr>
              <p:spPr>
                <a:xfrm rot="10800000" flipH="1">
                  <a:off x="113892" y="210230"/>
                  <a:ext cx="92544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85" extrusionOk="0">
                      <a:moveTo>
                        <a:pt x="0" y="0"/>
                      </a:moveTo>
                      <a:lnTo>
                        <a:pt x="0" y="2584"/>
                      </a:lnTo>
                      <a:lnTo>
                        <a:pt x="2703" y="2584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1" name="Google Shape;601;p5"/>
                <p:cNvSpPr/>
                <p:nvPr/>
              </p:nvSpPr>
              <p:spPr>
                <a:xfrm rot="10800000" flipH="1">
                  <a:off x="343564" y="210230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1" y="0"/>
                      </a:moveTo>
                      <a:lnTo>
                        <a:pt x="1" y="2584"/>
                      </a:lnTo>
                      <a:lnTo>
                        <a:pt x="2692" y="2584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2" name="Google Shape;602;p5"/>
                <p:cNvSpPr/>
                <p:nvPr/>
              </p:nvSpPr>
              <p:spPr>
                <a:xfrm rot="10800000" flipH="1">
                  <a:off x="458123" y="320714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1" y="1"/>
                      </a:moveTo>
                      <a:lnTo>
                        <a:pt x="1" y="2584"/>
                      </a:lnTo>
                      <a:lnTo>
                        <a:pt x="2691" y="2584"/>
                      </a:lnTo>
                      <a:lnTo>
                        <a:pt x="269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3" name="Google Shape;603;p5"/>
                <p:cNvSpPr/>
                <p:nvPr/>
              </p:nvSpPr>
              <p:spPr>
                <a:xfrm rot="10800000" flipH="1">
                  <a:off x="229040" y="320714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0" y="1"/>
                      </a:moveTo>
                      <a:lnTo>
                        <a:pt x="0" y="2584"/>
                      </a:lnTo>
                      <a:lnTo>
                        <a:pt x="2691" y="2584"/>
                      </a:lnTo>
                      <a:lnTo>
                        <a:pt x="269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4" name="Google Shape;604;p5"/>
                <p:cNvSpPr/>
                <p:nvPr/>
              </p:nvSpPr>
              <p:spPr>
                <a:xfrm rot="10800000" flipH="1">
                  <a:off x="458123" y="433334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5" name="Google Shape;605;p5"/>
                <p:cNvSpPr/>
                <p:nvPr/>
              </p:nvSpPr>
              <p:spPr>
                <a:xfrm rot="10800000" flipH="1">
                  <a:off x="114481" y="433334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6" name="Google Shape;606;p5"/>
                <p:cNvSpPr/>
                <p:nvPr/>
              </p:nvSpPr>
              <p:spPr>
                <a:xfrm rot="10800000" flipH="1">
                  <a:off x="343564" y="543784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2" y="2572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7" name="Google Shape;607;p5"/>
                <p:cNvSpPr/>
                <p:nvPr/>
              </p:nvSpPr>
              <p:spPr>
                <a:xfrm rot="10800000" flipH="1">
                  <a:off x="7217222" y="99780"/>
                  <a:ext cx="92544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85" extrusionOk="0">
                      <a:moveTo>
                        <a:pt x="0" y="1"/>
                      </a:moveTo>
                      <a:lnTo>
                        <a:pt x="0" y="2585"/>
                      </a:lnTo>
                      <a:lnTo>
                        <a:pt x="2703" y="2585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8" name="Google Shape;608;p5"/>
                <p:cNvSpPr/>
                <p:nvPr/>
              </p:nvSpPr>
              <p:spPr>
                <a:xfrm rot="10800000" flipH="1">
                  <a:off x="6988105" y="9978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704" y="2585"/>
                      </a:lnTo>
                      <a:lnTo>
                        <a:pt x="270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9" name="Google Shape;609;p5"/>
                <p:cNvSpPr/>
                <p:nvPr/>
              </p:nvSpPr>
              <p:spPr>
                <a:xfrm rot="10800000" flipH="1">
                  <a:off x="7102663" y="21023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0"/>
                      </a:moveTo>
                      <a:lnTo>
                        <a:pt x="1" y="2584"/>
                      </a:lnTo>
                      <a:lnTo>
                        <a:pt x="2703" y="2584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0" name="Google Shape;610;p5"/>
                <p:cNvSpPr/>
                <p:nvPr/>
              </p:nvSpPr>
              <p:spPr>
                <a:xfrm rot="10800000" flipH="1">
                  <a:off x="8822892" y="99780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692" y="2585"/>
                      </a:lnTo>
                      <a:lnTo>
                        <a:pt x="269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1" name="Google Shape;611;p5"/>
                <p:cNvSpPr/>
                <p:nvPr/>
              </p:nvSpPr>
              <p:spPr>
                <a:xfrm rot="10800000" flipH="1">
                  <a:off x="8479250" y="99780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692" y="2585"/>
                      </a:lnTo>
                      <a:lnTo>
                        <a:pt x="269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2" name="Google Shape;612;p5"/>
                <p:cNvSpPr/>
                <p:nvPr/>
              </p:nvSpPr>
              <p:spPr>
                <a:xfrm rot="10800000" flipH="1">
                  <a:off x="8250167" y="9978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703" y="2585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3" name="Google Shape;613;p5"/>
                <p:cNvSpPr/>
                <p:nvPr/>
              </p:nvSpPr>
              <p:spPr>
                <a:xfrm rot="10800000" flipH="1">
                  <a:off x="8135609" y="9978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704" y="2585"/>
                      </a:lnTo>
                      <a:lnTo>
                        <a:pt x="270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4" name="Google Shape;614;p5"/>
                <p:cNvSpPr/>
                <p:nvPr/>
              </p:nvSpPr>
              <p:spPr>
                <a:xfrm rot="10800000" flipH="1">
                  <a:off x="8021084" y="99780"/>
                  <a:ext cx="92544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85" extrusionOk="0">
                      <a:moveTo>
                        <a:pt x="0" y="1"/>
                      </a:moveTo>
                      <a:lnTo>
                        <a:pt x="0" y="2585"/>
                      </a:lnTo>
                      <a:lnTo>
                        <a:pt x="2703" y="2585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5" name="Google Shape;615;p5"/>
                <p:cNvSpPr/>
                <p:nvPr/>
              </p:nvSpPr>
              <p:spPr>
                <a:xfrm rot="10800000" flipH="1">
                  <a:off x="8937040" y="21023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0"/>
                      </a:moveTo>
                      <a:lnTo>
                        <a:pt x="1" y="2584"/>
                      </a:lnTo>
                      <a:lnTo>
                        <a:pt x="2703" y="2584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6" name="Google Shape;616;p5"/>
                <p:cNvSpPr/>
                <p:nvPr/>
              </p:nvSpPr>
              <p:spPr>
                <a:xfrm rot="10800000" flipH="1">
                  <a:off x="8708368" y="210230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0" y="0"/>
                      </a:moveTo>
                      <a:lnTo>
                        <a:pt x="0" y="2584"/>
                      </a:lnTo>
                      <a:lnTo>
                        <a:pt x="2691" y="2584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7" name="Google Shape;617;p5"/>
                <p:cNvSpPr/>
                <p:nvPr/>
              </p:nvSpPr>
              <p:spPr>
                <a:xfrm rot="10800000" flipH="1">
                  <a:off x="8021084" y="210230"/>
                  <a:ext cx="92544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85" extrusionOk="0">
                      <a:moveTo>
                        <a:pt x="0" y="0"/>
                      </a:moveTo>
                      <a:lnTo>
                        <a:pt x="0" y="2584"/>
                      </a:lnTo>
                      <a:lnTo>
                        <a:pt x="2703" y="2584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8" name="Google Shape;618;p5"/>
                <p:cNvSpPr/>
                <p:nvPr/>
              </p:nvSpPr>
              <p:spPr>
                <a:xfrm rot="10800000" flipH="1">
                  <a:off x="7677442" y="21023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0" y="0"/>
                      </a:moveTo>
                      <a:lnTo>
                        <a:pt x="0" y="2584"/>
                      </a:lnTo>
                      <a:lnTo>
                        <a:pt x="2703" y="2584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9" name="Google Shape;619;p5"/>
                <p:cNvSpPr/>
                <p:nvPr/>
              </p:nvSpPr>
              <p:spPr>
                <a:xfrm rot="10800000" flipH="1">
                  <a:off x="8707957" y="320714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0" y="1"/>
                      </a:moveTo>
                      <a:lnTo>
                        <a:pt x="0" y="2584"/>
                      </a:lnTo>
                      <a:lnTo>
                        <a:pt x="2703" y="2584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0" name="Google Shape;620;p5"/>
                <p:cNvSpPr/>
                <p:nvPr/>
              </p:nvSpPr>
              <p:spPr>
                <a:xfrm rot="10800000" flipH="1">
                  <a:off x="8937040" y="433334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1" name="Google Shape;621;p5"/>
                <p:cNvSpPr/>
                <p:nvPr/>
              </p:nvSpPr>
              <p:spPr>
                <a:xfrm rot="10800000" flipH="1">
                  <a:off x="8822481" y="433334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4" y="2572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2" name="Google Shape;622;p5"/>
                <p:cNvSpPr/>
                <p:nvPr/>
              </p:nvSpPr>
              <p:spPr>
                <a:xfrm rot="10800000" flipH="1">
                  <a:off x="8593809" y="433334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3" name="Google Shape;623;p5"/>
                <p:cNvSpPr/>
                <p:nvPr/>
              </p:nvSpPr>
              <p:spPr>
                <a:xfrm rot="10800000" flipH="1">
                  <a:off x="8937040" y="543784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24" name="Google Shape;624;p5"/>
              <p:cNvGrpSpPr/>
              <p:nvPr/>
            </p:nvGrpSpPr>
            <p:grpSpPr>
              <a:xfrm>
                <a:off x="114431" y="4055273"/>
                <a:ext cx="8915137" cy="971831"/>
                <a:chOff x="114431" y="4055273"/>
                <a:chExt cx="8915137" cy="971831"/>
              </a:xfrm>
            </p:grpSpPr>
            <p:sp>
              <p:nvSpPr>
                <p:cNvPr id="625" name="Google Shape;625;p5"/>
                <p:cNvSpPr/>
                <p:nvPr/>
              </p:nvSpPr>
              <p:spPr>
                <a:xfrm>
                  <a:off x="1717671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2" y="2572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" name="Google Shape;626;p5"/>
                <p:cNvSpPr/>
                <p:nvPr/>
              </p:nvSpPr>
              <p:spPr>
                <a:xfrm>
                  <a:off x="1603146" y="4939045"/>
                  <a:ext cx="92544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7" name="Google Shape;627;p5"/>
                <p:cNvSpPr/>
                <p:nvPr/>
              </p:nvSpPr>
              <p:spPr>
                <a:xfrm>
                  <a:off x="1374029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4" y="2572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8" name="Google Shape;628;p5"/>
                <p:cNvSpPr/>
                <p:nvPr/>
              </p:nvSpPr>
              <p:spPr>
                <a:xfrm>
                  <a:off x="1259505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" name="Google Shape;629;p5"/>
                <p:cNvSpPr/>
                <p:nvPr/>
              </p:nvSpPr>
              <p:spPr>
                <a:xfrm>
                  <a:off x="915863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" name="Google Shape;630;p5"/>
                <p:cNvSpPr/>
                <p:nvPr/>
              </p:nvSpPr>
              <p:spPr>
                <a:xfrm>
                  <a:off x="801304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1" name="Google Shape;631;p5"/>
                <p:cNvSpPr/>
                <p:nvPr/>
              </p:nvSpPr>
              <p:spPr>
                <a:xfrm>
                  <a:off x="686780" y="4939045"/>
                  <a:ext cx="92544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2" name="Google Shape;632;p5"/>
                <p:cNvSpPr/>
                <p:nvPr/>
              </p:nvSpPr>
              <p:spPr>
                <a:xfrm>
                  <a:off x="458073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3" name="Google Shape;633;p5"/>
                <p:cNvSpPr/>
                <p:nvPr/>
              </p:nvSpPr>
              <p:spPr>
                <a:xfrm>
                  <a:off x="343514" y="4938634"/>
                  <a:ext cx="92167" cy="88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4" extrusionOk="0">
                      <a:moveTo>
                        <a:pt x="1" y="0"/>
                      </a:moveTo>
                      <a:lnTo>
                        <a:pt x="1" y="2584"/>
                      </a:lnTo>
                      <a:lnTo>
                        <a:pt x="2692" y="2584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4" name="Google Shape;634;p5"/>
                <p:cNvSpPr/>
                <p:nvPr/>
              </p:nvSpPr>
              <p:spPr>
                <a:xfrm>
                  <a:off x="228990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" name="Google Shape;635;p5"/>
                <p:cNvSpPr/>
                <p:nvPr/>
              </p:nvSpPr>
              <p:spPr>
                <a:xfrm>
                  <a:off x="114431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6" name="Google Shape;636;p5"/>
                <p:cNvSpPr/>
                <p:nvPr/>
              </p:nvSpPr>
              <p:spPr>
                <a:xfrm>
                  <a:off x="687156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2" y="2572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7" name="Google Shape;637;p5"/>
                <p:cNvSpPr/>
                <p:nvPr/>
              </p:nvSpPr>
              <p:spPr>
                <a:xfrm>
                  <a:off x="458073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8" name="Google Shape;638;p5"/>
                <p:cNvSpPr/>
                <p:nvPr/>
              </p:nvSpPr>
              <p:spPr>
                <a:xfrm>
                  <a:off x="228990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9" name="Google Shape;639;p5"/>
                <p:cNvSpPr/>
                <p:nvPr/>
              </p:nvSpPr>
              <p:spPr>
                <a:xfrm>
                  <a:off x="114431" y="4828561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0" name="Google Shape;640;p5"/>
                <p:cNvSpPr/>
                <p:nvPr/>
              </p:nvSpPr>
              <p:spPr>
                <a:xfrm>
                  <a:off x="114431" y="4386692"/>
                  <a:ext cx="92167" cy="88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4" extrusionOk="0">
                      <a:moveTo>
                        <a:pt x="1" y="0"/>
                      </a:moveTo>
                      <a:lnTo>
                        <a:pt x="1" y="2584"/>
                      </a:lnTo>
                      <a:lnTo>
                        <a:pt x="2691" y="2584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1" name="Google Shape;641;p5"/>
                <p:cNvSpPr/>
                <p:nvPr/>
              </p:nvSpPr>
              <p:spPr>
                <a:xfrm>
                  <a:off x="2292450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2" y="2572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2" name="Google Shape;642;p5"/>
                <p:cNvSpPr/>
                <p:nvPr/>
              </p:nvSpPr>
              <p:spPr>
                <a:xfrm>
                  <a:off x="2177926" y="4938634"/>
                  <a:ext cx="92133" cy="88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1" h="2584" extrusionOk="0">
                      <a:moveTo>
                        <a:pt x="0" y="0"/>
                      </a:moveTo>
                      <a:lnTo>
                        <a:pt x="0" y="2584"/>
                      </a:lnTo>
                      <a:lnTo>
                        <a:pt x="2691" y="2584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3" name="Google Shape;643;p5"/>
                <p:cNvSpPr/>
                <p:nvPr/>
              </p:nvSpPr>
              <p:spPr>
                <a:xfrm>
                  <a:off x="2063367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4" name="Google Shape;644;p5"/>
                <p:cNvSpPr/>
                <p:nvPr/>
              </p:nvSpPr>
              <p:spPr>
                <a:xfrm>
                  <a:off x="1948808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4" y="2572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5" name="Google Shape;645;p5"/>
                <p:cNvSpPr/>
                <p:nvPr/>
              </p:nvSpPr>
              <p:spPr>
                <a:xfrm>
                  <a:off x="1834284" y="4939045"/>
                  <a:ext cx="92544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6" name="Google Shape;646;p5"/>
                <p:cNvSpPr/>
                <p:nvPr/>
              </p:nvSpPr>
              <p:spPr>
                <a:xfrm>
                  <a:off x="2292450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2" y="2572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7" name="Google Shape;647;p5"/>
                <p:cNvSpPr/>
                <p:nvPr/>
              </p:nvSpPr>
              <p:spPr>
                <a:xfrm>
                  <a:off x="2177926" y="4828561"/>
                  <a:ext cx="92133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1" h="2573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8" name="Google Shape;648;p5"/>
                <p:cNvSpPr/>
                <p:nvPr/>
              </p:nvSpPr>
              <p:spPr>
                <a:xfrm>
                  <a:off x="2063367" y="4828561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9" name="Google Shape;649;p5"/>
                <p:cNvSpPr/>
                <p:nvPr/>
              </p:nvSpPr>
              <p:spPr>
                <a:xfrm>
                  <a:off x="1948808" y="4828561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4" y="2572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0" name="Google Shape;650;p5"/>
                <p:cNvSpPr/>
                <p:nvPr/>
              </p:nvSpPr>
              <p:spPr>
                <a:xfrm>
                  <a:off x="1834284" y="4828561"/>
                  <a:ext cx="92544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73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1" name="Google Shape;651;p5"/>
                <p:cNvSpPr/>
                <p:nvPr/>
              </p:nvSpPr>
              <p:spPr>
                <a:xfrm>
                  <a:off x="2292450" y="4718076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1"/>
                      </a:moveTo>
                      <a:lnTo>
                        <a:pt x="1" y="2573"/>
                      </a:lnTo>
                      <a:lnTo>
                        <a:pt x="2703" y="2573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2" name="Google Shape;652;p5"/>
                <p:cNvSpPr/>
                <p:nvPr/>
              </p:nvSpPr>
              <p:spPr>
                <a:xfrm>
                  <a:off x="1834284" y="4718076"/>
                  <a:ext cx="92544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73" extrusionOk="0">
                      <a:moveTo>
                        <a:pt x="0" y="1"/>
                      </a:moveTo>
                      <a:lnTo>
                        <a:pt x="0" y="2573"/>
                      </a:lnTo>
                      <a:lnTo>
                        <a:pt x="2703" y="2573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3" name="Google Shape;653;p5"/>
                <p:cNvSpPr/>
                <p:nvPr/>
              </p:nvSpPr>
              <p:spPr>
                <a:xfrm>
                  <a:off x="7217172" y="4938634"/>
                  <a:ext cx="92544" cy="88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84" extrusionOk="0">
                      <a:moveTo>
                        <a:pt x="0" y="0"/>
                      </a:moveTo>
                      <a:lnTo>
                        <a:pt x="0" y="2584"/>
                      </a:lnTo>
                      <a:lnTo>
                        <a:pt x="2703" y="2584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4" name="Google Shape;654;p5"/>
                <p:cNvSpPr/>
                <p:nvPr/>
              </p:nvSpPr>
              <p:spPr>
                <a:xfrm>
                  <a:off x="7102613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5" name="Google Shape;655;p5"/>
                <p:cNvSpPr/>
                <p:nvPr/>
              </p:nvSpPr>
              <p:spPr>
                <a:xfrm>
                  <a:off x="6873530" y="4939045"/>
                  <a:ext cx="92544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6" name="Google Shape;656;p5"/>
                <p:cNvSpPr/>
                <p:nvPr/>
              </p:nvSpPr>
              <p:spPr>
                <a:xfrm>
                  <a:off x="6758971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7" name="Google Shape;657;p5"/>
                <p:cNvSpPr/>
                <p:nvPr/>
              </p:nvSpPr>
              <p:spPr>
                <a:xfrm>
                  <a:off x="6415741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8" name="Google Shape;658;p5"/>
                <p:cNvSpPr/>
                <p:nvPr/>
              </p:nvSpPr>
              <p:spPr>
                <a:xfrm>
                  <a:off x="6988055" y="4828561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4" y="2572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9" name="Google Shape;659;p5"/>
                <p:cNvSpPr/>
                <p:nvPr/>
              </p:nvSpPr>
              <p:spPr>
                <a:xfrm>
                  <a:off x="6759382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0" name="Google Shape;660;p5"/>
                <p:cNvSpPr/>
                <p:nvPr/>
              </p:nvSpPr>
              <p:spPr>
                <a:xfrm>
                  <a:off x="7217172" y="4718076"/>
                  <a:ext cx="92544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73" extrusionOk="0">
                      <a:moveTo>
                        <a:pt x="0" y="1"/>
                      </a:moveTo>
                      <a:lnTo>
                        <a:pt x="0" y="2573"/>
                      </a:lnTo>
                      <a:lnTo>
                        <a:pt x="2703" y="2573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1" name="Google Shape;661;p5"/>
                <p:cNvSpPr/>
                <p:nvPr/>
              </p:nvSpPr>
              <p:spPr>
                <a:xfrm>
                  <a:off x="6988055" y="4718076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1"/>
                      </a:moveTo>
                      <a:lnTo>
                        <a:pt x="1" y="2573"/>
                      </a:lnTo>
                      <a:lnTo>
                        <a:pt x="2704" y="2573"/>
                      </a:lnTo>
                      <a:lnTo>
                        <a:pt x="270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2" name="Google Shape;662;p5"/>
                <p:cNvSpPr/>
                <p:nvPr/>
              </p:nvSpPr>
              <p:spPr>
                <a:xfrm>
                  <a:off x="8936990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3" name="Google Shape;663;p5"/>
                <p:cNvSpPr/>
                <p:nvPr/>
              </p:nvSpPr>
              <p:spPr>
                <a:xfrm>
                  <a:off x="8707907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4" name="Google Shape;664;p5"/>
                <p:cNvSpPr/>
                <p:nvPr/>
              </p:nvSpPr>
              <p:spPr>
                <a:xfrm>
                  <a:off x="8593759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5" name="Google Shape;665;p5"/>
                <p:cNvSpPr/>
                <p:nvPr/>
              </p:nvSpPr>
              <p:spPr>
                <a:xfrm>
                  <a:off x="8250117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6" name="Google Shape;666;p5"/>
                <p:cNvSpPr/>
                <p:nvPr/>
              </p:nvSpPr>
              <p:spPr>
                <a:xfrm>
                  <a:off x="8135559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2" y="2572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7" name="Google Shape;667;p5"/>
                <p:cNvSpPr/>
                <p:nvPr/>
              </p:nvSpPr>
              <p:spPr>
                <a:xfrm>
                  <a:off x="8021034" y="4939045"/>
                  <a:ext cx="92544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8" name="Google Shape;668;p5"/>
                <p:cNvSpPr/>
                <p:nvPr/>
              </p:nvSpPr>
              <p:spPr>
                <a:xfrm>
                  <a:off x="7791917" y="4938634"/>
                  <a:ext cx="92578" cy="88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4" extrusionOk="0">
                      <a:moveTo>
                        <a:pt x="1" y="0"/>
                      </a:moveTo>
                      <a:lnTo>
                        <a:pt x="1" y="2584"/>
                      </a:lnTo>
                      <a:lnTo>
                        <a:pt x="2704" y="2584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9" name="Google Shape;669;p5"/>
                <p:cNvSpPr/>
                <p:nvPr/>
              </p:nvSpPr>
              <p:spPr>
                <a:xfrm>
                  <a:off x="7677392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0" name="Google Shape;670;p5"/>
                <p:cNvSpPr/>
                <p:nvPr/>
              </p:nvSpPr>
              <p:spPr>
                <a:xfrm>
                  <a:off x="7562834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1" name="Google Shape;671;p5"/>
                <p:cNvSpPr/>
                <p:nvPr/>
              </p:nvSpPr>
              <p:spPr>
                <a:xfrm>
                  <a:off x="7448309" y="4939045"/>
                  <a:ext cx="92544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2" name="Google Shape;672;p5"/>
                <p:cNvSpPr/>
                <p:nvPr/>
              </p:nvSpPr>
              <p:spPr>
                <a:xfrm>
                  <a:off x="7333751" y="4938634"/>
                  <a:ext cx="92578" cy="88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4" extrusionOk="0">
                      <a:moveTo>
                        <a:pt x="0" y="0"/>
                      </a:moveTo>
                      <a:lnTo>
                        <a:pt x="0" y="2584"/>
                      </a:lnTo>
                      <a:lnTo>
                        <a:pt x="2703" y="2584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3" name="Google Shape;673;p5"/>
                <p:cNvSpPr/>
                <p:nvPr/>
              </p:nvSpPr>
              <p:spPr>
                <a:xfrm>
                  <a:off x="8936990" y="4828561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4" name="Google Shape;674;p5"/>
                <p:cNvSpPr/>
                <p:nvPr/>
              </p:nvSpPr>
              <p:spPr>
                <a:xfrm>
                  <a:off x="8822431" y="4828561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4" y="2572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5" name="Google Shape;675;p5"/>
                <p:cNvSpPr/>
                <p:nvPr/>
              </p:nvSpPr>
              <p:spPr>
                <a:xfrm>
                  <a:off x="8593759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6" name="Google Shape;676;p5"/>
                <p:cNvSpPr/>
                <p:nvPr/>
              </p:nvSpPr>
              <p:spPr>
                <a:xfrm>
                  <a:off x="8479200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2" y="2572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7" name="Google Shape;677;p5"/>
                <p:cNvSpPr/>
                <p:nvPr/>
              </p:nvSpPr>
              <p:spPr>
                <a:xfrm>
                  <a:off x="8364676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8" name="Google Shape;678;p5"/>
                <p:cNvSpPr/>
                <p:nvPr/>
              </p:nvSpPr>
              <p:spPr>
                <a:xfrm>
                  <a:off x="8250117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9" name="Google Shape;679;p5"/>
                <p:cNvSpPr/>
                <p:nvPr/>
              </p:nvSpPr>
              <p:spPr>
                <a:xfrm>
                  <a:off x="7791917" y="4828561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4" y="2572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0" name="Google Shape;680;p5"/>
                <p:cNvSpPr/>
                <p:nvPr/>
              </p:nvSpPr>
              <p:spPr>
                <a:xfrm>
                  <a:off x="7677392" y="4828561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1" name="Google Shape;681;p5"/>
                <p:cNvSpPr/>
                <p:nvPr/>
              </p:nvSpPr>
              <p:spPr>
                <a:xfrm>
                  <a:off x="7562834" y="4828561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2" name="Google Shape;682;p5"/>
                <p:cNvSpPr/>
                <p:nvPr/>
              </p:nvSpPr>
              <p:spPr>
                <a:xfrm>
                  <a:off x="7448309" y="4828561"/>
                  <a:ext cx="92544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73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3" name="Google Shape;683;p5"/>
                <p:cNvSpPr/>
                <p:nvPr/>
              </p:nvSpPr>
              <p:spPr>
                <a:xfrm>
                  <a:off x="8937401" y="4718076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1"/>
                      </a:moveTo>
                      <a:lnTo>
                        <a:pt x="1" y="2573"/>
                      </a:lnTo>
                      <a:lnTo>
                        <a:pt x="2691" y="2573"/>
                      </a:lnTo>
                      <a:lnTo>
                        <a:pt x="269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4" name="Google Shape;684;p5"/>
                <p:cNvSpPr/>
                <p:nvPr/>
              </p:nvSpPr>
              <p:spPr>
                <a:xfrm>
                  <a:off x="8822842" y="4718076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1"/>
                      </a:moveTo>
                      <a:lnTo>
                        <a:pt x="1" y="2573"/>
                      </a:lnTo>
                      <a:lnTo>
                        <a:pt x="2692" y="2573"/>
                      </a:lnTo>
                      <a:lnTo>
                        <a:pt x="269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5" name="Google Shape;685;p5"/>
                <p:cNvSpPr/>
                <p:nvPr/>
              </p:nvSpPr>
              <p:spPr>
                <a:xfrm>
                  <a:off x="8708318" y="4718076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0" y="1"/>
                      </a:moveTo>
                      <a:lnTo>
                        <a:pt x="0" y="2573"/>
                      </a:lnTo>
                      <a:lnTo>
                        <a:pt x="2691" y="2573"/>
                      </a:lnTo>
                      <a:lnTo>
                        <a:pt x="269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6" name="Google Shape;686;p5"/>
                <p:cNvSpPr/>
                <p:nvPr/>
              </p:nvSpPr>
              <p:spPr>
                <a:xfrm>
                  <a:off x="7906476" y="4718076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1"/>
                      </a:moveTo>
                      <a:lnTo>
                        <a:pt x="1" y="2573"/>
                      </a:lnTo>
                      <a:lnTo>
                        <a:pt x="2703" y="2573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7" name="Google Shape;687;p5"/>
                <p:cNvSpPr/>
                <p:nvPr/>
              </p:nvSpPr>
              <p:spPr>
                <a:xfrm>
                  <a:off x="7791917" y="4718076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1"/>
                      </a:moveTo>
                      <a:lnTo>
                        <a:pt x="1" y="2573"/>
                      </a:lnTo>
                      <a:lnTo>
                        <a:pt x="2704" y="2573"/>
                      </a:lnTo>
                      <a:lnTo>
                        <a:pt x="270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8" name="Google Shape;688;p5"/>
                <p:cNvSpPr/>
                <p:nvPr/>
              </p:nvSpPr>
              <p:spPr>
                <a:xfrm>
                  <a:off x="8479200" y="4607626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2" y="2572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9" name="Google Shape;689;p5"/>
                <p:cNvSpPr/>
                <p:nvPr/>
              </p:nvSpPr>
              <p:spPr>
                <a:xfrm>
                  <a:off x="8936990" y="4497142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1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0" name="Google Shape;690;p5"/>
                <p:cNvSpPr/>
                <p:nvPr/>
              </p:nvSpPr>
              <p:spPr>
                <a:xfrm>
                  <a:off x="8822431" y="4386692"/>
                  <a:ext cx="92578" cy="88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4" extrusionOk="0">
                      <a:moveTo>
                        <a:pt x="1" y="0"/>
                      </a:moveTo>
                      <a:lnTo>
                        <a:pt x="1" y="2584"/>
                      </a:lnTo>
                      <a:lnTo>
                        <a:pt x="2704" y="2584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1" name="Google Shape;691;p5"/>
                <p:cNvSpPr/>
                <p:nvPr/>
              </p:nvSpPr>
              <p:spPr>
                <a:xfrm>
                  <a:off x="8822842" y="4165723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692" y="2585"/>
                      </a:lnTo>
                      <a:lnTo>
                        <a:pt x="269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2" name="Google Shape;692;p5"/>
                <p:cNvSpPr/>
                <p:nvPr/>
              </p:nvSpPr>
              <p:spPr>
                <a:xfrm>
                  <a:off x="8936990" y="4055273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0"/>
                      </a:moveTo>
                      <a:lnTo>
                        <a:pt x="1" y="2584"/>
                      </a:lnTo>
                      <a:lnTo>
                        <a:pt x="2703" y="2584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693" name="Google Shape;693;p5"/>
          <p:cNvSpPr txBox="1">
            <a:spLocks noGrp="1"/>
          </p:cNvSpPr>
          <p:nvPr>
            <p:ph type="title"/>
          </p:nvPr>
        </p:nvSpPr>
        <p:spPr>
          <a:xfrm>
            <a:off x="758775" y="348198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694" name="Google Shape;694;p5"/>
          <p:cNvSpPr txBox="1">
            <a:spLocks noGrp="1"/>
          </p:cNvSpPr>
          <p:nvPr>
            <p:ph type="body" idx="1"/>
          </p:nvPr>
        </p:nvSpPr>
        <p:spPr>
          <a:xfrm>
            <a:off x="1011900" y="2519100"/>
            <a:ext cx="3161700" cy="14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5" name="Google Shape;695;p5"/>
          <p:cNvSpPr txBox="1">
            <a:spLocks noGrp="1"/>
          </p:cNvSpPr>
          <p:nvPr>
            <p:ph type="body" idx="2"/>
          </p:nvPr>
        </p:nvSpPr>
        <p:spPr>
          <a:xfrm>
            <a:off x="4875700" y="2519100"/>
            <a:ext cx="3161700" cy="14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6" name="Google Shape;696;p5"/>
          <p:cNvSpPr txBox="1">
            <a:spLocks noGrp="1"/>
          </p:cNvSpPr>
          <p:nvPr>
            <p:ph type="title" idx="3"/>
          </p:nvPr>
        </p:nvSpPr>
        <p:spPr>
          <a:xfrm>
            <a:off x="1011900" y="1911300"/>
            <a:ext cx="3161700" cy="531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697" name="Google Shape;697;p5"/>
          <p:cNvSpPr txBox="1">
            <a:spLocks noGrp="1"/>
          </p:cNvSpPr>
          <p:nvPr>
            <p:ph type="title" idx="4"/>
          </p:nvPr>
        </p:nvSpPr>
        <p:spPr>
          <a:xfrm>
            <a:off x="4875700" y="1911300"/>
            <a:ext cx="3161700" cy="531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8"/>
          <p:cNvSpPr txBox="1">
            <a:spLocks noGrp="1"/>
          </p:cNvSpPr>
          <p:nvPr>
            <p:ph type="title"/>
          </p:nvPr>
        </p:nvSpPr>
        <p:spPr>
          <a:xfrm>
            <a:off x="1767600" y="1233050"/>
            <a:ext cx="5608800" cy="282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3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007" name="Google Shape;1007;p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008" name="Google Shape;1008;p8"/>
            <p:cNvSpPr/>
            <p:nvPr/>
          </p:nvSpPr>
          <p:spPr>
            <a:xfrm>
              <a:off x="0" y="0"/>
              <a:ext cx="9144000" cy="5143500"/>
            </a:xfrm>
            <a:prstGeom prst="frame">
              <a:avLst>
                <a:gd name="adj1" fmla="val 1678"/>
              </a:avLst>
            </a:pr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8"/>
            <p:cNvSpPr/>
            <p:nvPr/>
          </p:nvSpPr>
          <p:spPr>
            <a:xfrm rot="10800000" flipH="1">
              <a:off x="1717721" y="108089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4" y="2585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8"/>
            <p:cNvSpPr/>
            <p:nvPr/>
          </p:nvSpPr>
          <p:spPr>
            <a:xfrm rot="10800000" flipH="1">
              <a:off x="1488638" y="108089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8"/>
            <p:cNvSpPr/>
            <p:nvPr/>
          </p:nvSpPr>
          <p:spPr>
            <a:xfrm rot="10800000" flipH="1">
              <a:off x="1144996" y="108089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8"/>
            <p:cNvSpPr/>
            <p:nvPr/>
          </p:nvSpPr>
          <p:spPr>
            <a:xfrm rot="10800000" flipH="1">
              <a:off x="916324" y="108089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8"/>
            <p:cNvSpPr/>
            <p:nvPr/>
          </p:nvSpPr>
          <p:spPr>
            <a:xfrm rot="10800000" flipH="1">
              <a:off x="801765" y="108089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8"/>
            <p:cNvSpPr/>
            <p:nvPr/>
          </p:nvSpPr>
          <p:spPr>
            <a:xfrm rot="10800000" flipH="1">
              <a:off x="687206" y="108089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8"/>
            <p:cNvSpPr/>
            <p:nvPr/>
          </p:nvSpPr>
          <p:spPr>
            <a:xfrm rot="10800000" flipH="1">
              <a:off x="1603196" y="218539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8"/>
            <p:cNvSpPr/>
            <p:nvPr/>
          </p:nvSpPr>
          <p:spPr>
            <a:xfrm rot="10800000" flipH="1">
              <a:off x="1374079" y="218539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0"/>
                  </a:moveTo>
                  <a:lnTo>
                    <a:pt x="1" y="2584"/>
                  </a:lnTo>
                  <a:lnTo>
                    <a:pt x="2704" y="2584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8"/>
            <p:cNvSpPr/>
            <p:nvPr/>
          </p:nvSpPr>
          <p:spPr>
            <a:xfrm rot="10800000" flipH="1">
              <a:off x="686830" y="218539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8"/>
            <p:cNvSpPr/>
            <p:nvPr/>
          </p:nvSpPr>
          <p:spPr>
            <a:xfrm rot="10800000" flipH="1">
              <a:off x="343564" y="218539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0"/>
                  </a:moveTo>
                  <a:lnTo>
                    <a:pt x="1" y="2584"/>
                  </a:lnTo>
                  <a:lnTo>
                    <a:pt x="2692" y="2584"/>
                  </a:lnTo>
                  <a:lnTo>
                    <a:pt x="26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8"/>
            <p:cNvSpPr/>
            <p:nvPr/>
          </p:nvSpPr>
          <p:spPr>
            <a:xfrm rot="10800000" flipH="1">
              <a:off x="1717721" y="329024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4"/>
                  </a:lnTo>
                  <a:lnTo>
                    <a:pt x="2692" y="2584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8"/>
            <p:cNvSpPr/>
            <p:nvPr/>
          </p:nvSpPr>
          <p:spPr>
            <a:xfrm rot="10800000" flipH="1">
              <a:off x="1374079" y="329024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4"/>
                  </a:lnTo>
                  <a:lnTo>
                    <a:pt x="2704" y="2584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8"/>
            <p:cNvSpPr/>
            <p:nvPr/>
          </p:nvSpPr>
          <p:spPr>
            <a:xfrm rot="10800000" flipH="1">
              <a:off x="458123" y="329024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4"/>
                  </a:lnTo>
                  <a:lnTo>
                    <a:pt x="2691" y="2584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8"/>
            <p:cNvSpPr/>
            <p:nvPr/>
          </p:nvSpPr>
          <p:spPr>
            <a:xfrm rot="10800000" flipH="1">
              <a:off x="229040" y="329024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0" y="1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8"/>
            <p:cNvSpPr/>
            <p:nvPr/>
          </p:nvSpPr>
          <p:spPr>
            <a:xfrm rot="10800000" flipH="1">
              <a:off x="1603196" y="441643"/>
              <a:ext cx="92544" cy="88059"/>
            </a:xfrm>
            <a:custGeom>
              <a:avLst/>
              <a:gdLst/>
              <a:ahLst/>
              <a:cxnLst/>
              <a:rect l="l" t="t" r="r" b="b"/>
              <a:pathLst>
                <a:path w="2703" h="2572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8"/>
            <p:cNvSpPr/>
            <p:nvPr/>
          </p:nvSpPr>
          <p:spPr>
            <a:xfrm rot="10800000" flipH="1">
              <a:off x="1488638" y="441643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8"/>
            <p:cNvSpPr/>
            <p:nvPr/>
          </p:nvSpPr>
          <p:spPr>
            <a:xfrm rot="10800000" flipH="1">
              <a:off x="1259555" y="441643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8"/>
            <p:cNvSpPr/>
            <p:nvPr/>
          </p:nvSpPr>
          <p:spPr>
            <a:xfrm rot="10800000" flipH="1">
              <a:off x="458123" y="441643"/>
              <a:ext cx="92167" cy="88059"/>
            </a:xfrm>
            <a:custGeom>
              <a:avLst/>
              <a:gdLst/>
              <a:ahLst/>
              <a:cxnLst/>
              <a:rect l="l" t="t" r="r" b="b"/>
              <a:pathLst>
                <a:path w="2692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8"/>
            <p:cNvSpPr/>
            <p:nvPr/>
          </p:nvSpPr>
          <p:spPr>
            <a:xfrm rot="10800000" flipH="1">
              <a:off x="114481" y="441643"/>
              <a:ext cx="92167" cy="88059"/>
            </a:xfrm>
            <a:custGeom>
              <a:avLst/>
              <a:gdLst/>
              <a:ahLst/>
              <a:cxnLst/>
              <a:rect l="l" t="t" r="r" b="b"/>
              <a:pathLst>
                <a:path w="2692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8"/>
            <p:cNvSpPr/>
            <p:nvPr/>
          </p:nvSpPr>
          <p:spPr>
            <a:xfrm rot="10800000" flipH="1">
              <a:off x="1603196" y="552093"/>
              <a:ext cx="92544" cy="88093"/>
            </a:xfrm>
            <a:custGeom>
              <a:avLst/>
              <a:gdLst/>
              <a:ahLst/>
              <a:cxnLst/>
              <a:rect l="l" t="t" r="r" b="b"/>
              <a:pathLst>
                <a:path w="2703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8"/>
            <p:cNvSpPr/>
            <p:nvPr/>
          </p:nvSpPr>
          <p:spPr>
            <a:xfrm rot="10800000" flipH="1">
              <a:off x="1144996" y="552093"/>
              <a:ext cx="92578" cy="88093"/>
            </a:xfrm>
            <a:custGeom>
              <a:avLst/>
              <a:gdLst/>
              <a:ahLst/>
              <a:cxnLst/>
              <a:rect l="l" t="t" r="r" b="b"/>
              <a:pathLst>
                <a:path w="2704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8"/>
            <p:cNvSpPr/>
            <p:nvPr/>
          </p:nvSpPr>
          <p:spPr>
            <a:xfrm rot="10800000" flipH="1">
              <a:off x="915913" y="552093"/>
              <a:ext cx="92578" cy="88093"/>
            </a:xfrm>
            <a:custGeom>
              <a:avLst/>
              <a:gdLst/>
              <a:ahLst/>
              <a:cxnLst/>
              <a:rect l="l" t="t" r="r" b="b"/>
              <a:pathLst>
                <a:path w="2704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8"/>
            <p:cNvSpPr/>
            <p:nvPr/>
          </p:nvSpPr>
          <p:spPr>
            <a:xfrm rot="10800000" flipH="1">
              <a:off x="686830" y="552093"/>
              <a:ext cx="92544" cy="88093"/>
            </a:xfrm>
            <a:custGeom>
              <a:avLst/>
              <a:gdLst/>
              <a:ahLst/>
              <a:cxnLst/>
              <a:rect l="l" t="t" r="r" b="b"/>
              <a:pathLst>
                <a:path w="2703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8"/>
            <p:cNvSpPr/>
            <p:nvPr/>
          </p:nvSpPr>
          <p:spPr>
            <a:xfrm rot="10800000" flipH="1">
              <a:off x="343564" y="552093"/>
              <a:ext cx="92167" cy="88093"/>
            </a:xfrm>
            <a:custGeom>
              <a:avLst/>
              <a:gdLst/>
              <a:ahLst/>
              <a:cxnLst/>
              <a:rect l="l" t="t" r="r" b="b"/>
              <a:pathLst>
                <a:path w="2692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692" y="2572"/>
                  </a:lnTo>
                  <a:lnTo>
                    <a:pt x="26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8"/>
            <p:cNvSpPr/>
            <p:nvPr/>
          </p:nvSpPr>
          <p:spPr>
            <a:xfrm rot="10800000" flipH="1">
              <a:off x="3552132" y="108089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8"/>
            <p:cNvSpPr/>
            <p:nvPr/>
          </p:nvSpPr>
          <p:spPr>
            <a:xfrm rot="10800000" flipH="1">
              <a:off x="3323014" y="108089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8"/>
            <p:cNvSpPr/>
            <p:nvPr/>
          </p:nvSpPr>
          <p:spPr>
            <a:xfrm rot="10800000" flipH="1">
              <a:off x="2979784" y="108089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8"/>
            <p:cNvSpPr/>
            <p:nvPr/>
          </p:nvSpPr>
          <p:spPr>
            <a:xfrm rot="10800000" flipH="1">
              <a:off x="2750700" y="108089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8"/>
            <p:cNvSpPr/>
            <p:nvPr/>
          </p:nvSpPr>
          <p:spPr>
            <a:xfrm rot="10800000" flipH="1">
              <a:off x="2636142" y="108089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8"/>
            <p:cNvSpPr/>
            <p:nvPr/>
          </p:nvSpPr>
          <p:spPr>
            <a:xfrm rot="10800000" flipH="1">
              <a:off x="2521617" y="108089"/>
              <a:ext cx="92133" cy="88504"/>
            </a:xfrm>
            <a:custGeom>
              <a:avLst/>
              <a:gdLst/>
              <a:ahLst/>
              <a:cxnLst/>
              <a:rect l="l" t="t" r="r" b="b"/>
              <a:pathLst>
                <a:path w="2691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8"/>
            <p:cNvSpPr/>
            <p:nvPr/>
          </p:nvSpPr>
          <p:spPr>
            <a:xfrm rot="10800000" flipH="1">
              <a:off x="3437573" y="218539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8"/>
            <p:cNvSpPr/>
            <p:nvPr/>
          </p:nvSpPr>
          <p:spPr>
            <a:xfrm rot="10800000" flipH="1">
              <a:off x="3208490" y="218539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8"/>
            <p:cNvSpPr/>
            <p:nvPr/>
          </p:nvSpPr>
          <p:spPr>
            <a:xfrm rot="10800000" flipH="1">
              <a:off x="2521617" y="218539"/>
              <a:ext cx="92133" cy="88504"/>
            </a:xfrm>
            <a:custGeom>
              <a:avLst/>
              <a:gdLst/>
              <a:ahLst/>
              <a:cxnLst/>
              <a:rect l="l" t="t" r="r" b="b"/>
              <a:pathLst>
                <a:path w="2691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8"/>
            <p:cNvSpPr/>
            <p:nvPr/>
          </p:nvSpPr>
          <p:spPr>
            <a:xfrm rot="10800000" flipH="1">
              <a:off x="2177976" y="218539"/>
              <a:ext cx="92133" cy="88504"/>
            </a:xfrm>
            <a:custGeom>
              <a:avLst/>
              <a:gdLst/>
              <a:ahLst/>
              <a:cxnLst/>
              <a:rect l="l" t="t" r="r" b="b"/>
              <a:pathLst>
                <a:path w="2691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8"/>
            <p:cNvSpPr/>
            <p:nvPr/>
          </p:nvSpPr>
          <p:spPr>
            <a:xfrm rot="10800000" flipH="1">
              <a:off x="2292500" y="329024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4"/>
                  </a:lnTo>
                  <a:lnTo>
                    <a:pt x="2692" y="2584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8"/>
            <p:cNvSpPr/>
            <p:nvPr/>
          </p:nvSpPr>
          <p:spPr>
            <a:xfrm rot="10800000" flipH="1">
              <a:off x="2063417" y="329024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0" y="1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8"/>
            <p:cNvSpPr/>
            <p:nvPr/>
          </p:nvSpPr>
          <p:spPr>
            <a:xfrm rot="10800000" flipH="1">
              <a:off x="1834334" y="329024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8"/>
            <p:cNvSpPr/>
            <p:nvPr/>
          </p:nvSpPr>
          <p:spPr>
            <a:xfrm rot="10800000" flipH="1">
              <a:off x="2292500" y="441643"/>
              <a:ext cx="92167" cy="88059"/>
            </a:xfrm>
            <a:custGeom>
              <a:avLst/>
              <a:gdLst/>
              <a:ahLst/>
              <a:cxnLst/>
              <a:rect l="l" t="t" r="r" b="b"/>
              <a:pathLst>
                <a:path w="2692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692" y="2572"/>
                  </a:lnTo>
                  <a:lnTo>
                    <a:pt x="26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8"/>
            <p:cNvSpPr/>
            <p:nvPr/>
          </p:nvSpPr>
          <p:spPr>
            <a:xfrm rot="10800000" flipH="1">
              <a:off x="1948858" y="441643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4" y="2572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8"/>
            <p:cNvSpPr/>
            <p:nvPr/>
          </p:nvSpPr>
          <p:spPr>
            <a:xfrm rot="10800000" flipH="1">
              <a:off x="2521617" y="551682"/>
              <a:ext cx="92133" cy="88504"/>
            </a:xfrm>
            <a:custGeom>
              <a:avLst/>
              <a:gdLst/>
              <a:ahLst/>
              <a:cxnLst/>
              <a:rect l="l" t="t" r="r" b="b"/>
              <a:pathLst>
                <a:path w="2691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8"/>
            <p:cNvSpPr/>
            <p:nvPr/>
          </p:nvSpPr>
          <p:spPr>
            <a:xfrm rot="10800000" flipH="1">
              <a:off x="2177976" y="552093"/>
              <a:ext cx="92133" cy="88093"/>
            </a:xfrm>
            <a:custGeom>
              <a:avLst/>
              <a:gdLst/>
              <a:ahLst/>
              <a:cxnLst/>
              <a:rect l="l" t="t" r="r" b="b"/>
              <a:pathLst>
                <a:path w="2691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8"/>
            <p:cNvSpPr/>
            <p:nvPr/>
          </p:nvSpPr>
          <p:spPr>
            <a:xfrm rot="10800000" flipH="1">
              <a:off x="7217222" y="108089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8"/>
            <p:cNvSpPr/>
            <p:nvPr/>
          </p:nvSpPr>
          <p:spPr>
            <a:xfrm rot="10800000" flipH="1">
              <a:off x="6988105" y="108089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4" y="2585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8"/>
            <p:cNvSpPr/>
            <p:nvPr/>
          </p:nvSpPr>
          <p:spPr>
            <a:xfrm rot="10800000" flipH="1">
              <a:off x="6644874" y="108089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8"/>
            <p:cNvSpPr/>
            <p:nvPr/>
          </p:nvSpPr>
          <p:spPr>
            <a:xfrm rot="10800000" flipH="1">
              <a:off x="6415791" y="108089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8"/>
            <p:cNvSpPr/>
            <p:nvPr/>
          </p:nvSpPr>
          <p:spPr>
            <a:xfrm rot="10800000" flipH="1">
              <a:off x="6301232" y="108089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4" y="2585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8"/>
            <p:cNvSpPr/>
            <p:nvPr/>
          </p:nvSpPr>
          <p:spPr>
            <a:xfrm rot="10800000" flipH="1">
              <a:off x="6186707" y="108089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8"/>
            <p:cNvSpPr/>
            <p:nvPr/>
          </p:nvSpPr>
          <p:spPr>
            <a:xfrm rot="10800000" flipH="1">
              <a:off x="7102663" y="218539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0"/>
                  </a:moveTo>
                  <a:lnTo>
                    <a:pt x="1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8"/>
            <p:cNvSpPr/>
            <p:nvPr/>
          </p:nvSpPr>
          <p:spPr>
            <a:xfrm rot="10800000" flipH="1">
              <a:off x="6873580" y="218539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8"/>
            <p:cNvSpPr/>
            <p:nvPr/>
          </p:nvSpPr>
          <p:spPr>
            <a:xfrm rot="10800000" flipH="1">
              <a:off x="6186707" y="218539"/>
              <a:ext cx="92133" cy="88504"/>
            </a:xfrm>
            <a:custGeom>
              <a:avLst/>
              <a:gdLst/>
              <a:ahLst/>
              <a:cxnLst/>
              <a:rect l="l" t="t" r="r" b="b"/>
              <a:pathLst>
                <a:path w="2691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8"/>
            <p:cNvSpPr/>
            <p:nvPr/>
          </p:nvSpPr>
          <p:spPr>
            <a:xfrm rot="10800000" flipH="1">
              <a:off x="5843066" y="218539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8"/>
            <p:cNvSpPr/>
            <p:nvPr/>
          </p:nvSpPr>
          <p:spPr>
            <a:xfrm rot="10800000" flipH="1">
              <a:off x="7217222" y="329024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8"/>
            <p:cNvSpPr/>
            <p:nvPr/>
          </p:nvSpPr>
          <p:spPr>
            <a:xfrm rot="10800000" flipH="1">
              <a:off x="6873580" y="329024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8"/>
            <p:cNvSpPr/>
            <p:nvPr/>
          </p:nvSpPr>
          <p:spPr>
            <a:xfrm rot="10800000" flipH="1">
              <a:off x="5957590" y="329024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4"/>
                  </a:lnTo>
                  <a:lnTo>
                    <a:pt x="2692" y="2584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8"/>
            <p:cNvSpPr/>
            <p:nvPr/>
          </p:nvSpPr>
          <p:spPr>
            <a:xfrm rot="10800000" flipH="1">
              <a:off x="5728507" y="329024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4"/>
                  </a:lnTo>
                  <a:lnTo>
                    <a:pt x="2703" y="2584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8"/>
            <p:cNvSpPr/>
            <p:nvPr/>
          </p:nvSpPr>
          <p:spPr>
            <a:xfrm rot="10800000" flipH="1">
              <a:off x="7102663" y="441643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8"/>
            <p:cNvSpPr/>
            <p:nvPr/>
          </p:nvSpPr>
          <p:spPr>
            <a:xfrm rot="10800000" flipH="1">
              <a:off x="6988105" y="441643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4" y="2572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8"/>
            <p:cNvSpPr/>
            <p:nvPr/>
          </p:nvSpPr>
          <p:spPr>
            <a:xfrm rot="10800000" flipH="1">
              <a:off x="6759021" y="441643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8"/>
            <p:cNvSpPr/>
            <p:nvPr/>
          </p:nvSpPr>
          <p:spPr>
            <a:xfrm rot="10800000" flipH="1">
              <a:off x="5957590" y="441643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4" y="2572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8"/>
            <p:cNvSpPr/>
            <p:nvPr/>
          </p:nvSpPr>
          <p:spPr>
            <a:xfrm rot="10800000" flipH="1">
              <a:off x="7102663" y="552093"/>
              <a:ext cx="92578" cy="88093"/>
            </a:xfrm>
            <a:custGeom>
              <a:avLst/>
              <a:gdLst/>
              <a:ahLst/>
              <a:cxnLst/>
              <a:rect l="l" t="t" r="r" b="b"/>
              <a:pathLst>
                <a:path w="2704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8"/>
            <p:cNvSpPr/>
            <p:nvPr/>
          </p:nvSpPr>
          <p:spPr>
            <a:xfrm rot="10800000" flipH="1">
              <a:off x="6644463" y="552093"/>
              <a:ext cx="92578" cy="88093"/>
            </a:xfrm>
            <a:custGeom>
              <a:avLst/>
              <a:gdLst/>
              <a:ahLst/>
              <a:cxnLst/>
              <a:rect l="l" t="t" r="r" b="b"/>
              <a:pathLst>
                <a:path w="2704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704" y="2572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8"/>
            <p:cNvSpPr/>
            <p:nvPr/>
          </p:nvSpPr>
          <p:spPr>
            <a:xfrm rot="10800000" flipH="1">
              <a:off x="6415791" y="552093"/>
              <a:ext cx="92167" cy="88093"/>
            </a:xfrm>
            <a:custGeom>
              <a:avLst/>
              <a:gdLst/>
              <a:ahLst/>
              <a:cxnLst/>
              <a:rect l="l" t="t" r="r" b="b"/>
              <a:pathLst>
                <a:path w="2692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8"/>
            <p:cNvSpPr/>
            <p:nvPr/>
          </p:nvSpPr>
          <p:spPr>
            <a:xfrm rot="10800000" flipH="1">
              <a:off x="8822892" y="108089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8"/>
            <p:cNvSpPr/>
            <p:nvPr/>
          </p:nvSpPr>
          <p:spPr>
            <a:xfrm rot="10800000" flipH="1">
              <a:off x="8479250" y="108089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8"/>
            <p:cNvSpPr/>
            <p:nvPr/>
          </p:nvSpPr>
          <p:spPr>
            <a:xfrm rot="10800000" flipH="1">
              <a:off x="8250167" y="108089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8"/>
            <p:cNvSpPr/>
            <p:nvPr/>
          </p:nvSpPr>
          <p:spPr>
            <a:xfrm rot="10800000" flipH="1">
              <a:off x="8135609" y="108089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4" y="2585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8"/>
            <p:cNvSpPr/>
            <p:nvPr/>
          </p:nvSpPr>
          <p:spPr>
            <a:xfrm rot="10800000" flipH="1">
              <a:off x="8021084" y="108089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8"/>
            <p:cNvSpPr/>
            <p:nvPr/>
          </p:nvSpPr>
          <p:spPr>
            <a:xfrm rot="10800000" flipH="1">
              <a:off x="8937040" y="218539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0"/>
                  </a:moveTo>
                  <a:lnTo>
                    <a:pt x="1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8"/>
            <p:cNvSpPr/>
            <p:nvPr/>
          </p:nvSpPr>
          <p:spPr>
            <a:xfrm rot="10800000" flipH="1">
              <a:off x="8708368" y="218539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8"/>
            <p:cNvSpPr/>
            <p:nvPr/>
          </p:nvSpPr>
          <p:spPr>
            <a:xfrm rot="10800000" flipH="1">
              <a:off x="8021084" y="218539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8"/>
            <p:cNvSpPr/>
            <p:nvPr/>
          </p:nvSpPr>
          <p:spPr>
            <a:xfrm rot="10800000" flipH="1">
              <a:off x="7677442" y="218539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8"/>
            <p:cNvSpPr/>
            <p:nvPr/>
          </p:nvSpPr>
          <p:spPr>
            <a:xfrm rot="10800000" flipH="1">
              <a:off x="8707957" y="329024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0" y="1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8"/>
            <p:cNvSpPr/>
            <p:nvPr/>
          </p:nvSpPr>
          <p:spPr>
            <a:xfrm rot="10800000" flipH="1">
              <a:off x="7791967" y="329024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4"/>
                  </a:lnTo>
                  <a:lnTo>
                    <a:pt x="2704" y="2584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8"/>
            <p:cNvSpPr/>
            <p:nvPr/>
          </p:nvSpPr>
          <p:spPr>
            <a:xfrm rot="10800000" flipH="1">
              <a:off x="7562884" y="329024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4"/>
                  </a:lnTo>
                  <a:lnTo>
                    <a:pt x="2703" y="2584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8"/>
            <p:cNvSpPr/>
            <p:nvPr/>
          </p:nvSpPr>
          <p:spPr>
            <a:xfrm rot="10800000" flipH="1">
              <a:off x="7333801" y="329024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0" y="1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8"/>
            <p:cNvSpPr/>
            <p:nvPr/>
          </p:nvSpPr>
          <p:spPr>
            <a:xfrm rot="10800000" flipH="1">
              <a:off x="8937040" y="441643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8"/>
            <p:cNvSpPr/>
            <p:nvPr/>
          </p:nvSpPr>
          <p:spPr>
            <a:xfrm rot="10800000" flipH="1">
              <a:off x="8822481" y="441643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4" y="2572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8"/>
            <p:cNvSpPr/>
            <p:nvPr/>
          </p:nvSpPr>
          <p:spPr>
            <a:xfrm rot="10800000" flipH="1">
              <a:off x="8593809" y="441643"/>
              <a:ext cx="92167" cy="88059"/>
            </a:xfrm>
            <a:custGeom>
              <a:avLst/>
              <a:gdLst/>
              <a:ahLst/>
              <a:cxnLst/>
              <a:rect l="l" t="t" r="r" b="b"/>
              <a:pathLst>
                <a:path w="2692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8"/>
            <p:cNvSpPr/>
            <p:nvPr/>
          </p:nvSpPr>
          <p:spPr>
            <a:xfrm rot="10800000" flipH="1">
              <a:off x="7791967" y="441643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4" y="2572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8"/>
            <p:cNvSpPr/>
            <p:nvPr/>
          </p:nvSpPr>
          <p:spPr>
            <a:xfrm rot="10800000" flipH="1">
              <a:off x="7448359" y="441643"/>
              <a:ext cx="92544" cy="88059"/>
            </a:xfrm>
            <a:custGeom>
              <a:avLst/>
              <a:gdLst/>
              <a:ahLst/>
              <a:cxnLst/>
              <a:rect l="l" t="t" r="r" b="b"/>
              <a:pathLst>
                <a:path w="2703" h="2572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8"/>
            <p:cNvSpPr/>
            <p:nvPr/>
          </p:nvSpPr>
          <p:spPr>
            <a:xfrm rot="10800000" flipH="1">
              <a:off x="8937040" y="552093"/>
              <a:ext cx="92578" cy="88093"/>
            </a:xfrm>
            <a:custGeom>
              <a:avLst/>
              <a:gdLst/>
              <a:ahLst/>
              <a:cxnLst/>
              <a:rect l="l" t="t" r="r" b="b"/>
              <a:pathLst>
                <a:path w="2704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8"/>
            <p:cNvSpPr/>
            <p:nvPr/>
          </p:nvSpPr>
          <p:spPr>
            <a:xfrm rot="10800000" flipH="1">
              <a:off x="8479250" y="552093"/>
              <a:ext cx="92167" cy="88093"/>
            </a:xfrm>
            <a:custGeom>
              <a:avLst/>
              <a:gdLst/>
              <a:ahLst/>
              <a:cxnLst/>
              <a:rect l="l" t="t" r="r" b="b"/>
              <a:pathLst>
                <a:path w="2692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692" y="2572"/>
                  </a:lnTo>
                  <a:lnTo>
                    <a:pt x="26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8"/>
            <p:cNvSpPr/>
            <p:nvPr/>
          </p:nvSpPr>
          <p:spPr>
            <a:xfrm rot="10800000" flipH="1">
              <a:off x="8250167" y="552093"/>
              <a:ext cx="92167" cy="88093"/>
            </a:xfrm>
            <a:custGeom>
              <a:avLst/>
              <a:gdLst/>
              <a:ahLst/>
              <a:cxnLst/>
              <a:rect l="l" t="t" r="r" b="b"/>
              <a:pathLst>
                <a:path w="2692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8"/>
            <p:cNvSpPr/>
            <p:nvPr/>
          </p:nvSpPr>
          <p:spPr>
            <a:xfrm rot="10800000" flipH="1">
              <a:off x="8021084" y="552093"/>
              <a:ext cx="92167" cy="88093"/>
            </a:xfrm>
            <a:custGeom>
              <a:avLst/>
              <a:gdLst/>
              <a:ahLst/>
              <a:cxnLst/>
              <a:rect l="l" t="t" r="r" b="b"/>
              <a:pathLst>
                <a:path w="2692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8"/>
            <p:cNvSpPr/>
            <p:nvPr/>
          </p:nvSpPr>
          <p:spPr>
            <a:xfrm rot="10800000" flipH="1">
              <a:off x="7677442" y="551682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8"/>
            <p:cNvSpPr/>
            <p:nvPr/>
          </p:nvSpPr>
          <p:spPr>
            <a:xfrm flipH="1">
              <a:off x="7333801" y="4946907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4" y="2585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8"/>
            <p:cNvSpPr/>
            <p:nvPr/>
          </p:nvSpPr>
          <p:spPr>
            <a:xfrm flipH="1">
              <a:off x="7562884" y="4946907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8"/>
            <p:cNvSpPr/>
            <p:nvPr/>
          </p:nvSpPr>
          <p:spPr>
            <a:xfrm flipH="1">
              <a:off x="7906526" y="4946907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8"/>
            <p:cNvSpPr/>
            <p:nvPr/>
          </p:nvSpPr>
          <p:spPr>
            <a:xfrm flipH="1">
              <a:off x="8135609" y="4946907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8"/>
            <p:cNvSpPr/>
            <p:nvPr/>
          </p:nvSpPr>
          <p:spPr>
            <a:xfrm flipH="1">
              <a:off x="8250167" y="4946907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8"/>
            <p:cNvSpPr/>
            <p:nvPr/>
          </p:nvSpPr>
          <p:spPr>
            <a:xfrm flipH="1">
              <a:off x="8364726" y="4946907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8"/>
            <p:cNvSpPr/>
            <p:nvPr/>
          </p:nvSpPr>
          <p:spPr>
            <a:xfrm flipH="1">
              <a:off x="7448359" y="4836457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8"/>
            <p:cNvSpPr/>
            <p:nvPr/>
          </p:nvSpPr>
          <p:spPr>
            <a:xfrm flipH="1">
              <a:off x="7677442" y="4836457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0"/>
                  </a:moveTo>
                  <a:lnTo>
                    <a:pt x="1" y="2584"/>
                  </a:lnTo>
                  <a:lnTo>
                    <a:pt x="2704" y="2584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8"/>
            <p:cNvSpPr/>
            <p:nvPr/>
          </p:nvSpPr>
          <p:spPr>
            <a:xfrm flipH="1">
              <a:off x="8364726" y="4836457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8"/>
            <p:cNvSpPr/>
            <p:nvPr/>
          </p:nvSpPr>
          <p:spPr>
            <a:xfrm flipH="1">
              <a:off x="8708368" y="4836457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0"/>
                  </a:moveTo>
                  <a:lnTo>
                    <a:pt x="1" y="2584"/>
                  </a:lnTo>
                  <a:lnTo>
                    <a:pt x="2692" y="2584"/>
                  </a:lnTo>
                  <a:lnTo>
                    <a:pt x="26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8"/>
            <p:cNvSpPr/>
            <p:nvPr/>
          </p:nvSpPr>
          <p:spPr>
            <a:xfrm flipH="1">
              <a:off x="7334211" y="4725973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4"/>
                  </a:lnTo>
                  <a:lnTo>
                    <a:pt x="2692" y="2584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8"/>
            <p:cNvSpPr/>
            <p:nvPr/>
          </p:nvSpPr>
          <p:spPr>
            <a:xfrm flipH="1">
              <a:off x="7677442" y="4725973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4"/>
                  </a:lnTo>
                  <a:lnTo>
                    <a:pt x="2704" y="2584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8"/>
            <p:cNvSpPr/>
            <p:nvPr/>
          </p:nvSpPr>
          <p:spPr>
            <a:xfrm flipH="1">
              <a:off x="8593809" y="4725973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4"/>
                  </a:lnTo>
                  <a:lnTo>
                    <a:pt x="2691" y="2584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8"/>
            <p:cNvSpPr/>
            <p:nvPr/>
          </p:nvSpPr>
          <p:spPr>
            <a:xfrm flipH="1">
              <a:off x="8822892" y="4725973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0" y="1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8"/>
            <p:cNvSpPr/>
            <p:nvPr/>
          </p:nvSpPr>
          <p:spPr>
            <a:xfrm flipH="1">
              <a:off x="7448359" y="4613798"/>
              <a:ext cx="92544" cy="88059"/>
            </a:xfrm>
            <a:custGeom>
              <a:avLst/>
              <a:gdLst/>
              <a:ahLst/>
              <a:cxnLst/>
              <a:rect l="l" t="t" r="r" b="b"/>
              <a:pathLst>
                <a:path w="2703" h="2572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8"/>
            <p:cNvSpPr/>
            <p:nvPr/>
          </p:nvSpPr>
          <p:spPr>
            <a:xfrm flipH="1">
              <a:off x="7562884" y="4613798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8"/>
            <p:cNvSpPr/>
            <p:nvPr/>
          </p:nvSpPr>
          <p:spPr>
            <a:xfrm flipH="1">
              <a:off x="7791967" y="4613798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8"/>
            <p:cNvSpPr/>
            <p:nvPr/>
          </p:nvSpPr>
          <p:spPr>
            <a:xfrm flipH="1">
              <a:off x="8593809" y="4613798"/>
              <a:ext cx="92167" cy="88059"/>
            </a:xfrm>
            <a:custGeom>
              <a:avLst/>
              <a:gdLst/>
              <a:ahLst/>
              <a:cxnLst/>
              <a:rect l="l" t="t" r="r" b="b"/>
              <a:pathLst>
                <a:path w="2692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8"/>
            <p:cNvSpPr/>
            <p:nvPr/>
          </p:nvSpPr>
          <p:spPr>
            <a:xfrm flipH="1">
              <a:off x="8937451" y="4613798"/>
              <a:ext cx="92167" cy="88059"/>
            </a:xfrm>
            <a:custGeom>
              <a:avLst/>
              <a:gdLst/>
              <a:ahLst/>
              <a:cxnLst/>
              <a:rect l="l" t="t" r="r" b="b"/>
              <a:pathLst>
                <a:path w="2692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8"/>
            <p:cNvSpPr/>
            <p:nvPr/>
          </p:nvSpPr>
          <p:spPr>
            <a:xfrm flipH="1">
              <a:off x="7448359" y="4503314"/>
              <a:ext cx="92544" cy="88093"/>
            </a:xfrm>
            <a:custGeom>
              <a:avLst/>
              <a:gdLst/>
              <a:ahLst/>
              <a:cxnLst/>
              <a:rect l="l" t="t" r="r" b="b"/>
              <a:pathLst>
                <a:path w="2703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8"/>
            <p:cNvSpPr/>
            <p:nvPr/>
          </p:nvSpPr>
          <p:spPr>
            <a:xfrm flipH="1">
              <a:off x="7906526" y="4503314"/>
              <a:ext cx="92578" cy="88093"/>
            </a:xfrm>
            <a:custGeom>
              <a:avLst/>
              <a:gdLst/>
              <a:ahLst/>
              <a:cxnLst/>
              <a:rect l="l" t="t" r="r" b="b"/>
              <a:pathLst>
                <a:path w="2704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8"/>
            <p:cNvSpPr/>
            <p:nvPr/>
          </p:nvSpPr>
          <p:spPr>
            <a:xfrm flipH="1">
              <a:off x="8135609" y="4503314"/>
              <a:ext cx="92578" cy="88093"/>
            </a:xfrm>
            <a:custGeom>
              <a:avLst/>
              <a:gdLst/>
              <a:ahLst/>
              <a:cxnLst/>
              <a:rect l="l" t="t" r="r" b="b"/>
              <a:pathLst>
                <a:path w="2704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8"/>
            <p:cNvSpPr/>
            <p:nvPr/>
          </p:nvSpPr>
          <p:spPr>
            <a:xfrm flipH="1">
              <a:off x="8364726" y="4503314"/>
              <a:ext cx="92544" cy="88093"/>
            </a:xfrm>
            <a:custGeom>
              <a:avLst/>
              <a:gdLst/>
              <a:ahLst/>
              <a:cxnLst/>
              <a:rect l="l" t="t" r="r" b="b"/>
              <a:pathLst>
                <a:path w="2703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8"/>
            <p:cNvSpPr/>
            <p:nvPr/>
          </p:nvSpPr>
          <p:spPr>
            <a:xfrm flipH="1">
              <a:off x="8708368" y="4503314"/>
              <a:ext cx="92167" cy="88093"/>
            </a:xfrm>
            <a:custGeom>
              <a:avLst/>
              <a:gdLst/>
              <a:ahLst/>
              <a:cxnLst/>
              <a:rect l="l" t="t" r="r" b="b"/>
              <a:pathLst>
                <a:path w="2692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692" y="2572"/>
                  </a:lnTo>
                  <a:lnTo>
                    <a:pt x="26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8"/>
            <p:cNvSpPr/>
            <p:nvPr/>
          </p:nvSpPr>
          <p:spPr>
            <a:xfrm flipH="1">
              <a:off x="5499424" y="4946907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8"/>
            <p:cNvSpPr/>
            <p:nvPr/>
          </p:nvSpPr>
          <p:spPr>
            <a:xfrm flipH="1">
              <a:off x="5728507" y="4946907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8"/>
            <p:cNvSpPr/>
            <p:nvPr/>
          </p:nvSpPr>
          <p:spPr>
            <a:xfrm flipH="1">
              <a:off x="6072149" y="4946907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8"/>
            <p:cNvSpPr/>
            <p:nvPr/>
          </p:nvSpPr>
          <p:spPr>
            <a:xfrm flipH="1">
              <a:off x="6301232" y="4946907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8"/>
            <p:cNvSpPr/>
            <p:nvPr/>
          </p:nvSpPr>
          <p:spPr>
            <a:xfrm flipH="1">
              <a:off x="6415791" y="4946907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8"/>
            <p:cNvSpPr/>
            <p:nvPr/>
          </p:nvSpPr>
          <p:spPr>
            <a:xfrm flipH="1">
              <a:off x="6530349" y="4946907"/>
              <a:ext cx="92133" cy="88504"/>
            </a:xfrm>
            <a:custGeom>
              <a:avLst/>
              <a:gdLst/>
              <a:ahLst/>
              <a:cxnLst/>
              <a:rect l="l" t="t" r="r" b="b"/>
              <a:pathLst>
                <a:path w="2691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8"/>
            <p:cNvSpPr/>
            <p:nvPr/>
          </p:nvSpPr>
          <p:spPr>
            <a:xfrm flipH="1">
              <a:off x="5613948" y="4836457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8"/>
            <p:cNvSpPr/>
            <p:nvPr/>
          </p:nvSpPr>
          <p:spPr>
            <a:xfrm flipH="1">
              <a:off x="5843066" y="4836457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8"/>
            <p:cNvSpPr/>
            <p:nvPr/>
          </p:nvSpPr>
          <p:spPr>
            <a:xfrm flipH="1">
              <a:off x="6530349" y="4836457"/>
              <a:ext cx="92133" cy="88504"/>
            </a:xfrm>
            <a:custGeom>
              <a:avLst/>
              <a:gdLst/>
              <a:ahLst/>
              <a:cxnLst/>
              <a:rect l="l" t="t" r="r" b="b"/>
              <a:pathLst>
                <a:path w="2691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8"/>
            <p:cNvSpPr/>
            <p:nvPr/>
          </p:nvSpPr>
          <p:spPr>
            <a:xfrm flipH="1">
              <a:off x="6873991" y="4836457"/>
              <a:ext cx="92133" cy="88504"/>
            </a:xfrm>
            <a:custGeom>
              <a:avLst/>
              <a:gdLst/>
              <a:ahLst/>
              <a:cxnLst/>
              <a:rect l="l" t="t" r="r" b="b"/>
              <a:pathLst>
                <a:path w="2691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8"/>
            <p:cNvSpPr/>
            <p:nvPr/>
          </p:nvSpPr>
          <p:spPr>
            <a:xfrm flipH="1">
              <a:off x="6759432" y="4725973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4"/>
                  </a:lnTo>
                  <a:lnTo>
                    <a:pt x="2692" y="2584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8"/>
            <p:cNvSpPr/>
            <p:nvPr/>
          </p:nvSpPr>
          <p:spPr>
            <a:xfrm flipH="1">
              <a:off x="6988515" y="4725973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0" y="1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8"/>
            <p:cNvSpPr/>
            <p:nvPr/>
          </p:nvSpPr>
          <p:spPr>
            <a:xfrm flipH="1">
              <a:off x="7217222" y="4725973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8"/>
            <p:cNvSpPr/>
            <p:nvPr/>
          </p:nvSpPr>
          <p:spPr>
            <a:xfrm flipH="1">
              <a:off x="6759432" y="4613798"/>
              <a:ext cx="92167" cy="88059"/>
            </a:xfrm>
            <a:custGeom>
              <a:avLst/>
              <a:gdLst/>
              <a:ahLst/>
              <a:cxnLst/>
              <a:rect l="l" t="t" r="r" b="b"/>
              <a:pathLst>
                <a:path w="2692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692" y="2572"/>
                  </a:lnTo>
                  <a:lnTo>
                    <a:pt x="26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8"/>
            <p:cNvSpPr/>
            <p:nvPr/>
          </p:nvSpPr>
          <p:spPr>
            <a:xfrm flipH="1">
              <a:off x="7102663" y="4613798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4" y="2572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8"/>
            <p:cNvSpPr/>
            <p:nvPr/>
          </p:nvSpPr>
          <p:spPr>
            <a:xfrm flipH="1">
              <a:off x="6530349" y="4503314"/>
              <a:ext cx="92133" cy="88504"/>
            </a:xfrm>
            <a:custGeom>
              <a:avLst/>
              <a:gdLst/>
              <a:ahLst/>
              <a:cxnLst/>
              <a:rect l="l" t="t" r="r" b="b"/>
              <a:pathLst>
                <a:path w="2691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8"/>
            <p:cNvSpPr/>
            <p:nvPr/>
          </p:nvSpPr>
          <p:spPr>
            <a:xfrm flipH="1">
              <a:off x="6873991" y="4503314"/>
              <a:ext cx="92133" cy="88093"/>
            </a:xfrm>
            <a:custGeom>
              <a:avLst/>
              <a:gdLst/>
              <a:ahLst/>
              <a:cxnLst/>
              <a:rect l="l" t="t" r="r" b="b"/>
              <a:pathLst>
                <a:path w="2691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8"/>
            <p:cNvSpPr/>
            <p:nvPr/>
          </p:nvSpPr>
          <p:spPr>
            <a:xfrm flipH="1">
              <a:off x="3668710" y="4946907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8"/>
            <p:cNvSpPr/>
            <p:nvPr/>
          </p:nvSpPr>
          <p:spPr>
            <a:xfrm flipH="1">
              <a:off x="3897794" y="4946907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8"/>
            <p:cNvSpPr/>
            <p:nvPr/>
          </p:nvSpPr>
          <p:spPr>
            <a:xfrm flipH="1">
              <a:off x="4241435" y="4946907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8"/>
            <p:cNvSpPr/>
            <p:nvPr/>
          </p:nvSpPr>
          <p:spPr>
            <a:xfrm flipH="1">
              <a:off x="4470519" y="4946907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8"/>
            <p:cNvSpPr/>
            <p:nvPr/>
          </p:nvSpPr>
          <p:spPr>
            <a:xfrm flipH="1">
              <a:off x="4585077" y="4946907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8"/>
            <p:cNvSpPr/>
            <p:nvPr/>
          </p:nvSpPr>
          <p:spPr>
            <a:xfrm flipH="1">
              <a:off x="4699636" y="4946907"/>
              <a:ext cx="92133" cy="88504"/>
            </a:xfrm>
            <a:custGeom>
              <a:avLst/>
              <a:gdLst/>
              <a:ahLst/>
              <a:cxnLst/>
              <a:rect l="l" t="t" r="r" b="b"/>
              <a:pathLst>
                <a:path w="2691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8"/>
            <p:cNvSpPr/>
            <p:nvPr/>
          </p:nvSpPr>
          <p:spPr>
            <a:xfrm flipH="1">
              <a:off x="3783235" y="4836457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8"/>
            <p:cNvSpPr/>
            <p:nvPr/>
          </p:nvSpPr>
          <p:spPr>
            <a:xfrm flipH="1">
              <a:off x="4012352" y="4836457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8"/>
            <p:cNvSpPr/>
            <p:nvPr/>
          </p:nvSpPr>
          <p:spPr>
            <a:xfrm flipH="1">
              <a:off x="4699636" y="4836457"/>
              <a:ext cx="92133" cy="88504"/>
            </a:xfrm>
            <a:custGeom>
              <a:avLst/>
              <a:gdLst/>
              <a:ahLst/>
              <a:cxnLst/>
              <a:rect l="l" t="t" r="r" b="b"/>
              <a:pathLst>
                <a:path w="2691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8"/>
            <p:cNvSpPr/>
            <p:nvPr/>
          </p:nvSpPr>
          <p:spPr>
            <a:xfrm flipH="1">
              <a:off x="5043278" y="4836457"/>
              <a:ext cx="92133" cy="88504"/>
            </a:xfrm>
            <a:custGeom>
              <a:avLst/>
              <a:gdLst/>
              <a:ahLst/>
              <a:cxnLst/>
              <a:rect l="l" t="t" r="r" b="b"/>
              <a:pathLst>
                <a:path w="2691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8"/>
            <p:cNvSpPr/>
            <p:nvPr/>
          </p:nvSpPr>
          <p:spPr>
            <a:xfrm flipH="1">
              <a:off x="1834334" y="4946907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8"/>
            <p:cNvSpPr/>
            <p:nvPr/>
          </p:nvSpPr>
          <p:spPr>
            <a:xfrm flipH="1">
              <a:off x="2063417" y="4946907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4" y="2585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8"/>
            <p:cNvSpPr/>
            <p:nvPr/>
          </p:nvSpPr>
          <p:spPr>
            <a:xfrm flipH="1">
              <a:off x="2407059" y="4946907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8"/>
            <p:cNvSpPr/>
            <p:nvPr/>
          </p:nvSpPr>
          <p:spPr>
            <a:xfrm flipH="1">
              <a:off x="2636142" y="4946907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8"/>
            <p:cNvSpPr/>
            <p:nvPr/>
          </p:nvSpPr>
          <p:spPr>
            <a:xfrm flipH="1">
              <a:off x="2750290" y="4946907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4" y="2585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8"/>
            <p:cNvSpPr/>
            <p:nvPr/>
          </p:nvSpPr>
          <p:spPr>
            <a:xfrm flipH="1">
              <a:off x="2864848" y="4946907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8"/>
            <p:cNvSpPr/>
            <p:nvPr/>
          </p:nvSpPr>
          <p:spPr>
            <a:xfrm flipH="1">
              <a:off x="1948858" y="4836457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0"/>
                  </a:moveTo>
                  <a:lnTo>
                    <a:pt x="1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8"/>
            <p:cNvSpPr/>
            <p:nvPr/>
          </p:nvSpPr>
          <p:spPr>
            <a:xfrm flipH="1">
              <a:off x="2177976" y="4836457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8"/>
            <p:cNvSpPr/>
            <p:nvPr/>
          </p:nvSpPr>
          <p:spPr>
            <a:xfrm flipH="1">
              <a:off x="2865259" y="4836457"/>
              <a:ext cx="92133" cy="88504"/>
            </a:xfrm>
            <a:custGeom>
              <a:avLst/>
              <a:gdLst/>
              <a:ahLst/>
              <a:cxnLst/>
              <a:rect l="l" t="t" r="r" b="b"/>
              <a:pathLst>
                <a:path w="2691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8"/>
            <p:cNvSpPr/>
            <p:nvPr/>
          </p:nvSpPr>
          <p:spPr>
            <a:xfrm flipH="1">
              <a:off x="3208490" y="4836457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8"/>
            <p:cNvSpPr/>
            <p:nvPr/>
          </p:nvSpPr>
          <p:spPr>
            <a:xfrm flipH="1">
              <a:off x="1834334" y="4725973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8"/>
            <p:cNvSpPr/>
            <p:nvPr/>
          </p:nvSpPr>
          <p:spPr>
            <a:xfrm flipH="1">
              <a:off x="2177976" y="4725973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8"/>
            <p:cNvSpPr/>
            <p:nvPr/>
          </p:nvSpPr>
          <p:spPr>
            <a:xfrm flipH="1">
              <a:off x="3094342" y="4725973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4"/>
                  </a:lnTo>
                  <a:lnTo>
                    <a:pt x="2692" y="2584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8"/>
            <p:cNvSpPr/>
            <p:nvPr/>
          </p:nvSpPr>
          <p:spPr>
            <a:xfrm flipH="1">
              <a:off x="1948858" y="4613798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8"/>
            <p:cNvSpPr/>
            <p:nvPr/>
          </p:nvSpPr>
          <p:spPr>
            <a:xfrm flipH="1">
              <a:off x="2063417" y="4613798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4" y="2572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8"/>
            <p:cNvSpPr/>
            <p:nvPr/>
          </p:nvSpPr>
          <p:spPr>
            <a:xfrm flipH="1">
              <a:off x="2292500" y="4613798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8"/>
            <p:cNvSpPr/>
            <p:nvPr/>
          </p:nvSpPr>
          <p:spPr>
            <a:xfrm flipH="1">
              <a:off x="3093931" y="4613798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4" y="2572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8"/>
            <p:cNvSpPr/>
            <p:nvPr/>
          </p:nvSpPr>
          <p:spPr>
            <a:xfrm flipH="1">
              <a:off x="1948858" y="4503314"/>
              <a:ext cx="92578" cy="88093"/>
            </a:xfrm>
            <a:custGeom>
              <a:avLst/>
              <a:gdLst/>
              <a:ahLst/>
              <a:cxnLst/>
              <a:rect l="l" t="t" r="r" b="b"/>
              <a:pathLst>
                <a:path w="2704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8"/>
            <p:cNvSpPr/>
            <p:nvPr/>
          </p:nvSpPr>
          <p:spPr>
            <a:xfrm flipH="1">
              <a:off x="2407059" y="4503314"/>
              <a:ext cx="92578" cy="88093"/>
            </a:xfrm>
            <a:custGeom>
              <a:avLst/>
              <a:gdLst/>
              <a:ahLst/>
              <a:cxnLst/>
              <a:rect l="l" t="t" r="r" b="b"/>
              <a:pathLst>
                <a:path w="2704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704" y="2572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8"/>
            <p:cNvSpPr/>
            <p:nvPr/>
          </p:nvSpPr>
          <p:spPr>
            <a:xfrm flipH="1">
              <a:off x="2636142" y="4503314"/>
              <a:ext cx="92167" cy="88093"/>
            </a:xfrm>
            <a:custGeom>
              <a:avLst/>
              <a:gdLst/>
              <a:ahLst/>
              <a:cxnLst/>
              <a:rect l="l" t="t" r="r" b="b"/>
              <a:pathLst>
                <a:path w="2692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8"/>
            <p:cNvSpPr/>
            <p:nvPr/>
          </p:nvSpPr>
          <p:spPr>
            <a:xfrm flipH="1">
              <a:off x="229040" y="4946907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8"/>
            <p:cNvSpPr/>
            <p:nvPr/>
          </p:nvSpPr>
          <p:spPr>
            <a:xfrm flipH="1">
              <a:off x="572682" y="4946907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8"/>
            <p:cNvSpPr/>
            <p:nvPr/>
          </p:nvSpPr>
          <p:spPr>
            <a:xfrm flipH="1">
              <a:off x="801354" y="4946907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8"/>
            <p:cNvSpPr/>
            <p:nvPr/>
          </p:nvSpPr>
          <p:spPr>
            <a:xfrm flipH="1">
              <a:off x="915913" y="4946907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4" y="2585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8"/>
            <p:cNvSpPr/>
            <p:nvPr/>
          </p:nvSpPr>
          <p:spPr>
            <a:xfrm flipH="1">
              <a:off x="1030471" y="4946907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8"/>
            <p:cNvSpPr/>
            <p:nvPr/>
          </p:nvSpPr>
          <p:spPr>
            <a:xfrm flipH="1">
              <a:off x="114481" y="4836457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0"/>
                  </a:moveTo>
                  <a:lnTo>
                    <a:pt x="1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8"/>
            <p:cNvSpPr/>
            <p:nvPr/>
          </p:nvSpPr>
          <p:spPr>
            <a:xfrm flipH="1">
              <a:off x="343564" y="4836457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8"/>
            <p:cNvSpPr/>
            <p:nvPr/>
          </p:nvSpPr>
          <p:spPr>
            <a:xfrm flipH="1">
              <a:off x="1030471" y="4836457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8"/>
            <p:cNvSpPr/>
            <p:nvPr/>
          </p:nvSpPr>
          <p:spPr>
            <a:xfrm flipH="1">
              <a:off x="1374079" y="4836457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8"/>
            <p:cNvSpPr/>
            <p:nvPr/>
          </p:nvSpPr>
          <p:spPr>
            <a:xfrm flipH="1">
              <a:off x="343564" y="4725973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0" y="1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8"/>
            <p:cNvSpPr/>
            <p:nvPr/>
          </p:nvSpPr>
          <p:spPr>
            <a:xfrm flipH="1">
              <a:off x="1259555" y="4725973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4"/>
                  </a:lnTo>
                  <a:lnTo>
                    <a:pt x="2704" y="2584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8"/>
            <p:cNvSpPr/>
            <p:nvPr/>
          </p:nvSpPr>
          <p:spPr>
            <a:xfrm flipH="1">
              <a:off x="1488638" y="4725973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4"/>
                  </a:lnTo>
                  <a:lnTo>
                    <a:pt x="2703" y="2584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8"/>
            <p:cNvSpPr/>
            <p:nvPr/>
          </p:nvSpPr>
          <p:spPr>
            <a:xfrm flipH="1">
              <a:off x="1717721" y="4725973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0" y="1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8"/>
            <p:cNvSpPr/>
            <p:nvPr/>
          </p:nvSpPr>
          <p:spPr>
            <a:xfrm flipH="1">
              <a:off x="114481" y="4613798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8"/>
            <p:cNvSpPr/>
            <p:nvPr/>
          </p:nvSpPr>
          <p:spPr>
            <a:xfrm flipH="1">
              <a:off x="229040" y="4613798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4" y="2572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8"/>
            <p:cNvSpPr/>
            <p:nvPr/>
          </p:nvSpPr>
          <p:spPr>
            <a:xfrm flipH="1">
              <a:off x="458123" y="4613798"/>
              <a:ext cx="92167" cy="88059"/>
            </a:xfrm>
            <a:custGeom>
              <a:avLst/>
              <a:gdLst/>
              <a:ahLst/>
              <a:cxnLst/>
              <a:rect l="l" t="t" r="r" b="b"/>
              <a:pathLst>
                <a:path w="2692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8"/>
            <p:cNvSpPr/>
            <p:nvPr/>
          </p:nvSpPr>
          <p:spPr>
            <a:xfrm flipH="1">
              <a:off x="1259555" y="4613798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4" y="2572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8"/>
            <p:cNvSpPr/>
            <p:nvPr/>
          </p:nvSpPr>
          <p:spPr>
            <a:xfrm flipH="1">
              <a:off x="1603196" y="4613798"/>
              <a:ext cx="92544" cy="88059"/>
            </a:xfrm>
            <a:custGeom>
              <a:avLst/>
              <a:gdLst/>
              <a:ahLst/>
              <a:cxnLst/>
              <a:rect l="l" t="t" r="r" b="b"/>
              <a:pathLst>
                <a:path w="2703" h="2572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8"/>
            <p:cNvSpPr/>
            <p:nvPr/>
          </p:nvSpPr>
          <p:spPr>
            <a:xfrm flipH="1">
              <a:off x="114481" y="4503314"/>
              <a:ext cx="92578" cy="88093"/>
            </a:xfrm>
            <a:custGeom>
              <a:avLst/>
              <a:gdLst/>
              <a:ahLst/>
              <a:cxnLst/>
              <a:rect l="l" t="t" r="r" b="b"/>
              <a:pathLst>
                <a:path w="2704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8"/>
            <p:cNvSpPr/>
            <p:nvPr/>
          </p:nvSpPr>
          <p:spPr>
            <a:xfrm flipH="1">
              <a:off x="572682" y="4503314"/>
              <a:ext cx="92167" cy="88093"/>
            </a:xfrm>
            <a:custGeom>
              <a:avLst/>
              <a:gdLst/>
              <a:ahLst/>
              <a:cxnLst/>
              <a:rect l="l" t="t" r="r" b="b"/>
              <a:pathLst>
                <a:path w="2692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692" y="2572"/>
                  </a:lnTo>
                  <a:lnTo>
                    <a:pt x="26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8"/>
            <p:cNvSpPr/>
            <p:nvPr/>
          </p:nvSpPr>
          <p:spPr>
            <a:xfrm flipH="1">
              <a:off x="801765" y="4503314"/>
              <a:ext cx="92167" cy="88093"/>
            </a:xfrm>
            <a:custGeom>
              <a:avLst/>
              <a:gdLst/>
              <a:ahLst/>
              <a:cxnLst/>
              <a:rect l="l" t="t" r="r" b="b"/>
              <a:pathLst>
                <a:path w="2692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8"/>
            <p:cNvSpPr/>
            <p:nvPr/>
          </p:nvSpPr>
          <p:spPr>
            <a:xfrm flipH="1">
              <a:off x="1030848" y="4503314"/>
              <a:ext cx="92167" cy="88093"/>
            </a:xfrm>
            <a:custGeom>
              <a:avLst/>
              <a:gdLst/>
              <a:ahLst/>
              <a:cxnLst/>
              <a:rect l="l" t="t" r="r" b="b"/>
              <a:pathLst>
                <a:path w="2692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8"/>
            <p:cNvSpPr/>
            <p:nvPr/>
          </p:nvSpPr>
          <p:spPr>
            <a:xfrm flipH="1">
              <a:off x="1374079" y="4503314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lt1"/>
        </a:solidFill>
        <a:effectLst/>
      </p:bgPr>
    </p:bg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9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678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0" name="Google Shape;1190;p9"/>
          <p:cNvGrpSpPr/>
          <p:nvPr/>
        </p:nvGrpSpPr>
        <p:grpSpPr>
          <a:xfrm flipH="1">
            <a:off x="850" y="429265"/>
            <a:ext cx="8570733" cy="4284969"/>
            <a:chOff x="572668" y="429266"/>
            <a:chExt cx="8570733" cy="4284969"/>
          </a:xfrm>
        </p:grpSpPr>
        <p:sp>
          <p:nvSpPr>
            <p:cNvPr id="1191" name="Google Shape;1191;p9"/>
            <p:cNvSpPr/>
            <p:nvPr/>
          </p:nvSpPr>
          <p:spPr>
            <a:xfrm rot="5400000" flipH="1">
              <a:off x="6997950" y="2480125"/>
              <a:ext cx="4108200" cy="182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9"/>
            <p:cNvSpPr/>
            <p:nvPr/>
          </p:nvSpPr>
          <p:spPr>
            <a:xfrm>
              <a:off x="1145627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9"/>
            <p:cNvSpPr/>
            <p:nvPr/>
          </p:nvSpPr>
          <p:spPr>
            <a:xfrm>
              <a:off x="1259783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9"/>
            <p:cNvSpPr/>
            <p:nvPr/>
          </p:nvSpPr>
          <p:spPr>
            <a:xfrm>
              <a:off x="573089" y="4625544"/>
              <a:ext cx="92027" cy="88691"/>
            </a:xfrm>
            <a:custGeom>
              <a:avLst/>
              <a:gdLst/>
              <a:ahLst/>
              <a:cxnLst/>
              <a:rect l="l" t="t" r="r" b="b"/>
              <a:pathLst>
                <a:path w="2620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20" y="2525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9"/>
            <p:cNvSpPr/>
            <p:nvPr/>
          </p:nvSpPr>
          <p:spPr>
            <a:xfrm>
              <a:off x="1718129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9"/>
            <p:cNvSpPr/>
            <p:nvPr/>
          </p:nvSpPr>
          <p:spPr>
            <a:xfrm>
              <a:off x="1603551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9"/>
            <p:cNvSpPr/>
            <p:nvPr/>
          </p:nvSpPr>
          <p:spPr>
            <a:xfrm>
              <a:off x="1488973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9"/>
            <p:cNvSpPr/>
            <p:nvPr/>
          </p:nvSpPr>
          <p:spPr>
            <a:xfrm>
              <a:off x="1374361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9"/>
            <p:cNvSpPr/>
            <p:nvPr/>
          </p:nvSpPr>
          <p:spPr>
            <a:xfrm>
              <a:off x="1031014" y="4625544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9"/>
            <p:cNvSpPr/>
            <p:nvPr/>
          </p:nvSpPr>
          <p:spPr>
            <a:xfrm>
              <a:off x="916436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9"/>
            <p:cNvSpPr/>
            <p:nvPr/>
          </p:nvSpPr>
          <p:spPr>
            <a:xfrm>
              <a:off x="80185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9"/>
            <p:cNvSpPr/>
            <p:nvPr/>
          </p:nvSpPr>
          <p:spPr>
            <a:xfrm>
              <a:off x="687245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9"/>
            <p:cNvSpPr/>
            <p:nvPr/>
          </p:nvSpPr>
          <p:spPr>
            <a:xfrm>
              <a:off x="3552392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9"/>
            <p:cNvSpPr/>
            <p:nvPr/>
          </p:nvSpPr>
          <p:spPr>
            <a:xfrm>
              <a:off x="3437814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9"/>
            <p:cNvSpPr/>
            <p:nvPr/>
          </p:nvSpPr>
          <p:spPr>
            <a:xfrm>
              <a:off x="3323201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9"/>
            <p:cNvSpPr/>
            <p:nvPr/>
          </p:nvSpPr>
          <p:spPr>
            <a:xfrm>
              <a:off x="3208623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9"/>
            <p:cNvSpPr/>
            <p:nvPr/>
          </p:nvSpPr>
          <p:spPr>
            <a:xfrm>
              <a:off x="3094045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9"/>
            <p:cNvSpPr/>
            <p:nvPr/>
          </p:nvSpPr>
          <p:spPr>
            <a:xfrm>
              <a:off x="2865276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9"/>
            <p:cNvSpPr/>
            <p:nvPr/>
          </p:nvSpPr>
          <p:spPr>
            <a:xfrm>
              <a:off x="2979854" y="4625544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9"/>
            <p:cNvSpPr/>
            <p:nvPr/>
          </p:nvSpPr>
          <p:spPr>
            <a:xfrm>
              <a:off x="2750699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9"/>
            <p:cNvSpPr/>
            <p:nvPr/>
          </p:nvSpPr>
          <p:spPr>
            <a:xfrm>
              <a:off x="2636086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9"/>
            <p:cNvSpPr/>
            <p:nvPr/>
          </p:nvSpPr>
          <p:spPr>
            <a:xfrm>
              <a:off x="252150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9"/>
            <p:cNvSpPr/>
            <p:nvPr/>
          </p:nvSpPr>
          <p:spPr>
            <a:xfrm>
              <a:off x="2292739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9"/>
            <p:cNvSpPr/>
            <p:nvPr/>
          </p:nvSpPr>
          <p:spPr>
            <a:xfrm>
              <a:off x="2407352" y="4625965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9"/>
            <p:cNvSpPr/>
            <p:nvPr/>
          </p:nvSpPr>
          <p:spPr>
            <a:xfrm>
              <a:off x="2178161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9"/>
            <p:cNvSpPr/>
            <p:nvPr/>
          </p:nvSpPr>
          <p:spPr>
            <a:xfrm>
              <a:off x="2063583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9"/>
            <p:cNvSpPr/>
            <p:nvPr/>
          </p:nvSpPr>
          <p:spPr>
            <a:xfrm>
              <a:off x="1949006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9"/>
            <p:cNvSpPr/>
            <p:nvPr/>
          </p:nvSpPr>
          <p:spPr>
            <a:xfrm>
              <a:off x="1834814" y="4625965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9"/>
            <p:cNvSpPr/>
            <p:nvPr/>
          </p:nvSpPr>
          <p:spPr>
            <a:xfrm>
              <a:off x="5382896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9"/>
            <p:cNvSpPr/>
            <p:nvPr/>
          </p:nvSpPr>
          <p:spPr>
            <a:xfrm>
              <a:off x="5268283" y="4625544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9"/>
            <p:cNvSpPr/>
            <p:nvPr/>
          </p:nvSpPr>
          <p:spPr>
            <a:xfrm>
              <a:off x="5153705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9"/>
            <p:cNvSpPr/>
            <p:nvPr/>
          </p:nvSpPr>
          <p:spPr>
            <a:xfrm>
              <a:off x="5039127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9"/>
            <p:cNvSpPr/>
            <p:nvPr/>
          </p:nvSpPr>
          <p:spPr>
            <a:xfrm>
              <a:off x="4924936" y="4625965"/>
              <a:ext cx="92063" cy="88269"/>
            </a:xfrm>
            <a:custGeom>
              <a:avLst/>
              <a:gdLst/>
              <a:ahLst/>
              <a:cxnLst/>
              <a:rect l="l" t="t" r="r" b="b"/>
              <a:pathLst>
                <a:path w="2621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9"/>
            <p:cNvSpPr/>
            <p:nvPr/>
          </p:nvSpPr>
          <p:spPr>
            <a:xfrm>
              <a:off x="4695781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9"/>
            <p:cNvSpPr/>
            <p:nvPr/>
          </p:nvSpPr>
          <p:spPr>
            <a:xfrm>
              <a:off x="481035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9"/>
            <p:cNvSpPr/>
            <p:nvPr/>
          </p:nvSpPr>
          <p:spPr>
            <a:xfrm>
              <a:off x="4581168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9"/>
            <p:cNvSpPr/>
            <p:nvPr/>
          </p:nvSpPr>
          <p:spPr>
            <a:xfrm>
              <a:off x="4466590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9"/>
            <p:cNvSpPr/>
            <p:nvPr/>
          </p:nvSpPr>
          <p:spPr>
            <a:xfrm>
              <a:off x="4352434" y="4625965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9"/>
            <p:cNvSpPr/>
            <p:nvPr/>
          </p:nvSpPr>
          <p:spPr>
            <a:xfrm>
              <a:off x="4123243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9"/>
            <p:cNvSpPr/>
            <p:nvPr/>
          </p:nvSpPr>
          <p:spPr>
            <a:xfrm>
              <a:off x="4237821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9"/>
            <p:cNvSpPr/>
            <p:nvPr/>
          </p:nvSpPr>
          <p:spPr>
            <a:xfrm>
              <a:off x="4008665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9"/>
            <p:cNvSpPr/>
            <p:nvPr/>
          </p:nvSpPr>
          <p:spPr>
            <a:xfrm>
              <a:off x="3894052" y="4625544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9"/>
            <p:cNvSpPr/>
            <p:nvPr/>
          </p:nvSpPr>
          <p:spPr>
            <a:xfrm>
              <a:off x="3779896" y="4625965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9"/>
            <p:cNvSpPr/>
            <p:nvPr/>
          </p:nvSpPr>
          <p:spPr>
            <a:xfrm>
              <a:off x="3665318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9"/>
            <p:cNvSpPr/>
            <p:nvPr/>
          </p:nvSpPr>
          <p:spPr>
            <a:xfrm>
              <a:off x="721715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9"/>
            <p:cNvSpPr/>
            <p:nvPr/>
          </p:nvSpPr>
          <p:spPr>
            <a:xfrm>
              <a:off x="7102545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9"/>
            <p:cNvSpPr/>
            <p:nvPr/>
          </p:nvSpPr>
          <p:spPr>
            <a:xfrm>
              <a:off x="698796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9"/>
            <p:cNvSpPr/>
            <p:nvPr/>
          </p:nvSpPr>
          <p:spPr>
            <a:xfrm>
              <a:off x="6873390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9"/>
            <p:cNvSpPr/>
            <p:nvPr/>
          </p:nvSpPr>
          <p:spPr>
            <a:xfrm>
              <a:off x="6759199" y="4625965"/>
              <a:ext cx="92063" cy="88269"/>
            </a:xfrm>
            <a:custGeom>
              <a:avLst/>
              <a:gdLst/>
              <a:ahLst/>
              <a:cxnLst/>
              <a:rect l="l" t="t" r="r" b="b"/>
              <a:pathLst>
                <a:path w="2621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9"/>
            <p:cNvSpPr/>
            <p:nvPr/>
          </p:nvSpPr>
          <p:spPr>
            <a:xfrm>
              <a:off x="6530043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1" y="2525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9"/>
            <p:cNvSpPr/>
            <p:nvPr/>
          </p:nvSpPr>
          <p:spPr>
            <a:xfrm>
              <a:off x="6644621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9"/>
            <p:cNvSpPr/>
            <p:nvPr/>
          </p:nvSpPr>
          <p:spPr>
            <a:xfrm>
              <a:off x="6415430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9"/>
            <p:cNvSpPr/>
            <p:nvPr/>
          </p:nvSpPr>
          <p:spPr>
            <a:xfrm>
              <a:off x="6300853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9"/>
            <p:cNvSpPr/>
            <p:nvPr/>
          </p:nvSpPr>
          <p:spPr>
            <a:xfrm>
              <a:off x="6186696" y="4625965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19" y="2513"/>
                  </a:lnTo>
                  <a:lnTo>
                    <a:pt x="26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9"/>
            <p:cNvSpPr/>
            <p:nvPr/>
          </p:nvSpPr>
          <p:spPr>
            <a:xfrm>
              <a:off x="5957506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9"/>
            <p:cNvSpPr/>
            <p:nvPr/>
          </p:nvSpPr>
          <p:spPr>
            <a:xfrm>
              <a:off x="6072083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9"/>
            <p:cNvSpPr/>
            <p:nvPr/>
          </p:nvSpPr>
          <p:spPr>
            <a:xfrm>
              <a:off x="584292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9"/>
            <p:cNvSpPr/>
            <p:nvPr/>
          </p:nvSpPr>
          <p:spPr>
            <a:xfrm>
              <a:off x="5728315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9"/>
            <p:cNvSpPr/>
            <p:nvPr/>
          </p:nvSpPr>
          <p:spPr>
            <a:xfrm>
              <a:off x="5613737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9"/>
            <p:cNvSpPr/>
            <p:nvPr/>
          </p:nvSpPr>
          <p:spPr>
            <a:xfrm>
              <a:off x="5499581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9"/>
            <p:cNvSpPr/>
            <p:nvPr/>
          </p:nvSpPr>
          <p:spPr>
            <a:xfrm>
              <a:off x="8936808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9"/>
            <p:cNvSpPr/>
            <p:nvPr/>
          </p:nvSpPr>
          <p:spPr>
            <a:xfrm>
              <a:off x="8822230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9"/>
            <p:cNvSpPr/>
            <p:nvPr/>
          </p:nvSpPr>
          <p:spPr>
            <a:xfrm>
              <a:off x="8707618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9"/>
            <p:cNvSpPr/>
            <p:nvPr/>
          </p:nvSpPr>
          <p:spPr>
            <a:xfrm>
              <a:off x="8593461" y="4625965"/>
              <a:ext cx="92027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9"/>
            <p:cNvSpPr/>
            <p:nvPr/>
          </p:nvSpPr>
          <p:spPr>
            <a:xfrm>
              <a:off x="8364271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9"/>
            <p:cNvSpPr/>
            <p:nvPr/>
          </p:nvSpPr>
          <p:spPr>
            <a:xfrm>
              <a:off x="8478884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1" y="2525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9"/>
            <p:cNvSpPr/>
            <p:nvPr/>
          </p:nvSpPr>
          <p:spPr>
            <a:xfrm>
              <a:off x="8249693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9"/>
            <p:cNvSpPr/>
            <p:nvPr/>
          </p:nvSpPr>
          <p:spPr>
            <a:xfrm>
              <a:off x="8135115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9"/>
            <p:cNvSpPr/>
            <p:nvPr/>
          </p:nvSpPr>
          <p:spPr>
            <a:xfrm>
              <a:off x="8020924" y="4625544"/>
              <a:ext cx="92063" cy="88691"/>
            </a:xfrm>
            <a:custGeom>
              <a:avLst/>
              <a:gdLst/>
              <a:ahLst/>
              <a:cxnLst/>
              <a:rect l="l" t="t" r="r" b="b"/>
              <a:pathLst>
                <a:path w="2621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20" y="2525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9"/>
            <p:cNvSpPr/>
            <p:nvPr/>
          </p:nvSpPr>
          <p:spPr>
            <a:xfrm>
              <a:off x="779176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9"/>
            <p:cNvSpPr/>
            <p:nvPr/>
          </p:nvSpPr>
          <p:spPr>
            <a:xfrm>
              <a:off x="7906346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9"/>
            <p:cNvSpPr/>
            <p:nvPr/>
          </p:nvSpPr>
          <p:spPr>
            <a:xfrm>
              <a:off x="7677155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9"/>
            <p:cNvSpPr/>
            <p:nvPr/>
          </p:nvSpPr>
          <p:spPr>
            <a:xfrm>
              <a:off x="756257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9"/>
            <p:cNvSpPr/>
            <p:nvPr/>
          </p:nvSpPr>
          <p:spPr>
            <a:xfrm>
              <a:off x="7448000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9"/>
            <p:cNvSpPr/>
            <p:nvPr/>
          </p:nvSpPr>
          <p:spPr>
            <a:xfrm>
              <a:off x="7333809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9"/>
            <p:cNvSpPr/>
            <p:nvPr/>
          </p:nvSpPr>
          <p:spPr>
            <a:xfrm>
              <a:off x="572668" y="4515568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9"/>
            <p:cNvSpPr/>
            <p:nvPr/>
          </p:nvSpPr>
          <p:spPr>
            <a:xfrm>
              <a:off x="572668" y="4405135"/>
              <a:ext cx="92449" cy="88304"/>
            </a:xfrm>
            <a:custGeom>
              <a:avLst/>
              <a:gdLst/>
              <a:ahLst/>
              <a:cxnLst/>
              <a:rect l="l" t="t" r="r" b="b"/>
              <a:pathLst>
                <a:path w="2632" h="2514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9"/>
            <p:cNvSpPr/>
            <p:nvPr/>
          </p:nvSpPr>
          <p:spPr>
            <a:xfrm>
              <a:off x="572668" y="4294315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9"/>
            <p:cNvSpPr/>
            <p:nvPr/>
          </p:nvSpPr>
          <p:spPr>
            <a:xfrm>
              <a:off x="573089" y="4183917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9"/>
            <p:cNvSpPr/>
            <p:nvPr/>
          </p:nvSpPr>
          <p:spPr>
            <a:xfrm>
              <a:off x="573089" y="4073519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9"/>
            <p:cNvSpPr/>
            <p:nvPr/>
          </p:nvSpPr>
          <p:spPr>
            <a:xfrm>
              <a:off x="573089" y="3963122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9"/>
            <p:cNvSpPr/>
            <p:nvPr/>
          </p:nvSpPr>
          <p:spPr>
            <a:xfrm>
              <a:off x="572668" y="3852689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9"/>
            <p:cNvSpPr/>
            <p:nvPr/>
          </p:nvSpPr>
          <p:spPr>
            <a:xfrm>
              <a:off x="572668" y="3742291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9"/>
            <p:cNvSpPr/>
            <p:nvPr/>
          </p:nvSpPr>
          <p:spPr>
            <a:xfrm>
              <a:off x="572668" y="3631893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9"/>
            <p:cNvSpPr/>
            <p:nvPr/>
          </p:nvSpPr>
          <p:spPr>
            <a:xfrm>
              <a:off x="573089" y="352149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9"/>
            <p:cNvSpPr/>
            <p:nvPr/>
          </p:nvSpPr>
          <p:spPr>
            <a:xfrm>
              <a:off x="573089" y="3411062"/>
              <a:ext cx="92449" cy="88304"/>
            </a:xfrm>
            <a:custGeom>
              <a:avLst/>
              <a:gdLst/>
              <a:ahLst/>
              <a:cxnLst/>
              <a:rect l="l" t="t" r="r" b="b"/>
              <a:pathLst>
                <a:path w="2632" h="2514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9"/>
            <p:cNvSpPr/>
            <p:nvPr/>
          </p:nvSpPr>
          <p:spPr>
            <a:xfrm>
              <a:off x="573089" y="3300664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9"/>
            <p:cNvSpPr/>
            <p:nvPr/>
          </p:nvSpPr>
          <p:spPr>
            <a:xfrm>
              <a:off x="572668" y="3190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9"/>
            <p:cNvSpPr/>
            <p:nvPr/>
          </p:nvSpPr>
          <p:spPr>
            <a:xfrm>
              <a:off x="572668" y="3079868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9"/>
            <p:cNvSpPr/>
            <p:nvPr/>
          </p:nvSpPr>
          <p:spPr>
            <a:xfrm>
              <a:off x="572668" y="2969435"/>
              <a:ext cx="92449" cy="88304"/>
            </a:xfrm>
            <a:custGeom>
              <a:avLst/>
              <a:gdLst/>
              <a:ahLst/>
              <a:cxnLst/>
              <a:rect l="l" t="t" r="r" b="b"/>
              <a:pathLst>
                <a:path w="2632" h="2514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9"/>
            <p:cNvSpPr/>
            <p:nvPr/>
          </p:nvSpPr>
          <p:spPr>
            <a:xfrm>
              <a:off x="573089" y="2859037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9"/>
            <p:cNvSpPr/>
            <p:nvPr/>
          </p:nvSpPr>
          <p:spPr>
            <a:xfrm>
              <a:off x="573089" y="2748640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9"/>
            <p:cNvSpPr/>
            <p:nvPr/>
          </p:nvSpPr>
          <p:spPr>
            <a:xfrm>
              <a:off x="573089" y="2638242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9"/>
            <p:cNvSpPr/>
            <p:nvPr/>
          </p:nvSpPr>
          <p:spPr>
            <a:xfrm>
              <a:off x="572668" y="2527387"/>
              <a:ext cx="92449" cy="88726"/>
            </a:xfrm>
            <a:custGeom>
              <a:avLst/>
              <a:gdLst/>
              <a:ahLst/>
              <a:cxnLst/>
              <a:rect l="l" t="t" r="r" b="b"/>
              <a:pathLst>
                <a:path w="2632" h="2526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9"/>
            <p:cNvSpPr/>
            <p:nvPr/>
          </p:nvSpPr>
          <p:spPr>
            <a:xfrm>
              <a:off x="572668" y="2416989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9"/>
            <p:cNvSpPr/>
            <p:nvPr/>
          </p:nvSpPr>
          <p:spPr>
            <a:xfrm>
              <a:off x="572668" y="2306591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9"/>
            <p:cNvSpPr/>
            <p:nvPr/>
          </p:nvSpPr>
          <p:spPr>
            <a:xfrm>
              <a:off x="573089" y="2196194"/>
              <a:ext cx="92027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20" y="2512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9"/>
            <p:cNvSpPr/>
            <p:nvPr/>
          </p:nvSpPr>
          <p:spPr>
            <a:xfrm>
              <a:off x="573089" y="2085761"/>
              <a:ext cx="92449" cy="88304"/>
            </a:xfrm>
            <a:custGeom>
              <a:avLst/>
              <a:gdLst/>
              <a:ahLst/>
              <a:cxnLst/>
              <a:rect l="l" t="t" r="r" b="b"/>
              <a:pathLst>
                <a:path w="2632" h="2514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9"/>
            <p:cNvSpPr/>
            <p:nvPr/>
          </p:nvSpPr>
          <p:spPr>
            <a:xfrm>
              <a:off x="573089" y="1975363"/>
              <a:ext cx="92027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9"/>
            <p:cNvSpPr/>
            <p:nvPr/>
          </p:nvSpPr>
          <p:spPr>
            <a:xfrm>
              <a:off x="572668" y="1864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9"/>
            <p:cNvSpPr/>
            <p:nvPr/>
          </p:nvSpPr>
          <p:spPr>
            <a:xfrm>
              <a:off x="572668" y="1754567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9"/>
            <p:cNvSpPr/>
            <p:nvPr/>
          </p:nvSpPr>
          <p:spPr>
            <a:xfrm>
              <a:off x="572668" y="1644169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9"/>
            <p:cNvSpPr/>
            <p:nvPr/>
          </p:nvSpPr>
          <p:spPr>
            <a:xfrm>
              <a:off x="573089" y="153373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9"/>
            <p:cNvSpPr/>
            <p:nvPr/>
          </p:nvSpPr>
          <p:spPr>
            <a:xfrm>
              <a:off x="573089" y="1423338"/>
              <a:ext cx="92027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9"/>
            <p:cNvSpPr/>
            <p:nvPr/>
          </p:nvSpPr>
          <p:spPr>
            <a:xfrm>
              <a:off x="573089" y="1312940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9"/>
            <p:cNvSpPr/>
            <p:nvPr/>
          </p:nvSpPr>
          <p:spPr>
            <a:xfrm>
              <a:off x="572668" y="1202542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9"/>
            <p:cNvSpPr/>
            <p:nvPr/>
          </p:nvSpPr>
          <p:spPr>
            <a:xfrm>
              <a:off x="572668" y="1092109"/>
              <a:ext cx="92449" cy="88304"/>
            </a:xfrm>
            <a:custGeom>
              <a:avLst/>
              <a:gdLst/>
              <a:ahLst/>
              <a:cxnLst/>
              <a:rect l="l" t="t" r="r" b="b"/>
              <a:pathLst>
                <a:path w="2632" h="2514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9"/>
            <p:cNvSpPr/>
            <p:nvPr/>
          </p:nvSpPr>
          <p:spPr>
            <a:xfrm>
              <a:off x="572668" y="981712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9"/>
            <p:cNvSpPr/>
            <p:nvPr/>
          </p:nvSpPr>
          <p:spPr>
            <a:xfrm>
              <a:off x="573089" y="870892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9"/>
            <p:cNvSpPr/>
            <p:nvPr/>
          </p:nvSpPr>
          <p:spPr>
            <a:xfrm>
              <a:off x="573089" y="76049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4"/>
                  </a:lnTo>
                  <a:lnTo>
                    <a:pt x="2632" y="2524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9"/>
            <p:cNvSpPr/>
            <p:nvPr/>
          </p:nvSpPr>
          <p:spPr>
            <a:xfrm>
              <a:off x="573089" y="650061"/>
              <a:ext cx="92027" cy="88304"/>
            </a:xfrm>
            <a:custGeom>
              <a:avLst/>
              <a:gdLst/>
              <a:ahLst/>
              <a:cxnLst/>
              <a:rect l="l" t="t" r="r" b="b"/>
              <a:pathLst>
                <a:path w="2620" h="2514" extrusionOk="0">
                  <a:moveTo>
                    <a:pt x="0" y="1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9"/>
            <p:cNvSpPr/>
            <p:nvPr/>
          </p:nvSpPr>
          <p:spPr>
            <a:xfrm>
              <a:off x="572668" y="539663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9"/>
            <p:cNvSpPr/>
            <p:nvPr/>
          </p:nvSpPr>
          <p:spPr>
            <a:xfrm>
              <a:off x="1717707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9"/>
            <p:cNvSpPr/>
            <p:nvPr/>
          </p:nvSpPr>
          <p:spPr>
            <a:xfrm>
              <a:off x="1488973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9"/>
            <p:cNvSpPr/>
            <p:nvPr/>
          </p:nvSpPr>
          <p:spPr>
            <a:xfrm>
              <a:off x="1603551" y="429266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9"/>
            <p:cNvSpPr/>
            <p:nvPr/>
          </p:nvSpPr>
          <p:spPr>
            <a:xfrm>
              <a:off x="1374361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9"/>
            <p:cNvSpPr/>
            <p:nvPr/>
          </p:nvSpPr>
          <p:spPr>
            <a:xfrm>
              <a:off x="1145205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9"/>
            <p:cNvSpPr/>
            <p:nvPr/>
          </p:nvSpPr>
          <p:spPr>
            <a:xfrm>
              <a:off x="1030592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9"/>
            <p:cNvSpPr/>
            <p:nvPr/>
          </p:nvSpPr>
          <p:spPr>
            <a:xfrm>
              <a:off x="916436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9"/>
            <p:cNvSpPr/>
            <p:nvPr/>
          </p:nvSpPr>
          <p:spPr>
            <a:xfrm>
              <a:off x="801858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1" y="2525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9"/>
            <p:cNvSpPr/>
            <p:nvPr/>
          </p:nvSpPr>
          <p:spPr>
            <a:xfrm>
              <a:off x="687245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9"/>
            <p:cNvSpPr/>
            <p:nvPr/>
          </p:nvSpPr>
          <p:spPr>
            <a:xfrm>
              <a:off x="572668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9"/>
            <p:cNvSpPr/>
            <p:nvPr/>
          </p:nvSpPr>
          <p:spPr>
            <a:xfrm>
              <a:off x="3551970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9"/>
            <p:cNvSpPr/>
            <p:nvPr/>
          </p:nvSpPr>
          <p:spPr>
            <a:xfrm>
              <a:off x="3323201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9"/>
            <p:cNvSpPr/>
            <p:nvPr/>
          </p:nvSpPr>
          <p:spPr>
            <a:xfrm>
              <a:off x="3437814" y="429266"/>
              <a:ext cx="92028" cy="88691"/>
            </a:xfrm>
            <a:custGeom>
              <a:avLst/>
              <a:gdLst/>
              <a:ahLst/>
              <a:cxnLst/>
              <a:rect l="l" t="t" r="r" b="b"/>
              <a:pathLst>
                <a:path w="2620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20" y="2525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9"/>
            <p:cNvSpPr/>
            <p:nvPr/>
          </p:nvSpPr>
          <p:spPr>
            <a:xfrm>
              <a:off x="3208623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9"/>
            <p:cNvSpPr/>
            <p:nvPr/>
          </p:nvSpPr>
          <p:spPr>
            <a:xfrm>
              <a:off x="3094045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9"/>
            <p:cNvSpPr/>
            <p:nvPr/>
          </p:nvSpPr>
          <p:spPr>
            <a:xfrm>
              <a:off x="2979468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1" y="2525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9"/>
            <p:cNvSpPr/>
            <p:nvPr/>
          </p:nvSpPr>
          <p:spPr>
            <a:xfrm>
              <a:off x="2864855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9"/>
            <p:cNvSpPr/>
            <p:nvPr/>
          </p:nvSpPr>
          <p:spPr>
            <a:xfrm>
              <a:off x="2750699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9"/>
            <p:cNvSpPr/>
            <p:nvPr/>
          </p:nvSpPr>
          <p:spPr>
            <a:xfrm>
              <a:off x="2636086" y="429266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9"/>
            <p:cNvSpPr/>
            <p:nvPr/>
          </p:nvSpPr>
          <p:spPr>
            <a:xfrm>
              <a:off x="2521508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9"/>
            <p:cNvSpPr/>
            <p:nvPr/>
          </p:nvSpPr>
          <p:spPr>
            <a:xfrm>
              <a:off x="2406930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9"/>
            <p:cNvSpPr/>
            <p:nvPr/>
          </p:nvSpPr>
          <p:spPr>
            <a:xfrm>
              <a:off x="2178161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9"/>
            <p:cNvSpPr/>
            <p:nvPr/>
          </p:nvSpPr>
          <p:spPr>
            <a:xfrm>
              <a:off x="2292352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9"/>
            <p:cNvSpPr/>
            <p:nvPr/>
          </p:nvSpPr>
          <p:spPr>
            <a:xfrm>
              <a:off x="2063583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9"/>
            <p:cNvSpPr/>
            <p:nvPr/>
          </p:nvSpPr>
          <p:spPr>
            <a:xfrm>
              <a:off x="1949006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1" y="2525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9"/>
            <p:cNvSpPr/>
            <p:nvPr/>
          </p:nvSpPr>
          <p:spPr>
            <a:xfrm>
              <a:off x="1834393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9"/>
            <p:cNvSpPr/>
            <p:nvPr/>
          </p:nvSpPr>
          <p:spPr>
            <a:xfrm>
              <a:off x="5382474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9"/>
            <p:cNvSpPr/>
            <p:nvPr/>
          </p:nvSpPr>
          <p:spPr>
            <a:xfrm>
              <a:off x="5153705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9"/>
            <p:cNvSpPr/>
            <p:nvPr/>
          </p:nvSpPr>
          <p:spPr>
            <a:xfrm>
              <a:off x="5268283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9"/>
            <p:cNvSpPr/>
            <p:nvPr/>
          </p:nvSpPr>
          <p:spPr>
            <a:xfrm>
              <a:off x="5039127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9"/>
            <p:cNvSpPr/>
            <p:nvPr/>
          </p:nvSpPr>
          <p:spPr>
            <a:xfrm>
              <a:off x="4924515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9"/>
            <p:cNvSpPr/>
            <p:nvPr/>
          </p:nvSpPr>
          <p:spPr>
            <a:xfrm>
              <a:off x="4809937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9"/>
            <p:cNvSpPr/>
            <p:nvPr/>
          </p:nvSpPr>
          <p:spPr>
            <a:xfrm>
              <a:off x="4695780" y="429266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9"/>
            <p:cNvSpPr/>
            <p:nvPr/>
          </p:nvSpPr>
          <p:spPr>
            <a:xfrm>
              <a:off x="4581168" y="429266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9"/>
            <p:cNvSpPr/>
            <p:nvPr/>
          </p:nvSpPr>
          <p:spPr>
            <a:xfrm>
              <a:off x="4466590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9"/>
            <p:cNvSpPr/>
            <p:nvPr/>
          </p:nvSpPr>
          <p:spPr>
            <a:xfrm>
              <a:off x="4352012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9"/>
            <p:cNvSpPr/>
            <p:nvPr/>
          </p:nvSpPr>
          <p:spPr>
            <a:xfrm>
              <a:off x="4237434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9"/>
            <p:cNvSpPr/>
            <p:nvPr/>
          </p:nvSpPr>
          <p:spPr>
            <a:xfrm>
              <a:off x="4008665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9"/>
            <p:cNvSpPr/>
            <p:nvPr/>
          </p:nvSpPr>
          <p:spPr>
            <a:xfrm>
              <a:off x="4123243" y="429266"/>
              <a:ext cx="92028" cy="88691"/>
            </a:xfrm>
            <a:custGeom>
              <a:avLst/>
              <a:gdLst/>
              <a:ahLst/>
              <a:cxnLst/>
              <a:rect l="l" t="t" r="r" b="b"/>
              <a:pathLst>
                <a:path w="2620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20" y="2525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9"/>
            <p:cNvSpPr/>
            <p:nvPr/>
          </p:nvSpPr>
          <p:spPr>
            <a:xfrm>
              <a:off x="3894052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9"/>
            <p:cNvSpPr/>
            <p:nvPr/>
          </p:nvSpPr>
          <p:spPr>
            <a:xfrm>
              <a:off x="3779475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9"/>
            <p:cNvSpPr/>
            <p:nvPr/>
          </p:nvSpPr>
          <p:spPr>
            <a:xfrm>
              <a:off x="3664897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9"/>
            <p:cNvSpPr/>
            <p:nvPr/>
          </p:nvSpPr>
          <p:spPr>
            <a:xfrm>
              <a:off x="7216737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9"/>
            <p:cNvSpPr/>
            <p:nvPr/>
          </p:nvSpPr>
          <p:spPr>
            <a:xfrm>
              <a:off x="6987968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9"/>
            <p:cNvSpPr/>
            <p:nvPr/>
          </p:nvSpPr>
          <p:spPr>
            <a:xfrm>
              <a:off x="7102545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9"/>
            <p:cNvSpPr/>
            <p:nvPr/>
          </p:nvSpPr>
          <p:spPr>
            <a:xfrm>
              <a:off x="6873390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1" y="2525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9"/>
            <p:cNvSpPr/>
            <p:nvPr/>
          </p:nvSpPr>
          <p:spPr>
            <a:xfrm>
              <a:off x="6758777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9"/>
            <p:cNvSpPr/>
            <p:nvPr/>
          </p:nvSpPr>
          <p:spPr>
            <a:xfrm>
              <a:off x="6644199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9"/>
            <p:cNvSpPr/>
            <p:nvPr/>
          </p:nvSpPr>
          <p:spPr>
            <a:xfrm>
              <a:off x="6530043" y="429266"/>
              <a:ext cx="92028" cy="88691"/>
            </a:xfrm>
            <a:custGeom>
              <a:avLst/>
              <a:gdLst/>
              <a:ahLst/>
              <a:cxnLst/>
              <a:rect l="l" t="t" r="r" b="b"/>
              <a:pathLst>
                <a:path w="2620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19" y="2525"/>
                  </a:lnTo>
                  <a:lnTo>
                    <a:pt x="26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9"/>
            <p:cNvSpPr/>
            <p:nvPr/>
          </p:nvSpPr>
          <p:spPr>
            <a:xfrm>
              <a:off x="6415430" y="429266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9"/>
            <p:cNvSpPr/>
            <p:nvPr/>
          </p:nvSpPr>
          <p:spPr>
            <a:xfrm>
              <a:off x="6300853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9"/>
            <p:cNvSpPr/>
            <p:nvPr/>
          </p:nvSpPr>
          <p:spPr>
            <a:xfrm>
              <a:off x="6186275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9"/>
            <p:cNvSpPr/>
            <p:nvPr/>
          </p:nvSpPr>
          <p:spPr>
            <a:xfrm>
              <a:off x="6071662" y="429266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9"/>
            <p:cNvSpPr/>
            <p:nvPr/>
          </p:nvSpPr>
          <p:spPr>
            <a:xfrm>
              <a:off x="5842928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9"/>
            <p:cNvSpPr/>
            <p:nvPr/>
          </p:nvSpPr>
          <p:spPr>
            <a:xfrm>
              <a:off x="5957506" y="429266"/>
              <a:ext cx="92028" cy="88691"/>
            </a:xfrm>
            <a:custGeom>
              <a:avLst/>
              <a:gdLst/>
              <a:ahLst/>
              <a:cxnLst/>
              <a:rect l="l" t="t" r="r" b="b"/>
              <a:pathLst>
                <a:path w="2620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20" y="2525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9"/>
            <p:cNvSpPr/>
            <p:nvPr/>
          </p:nvSpPr>
          <p:spPr>
            <a:xfrm>
              <a:off x="5728315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9"/>
            <p:cNvSpPr/>
            <p:nvPr/>
          </p:nvSpPr>
          <p:spPr>
            <a:xfrm>
              <a:off x="5613737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9"/>
            <p:cNvSpPr/>
            <p:nvPr/>
          </p:nvSpPr>
          <p:spPr>
            <a:xfrm>
              <a:off x="5499160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1" y="2525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9"/>
            <p:cNvSpPr/>
            <p:nvPr/>
          </p:nvSpPr>
          <p:spPr>
            <a:xfrm>
              <a:off x="8822230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9"/>
            <p:cNvSpPr/>
            <p:nvPr/>
          </p:nvSpPr>
          <p:spPr>
            <a:xfrm>
              <a:off x="8936808" y="429266"/>
              <a:ext cx="92027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9"/>
            <p:cNvSpPr/>
            <p:nvPr/>
          </p:nvSpPr>
          <p:spPr>
            <a:xfrm>
              <a:off x="8707618" y="429266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9"/>
            <p:cNvSpPr/>
            <p:nvPr/>
          </p:nvSpPr>
          <p:spPr>
            <a:xfrm>
              <a:off x="8593040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9"/>
            <p:cNvSpPr/>
            <p:nvPr/>
          </p:nvSpPr>
          <p:spPr>
            <a:xfrm>
              <a:off x="8478462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9"/>
            <p:cNvSpPr/>
            <p:nvPr/>
          </p:nvSpPr>
          <p:spPr>
            <a:xfrm>
              <a:off x="8364271" y="429266"/>
              <a:ext cx="92063" cy="88269"/>
            </a:xfrm>
            <a:custGeom>
              <a:avLst/>
              <a:gdLst/>
              <a:ahLst/>
              <a:cxnLst/>
              <a:rect l="l" t="t" r="r" b="b"/>
              <a:pathLst>
                <a:path w="2621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9"/>
            <p:cNvSpPr/>
            <p:nvPr/>
          </p:nvSpPr>
          <p:spPr>
            <a:xfrm>
              <a:off x="8249693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9"/>
            <p:cNvSpPr/>
            <p:nvPr/>
          </p:nvSpPr>
          <p:spPr>
            <a:xfrm>
              <a:off x="8135115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9"/>
            <p:cNvSpPr/>
            <p:nvPr/>
          </p:nvSpPr>
          <p:spPr>
            <a:xfrm>
              <a:off x="8020502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9"/>
            <p:cNvSpPr/>
            <p:nvPr/>
          </p:nvSpPr>
          <p:spPr>
            <a:xfrm>
              <a:off x="7905925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9"/>
            <p:cNvSpPr/>
            <p:nvPr/>
          </p:nvSpPr>
          <p:spPr>
            <a:xfrm>
              <a:off x="7677155" y="429266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9"/>
            <p:cNvSpPr/>
            <p:nvPr/>
          </p:nvSpPr>
          <p:spPr>
            <a:xfrm>
              <a:off x="7791768" y="429266"/>
              <a:ext cx="92027" cy="88691"/>
            </a:xfrm>
            <a:custGeom>
              <a:avLst/>
              <a:gdLst/>
              <a:ahLst/>
              <a:cxnLst/>
              <a:rect l="l" t="t" r="r" b="b"/>
              <a:pathLst>
                <a:path w="2620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20" y="2525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9"/>
            <p:cNvSpPr/>
            <p:nvPr/>
          </p:nvSpPr>
          <p:spPr>
            <a:xfrm>
              <a:off x="7562578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9"/>
            <p:cNvSpPr/>
            <p:nvPr/>
          </p:nvSpPr>
          <p:spPr>
            <a:xfrm>
              <a:off x="7448000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9"/>
            <p:cNvSpPr/>
            <p:nvPr/>
          </p:nvSpPr>
          <p:spPr>
            <a:xfrm>
              <a:off x="7333387" y="429266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9"/>
            <p:cNvSpPr/>
            <p:nvPr/>
          </p:nvSpPr>
          <p:spPr>
            <a:xfrm>
              <a:off x="1259783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7" name="Google Shape;1377;p9"/>
          <p:cNvGrpSpPr/>
          <p:nvPr/>
        </p:nvGrpSpPr>
        <p:grpSpPr>
          <a:xfrm>
            <a:off x="114432" y="108091"/>
            <a:ext cx="8915137" cy="4927318"/>
            <a:chOff x="114432" y="99771"/>
            <a:chExt cx="8915137" cy="4927318"/>
          </a:xfrm>
        </p:grpSpPr>
        <p:sp>
          <p:nvSpPr>
            <p:cNvPr id="1378" name="Google Shape;1378;p9"/>
            <p:cNvSpPr/>
            <p:nvPr/>
          </p:nvSpPr>
          <p:spPr>
            <a:xfrm>
              <a:off x="1717671" y="4938585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4" y="2585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9"/>
            <p:cNvSpPr/>
            <p:nvPr/>
          </p:nvSpPr>
          <p:spPr>
            <a:xfrm>
              <a:off x="1488588" y="4938585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9"/>
            <p:cNvSpPr/>
            <p:nvPr/>
          </p:nvSpPr>
          <p:spPr>
            <a:xfrm>
              <a:off x="1144946" y="4938585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9"/>
            <p:cNvSpPr/>
            <p:nvPr/>
          </p:nvSpPr>
          <p:spPr>
            <a:xfrm>
              <a:off x="916274" y="4938585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9"/>
            <p:cNvSpPr/>
            <p:nvPr/>
          </p:nvSpPr>
          <p:spPr>
            <a:xfrm>
              <a:off x="801715" y="4938585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9"/>
            <p:cNvSpPr/>
            <p:nvPr/>
          </p:nvSpPr>
          <p:spPr>
            <a:xfrm>
              <a:off x="687156" y="4938585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9"/>
            <p:cNvSpPr/>
            <p:nvPr/>
          </p:nvSpPr>
          <p:spPr>
            <a:xfrm>
              <a:off x="1603147" y="4828135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9"/>
            <p:cNvSpPr/>
            <p:nvPr/>
          </p:nvSpPr>
          <p:spPr>
            <a:xfrm>
              <a:off x="1374029" y="4828135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0"/>
                  </a:moveTo>
                  <a:lnTo>
                    <a:pt x="1" y="2584"/>
                  </a:lnTo>
                  <a:lnTo>
                    <a:pt x="2704" y="2584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9"/>
            <p:cNvSpPr/>
            <p:nvPr/>
          </p:nvSpPr>
          <p:spPr>
            <a:xfrm>
              <a:off x="686780" y="4828135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9"/>
            <p:cNvSpPr/>
            <p:nvPr/>
          </p:nvSpPr>
          <p:spPr>
            <a:xfrm>
              <a:off x="343515" y="4828135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0"/>
                  </a:moveTo>
                  <a:lnTo>
                    <a:pt x="1" y="2584"/>
                  </a:lnTo>
                  <a:lnTo>
                    <a:pt x="2692" y="2584"/>
                  </a:lnTo>
                  <a:lnTo>
                    <a:pt x="26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9"/>
            <p:cNvSpPr/>
            <p:nvPr/>
          </p:nvSpPr>
          <p:spPr>
            <a:xfrm>
              <a:off x="2636092" y="4938585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9"/>
            <p:cNvSpPr/>
            <p:nvPr/>
          </p:nvSpPr>
          <p:spPr>
            <a:xfrm>
              <a:off x="2521567" y="4938585"/>
              <a:ext cx="92133" cy="88504"/>
            </a:xfrm>
            <a:custGeom>
              <a:avLst/>
              <a:gdLst/>
              <a:ahLst/>
              <a:cxnLst/>
              <a:rect l="l" t="t" r="r" b="b"/>
              <a:pathLst>
                <a:path w="2691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9"/>
            <p:cNvSpPr/>
            <p:nvPr/>
          </p:nvSpPr>
          <p:spPr>
            <a:xfrm>
              <a:off x="2521567" y="4828135"/>
              <a:ext cx="92133" cy="88504"/>
            </a:xfrm>
            <a:custGeom>
              <a:avLst/>
              <a:gdLst/>
              <a:ahLst/>
              <a:cxnLst/>
              <a:rect l="l" t="t" r="r" b="b"/>
              <a:pathLst>
                <a:path w="2691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9"/>
            <p:cNvSpPr/>
            <p:nvPr/>
          </p:nvSpPr>
          <p:spPr>
            <a:xfrm>
              <a:off x="2177926" y="4828135"/>
              <a:ext cx="92133" cy="88504"/>
            </a:xfrm>
            <a:custGeom>
              <a:avLst/>
              <a:gdLst/>
              <a:ahLst/>
              <a:cxnLst/>
              <a:rect l="l" t="t" r="r" b="b"/>
              <a:pathLst>
                <a:path w="2691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9"/>
            <p:cNvSpPr/>
            <p:nvPr/>
          </p:nvSpPr>
          <p:spPr>
            <a:xfrm>
              <a:off x="7217172" y="4938585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9"/>
            <p:cNvSpPr/>
            <p:nvPr/>
          </p:nvSpPr>
          <p:spPr>
            <a:xfrm>
              <a:off x="6988055" y="4938585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4" y="2585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9"/>
            <p:cNvSpPr/>
            <p:nvPr/>
          </p:nvSpPr>
          <p:spPr>
            <a:xfrm>
              <a:off x="7102613" y="4828135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0"/>
                  </a:moveTo>
                  <a:lnTo>
                    <a:pt x="1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9"/>
            <p:cNvSpPr/>
            <p:nvPr/>
          </p:nvSpPr>
          <p:spPr>
            <a:xfrm>
              <a:off x="8822842" y="4938585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9"/>
            <p:cNvSpPr/>
            <p:nvPr/>
          </p:nvSpPr>
          <p:spPr>
            <a:xfrm>
              <a:off x="8479201" y="4938585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9"/>
            <p:cNvSpPr/>
            <p:nvPr/>
          </p:nvSpPr>
          <p:spPr>
            <a:xfrm>
              <a:off x="8250118" y="4938585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9"/>
            <p:cNvSpPr/>
            <p:nvPr/>
          </p:nvSpPr>
          <p:spPr>
            <a:xfrm>
              <a:off x="8135559" y="4938585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4" y="2585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9"/>
            <p:cNvSpPr/>
            <p:nvPr/>
          </p:nvSpPr>
          <p:spPr>
            <a:xfrm>
              <a:off x="8021034" y="4938585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9"/>
            <p:cNvSpPr/>
            <p:nvPr/>
          </p:nvSpPr>
          <p:spPr>
            <a:xfrm>
              <a:off x="8936990" y="4828135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0"/>
                  </a:moveTo>
                  <a:lnTo>
                    <a:pt x="1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9"/>
            <p:cNvSpPr/>
            <p:nvPr/>
          </p:nvSpPr>
          <p:spPr>
            <a:xfrm>
              <a:off x="8708318" y="4828135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9"/>
            <p:cNvSpPr/>
            <p:nvPr/>
          </p:nvSpPr>
          <p:spPr>
            <a:xfrm>
              <a:off x="8021034" y="4828135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9"/>
            <p:cNvSpPr/>
            <p:nvPr/>
          </p:nvSpPr>
          <p:spPr>
            <a:xfrm>
              <a:off x="7677393" y="4828135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9"/>
            <p:cNvSpPr/>
            <p:nvPr/>
          </p:nvSpPr>
          <p:spPr>
            <a:xfrm rot="10800000" flipH="1">
              <a:off x="1603147" y="99771"/>
              <a:ext cx="92544" cy="88059"/>
            </a:xfrm>
            <a:custGeom>
              <a:avLst/>
              <a:gdLst/>
              <a:ahLst/>
              <a:cxnLst/>
              <a:rect l="l" t="t" r="r" b="b"/>
              <a:pathLst>
                <a:path w="2703" h="2572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9"/>
            <p:cNvSpPr/>
            <p:nvPr/>
          </p:nvSpPr>
          <p:spPr>
            <a:xfrm rot="10800000" flipH="1">
              <a:off x="1488588" y="99771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9"/>
            <p:cNvSpPr/>
            <p:nvPr/>
          </p:nvSpPr>
          <p:spPr>
            <a:xfrm rot="10800000" flipH="1">
              <a:off x="1259505" y="99771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9"/>
            <p:cNvSpPr/>
            <p:nvPr/>
          </p:nvSpPr>
          <p:spPr>
            <a:xfrm rot="10800000" flipH="1">
              <a:off x="458073" y="99771"/>
              <a:ext cx="92167" cy="88059"/>
            </a:xfrm>
            <a:custGeom>
              <a:avLst/>
              <a:gdLst/>
              <a:ahLst/>
              <a:cxnLst/>
              <a:rect l="l" t="t" r="r" b="b"/>
              <a:pathLst>
                <a:path w="2692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9"/>
            <p:cNvSpPr/>
            <p:nvPr/>
          </p:nvSpPr>
          <p:spPr>
            <a:xfrm rot="10800000" flipH="1">
              <a:off x="114432" y="99771"/>
              <a:ext cx="92167" cy="88059"/>
            </a:xfrm>
            <a:custGeom>
              <a:avLst/>
              <a:gdLst/>
              <a:ahLst/>
              <a:cxnLst/>
              <a:rect l="l" t="t" r="r" b="b"/>
              <a:pathLst>
                <a:path w="2692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9"/>
            <p:cNvSpPr/>
            <p:nvPr/>
          </p:nvSpPr>
          <p:spPr>
            <a:xfrm rot="10800000" flipH="1">
              <a:off x="1603147" y="210221"/>
              <a:ext cx="92544" cy="88093"/>
            </a:xfrm>
            <a:custGeom>
              <a:avLst/>
              <a:gdLst/>
              <a:ahLst/>
              <a:cxnLst/>
              <a:rect l="l" t="t" r="r" b="b"/>
              <a:pathLst>
                <a:path w="2703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9"/>
            <p:cNvSpPr/>
            <p:nvPr/>
          </p:nvSpPr>
          <p:spPr>
            <a:xfrm rot="10800000" flipH="1">
              <a:off x="1144946" y="210221"/>
              <a:ext cx="92578" cy="88093"/>
            </a:xfrm>
            <a:custGeom>
              <a:avLst/>
              <a:gdLst/>
              <a:ahLst/>
              <a:cxnLst/>
              <a:rect l="l" t="t" r="r" b="b"/>
              <a:pathLst>
                <a:path w="2704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9"/>
            <p:cNvSpPr/>
            <p:nvPr/>
          </p:nvSpPr>
          <p:spPr>
            <a:xfrm rot="10800000" flipH="1">
              <a:off x="915863" y="210221"/>
              <a:ext cx="92578" cy="88093"/>
            </a:xfrm>
            <a:custGeom>
              <a:avLst/>
              <a:gdLst/>
              <a:ahLst/>
              <a:cxnLst/>
              <a:rect l="l" t="t" r="r" b="b"/>
              <a:pathLst>
                <a:path w="2704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9"/>
            <p:cNvSpPr/>
            <p:nvPr/>
          </p:nvSpPr>
          <p:spPr>
            <a:xfrm rot="10800000" flipH="1">
              <a:off x="686780" y="210221"/>
              <a:ext cx="92544" cy="88093"/>
            </a:xfrm>
            <a:custGeom>
              <a:avLst/>
              <a:gdLst/>
              <a:ahLst/>
              <a:cxnLst/>
              <a:rect l="l" t="t" r="r" b="b"/>
              <a:pathLst>
                <a:path w="2703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9"/>
            <p:cNvSpPr/>
            <p:nvPr/>
          </p:nvSpPr>
          <p:spPr>
            <a:xfrm rot="10800000" flipH="1">
              <a:off x="343515" y="210221"/>
              <a:ext cx="92167" cy="88093"/>
            </a:xfrm>
            <a:custGeom>
              <a:avLst/>
              <a:gdLst/>
              <a:ahLst/>
              <a:cxnLst/>
              <a:rect l="l" t="t" r="r" b="b"/>
              <a:pathLst>
                <a:path w="2692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692" y="2572"/>
                  </a:lnTo>
                  <a:lnTo>
                    <a:pt x="26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9"/>
            <p:cNvSpPr/>
            <p:nvPr/>
          </p:nvSpPr>
          <p:spPr>
            <a:xfrm rot="10800000" flipH="1">
              <a:off x="8936990" y="99771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9"/>
            <p:cNvSpPr/>
            <p:nvPr/>
          </p:nvSpPr>
          <p:spPr>
            <a:xfrm rot="10800000" flipH="1">
              <a:off x="8822432" y="99771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4" y="2572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9"/>
            <p:cNvSpPr/>
            <p:nvPr/>
          </p:nvSpPr>
          <p:spPr>
            <a:xfrm rot="10800000" flipH="1">
              <a:off x="8593759" y="99771"/>
              <a:ext cx="92167" cy="88059"/>
            </a:xfrm>
            <a:custGeom>
              <a:avLst/>
              <a:gdLst/>
              <a:ahLst/>
              <a:cxnLst/>
              <a:rect l="l" t="t" r="r" b="b"/>
              <a:pathLst>
                <a:path w="2692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9"/>
            <p:cNvSpPr/>
            <p:nvPr/>
          </p:nvSpPr>
          <p:spPr>
            <a:xfrm rot="10800000" flipH="1">
              <a:off x="7791917" y="99771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4" y="2572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9"/>
            <p:cNvSpPr/>
            <p:nvPr/>
          </p:nvSpPr>
          <p:spPr>
            <a:xfrm rot="10800000" flipH="1">
              <a:off x="7448309" y="99771"/>
              <a:ext cx="92544" cy="88059"/>
            </a:xfrm>
            <a:custGeom>
              <a:avLst/>
              <a:gdLst/>
              <a:ahLst/>
              <a:cxnLst/>
              <a:rect l="l" t="t" r="r" b="b"/>
              <a:pathLst>
                <a:path w="2703" h="2572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9"/>
            <p:cNvSpPr/>
            <p:nvPr/>
          </p:nvSpPr>
          <p:spPr>
            <a:xfrm rot="10800000" flipH="1">
              <a:off x="8936990" y="210221"/>
              <a:ext cx="92578" cy="88093"/>
            </a:xfrm>
            <a:custGeom>
              <a:avLst/>
              <a:gdLst/>
              <a:ahLst/>
              <a:cxnLst/>
              <a:rect l="l" t="t" r="r" b="b"/>
              <a:pathLst>
                <a:path w="2704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9"/>
            <p:cNvSpPr/>
            <p:nvPr/>
          </p:nvSpPr>
          <p:spPr>
            <a:xfrm rot="10800000" flipH="1">
              <a:off x="8479201" y="210221"/>
              <a:ext cx="92167" cy="88093"/>
            </a:xfrm>
            <a:custGeom>
              <a:avLst/>
              <a:gdLst/>
              <a:ahLst/>
              <a:cxnLst/>
              <a:rect l="l" t="t" r="r" b="b"/>
              <a:pathLst>
                <a:path w="2692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692" y="2572"/>
                  </a:lnTo>
                  <a:lnTo>
                    <a:pt x="26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9"/>
            <p:cNvSpPr/>
            <p:nvPr/>
          </p:nvSpPr>
          <p:spPr>
            <a:xfrm rot="10800000" flipH="1">
              <a:off x="8250118" y="210221"/>
              <a:ext cx="92167" cy="88093"/>
            </a:xfrm>
            <a:custGeom>
              <a:avLst/>
              <a:gdLst/>
              <a:ahLst/>
              <a:cxnLst/>
              <a:rect l="l" t="t" r="r" b="b"/>
              <a:pathLst>
                <a:path w="2692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9"/>
            <p:cNvSpPr/>
            <p:nvPr/>
          </p:nvSpPr>
          <p:spPr>
            <a:xfrm rot="10800000" flipH="1">
              <a:off x="8021034" y="210221"/>
              <a:ext cx="92167" cy="88093"/>
            </a:xfrm>
            <a:custGeom>
              <a:avLst/>
              <a:gdLst/>
              <a:ahLst/>
              <a:cxnLst/>
              <a:rect l="l" t="t" r="r" b="b"/>
              <a:pathLst>
                <a:path w="2692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9"/>
            <p:cNvSpPr/>
            <p:nvPr/>
          </p:nvSpPr>
          <p:spPr>
            <a:xfrm rot="10800000" flipH="1">
              <a:off x="7677393" y="209810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4" name="Google Shape;1424;p9"/>
          <p:cNvSpPr txBox="1">
            <a:spLocks noGrp="1"/>
          </p:cNvSpPr>
          <p:nvPr>
            <p:ph type="title"/>
          </p:nvPr>
        </p:nvSpPr>
        <p:spPr>
          <a:xfrm>
            <a:off x="3884425" y="1137263"/>
            <a:ext cx="4045200" cy="118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425" name="Google Shape;1425;p9"/>
          <p:cNvSpPr txBox="1">
            <a:spLocks noGrp="1"/>
          </p:cNvSpPr>
          <p:nvPr>
            <p:ph type="subTitle" idx="1"/>
          </p:nvPr>
        </p:nvSpPr>
        <p:spPr>
          <a:xfrm>
            <a:off x="3884425" y="2254238"/>
            <a:ext cx="3950400" cy="17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7" name="Google Shape;1427;p10"/>
          <p:cNvGrpSpPr/>
          <p:nvPr/>
        </p:nvGrpSpPr>
        <p:grpSpPr>
          <a:xfrm>
            <a:off x="113892" y="108088"/>
            <a:ext cx="8915727" cy="4927324"/>
            <a:chOff x="113892" y="99780"/>
            <a:chExt cx="8915727" cy="4927324"/>
          </a:xfrm>
        </p:grpSpPr>
        <p:grpSp>
          <p:nvGrpSpPr>
            <p:cNvPr id="1428" name="Google Shape;1428;p10"/>
            <p:cNvGrpSpPr/>
            <p:nvPr/>
          </p:nvGrpSpPr>
          <p:grpSpPr>
            <a:xfrm>
              <a:off x="113892" y="99780"/>
              <a:ext cx="8915727" cy="532097"/>
              <a:chOff x="113892" y="99780"/>
              <a:chExt cx="8915727" cy="532097"/>
            </a:xfrm>
          </p:grpSpPr>
          <p:sp>
            <p:nvSpPr>
              <p:cNvPr id="1429" name="Google Shape;1429;p10"/>
              <p:cNvSpPr/>
              <p:nvPr/>
            </p:nvSpPr>
            <p:spPr>
              <a:xfrm rot="10800000" flipH="1">
                <a:off x="1145221" y="99780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4" y="2585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10"/>
              <p:cNvSpPr/>
              <p:nvPr/>
            </p:nvSpPr>
            <p:spPr>
              <a:xfrm rot="10800000" flipH="1">
                <a:off x="916138" y="99780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10"/>
              <p:cNvSpPr/>
              <p:nvPr/>
            </p:nvSpPr>
            <p:spPr>
              <a:xfrm rot="10800000" flipH="1">
                <a:off x="572496" y="99780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10"/>
              <p:cNvSpPr/>
              <p:nvPr/>
            </p:nvSpPr>
            <p:spPr>
              <a:xfrm rot="10800000" flipH="1">
                <a:off x="343386" y="99780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10"/>
              <p:cNvSpPr/>
              <p:nvPr/>
            </p:nvSpPr>
            <p:spPr>
              <a:xfrm rot="10800000" flipH="1">
                <a:off x="228827" y="99780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10"/>
              <p:cNvSpPr/>
              <p:nvPr/>
            </p:nvSpPr>
            <p:spPr>
              <a:xfrm rot="10800000" flipH="1">
                <a:off x="114268" y="99780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10"/>
              <p:cNvSpPr/>
              <p:nvPr/>
            </p:nvSpPr>
            <p:spPr>
              <a:xfrm rot="10800000" flipH="1">
                <a:off x="1374079" y="210230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704" y="2584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10"/>
              <p:cNvSpPr/>
              <p:nvPr/>
            </p:nvSpPr>
            <p:spPr>
              <a:xfrm rot="10800000" flipH="1">
                <a:off x="113892" y="210230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10"/>
              <p:cNvSpPr/>
              <p:nvPr/>
            </p:nvSpPr>
            <p:spPr>
              <a:xfrm rot="10800000" flipH="1">
                <a:off x="343564" y="210230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692" y="2584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Google Shape;1438;p10"/>
              <p:cNvSpPr/>
              <p:nvPr/>
            </p:nvSpPr>
            <p:spPr>
              <a:xfrm rot="10800000" flipH="1">
                <a:off x="458123" y="320714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4"/>
                    </a:lnTo>
                    <a:lnTo>
                      <a:pt x="2691" y="2584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Google Shape;1439;p10"/>
              <p:cNvSpPr/>
              <p:nvPr/>
            </p:nvSpPr>
            <p:spPr>
              <a:xfrm rot="10800000" flipH="1">
                <a:off x="229040" y="320714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0" y="1"/>
                    </a:moveTo>
                    <a:lnTo>
                      <a:pt x="0" y="2584"/>
                    </a:lnTo>
                    <a:lnTo>
                      <a:pt x="2691" y="2584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10"/>
              <p:cNvSpPr/>
              <p:nvPr/>
            </p:nvSpPr>
            <p:spPr>
              <a:xfrm rot="10800000" flipH="1">
                <a:off x="458123" y="433334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10"/>
              <p:cNvSpPr/>
              <p:nvPr/>
            </p:nvSpPr>
            <p:spPr>
              <a:xfrm rot="10800000" flipH="1">
                <a:off x="114481" y="433334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10"/>
              <p:cNvSpPr/>
              <p:nvPr/>
            </p:nvSpPr>
            <p:spPr>
              <a:xfrm rot="10800000" flipH="1">
                <a:off x="343564" y="543784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2" y="2572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10"/>
              <p:cNvSpPr/>
              <p:nvPr/>
            </p:nvSpPr>
            <p:spPr>
              <a:xfrm rot="10800000" flipH="1">
                <a:off x="7217222" y="99780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10"/>
              <p:cNvSpPr/>
              <p:nvPr/>
            </p:nvSpPr>
            <p:spPr>
              <a:xfrm rot="10800000" flipH="1">
                <a:off x="6988105" y="99780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4" y="2585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10"/>
              <p:cNvSpPr/>
              <p:nvPr/>
            </p:nvSpPr>
            <p:spPr>
              <a:xfrm rot="10800000" flipH="1">
                <a:off x="7102663" y="210230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10"/>
              <p:cNvSpPr/>
              <p:nvPr/>
            </p:nvSpPr>
            <p:spPr>
              <a:xfrm rot="10800000" flipH="1">
                <a:off x="8822892" y="99780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10"/>
              <p:cNvSpPr/>
              <p:nvPr/>
            </p:nvSpPr>
            <p:spPr>
              <a:xfrm rot="10800000" flipH="1">
                <a:off x="8479250" y="99780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10"/>
              <p:cNvSpPr/>
              <p:nvPr/>
            </p:nvSpPr>
            <p:spPr>
              <a:xfrm rot="10800000" flipH="1">
                <a:off x="8250167" y="99780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10"/>
              <p:cNvSpPr/>
              <p:nvPr/>
            </p:nvSpPr>
            <p:spPr>
              <a:xfrm rot="10800000" flipH="1">
                <a:off x="8135609" y="99780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4" y="2585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10"/>
              <p:cNvSpPr/>
              <p:nvPr/>
            </p:nvSpPr>
            <p:spPr>
              <a:xfrm rot="10800000" flipH="1">
                <a:off x="8021084" y="99780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10"/>
              <p:cNvSpPr/>
              <p:nvPr/>
            </p:nvSpPr>
            <p:spPr>
              <a:xfrm rot="10800000" flipH="1">
                <a:off x="8937040" y="210230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10"/>
              <p:cNvSpPr/>
              <p:nvPr/>
            </p:nvSpPr>
            <p:spPr>
              <a:xfrm rot="10800000" flipH="1">
                <a:off x="8708368" y="210230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691" y="2584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10"/>
              <p:cNvSpPr/>
              <p:nvPr/>
            </p:nvSpPr>
            <p:spPr>
              <a:xfrm rot="10800000" flipH="1">
                <a:off x="8021084" y="210230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10"/>
              <p:cNvSpPr/>
              <p:nvPr/>
            </p:nvSpPr>
            <p:spPr>
              <a:xfrm rot="10800000" flipH="1">
                <a:off x="7677442" y="210230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10"/>
              <p:cNvSpPr/>
              <p:nvPr/>
            </p:nvSpPr>
            <p:spPr>
              <a:xfrm rot="10800000" flipH="1">
                <a:off x="8707957" y="320714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0" y="1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10"/>
              <p:cNvSpPr/>
              <p:nvPr/>
            </p:nvSpPr>
            <p:spPr>
              <a:xfrm rot="10800000" flipH="1">
                <a:off x="8937040" y="433334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10"/>
              <p:cNvSpPr/>
              <p:nvPr/>
            </p:nvSpPr>
            <p:spPr>
              <a:xfrm rot="10800000" flipH="1">
                <a:off x="8822481" y="433334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10"/>
              <p:cNvSpPr/>
              <p:nvPr/>
            </p:nvSpPr>
            <p:spPr>
              <a:xfrm rot="10800000" flipH="1">
                <a:off x="8593809" y="433334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10"/>
              <p:cNvSpPr/>
              <p:nvPr/>
            </p:nvSpPr>
            <p:spPr>
              <a:xfrm rot="10800000" flipH="1">
                <a:off x="8937040" y="543784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0" name="Google Shape;1460;p10"/>
            <p:cNvGrpSpPr/>
            <p:nvPr/>
          </p:nvGrpSpPr>
          <p:grpSpPr>
            <a:xfrm>
              <a:off x="114431" y="4055273"/>
              <a:ext cx="8915137" cy="971831"/>
              <a:chOff x="114431" y="4055273"/>
              <a:chExt cx="8915137" cy="971831"/>
            </a:xfrm>
          </p:grpSpPr>
          <p:sp>
            <p:nvSpPr>
              <p:cNvPr id="1461" name="Google Shape;1461;p10"/>
              <p:cNvSpPr/>
              <p:nvPr/>
            </p:nvSpPr>
            <p:spPr>
              <a:xfrm>
                <a:off x="1717671" y="4939045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2" y="2572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10"/>
              <p:cNvSpPr/>
              <p:nvPr/>
            </p:nvSpPr>
            <p:spPr>
              <a:xfrm>
                <a:off x="1603146" y="4939045"/>
                <a:ext cx="92544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10"/>
              <p:cNvSpPr/>
              <p:nvPr/>
            </p:nvSpPr>
            <p:spPr>
              <a:xfrm>
                <a:off x="1374029" y="4939045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10"/>
              <p:cNvSpPr/>
              <p:nvPr/>
            </p:nvSpPr>
            <p:spPr>
              <a:xfrm>
                <a:off x="1259505" y="4939045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10"/>
              <p:cNvSpPr/>
              <p:nvPr/>
            </p:nvSpPr>
            <p:spPr>
              <a:xfrm>
                <a:off x="915863" y="4939045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10"/>
              <p:cNvSpPr/>
              <p:nvPr/>
            </p:nvSpPr>
            <p:spPr>
              <a:xfrm>
                <a:off x="801304" y="4939045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10"/>
              <p:cNvSpPr/>
              <p:nvPr/>
            </p:nvSpPr>
            <p:spPr>
              <a:xfrm>
                <a:off x="686780" y="4939045"/>
                <a:ext cx="92544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Google Shape;1468;p10"/>
              <p:cNvSpPr/>
              <p:nvPr/>
            </p:nvSpPr>
            <p:spPr>
              <a:xfrm>
                <a:off x="458073" y="4939045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Google Shape;1469;p10"/>
              <p:cNvSpPr/>
              <p:nvPr/>
            </p:nvSpPr>
            <p:spPr>
              <a:xfrm>
                <a:off x="343514" y="4938634"/>
                <a:ext cx="92167" cy="88470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4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692" y="2584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10"/>
              <p:cNvSpPr/>
              <p:nvPr/>
            </p:nvSpPr>
            <p:spPr>
              <a:xfrm>
                <a:off x="228990" y="4939045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10"/>
              <p:cNvSpPr/>
              <p:nvPr/>
            </p:nvSpPr>
            <p:spPr>
              <a:xfrm>
                <a:off x="114431" y="4939045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472;p10"/>
              <p:cNvSpPr/>
              <p:nvPr/>
            </p:nvSpPr>
            <p:spPr>
              <a:xfrm>
                <a:off x="687156" y="4828561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2" y="2572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10"/>
              <p:cNvSpPr/>
              <p:nvPr/>
            </p:nvSpPr>
            <p:spPr>
              <a:xfrm>
                <a:off x="458073" y="4828561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10"/>
              <p:cNvSpPr/>
              <p:nvPr/>
            </p:nvSpPr>
            <p:spPr>
              <a:xfrm>
                <a:off x="228990" y="4828561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10"/>
              <p:cNvSpPr/>
              <p:nvPr/>
            </p:nvSpPr>
            <p:spPr>
              <a:xfrm>
                <a:off x="114431" y="4828561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10"/>
              <p:cNvSpPr/>
              <p:nvPr/>
            </p:nvSpPr>
            <p:spPr>
              <a:xfrm>
                <a:off x="114431" y="4386692"/>
                <a:ext cx="92167" cy="88470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4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691" y="2584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10"/>
              <p:cNvSpPr/>
              <p:nvPr/>
            </p:nvSpPr>
            <p:spPr>
              <a:xfrm>
                <a:off x="2292450" y="4939045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2" y="2572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10"/>
              <p:cNvSpPr/>
              <p:nvPr/>
            </p:nvSpPr>
            <p:spPr>
              <a:xfrm>
                <a:off x="2177926" y="4938634"/>
                <a:ext cx="92133" cy="88470"/>
              </a:xfrm>
              <a:custGeom>
                <a:avLst/>
                <a:gdLst/>
                <a:ahLst/>
                <a:cxnLst/>
                <a:rect l="l" t="t" r="r" b="b"/>
                <a:pathLst>
                  <a:path w="2691" h="2584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691" y="2584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10"/>
              <p:cNvSpPr/>
              <p:nvPr/>
            </p:nvSpPr>
            <p:spPr>
              <a:xfrm>
                <a:off x="2063367" y="4939045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10"/>
              <p:cNvSpPr/>
              <p:nvPr/>
            </p:nvSpPr>
            <p:spPr>
              <a:xfrm>
                <a:off x="1948808" y="4939045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10"/>
              <p:cNvSpPr/>
              <p:nvPr/>
            </p:nvSpPr>
            <p:spPr>
              <a:xfrm>
                <a:off x="1834284" y="4939045"/>
                <a:ext cx="92544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10"/>
              <p:cNvSpPr/>
              <p:nvPr/>
            </p:nvSpPr>
            <p:spPr>
              <a:xfrm>
                <a:off x="2292450" y="4828561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2" y="2572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10"/>
              <p:cNvSpPr/>
              <p:nvPr/>
            </p:nvSpPr>
            <p:spPr>
              <a:xfrm>
                <a:off x="2177926" y="4828561"/>
                <a:ext cx="92133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1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10"/>
              <p:cNvSpPr/>
              <p:nvPr/>
            </p:nvSpPr>
            <p:spPr>
              <a:xfrm>
                <a:off x="2063367" y="4828561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10"/>
              <p:cNvSpPr/>
              <p:nvPr/>
            </p:nvSpPr>
            <p:spPr>
              <a:xfrm>
                <a:off x="1948808" y="4828561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10"/>
              <p:cNvSpPr/>
              <p:nvPr/>
            </p:nvSpPr>
            <p:spPr>
              <a:xfrm>
                <a:off x="1834284" y="4828561"/>
                <a:ext cx="92544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10"/>
              <p:cNvSpPr/>
              <p:nvPr/>
            </p:nvSpPr>
            <p:spPr>
              <a:xfrm>
                <a:off x="2292450" y="4718076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1"/>
                    </a:moveTo>
                    <a:lnTo>
                      <a:pt x="1" y="2573"/>
                    </a:lnTo>
                    <a:lnTo>
                      <a:pt x="2703" y="2573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10"/>
              <p:cNvSpPr/>
              <p:nvPr/>
            </p:nvSpPr>
            <p:spPr>
              <a:xfrm>
                <a:off x="1834284" y="4718076"/>
                <a:ext cx="92544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3" extrusionOk="0">
                    <a:moveTo>
                      <a:pt x="0" y="1"/>
                    </a:moveTo>
                    <a:lnTo>
                      <a:pt x="0" y="2573"/>
                    </a:lnTo>
                    <a:lnTo>
                      <a:pt x="2703" y="2573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10"/>
              <p:cNvSpPr/>
              <p:nvPr/>
            </p:nvSpPr>
            <p:spPr>
              <a:xfrm>
                <a:off x="7217172" y="4938634"/>
                <a:ext cx="92544" cy="88470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4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10"/>
              <p:cNvSpPr/>
              <p:nvPr/>
            </p:nvSpPr>
            <p:spPr>
              <a:xfrm>
                <a:off x="7102613" y="4939045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10"/>
              <p:cNvSpPr/>
              <p:nvPr/>
            </p:nvSpPr>
            <p:spPr>
              <a:xfrm>
                <a:off x="6873530" y="4939045"/>
                <a:ext cx="92544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10"/>
              <p:cNvSpPr/>
              <p:nvPr/>
            </p:nvSpPr>
            <p:spPr>
              <a:xfrm>
                <a:off x="6758971" y="4939045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10"/>
              <p:cNvSpPr/>
              <p:nvPr/>
            </p:nvSpPr>
            <p:spPr>
              <a:xfrm>
                <a:off x="6415741" y="4939045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10"/>
              <p:cNvSpPr/>
              <p:nvPr/>
            </p:nvSpPr>
            <p:spPr>
              <a:xfrm>
                <a:off x="6988055" y="4828561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10"/>
              <p:cNvSpPr/>
              <p:nvPr/>
            </p:nvSpPr>
            <p:spPr>
              <a:xfrm>
                <a:off x="6759382" y="4828561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10"/>
              <p:cNvSpPr/>
              <p:nvPr/>
            </p:nvSpPr>
            <p:spPr>
              <a:xfrm>
                <a:off x="7217172" y="4718076"/>
                <a:ext cx="92544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3" extrusionOk="0">
                    <a:moveTo>
                      <a:pt x="0" y="1"/>
                    </a:moveTo>
                    <a:lnTo>
                      <a:pt x="0" y="2573"/>
                    </a:lnTo>
                    <a:lnTo>
                      <a:pt x="2703" y="2573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10"/>
              <p:cNvSpPr/>
              <p:nvPr/>
            </p:nvSpPr>
            <p:spPr>
              <a:xfrm>
                <a:off x="6988055" y="4718076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1"/>
                    </a:moveTo>
                    <a:lnTo>
                      <a:pt x="1" y="2573"/>
                    </a:lnTo>
                    <a:lnTo>
                      <a:pt x="2704" y="2573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10"/>
              <p:cNvSpPr/>
              <p:nvPr/>
            </p:nvSpPr>
            <p:spPr>
              <a:xfrm>
                <a:off x="8936990" y="4939045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10"/>
              <p:cNvSpPr/>
              <p:nvPr/>
            </p:nvSpPr>
            <p:spPr>
              <a:xfrm>
                <a:off x="8707907" y="4939045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10"/>
              <p:cNvSpPr/>
              <p:nvPr/>
            </p:nvSpPr>
            <p:spPr>
              <a:xfrm>
                <a:off x="8593759" y="4939045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10"/>
              <p:cNvSpPr/>
              <p:nvPr/>
            </p:nvSpPr>
            <p:spPr>
              <a:xfrm>
                <a:off x="8250117" y="4939045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10"/>
              <p:cNvSpPr/>
              <p:nvPr/>
            </p:nvSpPr>
            <p:spPr>
              <a:xfrm>
                <a:off x="8135559" y="4939045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2" y="2572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10"/>
              <p:cNvSpPr/>
              <p:nvPr/>
            </p:nvSpPr>
            <p:spPr>
              <a:xfrm>
                <a:off x="8021034" y="4939045"/>
                <a:ext cx="92544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10"/>
              <p:cNvSpPr/>
              <p:nvPr/>
            </p:nvSpPr>
            <p:spPr>
              <a:xfrm>
                <a:off x="7791917" y="4938634"/>
                <a:ext cx="92578" cy="88470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4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704" y="2584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10"/>
              <p:cNvSpPr/>
              <p:nvPr/>
            </p:nvSpPr>
            <p:spPr>
              <a:xfrm>
                <a:off x="7677392" y="4939045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10"/>
              <p:cNvSpPr/>
              <p:nvPr/>
            </p:nvSpPr>
            <p:spPr>
              <a:xfrm>
                <a:off x="7562834" y="4939045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10"/>
              <p:cNvSpPr/>
              <p:nvPr/>
            </p:nvSpPr>
            <p:spPr>
              <a:xfrm>
                <a:off x="7448309" y="4939045"/>
                <a:ext cx="92544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10"/>
              <p:cNvSpPr/>
              <p:nvPr/>
            </p:nvSpPr>
            <p:spPr>
              <a:xfrm>
                <a:off x="7333751" y="4938634"/>
                <a:ext cx="92578" cy="88470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4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10"/>
              <p:cNvSpPr/>
              <p:nvPr/>
            </p:nvSpPr>
            <p:spPr>
              <a:xfrm>
                <a:off x="8936990" y="4828561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10"/>
              <p:cNvSpPr/>
              <p:nvPr/>
            </p:nvSpPr>
            <p:spPr>
              <a:xfrm>
                <a:off x="8822431" y="4828561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10"/>
              <p:cNvSpPr/>
              <p:nvPr/>
            </p:nvSpPr>
            <p:spPr>
              <a:xfrm>
                <a:off x="8593759" y="4828561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10"/>
              <p:cNvSpPr/>
              <p:nvPr/>
            </p:nvSpPr>
            <p:spPr>
              <a:xfrm>
                <a:off x="8479200" y="4828561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2" y="2572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10"/>
              <p:cNvSpPr/>
              <p:nvPr/>
            </p:nvSpPr>
            <p:spPr>
              <a:xfrm>
                <a:off x="8364676" y="4828561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10"/>
              <p:cNvSpPr/>
              <p:nvPr/>
            </p:nvSpPr>
            <p:spPr>
              <a:xfrm>
                <a:off x="8250117" y="4828561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10"/>
              <p:cNvSpPr/>
              <p:nvPr/>
            </p:nvSpPr>
            <p:spPr>
              <a:xfrm>
                <a:off x="7791917" y="4828561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10"/>
              <p:cNvSpPr/>
              <p:nvPr/>
            </p:nvSpPr>
            <p:spPr>
              <a:xfrm>
                <a:off x="7677392" y="4828561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10"/>
              <p:cNvSpPr/>
              <p:nvPr/>
            </p:nvSpPr>
            <p:spPr>
              <a:xfrm>
                <a:off x="7562834" y="4828561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10"/>
              <p:cNvSpPr/>
              <p:nvPr/>
            </p:nvSpPr>
            <p:spPr>
              <a:xfrm>
                <a:off x="7448309" y="4828561"/>
                <a:ext cx="92544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10"/>
              <p:cNvSpPr/>
              <p:nvPr/>
            </p:nvSpPr>
            <p:spPr>
              <a:xfrm>
                <a:off x="8937401" y="4718076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1"/>
                    </a:moveTo>
                    <a:lnTo>
                      <a:pt x="1" y="2573"/>
                    </a:lnTo>
                    <a:lnTo>
                      <a:pt x="2691" y="2573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10"/>
              <p:cNvSpPr/>
              <p:nvPr/>
            </p:nvSpPr>
            <p:spPr>
              <a:xfrm>
                <a:off x="8822842" y="4718076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1"/>
                    </a:moveTo>
                    <a:lnTo>
                      <a:pt x="1" y="2573"/>
                    </a:lnTo>
                    <a:lnTo>
                      <a:pt x="2692" y="2573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10"/>
              <p:cNvSpPr/>
              <p:nvPr/>
            </p:nvSpPr>
            <p:spPr>
              <a:xfrm>
                <a:off x="8708318" y="4718076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0" y="1"/>
                    </a:moveTo>
                    <a:lnTo>
                      <a:pt x="0" y="2573"/>
                    </a:lnTo>
                    <a:lnTo>
                      <a:pt x="2691" y="2573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10"/>
              <p:cNvSpPr/>
              <p:nvPr/>
            </p:nvSpPr>
            <p:spPr>
              <a:xfrm>
                <a:off x="7906476" y="4718076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1"/>
                    </a:moveTo>
                    <a:lnTo>
                      <a:pt x="1" y="2573"/>
                    </a:lnTo>
                    <a:lnTo>
                      <a:pt x="2703" y="2573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10"/>
              <p:cNvSpPr/>
              <p:nvPr/>
            </p:nvSpPr>
            <p:spPr>
              <a:xfrm>
                <a:off x="7791917" y="4718076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1"/>
                    </a:moveTo>
                    <a:lnTo>
                      <a:pt x="1" y="2573"/>
                    </a:lnTo>
                    <a:lnTo>
                      <a:pt x="2704" y="2573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10"/>
              <p:cNvSpPr/>
              <p:nvPr/>
            </p:nvSpPr>
            <p:spPr>
              <a:xfrm>
                <a:off x="8479200" y="4607626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2" y="2572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10"/>
              <p:cNvSpPr/>
              <p:nvPr/>
            </p:nvSpPr>
            <p:spPr>
              <a:xfrm>
                <a:off x="8936990" y="4497142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1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10"/>
              <p:cNvSpPr/>
              <p:nvPr/>
            </p:nvSpPr>
            <p:spPr>
              <a:xfrm>
                <a:off x="8822431" y="4386692"/>
                <a:ext cx="92578" cy="88470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4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704" y="2584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10"/>
              <p:cNvSpPr/>
              <p:nvPr/>
            </p:nvSpPr>
            <p:spPr>
              <a:xfrm>
                <a:off x="8822842" y="4165723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10"/>
              <p:cNvSpPr/>
              <p:nvPr/>
            </p:nvSpPr>
            <p:spPr>
              <a:xfrm>
                <a:off x="8936990" y="4055273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29" name="Google Shape;1529;p10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678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0" name="Google Shape;1530;p10"/>
          <p:cNvSpPr txBox="1">
            <a:spLocks noGrp="1"/>
          </p:cNvSpPr>
          <p:nvPr>
            <p:ph type="title"/>
          </p:nvPr>
        </p:nvSpPr>
        <p:spPr>
          <a:xfrm>
            <a:off x="665000" y="3322325"/>
            <a:ext cx="3961200" cy="11448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2" name="Google Shape;1532;p1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533" name="Google Shape;1533;p11"/>
            <p:cNvSpPr/>
            <p:nvPr/>
          </p:nvSpPr>
          <p:spPr>
            <a:xfrm>
              <a:off x="0" y="0"/>
              <a:ext cx="9144000" cy="5143500"/>
            </a:xfrm>
            <a:prstGeom prst="frame">
              <a:avLst>
                <a:gd name="adj1" fmla="val 1678"/>
              </a:avLst>
            </a:pr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11"/>
            <p:cNvSpPr/>
            <p:nvPr/>
          </p:nvSpPr>
          <p:spPr>
            <a:xfrm rot="10800000" flipH="1">
              <a:off x="1717721" y="108089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4" y="2585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11"/>
            <p:cNvSpPr/>
            <p:nvPr/>
          </p:nvSpPr>
          <p:spPr>
            <a:xfrm rot="10800000" flipH="1">
              <a:off x="1488638" y="108089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11"/>
            <p:cNvSpPr/>
            <p:nvPr/>
          </p:nvSpPr>
          <p:spPr>
            <a:xfrm rot="10800000" flipH="1">
              <a:off x="1144996" y="108089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11"/>
            <p:cNvSpPr/>
            <p:nvPr/>
          </p:nvSpPr>
          <p:spPr>
            <a:xfrm rot="10800000" flipH="1">
              <a:off x="916324" y="108089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11"/>
            <p:cNvSpPr/>
            <p:nvPr/>
          </p:nvSpPr>
          <p:spPr>
            <a:xfrm rot="10800000" flipH="1">
              <a:off x="801765" y="108089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11"/>
            <p:cNvSpPr/>
            <p:nvPr/>
          </p:nvSpPr>
          <p:spPr>
            <a:xfrm rot="10800000" flipH="1">
              <a:off x="687206" y="108089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11"/>
            <p:cNvSpPr/>
            <p:nvPr/>
          </p:nvSpPr>
          <p:spPr>
            <a:xfrm rot="10800000" flipH="1">
              <a:off x="1603196" y="218539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11"/>
            <p:cNvSpPr/>
            <p:nvPr/>
          </p:nvSpPr>
          <p:spPr>
            <a:xfrm rot="10800000" flipH="1">
              <a:off x="1374079" y="218539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0"/>
                  </a:moveTo>
                  <a:lnTo>
                    <a:pt x="1" y="2584"/>
                  </a:lnTo>
                  <a:lnTo>
                    <a:pt x="2704" y="2584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11"/>
            <p:cNvSpPr/>
            <p:nvPr/>
          </p:nvSpPr>
          <p:spPr>
            <a:xfrm rot="10800000" flipH="1">
              <a:off x="686830" y="218539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11"/>
            <p:cNvSpPr/>
            <p:nvPr/>
          </p:nvSpPr>
          <p:spPr>
            <a:xfrm rot="10800000" flipH="1">
              <a:off x="343564" y="218539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0"/>
                  </a:moveTo>
                  <a:lnTo>
                    <a:pt x="1" y="2584"/>
                  </a:lnTo>
                  <a:lnTo>
                    <a:pt x="2692" y="2584"/>
                  </a:lnTo>
                  <a:lnTo>
                    <a:pt x="26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11"/>
            <p:cNvSpPr/>
            <p:nvPr/>
          </p:nvSpPr>
          <p:spPr>
            <a:xfrm rot="10800000" flipH="1">
              <a:off x="1717721" y="329024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4"/>
                  </a:lnTo>
                  <a:lnTo>
                    <a:pt x="2692" y="2584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11"/>
            <p:cNvSpPr/>
            <p:nvPr/>
          </p:nvSpPr>
          <p:spPr>
            <a:xfrm rot="10800000" flipH="1">
              <a:off x="1374079" y="329024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4"/>
                  </a:lnTo>
                  <a:lnTo>
                    <a:pt x="2704" y="2584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11"/>
            <p:cNvSpPr/>
            <p:nvPr/>
          </p:nvSpPr>
          <p:spPr>
            <a:xfrm rot="10800000" flipH="1">
              <a:off x="458123" y="329024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4"/>
                  </a:lnTo>
                  <a:lnTo>
                    <a:pt x="2691" y="2584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11"/>
            <p:cNvSpPr/>
            <p:nvPr/>
          </p:nvSpPr>
          <p:spPr>
            <a:xfrm rot="10800000" flipH="1">
              <a:off x="229040" y="329024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0" y="1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11"/>
            <p:cNvSpPr/>
            <p:nvPr/>
          </p:nvSpPr>
          <p:spPr>
            <a:xfrm rot="10800000" flipH="1">
              <a:off x="1603196" y="441643"/>
              <a:ext cx="92544" cy="88059"/>
            </a:xfrm>
            <a:custGeom>
              <a:avLst/>
              <a:gdLst/>
              <a:ahLst/>
              <a:cxnLst/>
              <a:rect l="l" t="t" r="r" b="b"/>
              <a:pathLst>
                <a:path w="2703" h="2572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11"/>
            <p:cNvSpPr/>
            <p:nvPr/>
          </p:nvSpPr>
          <p:spPr>
            <a:xfrm rot="10800000" flipH="1">
              <a:off x="1488638" y="441643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11"/>
            <p:cNvSpPr/>
            <p:nvPr/>
          </p:nvSpPr>
          <p:spPr>
            <a:xfrm rot="10800000" flipH="1">
              <a:off x="1259555" y="441643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11"/>
            <p:cNvSpPr/>
            <p:nvPr/>
          </p:nvSpPr>
          <p:spPr>
            <a:xfrm rot="10800000" flipH="1">
              <a:off x="458123" y="441643"/>
              <a:ext cx="92167" cy="88059"/>
            </a:xfrm>
            <a:custGeom>
              <a:avLst/>
              <a:gdLst/>
              <a:ahLst/>
              <a:cxnLst/>
              <a:rect l="l" t="t" r="r" b="b"/>
              <a:pathLst>
                <a:path w="2692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11"/>
            <p:cNvSpPr/>
            <p:nvPr/>
          </p:nvSpPr>
          <p:spPr>
            <a:xfrm rot="10800000" flipH="1">
              <a:off x="114481" y="441643"/>
              <a:ext cx="92167" cy="88059"/>
            </a:xfrm>
            <a:custGeom>
              <a:avLst/>
              <a:gdLst/>
              <a:ahLst/>
              <a:cxnLst/>
              <a:rect l="l" t="t" r="r" b="b"/>
              <a:pathLst>
                <a:path w="2692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11"/>
            <p:cNvSpPr/>
            <p:nvPr/>
          </p:nvSpPr>
          <p:spPr>
            <a:xfrm rot="10800000" flipH="1">
              <a:off x="1603196" y="552093"/>
              <a:ext cx="92544" cy="88093"/>
            </a:xfrm>
            <a:custGeom>
              <a:avLst/>
              <a:gdLst/>
              <a:ahLst/>
              <a:cxnLst/>
              <a:rect l="l" t="t" r="r" b="b"/>
              <a:pathLst>
                <a:path w="2703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11"/>
            <p:cNvSpPr/>
            <p:nvPr/>
          </p:nvSpPr>
          <p:spPr>
            <a:xfrm rot="10800000" flipH="1">
              <a:off x="1144996" y="552093"/>
              <a:ext cx="92578" cy="88093"/>
            </a:xfrm>
            <a:custGeom>
              <a:avLst/>
              <a:gdLst/>
              <a:ahLst/>
              <a:cxnLst/>
              <a:rect l="l" t="t" r="r" b="b"/>
              <a:pathLst>
                <a:path w="2704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11"/>
            <p:cNvSpPr/>
            <p:nvPr/>
          </p:nvSpPr>
          <p:spPr>
            <a:xfrm rot="10800000" flipH="1">
              <a:off x="915913" y="552093"/>
              <a:ext cx="92578" cy="88093"/>
            </a:xfrm>
            <a:custGeom>
              <a:avLst/>
              <a:gdLst/>
              <a:ahLst/>
              <a:cxnLst/>
              <a:rect l="l" t="t" r="r" b="b"/>
              <a:pathLst>
                <a:path w="2704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11"/>
            <p:cNvSpPr/>
            <p:nvPr/>
          </p:nvSpPr>
          <p:spPr>
            <a:xfrm rot="10800000" flipH="1">
              <a:off x="686830" y="552093"/>
              <a:ext cx="92544" cy="88093"/>
            </a:xfrm>
            <a:custGeom>
              <a:avLst/>
              <a:gdLst/>
              <a:ahLst/>
              <a:cxnLst/>
              <a:rect l="l" t="t" r="r" b="b"/>
              <a:pathLst>
                <a:path w="2703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11"/>
            <p:cNvSpPr/>
            <p:nvPr/>
          </p:nvSpPr>
          <p:spPr>
            <a:xfrm rot="10800000" flipH="1">
              <a:off x="343564" y="552093"/>
              <a:ext cx="92167" cy="88093"/>
            </a:xfrm>
            <a:custGeom>
              <a:avLst/>
              <a:gdLst/>
              <a:ahLst/>
              <a:cxnLst/>
              <a:rect l="l" t="t" r="r" b="b"/>
              <a:pathLst>
                <a:path w="2692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692" y="2572"/>
                  </a:lnTo>
                  <a:lnTo>
                    <a:pt x="26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11"/>
            <p:cNvSpPr/>
            <p:nvPr/>
          </p:nvSpPr>
          <p:spPr>
            <a:xfrm rot="10800000" flipH="1">
              <a:off x="3552132" y="108089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11"/>
            <p:cNvSpPr/>
            <p:nvPr/>
          </p:nvSpPr>
          <p:spPr>
            <a:xfrm rot="10800000" flipH="1">
              <a:off x="3323014" y="108089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11"/>
            <p:cNvSpPr/>
            <p:nvPr/>
          </p:nvSpPr>
          <p:spPr>
            <a:xfrm rot="10800000" flipH="1">
              <a:off x="2979784" y="108089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11"/>
            <p:cNvSpPr/>
            <p:nvPr/>
          </p:nvSpPr>
          <p:spPr>
            <a:xfrm rot="10800000" flipH="1">
              <a:off x="2750700" y="108089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11"/>
            <p:cNvSpPr/>
            <p:nvPr/>
          </p:nvSpPr>
          <p:spPr>
            <a:xfrm rot="10800000" flipH="1">
              <a:off x="2636142" y="108089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1"/>
            <p:cNvSpPr/>
            <p:nvPr/>
          </p:nvSpPr>
          <p:spPr>
            <a:xfrm rot="10800000" flipH="1">
              <a:off x="2521617" y="108089"/>
              <a:ext cx="92133" cy="88504"/>
            </a:xfrm>
            <a:custGeom>
              <a:avLst/>
              <a:gdLst/>
              <a:ahLst/>
              <a:cxnLst/>
              <a:rect l="l" t="t" r="r" b="b"/>
              <a:pathLst>
                <a:path w="2691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1"/>
            <p:cNvSpPr/>
            <p:nvPr/>
          </p:nvSpPr>
          <p:spPr>
            <a:xfrm rot="10800000" flipH="1">
              <a:off x="3437573" y="218539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1"/>
            <p:cNvSpPr/>
            <p:nvPr/>
          </p:nvSpPr>
          <p:spPr>
            <a:xfrm rot="10800000" flipH="1">
              <a:off x="3208490" y="218539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11"/>
            <p:cNvSpPr/>
            <p:nvPr/>
          </p:nvSpPr>
          <p:spPr>
            <a:xfrm rot="10800000" flipH="1">
              <a:off x="2521617" y="218539"/>
              <a:ext cx="92133" cy="88504"/>
            </a:xfrm>
            <a:custGeom>
              <a:avLst/>
              <a:gdLst/>
              <a:ahLst/>
              <a:cxnLst/>
              <a:rect l="l" t="t" r="r" b="b"/>
              <a:pathLst>
                <a:path w="2691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11"/>
            <p:cNvSpPr/>
            <p:nvPr/>
          </p:nvSpPr>
          <p:spPr>
            <a:xfrm rot="10800000" flipH="1">
              <a:off x="2177976" y="218539"/>
              <a:ext cx="92133" cy="88504"/>
            </a:xfrm>
            <a:custGeom>
              <a:avLst/>
              <a:gdLst/>
              <a:ahLst/>
              <a:cxnLst/>
              <a:rect l="l" t="t" r="r" b="b"/>
              <a:pathLst>
                <a:path w="2691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11"/>
            <p:cNvSpPr/>
            <p:nvPr/>
          </p:nvSpPr>
          <p:spPr>
            <a:xfrm rot="10800000" flipH="1">
              <a:off x="2292500" y="329024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4"/>
                  </a:lnTo>
                  <a:lnTo>
                    <a:pt x="2692" y="2584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11"/>
            <p:cNvSpPr/>
            <p:nvPr/>
          </p:nvSpPr>
          <p:spPr>
            <a:xfrm rot="10800000" flipH="1">
              <a:off x="2063417" y="329024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0" y="1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11"/>
            <p:cNvSpPr/>
            <p:nvPr/>
          </p:nvSpPr>
          <p:spPr>
            <a:xfrm rot="10800000" flipH="1">
              <a:off x="1834334" y="329024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11"/>
            <p:cNvSpPr/>
            <p:nvPr/>
          </p:nvSpPr>
          <p:spPr>
            <a:xfrm rot="10800000" flipH="1">
              <a:off x="2292500" y="441643"/>
              <a:ext cx="92167" cy="88059"/>
            </a:xfrm>
            <a:custGeom>
              <a:avLst/>
              <a:gdLst/>
              <a:ahLst/>
              <a:cxnLst/>
              <a:rect l="l" t="t" r="r" b="b"/>
              <a:pathLst>
                <a:path w="2692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692" y="2572"/>
                  </a:lnTo>
                  <a:lnTo>
                    <a:pt x="26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11"/>
            <p:cNvSpPr/>
            <p:nvPr/>
          </p:nvSpPr>
          <p:spPr>
            <a:xfrm rot="10800000" flipH="1">
              <a:off x="1948858" y="441643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4" y="2572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11"/>
            <p:cNvSpPr/>
            <p:nvPr/>
          </p:nvSpPr>
          <p:spPr>
            <a:xfrm rot="10800000" flipH="1">
              <a:off x="2521617" y="551682"/>
              <a:ext cx="92133" cy="88504"/>
            </a:xfrm>
            <a:custGeom>
              <a:avLst/>
              <a:gdLst/>
              <a:ahLst/>
              <a:cxnLst/>
              <a:rect l="l" t="t" r="r" b="b"/>
              <a:pathLst>
                <a:path w="2691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11"/>
            <p:cNvSpPr/>
            <p:nvPr/>
          </p:nvSpPr>
          <p:spPr>
            <a:xfrm rot="10800000" flipH="1">
              <a:off x="2177976" y="552093"/>
              <a:ext cx="92133" cy="88093"/>
            </a:xfrm>
            <a:custGeom>
              <a:avLst/>
              <a:gdLst/>
              <a:ahLst/>
              <a:cxnLst/>
              <a:rect l="l" t="t" r="r" b="b"/>
              <a:pathLst>
                <a:path w="2691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11"/>
            <p:cNvSpPr/>
            <p:nvPr/>
          </p:nvSpPr>
          <p:spPr>
            <a:xfrm rot="10800000" flipH="1">
              <a:off x="7217222" y="108089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11"/>
            <p:cNvSpPr/>
            <p:nvPr/>
          </p:nvSpPr>
          <p:spPr>
            <a:xfrm rot="10800000" flipH="1">
              <a:off x="6988105" y="108089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4" y="2585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11"/>
            <p:cNvSpPr/>
            <p:nvPr/>
          </p:nvSpPr>
          <p:spPr>
            <a:xfrm rot="10800000" flipH="1">
              <a:off x="6644874" y="108089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11"/>
            <p:cNvSpPr/>
            <p:nvPr/>
          </p:nvSpPr>
          <p:spPr>
            <a:xfrm rot="10800000" flipH="1">
              <a:off x="6415791" y="108089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11"/>
            <p:cNvSpPr/>
            <p:nvPr/>
          </p:nvSpPr>
          <p:spPr>
            <a:xfrm rot="10800000" flipH="1">
              <a:off x="6301232" y="108089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4" y="2585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11"/>
            <p:cNvSpPr/>
            <p:nvPr/>
          </p:nvSpPr>
          <p:spPr>
            <a:xfrm rot="10800000" flipH="1">
              <a:off x="6186707" y="108089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11"/>
            <p:cNvSpPr/>
            <p:nvPr/>
          </p:nvSpPr>
          <p:spPr>
            <a:xfrm rot="10800000" flipH="1">
              <a:off x="7102663" y="218539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0"/>
                  </a:moveTo>
                  <a:lnTo>
                    <a:pt x="1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11"/>
            <p:cNvSpPr/>
            <p:nvPr/>
          </p:nvSpPr>
          <p:spPr>
            <a:xfrm rot="10800000" flipH="1">
              <a:off x="6873580" y="218539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11"/>
            <p:cNvSpPr/>
            <p:nvPr/>
          </p:nvSpPr>
          <p:spPr>
            <a:xfrm rot="10800000" flipH="1">
              <a:off x="6186707" y="218539"/>
              <a:ext cx="92133" cy="88504"/>
            </a:xfrm>
            <a:custGeom>
              <a:avLst/>
              <a:gdLst/>
              <a:ahLst/>
              <a:cxnLst/>
              <a:rect l="l" t="t" r="r" b="b"/>
              <a:pathLst>
                <a:path w="2691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11"/>
            <p:cNvSpPr/>
            <p:nvPr/>
          </p:nvSpPr>
          <p:spPr>
            <a:xfrm rot="10800000" flipH="1">
              <a:off x="5843066" y="218539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11"/>
            <p:cNvSpPr/>
            <p:nvPr/>
          </p:nvSpPr>
          <p:spPr>
            <a:xfrm rot="10800000" flipH="1">
              <a:off x="7217222" y="329024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11"/>
            <p:cNvSpPr/>
            <p:nvPr/>
          </p:nvSpPr>
          <p:spPr>
            <a:xfrm rot="10800000" flipH="1">
              <a:off x="6873580" y="329024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11"/>
            <p:cNvSpPr/>
            <p:nvPr/>
          </p:nvSpPr>
          <p:spPr>
            <a:xfrm rot="10800000" flipH="1">
              <a:off x="5957590" y="329024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4"/>
                  </a:lnTo>
                  <a:lnTo>
                    <a:pt x="2692" y="2584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11"/>
            <p:cNvSpPr/>
            <p:nvPr/>
          </p:nvSpPr>
          <p:spPr>
            <a:xfrm rot="10800000" flipH="1">
              <a:off x="5728507" y="329024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4"/>
                  </a:lnTo>
                  <a:lnTo>
                    <a:pt x="2703" y="2584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11"/>
            <p:cNvSpPr/>
            <p:nvPr/>
          </p:nvSpPr>
          <p:spPr>
            <a:xfrm rot="10800000" flipH="1">
              <a:off x="7102663" y="441643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11"/>
            <p:cNvSpPr/>
            <p:nvPr/>
          </p:nvSpPr>
          <p:spPr>
            <a:xfrm rot="10800000" flipH="1">
              <a:off x="6988105" y="441643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4" y="2572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11"/>
            <p:cNvSpPr/>
            <p:nvPr/>
          </p:nvSpPr>
          <p:spPr>
            <a:xfrm rot="10800000" flipH="1">
              <a:off x="6759021" y="441643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11"/>
            <p:cNvSpPr/>
            <p:nvPr/>
          </p:nvSpPr>
          <p:spPr>
            <a:xfrm rot="10800000" flipH="1">
              <a:off x="5957590" y="441643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4" y="2572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11"/>
            <p:cNvSpPr/>
            <p:nvPr/>
          </p:nvSpPr>
          <p:spPr>
            <a:xfrm rot="10800000" flipH="1">
              <a:off x="7102663" y="552093"/>
              <a:ext cx="92578" cy="88093"/>
            </a:xfrm>
            <a:custGeom>
              <a:avLst/>
              <a:gdLst/>
              <a:ahLst/>
              <a:cxnLst/>
              <a:rect l="l" t="t" r="r" b="b"/>
              <a:pathLst>
                <a:path w="2704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11"/>
            <p:cNvSpPr/>
            <p:nvPr/>
          </p:nvSpPr>
          <p:spPr>
            <a:xfrm rot="10800000" flipH="1">
              <a:off x="6644463" y="552093"/>
              <a:ext cx="92578" cy="88093"/>
            </a:xfrm>
            <a:custGeom>
              <a:avLst/>
              <a:gdLst/>
              <a:ahLst/>
              <a:cxnLst/>
              <a:rect l="l" t="t" r="r" b="b"/>
              <a:pathLst>
                <a:path w="2704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704" y="2572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11"/>
            <p:cNvSpPr/>
            <p:nvPr/>
          </p:nvSpPr>
          <p:spPr>
            <a:xfrm rot="10800000" flipH="1">
              <a:off x="6415791" y="552093"/>
              <a:ext cx="92167" cy="88093"/>
            </a:xfrm>
            <a:custGeom>
              <a:avLst/>
              <a:gdLst/>
              <a:ahLst/>
              <a:cxnLst/>
              <a:rect l="l" t="t" r="r" b="b"/>
              <a:pathLst>
                <a:path w="2692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11"/>
            <p:cNvSpPr/>
            <p:nvPr/>
          </p:nvSpPr>
          <p:spPr>
            <a:xfrm rot="10800000" flipH="1">
              <a:off x="8822892" y="108089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11"/>
            <p:cNvSpPr/>
            <p:nvPr/>
          </p:nvSpPr>
          <p:spPr>
            <a:xfrm rot="10800000" flipH="1">
              <a:off x="8479250" y="108089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11"/>
            <p:cNvSpPr/>
            <p:nvPr/>
          </p:nvSpPr>
          <p:spPr>
            <a:xfrm rot="10800000" flipH="1">
              <a:off x="8250167" y="108089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11"/>
            <p:cNvSpPr/>
            <p:nvPr/>
          </p:nvSpPr>
          <p:spPr>
            <a:xfrm rot="10800000" flipH="1">
              <a:off x="8135609" y="108089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4" y="2585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11"/>
            <p:cNvSpPr/>
            <p:nvPr/>
          </p:nvSpPr>
          <p:spPr>
            <a:xfrm rot="10800000" flipH="1">
              <a:off x="8021084" y="108089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11"/>
            <p:cNvSpPr/>
            <p:nvPr/>
          </p:nvSpPr>
          <p:spPr>
            <a:xfrm rot="10800000" flipH="1">
              <a:off x="8937040" y="218539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0"/>
                  </a:moveTo>
                  <a:lnTo>
                    <a:pt x="1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11"/>
            <p:cNvSpPr/>
            <p:nvPr/>
          </p:nvSpPr>
          <p:spPr>
            <a:xfrm rot="10800000" flipH="1">
              <a:off x="8708368" y="218539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11"/>
            <p:cNvSpPr/>
            <p:nvPr/>
          </p:nvSpPr>
          <p:spPr>
            <a:xfrm rot="10800000" flipH="1">
              <a:off x="8021084" y="218539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11"/>
            <p:cNvSpPr/>
            <p:nvPr/>
          </p:nvSpPr>
          <p:spPr>
            <a:xfrm rot="10800000" flipH="1">
              <a:off x="7677442" y="218539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11"/>
            <p:cNvSpPr/>
            <p:nvPr/>
          </p:nvSpPr>
          <p:spPr>
            <a:xfrm rot="10800000" flipH="1">
              <a:off x="8707957" y="329024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0" y="1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11"/>
            <p:cNvSpPr/>
            <p:nvPr/>
          </p:nvSpPr>
          <p:spPr>
            <a:xfrm rot="10800000" flipH="1">
              <a:off x="7791967" y="329024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4"/>
                  </a:lnTo>
                  <a:lnTo>
                    <a:pt x="2704" y="2584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11"/>
            <p:cNvSpPr/>
            <p:nvPr/>
          </p:nvSpPr>
          <p:spPr>
            <a:xfrm rot="10800000" flipH="1">
              <a:off x="7562884" y="329024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4"/>
                  </a:lnTo>
                  <a:lnTo>
                    <a:pt x="2703" y="2584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11"/>
            <p:cNvSpPr/>
            <p:nvPr/>
          </p:nvSpPr>
          <p:spPr>
            <a:xfrm rot="10800000" flipH="1">
              <a:off x="7333801" y="329024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0" y="1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11"/>
            <p:cNvSpPr/>
            <p:nvPr/>
          </p:nvSpPr>
          <p:spPr>
            <a:xfrm rot="10800000" flipH="1">
              <a:off x="8937040" y="441643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11"/>
            <p:cNvSpPr/>
            <p:nvPr/>
          </p:nvSpPr>
          <p:spPr>
            <a:xfrm rot="10800000" flipH="1">
              <a:off x="8822481" y="441643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4" y="2572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11"/>
            <p:cNvSpPr/>
            <p:nvPr/>
          </p:nvSpPr>
          <p:spPr>
            <a:xfrm rot="10800000" flipH="1">
              <a:off x="8593809" y="441643"/>
              <a:ext cx="92167" cy="88059"/>
            </a:xfrm>
            <a:custGeom>
              <a:avLst/>
              <a:gdLst/>
              <a:ahLst/>
              <a:cxnLst/>
              <a:rect l="l" t="t" r="r" b="b"/>
              <a:pathLst>
                <a:path w="2692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11"/>
            <p:cNvSpPr/>
            <p:nvPr/>
          </p:nvSpPr>
          <p:spPr>
            <a:xfrm rot="10800000" flipH="1">
              <a:off x="7791967" y="441643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4" y="2572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11"/>
            <p:cNvSpPr/>
            <p:nvPr/>
          </p:nvSpPr>
          <p:spPr>
            <a:xfrm rot="10800000" flipH="1">
              <a:off x="7448359" y="441643"/>
              <a:ext cx="92544" cy="88059"/>
            </a:xfrm>
            <a:custGeom>
              <a:avLst/>
              <a:gdLst/>
              <a:ahLst/>
              <a:cxnLst/>
              <a:rect l="l" t="t" r="r" b="b"/>
              <a:pathLst>
                <a:path w="2703" h="2572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11"/>
            <p:cNvSpPr/>
            <p:nvPr/>
          </p:nvSpPr>
          <p:spPr>
            <a:xfrm rot="10800000" flipH="1">
              <a:off x="8937040" y="552093"/>
              <a:ext cx="92578" cy="88093"/>
            </a:xfrm>
            <a:custGeom>
              <a:avLst/>
              <a:gdLst/>
              <a:ahLst/>
              <a:cxnLst/>
              <a:rect l="l" t="t" r="r" b="b"/>
              <a:pathLst>
                <a:path w="2704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11"/>
            <p:cNvSpPr/>
            <p:nvPr/>
          </p:nvSpPr>
          <p:spPr>
            <a:xfrm rot="10800000" flipH="1">
              <a:off x="8479250" y="552093"/>
              <a:ext cx="92167" cy="88093"/>
            </a:xfrm>
            <a:custGeom>
              <a:avLst/>
              <a:gdLst/>
              <a:ahLst/>
              <a:cxnLst/>
              <a:rect l="l" t="t" r="r" b="b"/>
              <a:pathLst>
                <a:path w="2692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692" y="2572"/>
                  </a:lnTo>
                  <a:lnTo>
                    <a:pt x="26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11"/>
            <p:cNvSpPr/>
            <p:nvPr/>
          </p:nvSpPr>
          <p:spPr>
            <a:xfrm rot="10800000" flipH="1">
              <a:off x="8250167" y="552093"/>
              <a:ext cx="92167" cy="88093"/>
            </a:xfrm>
            <a:custGeom>
              <a:avLst/>
              <a:gdLst/>
              <a:ahLst/>
              <a:cxnLst/>
              <a:rect l="l" t="t" r="r" b="b"/>
              <a:pathLst>
                <a:path w="2692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11"/>
            <p:cNvSpPr/>
            <p:nvPr/>
          </p:nvSpPr>
          <p:spPr>
            <a:xfrm rot="10800000" flipH="1">
              <a:off x="8021084" y="552093"/>
              <a:ext cx="92167" cy="88093"/>
            </a:xfrm>
            <a:custGeom>
              <a:avLst/>
              <a:gdLst/>
              <a:ahLst/>
              <a:cxnLst/>
              <a:rect l="l" t="t" r="r" b="b"/>
              <a:pathLst>
                <a:path w="2692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11"/>
            <p:cNvSpPr/>
            <p:nvPr/>
          </p:nvSpPr>
          <p:spPr>
            <a:xfrm rot="10800000" flipH="1">
              <a:off x="7677442" y="551682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11"/>
            <p:cNvSpPr/>
            <p:nvPr/>
          </p:nvSpPr>
          <p:spPr>
            <a:xfrm flipH="1">
              <a:off x="7333801" y="4946907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4" y="2585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11"/>
            <p:cNvSpPr/>
            <p:nvPr/>
          </p:nvSpPr>
          <p:spPr>
            <a:xfrm flipH="1">
              <a:off x="7562884" y="4946907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11"/>
            <p:cNvSpPr/>
            <p:nvPr/>
          </p:nvSpPr>
          <p:spPr>
            <a:xfrm flipH="1">
              <a:off x="7906526" y="4946907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11"/>
            <p:cNvSpPr/>
            <p:nvPr/>
          </p:nvSpPr>
          <p:spPr>
            <a:xfrm flipH="1">
              <a:off x="8135609" y="4946907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11"/>
            <p:cNvSpPr/>
            <p:nvPr/>
          </p:nvSpPr>
          <p:spPr>
            <a:xfrm flipH="1">
              <a:off x="8250167" y="4946907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11"/>
            <p:cNvSpPr/>
            <p:nvPr/>
          </p:nvSpPr>
          <p:spPr>
            <a:xfrm flipH="1">
              <a:off x="8364726" y="4946907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11"/>
            <p:cNvSpPr/>
            <p:nvPr/>
          </p:nvSpPr>
          <p:spPr>
            <a:xfrm flipH="1">
              <a:off x="7448359" y="4836457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11"/>
            <p:cNvSpPr/>
            <p:nvPr/>
          </p:nvSpPr>
          <p:spPr>
            <a:xfrm flipH="1">
              <a:off x="7677442" y="4836457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0"/>
                  </a:moveTo>
                  <a:lnTo>
                    <a:pt x="1" y="2584"/>
                  </a:lnTo>
                  <a:lnTo>
                    <a:pt x="2704" y="2584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11"/>
            <p:cNvSpPr/>
            <p:nvPr/>
          </p:nvSpPr>
          <p:spPr>
            <a:xfrm flipH="1">
              <a:off x="8364726" y="4836457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11"/>
            <p:cNvSpPr/>
            <p:nvPr/>
          </p:nvSpPr>
          <p:spPr>
            <a:xfrm flipH="1">
              <a:off x="8708368" y="4836457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0"/>
                  </a:moveTo>
                  <a:lnTo>
                    <a:pt x="1" y="2584"/>
                  </a:lnTo>
                  <a:lnTo>
                    <a:pt x="2692" y="2584"/>
                  </a:lnTo>
                  <a:lnTo>
                    <a:pt x="26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11"/>
            <p:cNvSpPr/>
            <p:nvPr/>
          </p:nvSpPr>
          <p:spPr>
            <a:xfrm flipH="1">
              <a:off x="7334211" y="4725973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4"/>
                  </a:lnTo>
                  <a:lnTo>
                    <a:pt x="2692" y="2584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11"/>
            <p:cNvSpPr/>
            <p:nvPr/>
          </p:nvSpPr>
          <p:spPr>
            <a:xfrm flipH="1">
              <a:off x="7677442" y="4725973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4"/>
                  </a:lnTo>
                  <a:lnTo>
                    <a:pt x="2704" y="2584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11"/>
            <p:cNvSpPr/>
            <p:nvPr/>
          </p:nvSpPr>
          <p:spPr>
            <a:xfrm flipH="1">
              <a:off x="8593809" y="4725973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4"/>
                  </a:lnTo>
                  <a:lnTo>
                    <a:pt x="2691" y="2584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11"/>
            <p:cNvSpPr/>
            <p:nvPr/>
          </p:nvSpPr>
          <p:spPr>
            <a:xfrm flipH="1">
              <a:off x="8822892" y="4725973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0" y="1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11"/>
            <p:cNvSpPr/>
            <p:nvPr/>
          </p:nvSpPr>
          <p:spPr>
            <a:xfrm flipH="1">
              <a:off x="7448359" y="4613798"/>
              <a:ext cx="92544" cy="88059"/>
            </a:xfrm>
            <a:custGeom>
              <a:avLst/>
              <a:gdLst/>
              <a:ahLst/>
              <a:cxnLst/>
              <a:rect l="l" t="t" r="r" b="b"/>
              <a:pathLst>
                <a:path w="2703" h="2572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11"/>
            <p:cNvSpPr/>
            <p:nvPr/>
          </p:nvSpPr>
          <p:spPr>
            <a:xfrm flipH="1">
              <a:off x="7562884" y="4613798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11"/>
            <p:cNvSpPr/>
            <p:nvPr/>
          </p:nvSpPr>
          <p:spPr>
            <a:xfrm flipH="1">
              <a:off x="7791967" y="4613798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11"/>
            <p:cNvSpPr/>
            <p:nvPr/>
          </p:nvSpPr>
          <p:spPr>
            <a:xfrm flipH="1">
              <a:off x="8593809" y="4613798"/>
              <a:ext cx="92167" cy="88059"/>
            </a:xfrm>
            <a:custGeom>
              <a:avLst/>
              <a:gdLst/>
              <a:ahLst/>
              <a:cxnLst/>
              <a:rect l="l" t="t" r="r" b="b"/>
              <a:pathLst>
                <a:path w="2692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11"/>
            <p:cNvSpPr/>
            <p:nvPr/>
          </p:nvSpPr>
          <p:spPr>
            <a:xfrm flipH="1">
              <a:off x="8937451" y="4613798"/>
              <a:ext cx="92167" cy="88059"/>
            </a:xfrm>
            <a:custGeom>
              <a:avLst/>
              <a:gdLst/>
              <a:ahLst/>
              <a:cxnLst/>
              <a:rect l="l" t="t" r="r" b="b"/>
              <a:pathLst>
                <a:path w="2692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11"/>
            <p:cNvSpPr/>
            <p:nvPr/>
          </p:nvSpPr>
          <p:spPr>
            <a:xfrm flipH="1">
              <a:off x="7448359" y="4503314"/>
              <a:ext cx="92544" cy="88093"/>
            </a:xfrm>
            <a:custGeom>
              <a:avLst/>
              <a:gdLst/>
              <a:ahLst/>
              <a:cxnLst/>
              <a:rect l="l" t="t" r="r" b="b"/>
              <a:pathLst>
                <a:path w="2703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11"/>
            <p:cNvSpPr/>
            <p:nvPr/>
          </p:nvSpPr>
          <p:spPr>
            <a:xfrm flipH="1">
              <a:off x="7906526" y="4503314"/>
              <a:ext cx="92578" cy="88093"/>
            </a:xfrm>
            <a:custGeom>
              <a:avLst/>
              <a:gdLst/>
              <a:ahLst/>
              <a:cxnLst/>
              <a:rect l="l" t="t" r="r" b="b"/>
              <a:pathLst>
                <a:path w="2704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11"/>
            <p:cNvSpPr/>
            <p:nvPr/>
          </p:nvSpPr>
          <p:spPr>
            <a:xfrm flipH="1">
              <a:off x="8135609" y="4503314"/>
              <a:ext cx="92578" cy="88093"/>
            </a:xfrm>
            <a:custGeom>
              <a:avLst/>
              <a:gdLst/>
              <a:ahLst/>
              <a:cxnLst/>
              <a:rect l="l" t="t" r="r" b="b"/>
              <a:pathLst>
                <a:path w="2704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11"/>
            <p:cNvSpPr/>
            <p:nvPr/>
          </p:nvSpPr>
          <p:spPr>
            <a:xfrm flipH="1">
              <a:off x="8364726" y="4503314"/>
              <a:ext cx="92544" cy="88093"/>
            </a:xfrm>
            <a:custGeom>
              <a:avLst/>
              <a:gdLst/>
              <a:ahLst/>
              <a:cxnLst/>
              <a:rect l="l" t="t" r="r" b="b"/>
              <a:pathLst>
                <a:path w="2703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11"/>
            <p:cNvSpPr/>
            <p:nvPr/>
          </p:nvSpPr>
          <p:spPr>
            <a:xfrm flipH="1">
              <a:off x="8708368" y="4503314"/>
              <a:ext cx="92167" cy="88093"/>
            </a:xfrm>
            <a:custGeom>
              <a:avLst/>
              <a:gdLst/>
              <a:ahLst/>
              <a:cxnLst/>
              <a:rect l="l" t="t" r="r" b="b"/>
              <a:pathLst>
                <a:path w="2692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692" y="2572"/>
                  </a:lnTo>
                  <a:lnTo>
                    <a:pt x="26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11"/>
            <p:cNvSpPr/>
            <p:nvPr/>
          </p:nvSpPr>
          <p:spPr>
            <a:xfrm flipH="1">
              <a:off x="5499424" y="4946907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11"/>
            <p:cNvSpPr/>
            <p:nvPr/>
          </p:nvSpPr>
          <p:spPr>
            <a:xfrm flipH="1">
              <a:off x="5728507" y="4946907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11"/>
            <p:cNvSpPr/>
            <p:nvPr/>
          </p:nvSpPr>
          <p:spPr>
            <a:xfrm flipH="1">
              <a:off x="6072149" y="4946907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11"/>
            <p:cNvSpPr/>
            <p:nvPr/>
          </p:nvSpPr>
          <p:spPr>
            <a:xfrm flipH="1">
              <a:off x="6301232" y="4946907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11"/>
            <p:cNvSpPr/>
            <p:nvPr/>
          </p:nvSpPr>
          <p:spPr>
            <a:xfrm flipH="1">
              <a:off x="6415791" y="4946907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11"/>
            <p:cNvSpPr/>
            <p:nvPr/>
          </p:nvSpPr>
          <p:spPr>
            <a:xfrm flipH="1">
              <a:off x="6530349" y="4946907"/>
              <a:ext cx="92133" cy="88504"/>
            </a:xfrm>
            <a:custGeom>
              <a:avLst/>
              <a:gdLst/>
              <a:ahLst/>
              <a:cxnLst/>
              <a:rect l="l" t="t" r="r" b="b"/>
              <a:pathLst>
                <a:path w="2691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11"/>
            <p:cNvSpPr/>
            <p:nvPr/>
          </p:nvSpPr>
          <p:spPr>
            <a:xfrm flipH="1">
              <a:off x="5613948" y="4836457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11"/>
            <p:cNvSpPr/>
            <p:nvPr/>
          </p:nvSpPr>
          <p:spPr>
            <a:xfrm flipH="1">
              <a:off x="5843066" y="4836457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11"/>
            <p:cNvSpPr/>
            <p:nvPr/>
          </p:nvSpPr>
          <p:spPr>
            <a:xfrm flipH="1">
              <a:off x="6530349" y="4836457"/>
              <a:ext cx="92133" cy="88504"/>
            </a:xfrm>
            <a:custGeom>
              <a:avLst/>
              <a:gdLst/>
              <a:ahLst/>
              <a:cxnLst/>
              <a:rect l="l" t="t" r="r" b="b"/>
              <a:pathLst>
                <a:path w="2691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11"/>
            <p:cNvSpPr/>
            <p:nvPr/>
          </p:nvSpPr>
          <p:spPr>
            <a:xfrm flipH="1">
              <a:off x="6873991" y="4836457"/>
              <a:ext cx="92133" cy="88504"/>
            </a:xfrm>
            <a:custGeom>
              <a:avLst/>
              <a:gdLst/>
              <a:ahLst/>
              <a:cxnLst/>
              <a:rect l="l" t="t" r="r" b="b"/>
              <a:pathLst>
                <a:path w="2691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11"/>
            <p:cNvSpPr/>
            <p:nvPr/>
          </p:nvSpPr>
          <p:spPr>
            <a:xfrm flipH="1">
              <a:off x="6759432" y="4725973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4"/>
                  </a:lnTo>
                  <a:lnTo>
                    <a:pt x="2692" y="2584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11"/>
            <p:cNvSpPr/>
            <p:nvPr/>
          </p:nvSpPr>
          <p:spPr>
            <a:xfrm flipH="1">
              <a:off x="6988515" y="4725973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0" y="1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11"/>
            <p:cNvSpPr/>
            <p:nvPr/>
          </p:nvSpPr>
          <p:spPr>
            <a:xfrm flipH="1">
              <a:off x="7217222" y="4725973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11"/>
            <p:cNvSpPr/>
            <p:nvPr/>
          </p:nvSpPr>
          <p:spPr>
            <a:xfrm flipH="1">
              <a:off x="6759432" y="4613798"/>
              <a:ext cx="92167" cy="88059"/>
            </a:xfrm>
            <a:custGeom>
              <a:avLst/>
              <a:gdLst/>
              <a:ahLst/>
              <a:cxnLst/>
              <a:rect l="l" t="t" r="r" b="b"/>
              <a:pathLst>
                <a:path w="2692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692" y="2572"/>
                  </a:lnTo>
                  <a:lnTo>
                    <a:pt x="26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11"/>
            <p:cNvSpPr/>
            <p:nvPr/>
          </p:nvSpPr>
          <p:spPr>
            <a:xfrm flipH="1">
              <a:off x="7102663" y="4613798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4" y="2572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11"/>
            <p:cNvSpPr/>
            <p:nvPr/>
          </p:nvSpPr>
          <p:spPr>
            <a:xfrm flipH="1">
              <a:off x="6530349" y="4503314"/>
              <a:ext cx="92133" cy="88504"/>
            </a:xfrm>
            <a:custGeom>
              <a:avLst/>
              <a:gdLst/>
              <a:ahLst/>
              <a:cxnLst/>
              <a:rect l="l" t="t" r="r" b="b"/>
              <a:pathLst>
                <a:path w="2691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11"/>
            <p:cNvSpPr/>
            <p:nvPr/>
          </p:nvSpPr>
          <p:spPr>
            <a:xfrm flipH="1">
              <a:off x="6873991" y="4503314"/>
              <a:ext cx="92133" cy="88093"/>
            </a:xfrm>
            <a:custGeom>
              <a:avLst/>
              <a:gdLst/>
              <a:ahLst/>
              <a:cxnLst/>
              <a:rect l="l" t="t" r="r" b="b"/>
              <a:pathLst>
                <a:path w="2691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11"/>
            <p:cNvSpPr/>
            <p:nvPr/>
          </p:nvSpPr>
          <p:spPr>
            <a:xfrm flipH="1">
              <a:off x="3668710" y="4946907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11"/>
            <p:cNvSpPr/>
            <p:nvPr/>
          </p:nvSpPr>
          <p:spPr>
            <a:xfrm flipH="1">
              <a:off x="3897794" y="4946907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11"/>
            <p:cNvSpPr/>
            <p:nvPr/>
          </p:nvSpPr>
          <p:spPr>
            <a:xfrm flipH="1">
              <a:off x="4241435" y="4946907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11"/>
            <p:cNvSpPr/>
            <p:nvPr/>
          </p:nvSpPr>
          <p:spPr>
            <a:xfrm flipH="1">
              <a:off x="4470519" y="4946907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11"/>
            <p:cNvSpPr/>
            <p:nvPr/>
          </p:nvSpPr>
          <p:spPr>
            <a:xfrm flipH="1">
              <a:off x="4585077" y="4946907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11"/>
            <p:cNvSpPr/>
            <p:nvPr/>
          </p:nvSpPr>
          <p:spPr>
            <a:xfrm flipH="1">
              <a:off x="4699636" y="4946907"/>
              <a:ext cx="92133" cy="88504"/>
            </a:xfrm>
            <a:custGeom>
              <a:avLst/>
              <a:gdLst/>
              <a:ahLst/>
              <a:cxnLst/>
              <a:rect l="l" t="t" r="r" b="b"/>
              <a:pathLst>
                <a:path w="2691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11"/>
            <p:cNvSpPr/>
            <p:nvPr/>
          </p:nvSpPr>
          <p:spPr>
            <a:xfrm flipH="1">
              <a:off x="3783235" y="4836457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11"/>
            <p:cNvSpPr/>
            <p:nvPr/>
          </p:nvSpPr>
          <p:spPr>
            <a:xfrm flipH="1">
              <a:off x="4012352" y="4836457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11"/>
            <p:cNvSpPr/>
            <p:nvPr/>
          </p:nvSpPr>
          <p:spPr>
            <a:xfrm flipH="1">
              <a:off x="4699636" y="4836457"/>
              <a:ext cx="92133" cy="88504"/>
            </a:xfrm>
            <a:custGeom>
              <a:avLst/>
              <a:gdLst/>
              <a:ahLst/>
              <a:cxnLst/>
              <a:rect l="l" t="t" r="r" b="b"/>
              <a:pathLst>
                <a:path w="2691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11"/>
            <p:cNvSpPr/>
            <p:nvPr/>
          </p:nvSpPr>
          <p:spPr>
            <a:xfrm flipH="1">
              <a:off x="5043278" y="4836457"/>
              <a:ext cx="92133" cy="88504"/>
            </a:xfrm>
            <a:custGeom>
              <a:avLst/>
              <a:gdLst/>
              <a:ahLst/>
              <a:cxnLst/>
              <a:rect l="l" t="t" r="r" b="b"/>
              <a:pathLst>
                <a:path w="2691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11"/>
            <p:cNvSpPr/>
            <p:nvPr/>
          </p:nvSpPr>
          <p:spPr>
            <a:xfrm flipH="1">
              <a:off x="1834334" y="4946907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11"/>
            <p:cNvSpPr/>
            <p:nvPr/>
          </p:nvSpPr>
          <p:spPr>
            <a:xfrm flipH="1">
              <a:off x="2063417" y="4946907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4" y="2585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11"/>
            <p:cNvSpPr/>
            <p:nvPr/>
          </p:nvSpPr>
          <p:spPr>
            <a:xfrm flipH="1">
              <a:off x="2407059" y="4946907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11"/>
            <p:cNvSpPr/>
            <p:nvPr/>
          </p:nvSpPr>
          <p:spPr>
            <a:xfrm flipH="1">
              <a:off x="2636142" y="4946907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11"/>
            <p:cNvSpPr/>
            <p:nvPr/>
          </p:nvSpPr>
          <p:spPr>
            <a:xfrm flipH="1">
              <a:off x="2750290" y="4946907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4" y="2585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11"/>
            <p:cNvSpPr/>
            <p:nvPr/>
          </p:nvSpPr>
          <p:spPr>
            <a:xfrm flipH="1">
              <a:off x="2864848" y="4946907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11"/>
            <p:cNvSpPr/>
            <p:nvPr/>
          </p:nvSpPr>
          <p:spPr>
            <a:xfrm flipH="1">
              <a:off x="1948858" y="4836457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0"/>
                  </a:moveTo>
                  <a:lnTo>
                    <a:pt x="1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11"/>
            <p:cNvSpPr/>
            <p:nvPr/>
          </p:nvSpPr>
          <p:spPr>
            <a:xfrm flipH="1">
              <a:off x="2177976" y="4836457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11"/>
            <p:cNvSpPr/>
            <p:nvPr/>
          </p:nvSpPr>
          <p:spPr>
            <a:xfrm flipH="1">
              <a:off x="2865259" y="4836457"/>
              <a:ext cx="92133" cy="88504"/>
            </a:xfrm>
            <a:custGeom>
              <a:avLst/>
              <a:gdLst/>
              <a:ahLst/>
              <a:cxnLst/>
              <a:rect l="l" t="t" r="r" b="b"/>
              <a:pathLst>
                <a:path w="2691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11"/>
            <p:cNvSpPr/>
            <p:nvPr/>
          </p:nvSpPr>
          <p:spPr>
            <a:xfrm flipH="1">
              <a:off x="3208490" y="4836457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11"/>
            <p:cNvSpPr/>
            <p:nvPr/>
          </p:nvSpPr>
          <p:spPr>
            <a:xfrm flipH="1">
              <a:off x="1834334" y="4725973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11"/>
            <p:cNvSpPr/>
            <p:nvPr/>
          </p:nvSpPr>
          <p:spPr>
            <a:xfrm flipH="1">
              <a:off x="2177976" y="4725973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11"/>
            <p:cNvSpPr/>
            <p:nvPr/>
          </p:nvSpPr>
          <p:spPr>
            <a:xfrm flipH="1">
              <a:off x="3094342" y="4725973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4"/>
                  </a:lnTo>
                  <a:lnTo>
                    <a:pt x="2692" y="2584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11"/>
            <p:cNvSpPr/>
            <p:nvPr/>
          </p:nvSpPr>
          <p:spPr>
            <a:xfrm flipH="1">
              <a:off x="1948858" y="4613798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11"/>
            <p:cNvSpPr/>
            <p:nvPr/>
          </p:nvSpPr>
          <p:spPr>
            <a:xfrm flipH="1">
              <a:off x="2063417" y="4613798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4" y="2572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11"/>
            <p:cNvSpPr/>
            <p:nvPr/>
          </p:nvSpPr>
          <p:spPr>
            <a:xfrm flipH="1">
              <a:off x="2292500" y="4613798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11"/>
            <p:cNvSpPr/>
            <p:nvPr/>
          </p:nvSpPr>
          <p:spPr>
            <a:xfrm flipH="1">
              <a:off x="3093931" y="4613798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4" y="2572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11"/>
            <p:cNvSpPr/>
            <p:nvPr/>
          </p:nvSpPr>
          <p:spPr>
            <a:xfrm flipH="1">
              <a:off x="1948858" y="4503314"/>
              <a:ext cx="92578" cy="88093"/>
            </a:xfrm>
            <a:custGeom>
              <a:avLst/>
              <a:gdLst/>
              <a:ahLst/>
              <a:cxnLst/>
              <a:rect l="l" t="t" r="r" b="b"/>
              <a:pathLst>
                <a:path w="2704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11"/>
            <p:cNvSpPr/>
            <p:nvPr/>
          </p:nvSpPr>
          <p:spPr>
            <a:xfrm flipH="1">
              <a:off x="2407059" y="4503314"/>
              <a:ext cx="92578" cy="88093"/>
            </a:xfrm>
            <a:custGeom>
              <a:avLst/>
              <a:gdLst/>
              <a:ahLst/>
              <a:cxnLst/>
              <a:rect l="l" t="t" r="r" b="b"/>
              <a:pathLst>
                <a:path w="2704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704" y="2572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11"/>
            <p:cNvSpPr/>
            <p:nvPr/>
          </p:nvSpPr>
          <p:spPr>
            <a:xfrm flipH="1">
              <a:off x="2636142" y="4503314"/>
              <a:ext cx="92167" cy="88093"/>
            </a:xfrm>
            <a:custGeom>
              <a:avLst/>
              <a:gdLst/>
              <a:ahLst/>
              <a:cxnLst/>
              <a:rect l="l" t="t" r="r" b="b"/>
              <a:pathLst>
                <a:path w="2692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11"/>
            <p:cNvSpPr/>
            <p:nvPr/>
          </p:nvSpPr>
          <p:spPr>
            <a:xfrm flipH="1">
              <a:off x="229040" y="4946907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11"/>
            <p:cNvSpPr/>
            <p:nvPr/>
          </p:nvSpPr>
          <p:spPr>
            <a:xfrm flipH="1">
              <a:off x="572682" y="4946907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11"/>
            <p:cNvSpPr/>
            <p:nvPr/>
          </p:nvSpPr>
          <p:spPr>
            <a:xfrm flipH="1">
              <a:off x="801354" y="4946907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11"/>
            <p:cNvSpPr/>
            <p:nvPr/>
          </p:nvSpPr>
          <p:spPr>
            <a:xfrm flipH="1">
              <a:off x="915913" y="4946907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4" y="2585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11"/>
            <p:cNvSpPr/>
            <p:nvPr/>
          </p:nvSpPr>
          <p:spPr>
            <a:xfrm flipH="1">
              <a:off x="1030471" y="4946907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11"/>
            <p:cNvSpPr/>
            <p:nvPr/>
          </p:nvSpPr>
          <p:spPr>
            <a:xfrm flipH="1">
              <a:off x="114481" y="4836457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0"/>
                  </a:moveTo>
                  <a:lnTo>
                    <a:pt x="1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11"/>
            <p:cNvSpPr/>
            <p:nvPr/>
          </p:nvSpPr>
          <p:spPr>
            <a:xfrm flipH="1">
              <a:off x="343564" y="4836457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11"/>
            <p:cNvSpPr/>
            <p:nvPr/>
          </p:nvSpPr>
          <p:spPr>
            <a:xfrm flipH="1">
              <a:off x="1030471" y="4836457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11"/>
            <p:cNvSpPr/>
            <p:nvPr/>
          </p:nvSpPr>
          <p:spPr>
            <a:xfrm flipH="1">
              <a:off x="1374079" y="4836457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11"/>
            <p:cNvSpPr/>
            <p:nvPr/>
          </p:nvSpPr>
          <p:spPr>
            <a:xfrm flipH="1">
              <a:off x="343564" y="4725973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0" y="1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11"/>
            <p:cNvSpPr/>
            <p:nvPr/>
          </p:nvSpPr>
          <p:spPr>
            <a:xfrm flipH="1">
              <a:off x="1259555" y="4725973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4"/>
                  </a:lnTo>
                  <a:lnTo>
                    <a:pt x="2704" y="2584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11"/>
            <p:cNvSpPr/>
            <p:nvPr/>
          </p:nvSpPr>
          <p:spPr>
            <a:xfrm flipH="1">
              <a:off x="1488638" y="4725973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4"/>
                  </a:lnTo>
                  <a:lnTo>
                    <a:pt x="2703" y="2584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11"/>
            <p:cNvSpPr/>
            <p:nvPr/>
          </p:nvSpPr>
          <p:spPr>
            <a:xfrm flipH="1">
              <a:off x="1717721" y="4725973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0" y="1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11"/>
            <p:cNvSpPr/>
            <p:nvPr/>
          </p:nvSpPr>
          <p:spPr>
            <a:xfrm flipH="1">
              <a:off x="114481" y="4613798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11"/>
            <p:cNvSpPr/>
            <p:nvPr/>
          </p:nvSpPr>
          <p:spPr>
            <a:xfrm flipH="1">
              <a:off x="229040" y="4613798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4" y="2572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11"/>
            <p:cNvSpPr/>
            <p:nvPr/>
          </p:nvSpPr>
          <p:spPr>
            <a:xfrm flipH="1">
              <a:off x="458123" y="4613798"/>
              <a:ext cx="92167" cy="88059"/>
            </a:xfrm>
            <a:custGeom>
              <a:avLst/>
              <a:gdLst/>
              <a:ahLst/>
              <a:cxnLst/>
              <a:rect l="l" t="t" r="r" b="b"/>
              <a:pathLst>
                <a:path w="2692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11"/>
            <p:cNvSpPr/>
            <p:nvPr/>
          </p:nvSpPr>
          <p:spPr>
            <a:xfrm flipH="1">
              <a:off x="1259555" y="4613798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4" y="2572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11"/>
            <p:cNvSpPr/>
            <p:nvPr/>
          </p:nvSpPr>
          <p:spPr>
            <a:xfrm flipH="1">
              <a:off x="1603196" y="4613798"/>
              <a:ext cx="92544" cy="88059"/>
            </a:xfrm>
            <a:custGeom>
              <a:avLst/>
              <a:gdLst/>
              <a:ahLst/>
              <a:cxnLst/>
              <a:rect l="l" t="t" r="r" b="b"/>
              <a:pathLst>
                <a:path w="2703" h="2572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11"/>
            <p:cNvSpPr/>
            <p:nvPr/>
          </p:nvSpPr>
          <p:spPr>
            <a:xfrm flipH="1">
              <a:off x="114481" y="4503314"/>
              <a:ext cx="92578" cy="88093"/>
            </a:xfrm>
            <a:custGeom>
              <a:avLst/>
              <a:gdLst/>
              <a:ahLst/>
              <a:cxnLst/>
              <a:rect l="l" t="t" r="r" b="b"/>
              <a:pathLst>
                <a:path w="2704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11"/>
            <p:cNvSpPr/>
            <p:nvPr/>
          </p:nvSpPr>
          <p:spPr>
            <a:xfrm flipH="1">
              <a:off x="572682" y="4503314"/>
              <a:ext cx="92167" cy="88093"/>
            </a:xfrm>
            <a:custGeom>
              <a:avLst/>
              <a:gdLst/>
              <a:ahLst/>
              <a:cxnLst/>
              <a:rect l="l" t="t" r="r" b="b"/>
              <a:pathLst>
                <a:path w="2692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692" y="2572"/>
                  </a:lnTo>
                  <a:lnTo>
                    <a:pt x="26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11"/>
            <p:cNvSpPr/>
            <p:nvPr/>
          </p:nvSpPr>
          <p:spPr>
            <a:xfrm flipH="1">
              <a:off x="801765" y="4503314"/>
              <a:ext cx="92167" cy="88093"/>
            </a:xfrm>
            <a:custGeom>
              <a:avLst/>
              <a:gdLst/>
              <a:ahLst/>
              <a:cxnLst/>
              <a:rect l="l" t="t" r="r" b="b"/>
              <a:pathLst>
                <a:path w="2692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11"/>
            <p:cNvSpPr/>
            <p:nvPr/>
          </p:nvSpPr>
          <p:spPr>
            <a:xfrm flipH="1">
              <a:off x="1030848" y="4503314"/>
              <a:ext cx="92167" cy="88093"/>
            </a:xfrm>
            <a:custGeom>
              <a:avLst/>
              <a:gdLst/>
              <a:ahLst/>
              <a:cxnLst/>
              <a:rect l="l" t="t" r="r" b="b"/>
              <a:pathLst>
                <a:path w="2692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11"/>
            <p:cNvSpPr/>
            <p:nvPr/>
          </p:nvSpPr>
          <p:spPr>
            <a:xfrm flipH="1">
              <a:off x="1374079" y="4503314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3" name="Google Shape;1713;p11"/>
          <p:cNvSpPr txBox="1">
            <a:spLocks noGrp="1"/>
          </p:cNvSpPr>
          <p:nvPr>
            <p:ph type="title" hasCustomPrompt="1"/>
          </p:nvPr>
        </p:nvSpPr>
        <p:spPr>
          <a:xfrm>
            <a:off x="1264800" y="1526175"/>
            <a:ext cx="6614400" cy="1885500"/>
          </a:xfrm>
          <a:prstGeom prst="rect">
            <a:avLst/>
          </a:prstGeom>
          <a:solidFill>
            <a:schemeClr val="dk1"/>
          </a:solidFill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7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714" name="Google Shape;1714;p11"/>
          <p:cNvSpPr txBox="1">
            <a:spLocks noGrp="1"/>
          </p:cNvSpPr>
          <p:nvPr>
            <p:ph type="body" idx="1"/>
          </p:nvPr>
        </p:nvSpPr>
        <p:spPr>
          <a:xfrm>
            <a:off x="1264700" y="3464775"/>
            <a:ext cx="6614400" cy="4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600">
                <a:solidFill>
                  <a:schemeClr val="dk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7" name="Google Shape;1717;p13"/>
          <p:cNvGrpSpPr/>
          <p:nvPr/>
        </p:nvGrpSpPr>
        <p:grpSpPr>
          <a:xfrm>
            <a:off x="114432" y="108091"/>
            <a:ext cx="8915137" cy="4927318"/>
            <a:chOff x="114432" y="99771"/>
            <a:chExt cx="8915137" cy="4927318"/>
          </a:xfrm>
        </p:grpSpPr>
        <p:sp>
          <p:nvSpPr>
            <p:cNvPr id="1718" name="Google Shape;1718;p13"/>
            <p:cNvSpPr/>
            <p:nvPr/>
          </p:nvSpPr>
          <p:spPr>
            <a:xfrm>
              <a:off x="1717671" y="4938585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4" y="2585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13"/>
            <p:cNvSpPr/>
            <p:nvPr/>
          </p:nvSpPr>
          <p:spPr>
            <a:xfrm>
              <a:off x="1488588" y="4938585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13"/>
            <p:cNvSpPr/>
            <p:nvPr/>
          </p:nvSpPr>
          <p:spPr>
            <a:xfrm>
              <a:off x="1144946" y="4938585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13"/>
            <p:cNvSpPr/>
            <p:nvPr/>
          </p:nvSpPr>
          <p:spPr>
            <a:xfrm>
              <a:off x="916274" y="4938585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13"/>
            <p:cNvSpPr/>
            <p:nvPr/>
          </p:nvSpPr>
          <p:spPr>
            <a:xfrm>
              <a:off x="801715" y="4938585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13"/>
            <p:cNvSpPr/>
            <p:nvPr/>
          </p:nvSpPr>
          <p:spPr>
            <a:xfrm>
              <a:off x="687156" y="4938585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13"/>
            <p:cNvSpPr/>
            <p:nvPr/>
          </p:nvSpPr>
          <p:spPr>
            <a:xfrm>
              <a:off x="1603147" y="4828135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13"/>
            <p:cNvSpPr/>
            <p:nvPr/>
          </p:nvSpPr>
          <p:spPr>
            <a:xfrm>
              <a:off x="1374029" y="4828135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0"/>
                  </a:moveTo>
                  <a:lnTo>
                    <a:pt x="1" y="2584"/>
                  </a:lnTo>
                  <a:lnTo>
                    <a:pt x="2704" y="2584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13"/>
            <p:cNvSpPr/>
            <p:nvPr/>
          </p:nvSpPr>
          <p:spPr>
            <a:xfrm>
              <a:off x="686780" y="4828135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13"/>
            <p:cNvSpPr/>
            <p:nvPr/>
          </p:nvSpPr>
          <p:spPr>
            <a:xfrm>
              <a:off x="343515" y="4828135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0"/>
                  </a:moveTo>
                  <a:lnTo>
                    <a:pt x="1" y="2584"/>
                  </a:lnTo>
                  <a:lnTo>
                    <a:pt x="2692" y="2584"/>
                  </a:lnTo>
                  <a:lnTo>
                    <a:pt x="26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13"/>
            <p:cNvSpPr/>
            <p:nvPr/>
          </p:nvSpPr>
          <p:spPr>
            <a:xfrm>
              <a:off x="2636092" y="4938585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13"/>
            <p:cNvSpPr/>
            <p:nvPr/>
          </p:nvSpPr>
          <p:spPr>
            <a:xfrm>
              <a:off x="2521567" y="4938585"/>
              <a:ext cx="92133" cy="88504"/>
            </a:xfrm>
            <a:custGeom>
              <a:avLst/>
              <a:gdLst/>
              <a:ahLst/>
              <a:cxnLst/>
              <a:rect l="l" t="t" r="r" b="b"/>
              <a:pathLst>
                <a:path w="2691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13"/>
            <p:cNvSpPr/>
            <p:nvPr/>
          </p:nvSpPr>
          <p:spPr>
            <a:xfrm>
              <a:off x="2521567" y="4828135"/>
              <a:ext cx="92133" cy="88504"/>
            </a:xfrm>
            <a:custGeom>
              <a:avLst/>
              <a:gdLst/>
              <a:ahLst/>
              <a:cxnLst/>
              <a:rect l="l" t="t" r="r" b="b"/>
              <a:pathLst>
                <a:path w="2691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13"/>
            <p:cNvSpPr/>
            <p:nvPr/>
          </p:nvSpPr>
          <p:spPr>
            <a:xfrm>
              <a:off x="2177926" y="4828135"/>
              <a:ext cx="92133" cy="88504"/>
            </a:xfrm>
            <a:custGeom>
              <a:avLst/>
              <a:gdLst/>
              <a:ahLst/>
              <a:cxnLst/>
              <a:rect l="l" t="t" r="r" b="b"/>
              <a:pathLst>
                <a:path w="2691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13"/>
            <p:cNvSpPr/>
            <p:nvPr/>
          </p:nvSpPr>
          <p:spPr>
            <a:xfrm>
              <a:off x="7217172" y="4938585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13"/>
            <p:cNvSpPr/>
            <p:nvPr/>
          </p:nvSpPr>
          <p:spPr>
            <a:xfrm>
              <a:off x="6988055" y="4938585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4" y="2585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13"/>
            <p:cNvSpPr/>
            <p:nvPr/>
          </p:nvSpPr>
          <p:spPr>
            <a:xfrm>
              <a:off x="7102613" y="4828135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0"/>
                  </a:moveTo>
                  <a:lnTo>
                    <a:pt x="1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13"/>
            <p:cNvSpPr/>
            <p:nvPr/>
          </p:nvSpPr>
          <p:spPr>
            <a:xfrm>
              <a:off x="8822842" y="4938585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13"/>
            <p:cNvSpPr/>
            <p:nvPr/>
          </p:nvSpPr>
          <p:spPr>
            <a:xfrm>
              <a:off x="8479201" y="4938585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13"/>
            <p:cNvSpPr/>
            <p:nvPr/>
          </p:nvSpPr>
          <p:spPr>
            <a:xfrm>
              <a:off x="8250118" y="4938585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13"/>
            <p:cNvSpPr/>
            <p:nvPr/>
          </p:nvSpPr>
          <p:spPr>
            <a:xfrm>
              <a:off x="8135559" y="4938585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4" y="2585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13"/>
            <p:cNvSpPr/>
            <p:nvPr/>
          </p:nvSpPr>
          <p:spPr>
            <a:xfrm>
              <a:off x="8021034" y="4938585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13"/>
            <p:cNvSpPr/>
            <p:nvPr/>
          </p:nvSpPr>
          <p:spPr>
            <a:xfrm>
              <a:off x="8936990" y="4828135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0"/>
                  </a:moveTo>
                  <a:lnTo>
                    <a:pt x="1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13"/>
            <p:cNvSpPr/>
            <p:nvPr/>
          </p:nvSpPr>
          <p:spPr>
            <a:xfrm>
              <a:off x="8708318" y="4828135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13"/>
            <p:cNvSpPr/>
            <p:nvPr/>
          </p:nvSpPr>
          <p:spPr>
            <a:xfrm>
              <a:off x="8021034" y="4828135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13"/>
            <p:cNvSpPr/>
            <p:nvPr/>
          </p:nvSpPr>
          <p:spPr>
            <a:xfrm>
              <a:off x="7677393" y="4828135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13"/>
            <p:cNvSpPr/>
            <p:nvPr/>
          </p:nvSpPr>
          <p:spPr>
            <a:xfrm rot="10800000" flipH="1">
              <a:off x="1603147" y="99771"/>
              <a:ext cx="92544" cy="88059"/>
            </a:xfrm>
            <a:custGeom>
              <a:avLst/>
              <a:gdLst/>
              <a:ahLst/>
              <a:cxnLst/>
              <a:rect l="l" t="t" r="r" b="b"/>
              <a:pathLst>
                <a:path w="2703" h="2572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13"/>
            <p:cNvSpPr/>
            <p:nvPr/>
          </p:nvSpPr>
          <p:spPr>
            <a:xfrm rot="10800000" flipH="1">
              <a:off x="1488588" y="99771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13"/>
            <p:cNvSpPr/>
            <p:nvPr/>
          </p:nvSpPr>
          <p:spPr>
            <a:xfrm rot="10800000" flipH="1">
              <a:off x="1259505" y="99771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13"/>
            <p:cNvSpPr/>
            <p:nvPr/>
          </p:nvSpPr>
          <p:spPr>
            <a:xfrm rot="10800000" flipH="1">
              <a:off x="458073" y="99771"/>
              <a:ext cx="92167" cy="88059"/>
            </a:xfrm>
            <a:custGeom>
              <a:avLst/>
              <a:gdLst/>
              <a:ahLst/>
              <a:cxnLst/>
              <a:rect l="l" t="t" r="r" b="b"/>
              <a:pathLst>
                <a:path w="2692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13"/>
            <p:cNvSpPr/>
            <p:nvPr/>
          </p:nvSpPr>
          <p:spPr>
            <a:xfrm rot="10800000" flipH="1">
              <a:off x="114432" y="99771"/>
              <a:ext cx="92167" cy="88059"/>
            </a:xfrm>
            <a:custGeom>
              <a:avLst/>
              <a:gdLst/>
              <a:ahLst/>
              <a:cxnLst/>
              <a:rect l="l" t="t" r="r" b="b"/>
              <a:pathLst>
                <a:path w="2692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13"/>
            <p:cNvSpPr/>
            <p:nvPr/>
          </p:nvSpPr>
          <p:spPr>
            <a:xfrm rot="10800000" flipH="1">
              <a:off x="1603147" y="210221"/>
              <a:ext cx="92544" cy="88093"/>
            </a:xfrm>
            <a:custGeom>
              <a:avLst/>
              <a:gdLst/>
              <a:ahLst/>
              <a:cxnLst/>
              <a:rect l="l" t="t" r="r" b="b"/>
              <a:pathLst>
                <a:path w="2703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13"/>
            <p:cNvSpPr/>
            <p:nvPr/>
          </p:nvSpPr>
          <p:spPr>
            <a:xfrm rot="10800000" flipH="1">
              <a:off x="1144946" y="210221"/>
              <a:ext cx="92578" cy="88093"/>
            </a:xfrm>
            <a:custGeom>
              <a:avLst/>
              <a:gdLst/>
              <a:ahLst/>
              <a:cxnLst/>
              <a:rect l="l" t="t" r="r" b="b"/>
              <a:pathLst>
                <a:path w="2704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13"/>
            <p:cNvSpPr/>
            <p:nvPr/>
          </p:nvSpPr>
          <p:spPr>
            <a:xfrm rot="10800000" flipH="1">
              <a:off x="915863" y="210221"/>
              <a:ext cx="92578" cy="88093"/>
            </a:xfrm>
            <a:custGeom>
              <a:avLst/>
              <a:gdLst/>
              <a:ahLst/>
              <a:cxnLst/>
              <a:rect l="l" t="t" r="r" b="b"/>
              <a:pathLst>
                <a:path w="2704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13"/>
            <p:cNvSpPr/>
            <p:nvPr/>
          </p:nvSpPr>
          <p:spPr>
            <a:xfrm rot="10800000" flipH="1">
              <a:off x="686780" y="210221"/>
              <a:ext cx="92544" cy="88093"/>
            </a:xfrm>
            <a:custGeom>
              <a:avLst/>
              <a:gdLst/>
              <a:ahLst/>
              <a:cxnLst/>
              <a:rect l="l" t="t" r="r" b="b"/>
              <a:pathLst>
                <a:path w="2703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13"/>
            <p:cNvSpPr/>
            <p:nvPr/>
          </p:nvSpPr>
          <p:spPr>
            <a:xfrm rot="10800000" flipH="1">
              <a:off x="343515" y="210221"/>
              <a:ext cx="92167" cy="88093"/>
            </a:xfrm>
            <a:custGeom>
              <a:avLst/>
              <a:gdLst/>
              <a:ahLst/>
              <a:cxnLst/>
              <a:rect l="l" t="t" r="r" b="b"/>
              <a:pathLst>
                <a:path w="2692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692" y="2572"/>
                  </a:lnTo>
                  <a:lnTo>
                    <a:pt x="26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13"/>
            <p:cNvSpPr/>
            <p:nvPr/>
          </p:nvSpPr>
          <p:spPr>
            <a:xfrm rot="10800000" flipH="1">
              <a:off x="8936990" y="99771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13"/>
            <p:cNvSpPr/>
            <p:nvPr/>
          </p:nvSpPr>
          <p:spPr>
            <a:xfrm rot="10800000" flipH="1">
              <a:off x="8822432" y="99771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4" y="2572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13"/>
            <p:cNvSpPr/>
            <p:nvPr/>
          </p:nvSpPr>
          <p:spPr>
            <a:xfrm rot="10800000" flipH="1">
              <a:off x="8593759" y="99771"/>
              <a:ext cx="92167" cy="88059"/>
            </a:xfrm>
            <a:custGeom>
              <a:avLst/>
              <a:gdLst/>
              <a:ahLst/>
              <a:cxnLst/>
              <a:rect l="l" t="t" r="r" b="b"/>
              <a:pathLst>
                <a:path w="2692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13"/>
            <p:cNvSpPr/>
            <p:nvPr/>
          </p:nvSpPr>
          <p:spPr>
            <a:xfrm rot="10800000" flipH="1">
              <a:off x="7791917" y="99771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4" y="2572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13"/>
            <p:cNvSpPr/>
            <p:nvPr/>
          </p:nvSpPr>
          <p:spPr>
            <a:xfrm rot="10800000" flipH="1">
              <a:off x="7448309" y="99771"/>
              <a:ext cx="92544" cy="88059"/>
            </a:xfrm>
            <a:custGeom>
              <a:avLst/>
              <a:gdLst/>
              <a:ahLst/>
              <a:cxnLst/>
              <a:rect l="l" t="t" r="r" b="b"/>
              <a:pathLst>
                <a:path w="2703" h="2572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13"/>
            <p:cNvSpPr/>
            <p:nvPr/>
          </p:nvSpPr>
          <p:spPr>
            <a:xfrm rot="10800000" flipH="1">
              <a:off x="8936990" y="210221"/>
              <a:ext cx="92578" cy="88093"/>
            </a:xfrm>
            <a:custGeom>
              <a:avLst/>
              <a:gdLst/>
              <a:ahLst/>
              <a:cxnLst/>
              <a:rect l="l" t="t" r="r" b="b"/>
              <a:pathLst>
                <a:path w="2704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13"/>
            <p:cNvSpPr/>
            <p:nvPr/>
          </p:nvSpPr>
          <p:spPr>
            <a:xfrm rot="10800000" flipH="1">
              <a:off x="8479201" y="210221"/>
              <a:ext cx="92167" cy="88093"/>
            </a:xfrm>
            <a:custGeom>
              <a:avLst/>
              <a:gdLst/>
              <a:ahLst/>
              <a:cxnLst/>
              <a:rect l="l" t="t" r="r" b="b"/>
              <a:pathLst>
                <a:path w="2692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692" y="2572"/>
                  </a:lnTo>
                  <a:lnTo>
                    <a:pt x="26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13"/>
            <p:cNvSpPr/>
            <p:nvPr/>
          </p:nvSpPr>
          <p:spPr>
            <a:xfrm rot="10800000" flipH="1">
              <a:off x="8250118" y="210221"/>
              <a:ext cx="92167" cy="88093"/>
            </a:xfrm>
            <a:custGeom>
              <a:avLst/>
              <a:gdLst/>
              <a:ahLst/>
              <a:cxnLst/>
              <a:rect l="l" t="t" r="r" b="b"/>
              <a:pathLst>
                <a:path w="2692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13"/>
            <p:cNvSpPr/>
            <p:nvPr/>
          </p:nvSpPr>
          <p:spPr>
            <a:xfrm rot="10800000" flipH="1">
              <a:off x="8021034" y="210221"/>
              <a:ext cx="92167" cy="88093"/>
            </a:xfrm>
            <a:custGeom>
              <a:avLst/>
              <a:gdLst/>
              <a:ahLst/>
              <a:cxnLst/>
              <a:rect l="l" t="t" r="r" b="b"/>
              <a:pathLst>
                <a:path w="2692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13"/>
            <p:cNvSpPr/>
            <p:nvPr/>
          </p:nvSpPr>
          <p:spPr>
            <a:xfrm rot="10800000" flipH="1">
              <a:off x="7677393" y="209810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64" name="Google Shape;1764;p13"/>
          <p:cNvSpPr txBox="1">
            <a:spLocks noGrp="1"/>
          </p:cNvSpPr>
          <p:nvPr>
            <p:ph type="title"/>
          </p:nvPr>
        </p:nvSpPr>
        <p:spPr>
          <a:xfrm>
            <a:off x="758775" y="348198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765" name="Google Shape;1765;p13"/>
          <p:cNvSpPr txBox="1">
            <a:spLocks noGrp="1"/>
          </p:cNvSpPr>
          <p:nvPr>
            <p:ph type="title" idx="2" hasCustomPrompt="1"/>
          </p:nvPr>
        </p:nvSpPr>
        <p:spPr>
          <a:xfrm>
            <a:off x="1166200" y="1326050"/>
            <a:ext cx="827100" cy="4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66" name="Google Shape;1766;p13"/>
          <p:cNvSpPr txBox="1">
            <a:spLocks noGrp="1"/>
          </p:cNvSpPr>
          <p:nvPr>
            <p:ph type="title" idx="3"/>
          </p:nvPr>
        </p:nvSpPr>
        <p:spPr>
          <a:xfrm>
            <a:off x="1867800" y="1190549"/>
            <a:ext cx="5537400" cy="41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67" name="Google Shape;1767;p13"/>
          <p:cNvSpPr txBox="1">
            <a:spLocks noGrp="1"/>
          </p:cNvSpPr>
          <p:nvPr>
            <p:ph type="title" idx="4"/>
          </p:nvPr>
        </p:nvSpPr>
        <p:spPr>
          <a:xfrm>
            <a:off x="1867800" y="1529991"/>
            <a:ext cx="5537400" cy="41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768" name="Google Shape;1768;p13"/>
          <p:cNvSpPr txBox="1">
            <a:spLocks noGrp="1"/>
          </p:cNvSpPr>
          <p:nvPr>
            <p:ph type="title" idx="5" hasCustomPrompt="1"/>
          </p:nvPr>
        </p:nvSpPr>
        <p:spPr>
          <a:xfrm>
            <a:off x="1166200" y="2167038"/>
            <a:ext cx="827100" cy="4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69" name="Google Shape;1769;p13"/>
          <p:cNvSpPr txBox="1">
            <a:spLocks noGrp="1"/>
          </p:cNvSpPr>
          <p:nvPr>
            <p:ph type="title" idx="6"/>
          </p:nvPr>
        </p:nvSpPr>
        <p:spPr>
          <a:xfrm>
            <a:off x="1867800" y="2031574"/>
            <a:ext cx="5537400" cy="41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70" name="Google Shape;1770;p13"/>
          <p:cNvSpPr txBox="1">
            <a:spLocks noGrp="1"/>
          </p:cNvSpPr>
          <p:nvPr>
            <p:ph type="title" idx="7"/>
          </p:nvPr>
        </p:nvSpPr>
        <p:spPr>
          <a:xfrm>
            <a:off x="1867800" y="2371016"/>
            <a:ext cx="5537400" cy="41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Fira Mono"/>
                <a:ea typeface="Fira Mono"/>
                <a:cs typeface="Fira Mono"/>
                <a:sym typeface="Fira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771" name="Google Shape;1771;p13"/>
          <p:cNvSpPr txBox="1">
            <a:spLocks noGrp="1"/>
          </p:cNvSpPr>
          <p:nvPr>
            <p:ph type="title" idx="8" hasCustomPrompt="1"/>
          </p:nvPr>
        </p:nvSpPr>
        <p:spPr>
          <a:xfrm>
            <a:off x="1166200" y="3008063"/>
            <a:ext cx="827100" cy="4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72" name="Google Shape;1772;p13"/>
          <p:cNvSpPr txBox="1">
            <a:spLocks noGrp="1"/>
          </p:cNvSpPr>
          <p:nvPr>
            <p:ph type="title" idx="9"/>
          </p:nvPr>
        </p:nvSpPr>
        <p:spPr>
          <a:xfrm>
            <a:off x="1867800" y="2872599"/>
            <a:ext cx="5537400" cy="41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73" name="Google Shape;1773;p13"/>
          <p:cNvSpPr txBox="1">
            <a:spLocks noGrp="1"/>
          </p:cNvSpPr>
          <p:nvPr>
            <p:ph type="title" idx="13"/>
          </p:nvPr>
        </p:nvSpPr>
        <p:spPr>
          <a:xfrm>
            <a:off x="1867800" y="3212041"/>
            <a:ext cx="5537400" cy="41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Fira Mono"/>
                <a:ea typeface="Fira Mono"/>
                <a:cs typeface="Fira Mono"/>
                <a:sym typeface="Fira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774" name="Google Shape;1774;p13"/>
          <p:cNvSpPr txBox="1">
            <a:spLocks noGrp="1"/>
          </p:cNvSpPr>
          <p:nvPr>
            <p:ph type="title" idx="14" hasCustomPrompt="1"/>
          </p:nvPr>
        </p:nvSpPr>
        <p:spPr>
          <a:xfrm>
            <a:off x="1166200" y="3849088"/>
            <a:ext cx="827100" cy="4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75" name="Google Shape;1775;p13"/>
          <p:cNvSpPr txBox="1">
            <a:spLocks noGrp="1"/>
          </p:cNvSpPr>
          <p:nvPr>
            <p:ph type="title" idx="15"/>
          </p:nvPr>
        </p:nvSpPr>
        <p:spPr>
          <a:xfrm>
            <a:off x="1867800" y="3713624"/>
            <a:ext cx="5537400" cy="41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76" name="Google Shape;1776;p13"/>
          <p:cNvSpPr txBox="1">
            <a:spLocks noGrp="1"/>
          </p:cNvSpPr>
          <p:nvPr>
            <p:ph type="title" idx="16"/>
          </p:nvPr>
        </p:nvSpPr>
        <p:spPr>
          <a:xfrm>
            <a:off x="1867800" y="4053066"/>
            <a:ext cx="5537400" cy="41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Fira Mono"/>
                <a:ea typeface="Fira Mono"/>
                <a:cs typeface="Fira Mono"/>
                <a:sym typeface="Fira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777" name="Google Shape;1777;p13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678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spTree>
      <p:nvGrpSpPr>
        <p:cNvPr id="1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p1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678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0" name="Google Shape;1780;p14"/>
          <p:cNvSpPr txBox="1">
            <a:spLocks noGrp="1"/>
          </p:cNvSpPr>
          <p:nvPr>
            <p:ph type="title"/>
          </p:nvPr>
        </p:nvSpPr>
        <p:spPr>
          <a:xfrm>
            <a:off x="3189400" y="3180625"/>
            <a:ext cx="2765100" cy="369000"/>
          </a:xfrm>
          <a:prstGeom prst="rect">
            <a:avLst/>
          </a:prstGeom>
          <a:solidFill>
            <a:schemeClr val="dk1"/>
          </a:solidFill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781" name="Google Shape;1781;p14"/>
          <p:cNvSpPr txBox="1">
            <a:spLocks noGrp="1"/>
          </p:cNvSpPr>
          <p:nvPr>
            <p:ph type="title" idx="2"/>
          </p:nvPr>
        </p:nvSpPr>
        <p:spPr>
          <a:xfrm>
            <a:off x="1449050" y="1727725"/>
            <a:ext cx="6246000" cy="138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000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grpSp>
        <p:nvGrpSpPr>
          <p:cNvPr id="1782" name="Google Shape;1782;p14"/>
          <p:cNvGrpSpPr/>
          <p:nvPr/>
        </p:nvGrpSpPr>
        <p:grpSpPr>
          <a:xfrm flipH="1">
            <a:off x="344148" y="429265"/>
            <a:ext cx="8112856" cy="4726596"/>
            <a:chOff x="687245" y="429266"/>
            <a:chExt cx="8112856" cy="4726596"/>
          </a:xfrm>
        </p:grpSpPr>
        <p:sp>
          <p:nvSpPr>
            <p:cNvPr id="1783" name="Google Shape;1783;p14"/>
            <p:cNvSpPr/>
            <p:nvPr/>
          </p:nvSpPr>
          <p:spPr>
            <a:xfrm>
              <a:off x="8707618" y="5067592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14"/>
            <p:cNvSpPr/>
            <p:nvPr/>
          </p:nvSpPr>
          <p:spPr>
            <a:xfrm>
              <a:off x="1145627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14"/>
            <p:cNvSpPr/>
            <p:nvPr/>
          </p:nvSpPr>
          <p:spPr>
            <a:xfrm>
              <a:off x="1259783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14"/>
            <p:cNvSpPr/>
            <p:nvPr/>
          </p:nvSpPr>
          <p:spPr>
            <a:xfrm>
              <a:off x="1718129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14"/>
            <p:cNvSpPr/>
            <p:nvPr/>
          </p:nvSpPr>
          <p:spPr>
            <a:xfrm>
              <a:off x="1603551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14"/>
            <p:cNvSpPr/>
            <p:nvPr/>
          </p:nvSpPr>
          <p:spPr>
            <a:xfrm>
              <a:off x="1488973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14"/>
            <p:cNvSpPr/>
            <p:nvPr/>
          </p:nvSpPr>
          <p:spPr>
            <a:xfrm>
              <a:off x="1374361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14"/>
            <p:cNvSpPr/>
            <p:nvPr/>
          </p:nvSpPr>
          <p:spPr>
            <a:xfrm>
              <a:off x="1259783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14"/>
            <p:cNvSpPr/>
            <p:nvPr/>
          </p:nvSpPr>
          <p:spPr>
            <a:xfrm>
              <a:off x="1031014" y="4625544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14"/>
            <p:cNvSpPr/>
            <p:nvPr/>
          </p:nvSpPr>
          <p:spPr>
            <a:xfrm>
              <a:off x="916436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14"/>
            <p:cNvSpPr/>
            <p:nvPr/>
          </p:nvSpPr>
          <p:spPr>
            <a:xfrm>
              <a:off x="80185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14"/>
            <p:cNvSpPr/>
            <p:nvPr/>
          </p:nvSpPr>
          <p:spPr>
            <a:xfrm>
              <a:off x="687245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14"/>
            <p:cNvSpPr/>
            <p:nvPr/>
          </p:nvSpPr>
          <p:spPr>
            <a:xfrm>
              <a:off x="8364271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14"/>
            <p:cNvSpPr/>
            <p:nvPr/>
          </p:nvSpPr>
          <p:spPr>
            <a:xfrm>
              <a:off x="8249693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14"/>
            <p:cNvSpPr/>
            <p:nvPr/>
          </p:nvSpPr>
          <p:spPr>
            <a:xfrm>
              <a:off x="8135115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14"/>
            <p:cNvSpPr/>
            <p:nvPr/>
          </p:nvSpPr>
          <p:spPr>
            <a:xfrm>
              <a:off x="8020924" y="4625544"/>
              <a:ext cx="92063" cy="88691"/>
            </a:xfrm>
            <a:custGeom>
              <a:avLst/>
              <a:gdLst/>
              <a:ahLst/>
              <a:cxnLst/>
              <a:rect l="l" t="t" r="r" b="b"/>
              <a:pathLst>
                <a:path w="2621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20" y="2525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14"/>
            <p:cNvSpPr/>
            <p:nvPr/>
          </p:nvSpPr>
          <p:spPr>
            <a:xfrm>
              <a:off x="779176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14"/>
            <p:cNvSpPr/>
            <p:nvPr/>
          </p:nvSpPr>
          <p:spPr>
            <a:xfrm>
              <a:off x="7906346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14"/>
            <p:cNvSpPr/>
            <p:nvPr/>
          </p:nvSpPr>
          <p:spPr>
            <a:xfrm>
              <a:off x="7677155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14"/>
            <p:cNvSpPr/>
            <p:nvPr/>
          </p:nvSpPr>
          <p:spPr>
            <a:xfrm>
              <a:off x="756257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14"/>
            <p:cNvSpPr/>
            <p:nvPr/>
          </p:nvSpPr>
          <p:spPr>
            <a:xfrm>
              <a:off x="7448000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14"/>
            <p:cNvSpPr/>
            <p:nvPr/>
          </p:nvSpPr>
          <p:spPr>
            <a:xfrm>
              <a:off x="7333809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14"/>
            <p:cNvSpPr/>
            <p:nvPr/>
          </p:nvSpPr>
          <p:spPr>
            <a:xfrm>
              <a:off x="1717707" y="4515146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4"/>
                  </a:lnTo>
                  <a:lnTo>
                    <a:pt x="2632" y="2524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14"/>
            <p:cNvSpPr/>
            <p:nvPr/>
          </p:nvSpPr>
          <p:spPr>
            <a:xfrm>
              <a:off x="687245" y="451514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14"/>
            <p:cNvSpPr/>
            <p:nvPr/>
          </p:nvSpPr>
          <p:spPr>
            <a:xfrm>
              <a:off x="1717707" y="4404748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4"/>
                  </a:lnTo>
                  <a:lnTo>
                    <a:pt x="2632" y="2524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14"/>
            <p:cNvSpPr/>
            <p:nvPr/>
          </p:nvSpPr>
          <p:spPr>
            <a:xfrm>
              <a:off x="687245" y="4404748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14"/>
            <p:cNvSpPr/>
            <p:nvPr/>
          </p:nvSpPr>
          <p:spPr>
            <a:xfrm>
              <a:off x="1717707" y="4294315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14"/>
            <p:cNvSpPr/>
            <p:nvPr/>
          </p:nvSpPr>
          <p:spPr>
            <a:xfrm>
              <a:off x="687245" y="429431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14"/>
            <p:cNvSpPr/>
            <p:nvPr/>
          </p:nvSpPr>
          <p:spPr>
            <a:xfrm>
              <a:off x="8364271" y="4515146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4"/>
                  </a:lnTo>
                  <a:lnTo>
                    <a:pt x="2632" y="2524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14"/>
            <p:cNvSpPr/>
            <p:nvPr/>
          </p:nvSpPr>
          <p:spPr>
            <a:xfrm>
              <a:off x="7333387" y="4515568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14"/>
            <p:cNvSpPr/>
            <p:nvPr/>
          </p:nvSpPr>
          <p:spPr>
            <a:xfrm>
              <a:off x="8364271" y="4404748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4"/>
                  </a:lnTo>
                  <a:lnTo>
                    <a:pt x="2632" y="2524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14"/>
            <p:cNvSpPr/>
            <p:nvPr/>
          </p:nvSpPr>
          <p:spPr>
            <a:xfrm>
              <a:off x="7333387" y="4404748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4"/>
                  </a:lnTo>
                  <a:lnTo>
                    <a:pt x="2632" y="2524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14"/>
            <p:cNvSpPr/>
            <p:nvPr/>
          </p:nvSpPr>
          <p:spPr>
            <a:xfrm>
              <a:off x="8364271" y="4294315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14"/>
            <p:cNvSpPr/>
            <p:nvPr/>
          </p:nvSpPr>
          <p:spPr>
            <a:xfrm>
              <a:off x="7333387" y="4294315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14"/>
            <p:cNvSpPr/>
            <p:nvPr/>
          </p:nvSpPr>
          <p:spPr>
            <a:xfrm>
              <a:off x="1718129" y="4183917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14"/>
            <p:cNvSpPr/>
            <p:nvPr/>
          </p:nvSpPr>
          <p:spPr>
            <a:xfrm>
              <a:off x="687667" y="4183917"/>
              <a:ext cx="92063" cy="88269"/>
            </a:xfrm>
            <a:custGeom>
              <a:avLst/>
              <a:gdLst/>
              <a:ahLst/>
              <a:cxnLst/>
              <a:rect l="l" t="t" r="r" b="b"/>
              <a:pathLst>
                <a:path w="2621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14"/>
            <p:cNvSpPr/>
            <p:nvPr/>
          </p:nvSpPr>
          <p:spPr>
            <a:xfrm>
              <a:off x="687245" y="4073519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14"/>
            <p:cNvSpPr/>
            <p:nvPr/>
          </p:nvSpPr>
          <p:spPr>
            <a:xfrm>
              <a:off x="687667" y="3963122"/>
              <a:ext cx="92063" cy="88269"/>
            </a:xfrm>
            <a:custGeom>
              <a:avLst/>
              <a:gdLst/>
              <a:ahLst/>
              <a:cxnLst/>
              <a:rect l="l" t="t" r="r" b="b"/>
              <a:pathLst>
                <a:path w="2621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20" y="2512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14"/>
            <p:cNvSpPr/>
            <p:nvPr/>
          </p:nvSpPr>
          <p:spPr>
            <a:xfrm>
              <a:off x="3552392" y="4183917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14"/>
            <p:cNvSpPr/>
            <p:nvPr/>
          </p:nvSpPr>
          <p:spPr>
            <a:xfrm>
              <a:off x="3437814" y="4183917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14"/>
            <p:cNvSpPr/>
            <p:nvPr/>
          </p:nvSpPr>
          <p:spPr>
            <a:xfrm>
              <a:off x="3323201" y="4183917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14"/>
            <p:cNvSpPr/>
            <p:nvPr/>
          </p:nvSpPr>
          <p:spPr>
            <a:xfrm>
              <a:off x="3094467" y="4183917"/>
              <a:ext cx="92028" cy="88691"/>
            </a:xfrm>
            <a:custGeom>
              <a:avLst/>
              <a:gdLst/>
              <a:ahLst/>
              <a:cxnLst/>
              <a:rect l="l" t="t" r="r" b="b"/>
              <a:pathLst>
                <a:path w="2620" h="2525" extrusionOk="0">
                  <a:moveTo>
                    <a:pt x="0" y="1"/>
                  </a:moveTo>
                  <a:lnTo>
                    <a:pt x="0" y="2525"/>
                  </a:lnTo>
                  <a:lnTo>
                    <a:pt x="2620" y="2525"/>
                  </a:lnTo>
                  <a:lnTo>
                    <a:pt x="26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14"/>
            <p:cNvSpPr/>
            <p:nvPr/>
          </p:nvSpPr>
          <p:spPr>
            <a:xfrm>
              <a:off x="3208623" y="4183917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14"/>
            <p:cNvSpPr/>
            <p:nvPr/>
          </p:nvSpPr>
          <p:spPr>
            <a:xfrm>
              <a:off x="2979854" y="4183917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14"/>
            <p:cNvSpPr/>
            <p:nvPr/>
          </p:nvSpPr>
          <p:spPr>
            <a:xfrm>
              <a:off x="2865276" y="4183917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14"/>
            <p:cNvSpPr/>
            <p:nvPr/>
          </p:nvSpPr>
          <p:spPr>
            <a:xfrm>
              <a:off x="2750699" y="4183917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14"/>
            <p:cNvSpPr/>
            <p:nvPr/>
          </p:nvSpPr>
          <p:spPr>
            <a:xfrm>
              <a:off x="2636086" y="4183917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14"/>
            <p:cNvSpPr/>
            <p:nvPr/>
          </p:nvSpPr>
          <p:spPr>
            <a:xfrm>
              <a:off x="2521508" y="4183917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14"/>
            <p:cNvSpPr/>
            <p:nvPr/>
          </p:nvSpPr>
          <p:spPr>
            <a:xfrm>
              <a:off x="2407352" y="4183917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1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14"/>
            <p:cNvSpPr/>
            <p:nvPr/>
          </p:nvSpPr>
          <p:spPr>
            <a:xfrm>
              <a:off x="2292739" y="4183917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14"/>
            <p:cNvSpPr/>
            <p:nvPr/>
          </p:nvSpPr>
          <p:spPr>
            <a:xfrm>
              <a:off x="2178161" y="4183917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14"/>
            <p:cNvSpPr/>
            <p:nvPr/>
          </p:nvSpPr>
          <p:spPr>
            <a:xfrm>
              <a:off x="2063583" y="4183917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1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14"/>
            <p:cNvSpPr/>
            <p:nvPr/>
          </p:nvSpPr>
          <p:spPr>
            <a:xfrm>
              <a:off x="1949006" y="4183917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1"/>
                  </a:moveTo>
                  <a:lnTo>
                    <a:pt x="0" y="2525"/>
                  </a:lnTo>
                  <a:lnTo>
                    <a:pt x="2631" y="2525"/>
                  </a:lnTo>
                  <a:lnTo>
                    <a:pt x="26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14"/>
            <p:cNvSpPr/>
            <p:nvPr/>
          </p:nvSpPr>
          <p:spPr>
            <a:xfrm>
              <a:off x="1834814" y="4183917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14"/>
            <p:cNvSpPr/>
            <p:nvPr/>
          </p:nvSpPr>
          <p:spPr>
            <a:xfrm>
              <a:off x="5382896" y="4183917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14"/>
            <p:cNvSpPr/>
            <p:nvPr/>
          </p:nvSpPr>
          <p:spPr>
            <a:xfrm>
              <a:off x="5268283" y="4183917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14"/>
            <p:cNvSpPr/>
            <p:nvPr/>
          </p:nvSpPr>
          <p:spPr>
            <a:xfrm>
              <a:off x="5153705" y="4183917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14"/>
            <p:cNvSpPr/>
            <p:nvPr/>
          </p:nvSpPr>
          <p:spPr>
            <a:xfrm>
              <a:off x="4924936" y="4183917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14"/>
            <p:cNvSpPr/>
            <p:nvPr/>
          </p:nvSpPr>
          <p:spPr>
            <a:xfrm>
              <a:off x="5039127" y="4183917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1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14"/>
            <p:cNvSpPr/>
            <p:nvPr/>
          </p:nvSpPr>
          <p:spPr>
            <a:xfrm>
              <a:off x="4810358" y="4183917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14"/>
            <p:cNvSpPr/>
            <p:nvPr/>
          </p:nvSpPr>
          <p:spPr>
            <a:xfrm>
              <a:off x="4695781" y="4183917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1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14"/>
            <p:cNvSpPr/>
            <p:nvPr/>
          </p:nvSpPr>
          <p:spPr>
            <a:xfrm>
              <a:off x="4581168" y="4183917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14"/>
            <p:cNvSpPr/>
            <p:nvPr/>
          </p:nvSpPr>
          <p:spPr>
            <a:xfrm>
              <a:off x="4466590" y="4183917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14"/>
            <p:cNvSpPr/>
            <p:nvPr/>
          </p:nvSpPr>
          <p:spPr>
            <a:xfrm>
              <a:off x="4352434" y="4183917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14"/>
            <p:cNvSpPr/>
            <p:nvPr/>
          </p:nvSpPr>
          <p:spPr>
            <a:xfrm>
              <a:off x="4237821" y="4183917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14"/>
            <p:cNvSpPr/>
            <p:nvPr/>
          </p:nvSpPr>
          <p:spPr>
            <a:xfrm>
              <a:off x="4123243" y="4183917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14"/>
            <p:cNvSpPr/>
            <p:nvPr/>
          </p:nvSpPr>
          <p:spPr>
            <a:xfrm>
              <a:off x="4008665" y="4183917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1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14"/>
            <p:cNvSpPr/>
            <p:nvPr/>
          </p:nvSpPr>
          <p:spPr>
            <a:xfrm>
              <a:off x="3894052" y="4183917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14"/>
            <p:cNvSpPr/>
            <p:nvPr/>
          </p:nvSpPr>
          <p:spPr>
            <a:xfrm>
              <a:off x="3779896" y="4183917"/>
              <a:ext cx="92028" cy="88691"/>
            </a:xfrm>
            <a:custGeom>
              <a:avLst/>
              <a:gdLst/>
              <a:ahLst/>
              <a:cxnLst/>
              <a:rect l="l" t="t" r="r" b="b"/>
              <a:pathLst>
                <a:path w="2620" h="2525" extrusionOk="0">
                  <a:moveTo>
                    <a:pt x="1" y="1"/>
                  </a:moveTo>
                  <a:lnTo>
                    <a:pt x="1" y="2525"/>
                  </a:lnTo>
                  <a:lnTo>
                    <a:pt x="2620" y="2525"/>
                  </a:lnTo>
                  <a:lnTo>
                    <a:pt x="26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14"/>
            <p:cNvSpPr/>
            <p:nvPr/>
          </p:nvSpPr>
          <p:spPr>
            <a:xfrm>
              <a:off x="3665318" y="4183917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14"/>
            <p:cNvSpPr/>
            <p:nvPr/>
          </p:nvSpPr>
          <p:spPr>
            <a:xfrm>
              <a:off x="7217158" y="4183917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1"/>
                  </a:moveTo>
                  <a:lnTo>
                    <a:pt x="0" y="2525"/>
                  </a:lnTo>
                  <a:lnTo>
                    <a:pt x="2631" y="2525"/>
                  </a:lnTo>
                  <a:lnTo>
                    <a:pt x="26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14"/>
            <p:cNvSpPr/>
            <p:nvPr/>
          </p:nvSpPr>
          <p:spPr>
            <a:xfrm>
              <a:off x="7102545" y="4183917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14"/>
            <p:cNvSpPr/>
            <p:nvPr/>
          </p:nvSpPr>
          <p:spPr>
            <a:xfrm>
              <a:off x="6987968" y="4183917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14"/>
            <p:cNvSpPr/>
            <p:nvPr/>
          </p:nvSpPr>
          <p:spPr>
            <a:xfrm>
              <a:off x="6759199" y="4183917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14"/>
            <p:cNvSpPr/>
            <p:nvPr/>
          </p:nvSpPr>
          <p:spPr>
            <a:xfrm>
              <a:off x="6873390" y="4183917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1"/>
                  </a:moveTo>
                  <a:lnTo>
                    <a:pt x="0" y="2525"/>
                  </a:lnTo>
                  <a:lnTo>
                    <a:pt x="2631" y="2525"/>
                  </a:lnTo>
                  <a:lnTo>
                    <a:pt x="26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14"/>
            <p:cNvSpPr/>
            <p:nvPr/>
          </p:nvSpPr>
          <p:spPr>
            <a:xfrm>
              <a:off x="6644621" y="4183917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14"/>
            <p:cNvSpPr/>
            <p:nvPr/>
          </p:nvSpPr>
          <p:spPr>
            <a:xfrm>
              <a:off x="6530043" y="4183917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14"/>
            <p:cNvSpPr/>
            <p:nvPr/>
          </p:nvSpPr>
          <p:spPr>
            <a:xfrm>
              <a:off x="6415430" y="4184339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14"/>
            <p:cNvSpPr/>
            <p:nvPr/>
          </p:nvSpPr>
          <p:spPr>
            <a:xfrm>
              <a:off x="6300853" y="4183917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1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14"/>
            <p:cNvSpPr/>
            <p:nvPr/>
          </p:nvSpPr>
          <p:spPr>
            <a:xfrm>
              <a:off x="6186696" y="4183917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19" y="2513"/>
                  </a:lnTo>
                  <a:lnTo>
                    <a:pt x="261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14"/>
            <p:cNvSpPr/>
            <p:nvPr/>
          </p:nvSpPr>
          <p:spPr>
            <a:xfrm>
              <a:off x="6072083" y="4183917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14"/>
            <p:cNvSpPr/>
            <p:nvPr/>
          </p:nvSpPr>
          <p:spPr>
            <a:xfrm>
              <a:off x="5957506" y="4183917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1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14"/>
            <p:cNvSpPr/>
            <p:nvPr/>
          </p:nvSpPr>
          <p:spPr>
            <a:xfrm>
              <a:off x="5842928" y="4183917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1"/>
                  </a:moveTo>
                  <a:lnTo>
                    <a:pt x="0" y="2525"/>
                  </a:lnTo>
                  <a:lnTo>
                    <a:pt x="2631" y="2525"/>
                  </a:lnTo>
                  <a:lnTo>
                    <a:pt x="26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14"/>
            <p:cNvSpPr/>
            <p:nvPr/>
          </p:nvSpPr>
          <p:spPr>
            <a:xfrm>
              <a:off x="5728315" y="4183917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14"/>
            <p:cNvSpPr/>
            <p:nvPr/>
          </p:nvSpPr>
          <p:spPr>
            <a:xfrm>
              <a:off x="5614159" y="4183917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14"/>
            <p:cNvSpPr/>
            <p:nvPr/>
          </p:nvSpPr>
          <p:spPr>
            <a:xfrm>
              <a:off x="5499581" y="4183917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1"/>
                  </a:moveTo>
                  <a:lnTo>
                    <a:pt x="0" y="2525"/>
                  </a:lnTo>
                  <a:lnTo>
                    <a:pt x="2631" y="2525"/>
                  </a:lnTo>
                  <a:lnTo>
                    <a:pt x="26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14"/>
            <p:cNvSpPr/>
            <p:nvPr/>
          </p:nvSpPr>
          <p:spPr>
            <a:xfrm>
              <a:off x="8364271" y="4183917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14"/>
            <p:cNvSpPr/>
            <p:nvPr/>
          </p:nvSpPr>
          <p:spPr>
            <a:xfrm>
              <a:off x="7333809" y="4183917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14"/>
            <p:cNvSpPr/>
            <p:nvPr/>
          </p:nvSpPr>
          <p:spPr>
            <a:xfrm>
              <a:off x="8364271" y="4073519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14"/>
            <p:cNvSpPr/>
            <p:nvPr/>
          </p:nvSpPr>
          <p:spPr>
            <a:xfrm>
              <a:off x="8364271" y="3963122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14"/>
            <p:cNvSpPr/>
            <p:nvPr/>
          </p:nvSpPr>
          <p:spPr>
            <a:xfrm>
              <a:off x="687245" y="3852689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14"/>
            <p:cNvSpPr/>
            <p:nvPr/>
          </p:nvSpPr>
          <p:spPr>
            <a:xfrm>
              <a:off x="1145205" y="3631893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14"/>
            <p:cNvSpPr/>
            <p:nvPr/>
          </p:nvSpPr>
          <p:spPr>
            <a:xfrm>
              <a:off x="687245" y="3742291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14"/>
            <p:cNvSpPr/>
            <p:nvPr/>
          </p:nvSpPr>
          <p:spPr>
            <a:xfrm>
              <a:off x="1031014" y="3631893"/>
              <a:ext cx="92063" cy="88269"/>
            </a:xfrm>
            <a:custGeom>
              <a:avLst/>
              <a:gdLst/>
              <a:ahLst/>
              <a:cxnLst/>
              <a:rect l="l" t="t" r="r" b="b"/>
              <a:pathLst>
                <a:path w="2621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14"/>
            <p:cNvSpPr/>
            <p:nvPr/>
          </p:nvSpPr>
          <p:spPr>
            <a:xfrm>
              <a:off x="916436" y="3631893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14"/>
            <p:cNvSpPr/>
            <p:nvPr/>
          </p:nvSpPr>
          <p:spPr>
            <a:xfrm>
              <a:off x="801858" y="3631893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14"/>
            <p:cNvSpPr/>
            <p:nvPr/>
          </p:nvSpPr>
          <p:spPr>
            <a:xfrm>
              <a:off x="687245" y="3631893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14"/>
            <p:cNvSpPr/>
            <p:nvPr/>
          </p:nvSpPr>
          <p:spPr>
            <a:xfrm>
              <a:off x="8364271" y="3852689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14"/>
            <p:cNvSpPr/>
            <p:nvPr/>
          </p:nvSpPr>
          <p:spPr>
            <a:xfrm>
              <a:off x="8364271" y="3742291"/>
              <a:ext cx="92063" cy="88269"/>
            </a:xfrm>
            <a:custGeom>
              <a:avLst/>
              <a:gdLst/>
              <a:ahLst/>
              <a:cxnLst/>
              <a:rect l="l" t="t" r="r" b="b"/>
              <a:pathLst>
                <a:path w="2621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14"/>
            <p:cNvSpPr/>
            <p:nvPr/>
          </p:nvSpPr>
          <p:spPr>
            <a:xfrm>
              <a:off x="8364271" y="3631893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14"/>
            <p:cNvSpPr/>
            <p:nvPr/>
          </p:nvSpPr>
          <p:spPr>
            <a:xfrm>
              <a:off x="8249693" y="3631893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14"/>
            <p:cNvSpPr/>
            <p:nvPr/>
          </p:nvSpPr>
          <p:spPr>
            <a:xfrm>
              <a:off x="8135115" y="3631893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14"/>
            <p:cNvSpPr/>
            <p:nvPr/>
          </p:nvSpPr>
          <p:spPr>
            <a:xfrm>
              <a:off x="8020502" y="3631893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14"/>
            <p:cNvSpPr/>
            <p:nvPr/>
          </p:nvSpPr>
          <p:spPr>
            <a:xfrm>
              <a:off x="7905925" y="3631893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14"/>
            <p:cNvSpPr/>
            <p:nvPr/>
          </p:nvSpPr>
          <p:spPr>
            <a:xfrm>
              <a:off x="1145627" y="352149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31" y="2512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14"/>
            <p:cNvSpPr/>
            <p:nvPr/>
          </p:nvSpPr>
          <p:spPr>
            <a:xfrm>
              <a:off x="1145627" y="3411062"/>
              <a:ext cx="92449" cy="88304"/>
            </a:xfrm>
            <a:custGeom>
              <a:avLst/>
              <a:gdLst/>
              <a:ahLst/>
              <a:cxnLst/>
              <a:rect l="l" t="t" r="r" b="b"/>
              <a:pathLst>
                <a:path w="2632" h="2514" extrusionOk="0">
                  <a:moveTo>
                    <a:pt x="0" y="1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14"/>
            <p:cNvSpPr/>
            <p:nvPr/>
          </p:nvSpPr>
          <p:spPr>
            <a:xfrm>
              <a:off x="1145627" y="3300664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14"/>
            <p:cNvSpPr/>
            <p:nvPr/>
          </p:nvSpPr>
          <p:spPr>
            <a:xfrm>
              <a:off x="7906346" y="352149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14"/>
            <p:cNvSpPr/>
            <p:nvPr/>
          </p:nvSpPr>
          <p:spPr>
            <a:xfrm>
              <a:off x="7906346" y="3411062"/>
              <a:ext cx="92449" cy="88304"/>
            </a:xfrm>
            <a:custGeom>
              <a:avLst/>
              <a:gdLst/>
              <a:ahLst/>
              <a:cxnLst/>
              <a:rect l="l" t="t" r="r" b="b"/>
              <a:pathLst>
                <a:path w="2632" h="2514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14"/>
            <p:cNvSpPr/>
            <p:nvPr/>
          </p:nvSpPr>
          <p:spPr>
            <a:xfrm>
              <a:off x="7906346" y="3300664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14"/>
            <p:cNvSpPr/>
            <p:nvPr/>
          </p:nvSpPr>
          <p:spPr>
            <a:xfrm>
              <a:off x="1145205" y="3190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14"/>
            <p:cNvSpPr/>
            <p:nvPr/>
          </p:nvSpPr>
          <p:spPr>
            <a:xfrm>
              <a:off x="1145205" y="3079868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31" y="2512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14"/>
            <p:cNvSpPr/>
            <p:nvPr/>
          </p:nvSpPr>
          <p:spPr>
            <a:xfrm>
              <a:off x="1145205" y="2969435"/>
              <a:ext cx="92449" cy="88304"/>
            </a:xfrm>
            <a:custGeom>
              <a:avLst/>
              <a:gdLst/>
              <a:ahLst/>
              <a:cxnLst/>
              <a:rect l="l" t="t" r="r" b="b"/>
              <a:pathLst>
                <a:path w="2632" h="2514" extrusionOk="0">
                  <a:moveTo>
                    <a:pt x="0" y="1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14"/>
            <p:cNvSpPr/>
            <p:nvPr/>
          </p:nvSpPr>
          <p:spPr>
            <a:xfrm>
              <a:off x="7905925" y="3190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14"/>
            <p:cNvSpPr/>
            <p:nvPr/>
          </p:nvSpPr>
          <p:spPr>
            <a:xfrm>
              <a:off x="7906346" y="3079868"/>
              <a:ext cx="92027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20" y="2512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14"/>
            <p:cNvSpPr/>
            <p:nvPr/>
          </p:nvSpPr>
          <p:spPr>
            <a:xfrm>
              <a:off x="7905925" y="2969435"/>
              <a:ext cx="92449" cy="88304"/>
            </a:xfrm>
            <a:custGeom>
              <a:avLst/>
              <a:gdLst/>
              <a:ahLst/>
              <a:cxnLst/>
              <a:rect l="l" t="t" r="r" b="b"/>
              <a:pathLst>
                <a:path w="2632" h="2514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14"/>
            <p:cNvSpPr/>
            <p:nvPr/>
          </p:nvSpPr>
          <p:spPr>
            <a:xfrm>
              <a:off x="1145627" y="2859037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14"/>
            <p:cNvSpPr/>
            <p:nvPr/>
          </p:nvSpPr>
          <p:spPr>
            <a:xfrm>
              <a:off x="1145627" y="2748640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14"/>
            <p:cNvSpPr/>
            <p:nvPr/>
          </p:nvSpPr>
          <p:spPr>
            <a:xfrm>
              <a:off x="1145627" y="2638242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31" y="2512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14"/>
            <p:cNvSpPr/>
            <p:nvPr/>
          </p:nvSpPr>
          <p:spPr>
            <a:xfrm>
              <a:off x="7906346" y="2859037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14"/>
            <p:cNvSpPr/>
            <p:nvPr/>
          </p:nvSpPr>
          <p:spPr>
            <a:xfrm>
              <a:off x="7906346" y="2748640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14"/>
            <p:cNvSpPr/>
            <p:nvPr/>
          </p:nvSpPr>
          <p:spPr>
            <a:xfrm>
              <a:off x="7906346" y="2638242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14"/>
            <p:cNvSpPr/>
            <p:nvPr/>
          </p:nvSpPr>
          <p:spPr>
            <a:xfrm>
              <a:off x="1145205" y="2527387"/>
              <a:ext cx="92449" cy="88304"/>
            </a:xfrm>
            <a:custGeom>
              <a:avLst/>
              <a:gdLst/>
              <a:ahLst/>
              <a:cxnLst/>
              <a:rect l="l" t="t" r="r" b="b"/>
              <a:pathLst>
                <a:path w="2632" h="2514" extrusionOk="0">
                  <a:moveTo>
                    <a:pt x="0" y="1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14"/>
            <p:cNvSpPr/>
            <p:nvPr/>
          </p:nvSpPr>
          <p:spPr>
            <a:xfrm>
              <a:off x="1145205" y="2416989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14"/>
            <p:cNvSpPr/>
            <p:nvPr/>
          </p:nvSpPr>
          <p:spPr>
            <a:xfrm>
              <a:off x="1145205" y="2306591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14"/>
            <p:cNvSpPr/>
            <p:nvPr/>
          </p:nvSpPr>
          <p:spPr>
            <a:xfrm>
              <a:off x="7905925" y="2527387"/>
              <a:ext cx="92449" cy="88304"/>
            </a:xfrm>
            <a:custGeom>
              <a:avLst/>
              <a:gdLst/>
              <a:ahLst/>
              <a:cxnLst/>
              <a:rect l="l" t="t" r="r" b="b"/>
              <a:pathLst>
                <a:path w="2632" h="2514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14"/>
            <p:cNvSpPr/>
            <p:nvPr/>
          </p:nvSpPr>
          <p:spPr>
            <a:xfrm>
              <a:off x="7906346" y="2416989"/>
              <a:ext cx="92027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14"/>
            <p:cNvSpPr/>
            <p:nvPr/>
          </p:nvSpPr>
          <p:spPr>
            <a:xfrm>
              <a:off x="7905925" y="2306591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14"/>
            <p:cNvSpPr/>
            <p:nvPr/>
          </p:nvSpPr>
          <p:spPr>
            <a:xfrm>
              <a:off x="1145627" y="2196194"/>
              <a:ext cx="92027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19" y="2512"/>
                  </a:lnTo>
                  <a:lnTo>
                    <a:pt x="26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14"/>
            <p:cNvSpPr/>
            <p:nvPr/>
          </p:nvSpPr>
          <p:spPr>
            <a:xfrm>
              <a:off x="1145627" y="2085761"/>
              <a:ext cx="92449" cy="88304"/>
            </a:xfrm>
            <a:custGeom>
              <a:avLst/>
              <a:gdLst/>
              <a:ahLst/>
              <a:cxnLst/>
              <a:rect l="l" t="t" r="r" b="b"/>
              <a:pathLst>
                <a:path w="2632" h="2514" extrusionOk="0">
                  <a:moveTo>
                    <a:pt x="0" y="1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14"/>
            <p:cNvSpPr/>
            <p:nvPr/>
          </p:nvSpPr>
          <p:spPr>
            <a:xfrm>
              <a:off x="1145627" y="1975363"/>
              <a:ext cx="92027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19" y="2513"/>
                  </a:lnTo>
                  <a:lnTo>
                    <a:pt x="261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14"/>
            <p:cNvSpPr/>
            <p:nvPr/>
          </p:nvSpPr>
          <p:spPr>
            <a:xfrm>
              <a:off x="7906346" y="2196194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14"/>
            <p:cNvSpPr/>
            <p:nvPr/>
          </p:nvSpPr>
          <p:spPr>
            <a:xfrm>
              <a:off x="7906346" y="2085761"/>
              <a:ext cx="92449" cy="88304"/>
            </a:xfrm>
            <a:custGeom>
              <a:avLst/>
              <a:gdLst/>
              <a:ahLst/>
              <a:cxnLst/>
              <a:rect l="l" t="t" r="r" b="b"/>
              <a:pathLst>
                <a:path w="2632" h="2514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14"/>
            <p:cNvSpPr/>
            <p:nvPr/>
          </p:nvSpPr>
          <p:spPr>
            <a:xfrm>
              <a:off x="7906346" y="1975363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14"/>
            <p:cNvSpPr/>
            <p:nvPr/>
          </p:nvSpPr>
          <p:spPr>
            <a:xfrm>
              <a:off x="1145205" y="1864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14"/>
            <p:cNvSpPr/>
            <p:nvPr/>
          </p:nvSpPr>
          <p:spPr>
            <a:xfrm>
              <a:off x="1145205" y="1754567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31" y="2512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14"/>
            <p:cNvSpPr/>
            <p:nvPr/>
          </p:nvSpPr>
          <p:spPr>
            <a:xfrm>
              <a:off x="1145205" y="1644169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31" y="2512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14"/>
            <p:cNvSpPr/>
            <p:nvPr/>
          </p:nvSpPr>
          <p:spPr>
            <a:xfrm>
              <a:off x="7905925" y="1864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14"/>
            <p:cNvSpPr/>
            <p:nvPr/>
          </p:nvSpPr>
          <p:spPr>
            <a:xfrm>
              <a:off x="7905925" y="1754567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14"/>
            <p:cNvSpPr/>
            <p:nvPr/>
          </p:nvSpPr>
          <p:spPr>
            <a:xfrm>
              <a:off x="7905925" y="1644169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14"/>
            <p:cNvSpPr/>
            <p:nvPr/>
          </p:nvSpPr>
          <p:spPr>
            <a:xfrm>
              <a:off x="1145627" y="153373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14"/>
            <p:cNvSpPr/>
            <p:nvPr/>
          </p:nvSpPr>
          <p:spPr>
            <a:xfrm>
              <a:off x="1145627" y="1423338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14"/>
            <p:cNvSpPr/>
            <p:nvPr/>
          </p:nvSpPr>
          <p:spPr>
            <a:xfrm>
              <a:off x="1031014" y="1423338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14"/>
            <p:cNvSpPr/>
            <p:nvPr/>
          </p:nvSpPr>
          <p:spPr>
            <a:xfrm>
              <a:off x="916436" y="1423338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14"/>
            <p:cNvSpPr/>
            <p:nvPr/>
          </p:nvSpPr>
          <p:spPr>
            <a:xfrm>
              <a:off x="801858" y="1423338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14"/>
            <p:cNvSpPr/>
            <p:nvPr/>
          </p:nvSpPr>
          <p:spPr>
            <a:xfrm>
              <a:off x="687245" y="1423338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14"/>
            <p:cNvSpPr/>
            <p:nvPr/>
          </p:nvSpPr>
          <p:spPr>
            <a:xfrm>
              <a:off x="687667" y="1312940"/>
              <a:ext cx="92063" cy="88269"/>
            </a:xfrm>
            <a:custGeom>
              <a:avLst/>
              <a:gdLst/>
              <a:ahLst/>
              <a:cxnLst/>
              <a:rect l="l" t="t" r="r" b="b"/>
              <a:pathLst>
                <a:path w="2621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20" y="2512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14"/>
            <p:cNvSpPr/>
            <p:nvPr/>
          </p:nvSpPr>
          <p:spPr>
            <a:xfrm>
              <a:off x="7906346" y="153373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14"/>
            <p:cNvSpPr/>
            <p:nvPr/>
          </p:nvSpPr>
          <p:spPr>
            <a:xfrm>
              <a:off x="8364271" y="1423338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14"/>
            <p:cNvSpPr/>
            <p:nvPr/>
          </p:nvSpPr>
          <p:spPr>
            <a:xfrm>
              <a:off x="8249693" y="1423338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14"/>
            <p:cNvSpPr/>
            <p:nvPr/>
          </p:nvSpPr>
          <p:spPr>
            <a:xfrm>
              <a:off x="8135115" y="1423338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14"/>
            <p:cNvSpPr/>
            <p:nvPr/>
          </p:nvSpPr>
          <p:spPr>
            <a:xfrm>
              <a:off x="8020924" y="1423338"/>
              <a:ext cx="92063" cy="88269"/>
            </a:xfrm>
            <a:custGeom>
              <a:avLst/>
              <a:gdLst/>
              <a:ahLst/>
              <a:cxnLst/>
              <a:rect l="l" t="t" r="r" b="b"/>
              <a:pathLst>
                <a:path w="2621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14"/>
            <p:cNvSpPr/>
            <p:nvPr/>
          </p:nvSpPr>
          <p:spPr>
            <a:xfrm>
              <a:off x="7906346" y="1423338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14"/>
            <p:cNvSpPr/>
            <p:nvPr/>
          </p:nvSpPr>
          <p:spPr>
            <a:xfrm>
              <a:off x="8364271" y="1312940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14"/>
            <p:cNvSpPr/>
            <p:nvPr/>
          </p:nvSpPr>
          <p:spPr>
            <a:xfrm>
              <a:off x="687245" y="1202542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14"/>
            <p:cNvSpPr/>
            <p:nvPr/>
          </p:nvSpPr>
          <p:spPr>
            <a:xfrm>
              <a:off x="687245" y="1092109"/>
              <a:ext cx="92484" cy="88304"/>
            </a:xfrm>
            <a:custGeom>
              <a:avLst/>
              <a:gdLst/>
              <a:ahLst/>
              <a:cxnLst/>
              <a:rect l="l" t="t" r="r" b="b"/>
              <a:pathLst>
                <a:path w="2633" h="2514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14"/>
            <p:cNvSpPr/>
            <p:nvPr/>
          </p:nvSpPr>
          <p:spPr>
            <a:xfrm>
              <a:off x="687245" y="981290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14"/>
            <p:cNvSpPr/>
            <p:nvPr/>
          </p:nvSpPr>
          <p:spPr>
            <a:xfrm>
              <a:off x="8364271" y="1202542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14"/>
            <p:cNvSpPr/>
            <p:nvPr/>
          </p:nvSpPr>
          <p:spPr>
            <a:xfrm>
              <a:off x="8364271" y="1092109"/>
              <a:ext cx="92063" cy="88304"/>
            </a:xfrm>
            <a:custGeom>
              <a:avLst/>
              <a:gdLst/>
              <a:ahLst/>
              <a:cxnLst/>
              <a:rect l="l" t="t" r="r" b="b"/>
              <a:pathLst>
                <a:path w="2621" h="2514" extrusionOk="0">
                  <a:moveTo>
                    <a:pt x="1" y="1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14"/>
            <p:cNvSpPr/>
            <p:nvPr/>
          </p:nvSpPr>
          <p:spPr>
            <a:xfrm>
              <a:off x="8364271" y="981712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14"/>
            <p:cNvSpPr/>
            <p:nvPr/>
          </p:nvSpPr>
          <p:spPr>
            <a:xfrm>
              <a:off x="1718129" y="871314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14"/>
            <p:cNvSpPr/>
            <p:nvPr/>
          </p:nvSpPr>
          <p:spPr>
            <a:xfrm>
              <a:off x="687667" y="871314"/>
              <a:ext cx="92063" cy="88269"/>
            </a:xfrm>
            <a:custGeom>
              <a:avLst/>
              <a:gdLst/>
              <a:ahLst/>
              <a:cxnLst/>
              <a:rect l="l" t="t" r="r" b="b"/>
              <a:pathLst>
                <a:path w="2621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14"/>
            <p:cNvSpPr/>
            <p:nvPr/>
          </p:nvSpPr>
          <p:spPr>
            <a:xfrm>
              <a:off x="1718129" y="76091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14"/>
            <p:cNvSpPr/>
            <p:nvPr/>
          </p:nvSpPr>
          <p:spPr>
            <a:xfrm>
              <a:off x="687667" y="760494"/>
              <a:ext cx="92063" cy="88691"/>
            </a:xfrm>
            <a:custGeom>
              <a:avLst/>
              <a:gdLst/>
              <a:ahLst/>
              <a:cxnLst/>
              <a:rect l="l" t="t" r="r" b="b"/>
              <a:pathLst>
                <a:path w="2621" h="2525" extrusionOk="0">
                  <a:moveTo>
                    <a:pt x="1" y="0"/>
                  </a:moveTo>
                  <a:lnTo>
                    <a:pt x="1" y="2524"/>
                  </a:lnTo>
                  <a:lnTo>
                    <a:pt x="2620" y="2524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14"/>
            <p:cNvSpPr/>
            <p:nvPr/>
          </p:nvSpPr>
          <p:spPr>
            <a:xfrm>
              <a:off x="1718129" y="650483"/>
              <a:ext cx="92063" cy="88304"/>
            </a:xfrm>
            <a:custGeom>
              <a:avLst/>
              <a:gdLst/>
              <a:ahLst/>
              <a:cxnLst/>
              <a:rect l="l" t="t" r="r" b="b"/>
              <a:pathLst>
                <a:path w="2621" h="2514" extrusionOk="0">
                  <a:moveTo>
                    <a:pt x="1" y="1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14"/>
            <p:cNvSpPr/>
            <p:nvPr/>
          </p:nvSpPr>
          <p:spPr>
            <a:xfrm>
              <a:off x="687245" y="650061"/>
              <a:ext cx="92484" cy="88726"/>
            </a:xfrm>
            <a:custGeom>
              <a:avLst/>
              <a:gdLst/>
              <a:ahLst/>
              <a:cxnLst/>
              <a:rect l="l" t="t" r="r" b="b"/>
              <a:pathLst>
                <a:path w="2633" h="2526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14"/>
            <p:cNvSpPr/>
            <p:nvPr/>
          </p:nvSpPr>
          <p:spPr>
            <a:xfrm>
              <a:off x="3552392" y="871314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14"/>
            <p:cNvSpPr/>
            <p:nvPr/>
          </p:nvSpPr>
          <p:spPr>
            <a:xfrm>
              <a:off x="3437814" y="870892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14"/>
            <p:cNvSpPr/>
            <p:nvPr/>
          </p:nvSpPr>
          <p:spPr>
            <a:xfrm>
              <a:off x="3323201" y="871314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14"/>
            <p:cNvSpPr/>
            <p:nvPr/>
          </p:nvSpPr>
          <p:spPr>
            <a:xfrm>
              <a:off x="3094467" y="871314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14"/>
            <p:cNvSpPr/>
            <p:nvPr/>
          </p:nvSpPr>
          <p:spPr>
            <a:xfrm>
              <a:off x="3208623" y="870892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14"/>
            <p:cNvSpPr/>
            <p:nvPr/>
          </p:nvSpPr>
          <p:spPr>
            <a:xfrm>
              <a:off x="2979854" y="870892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14"/>
            <p:cNvSpPr/>
            <p:nvPr/>
          </p:nvSpPr>
          <p:spPr>
            <a:xfrm>
              <a:off x="2865276" y="871314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14"/>
            <p:cNvSpPr/>
            <p:nvPr/>
          </p:nvSpPr>
          <p:spPr>
            <a:xfrm>
              <a:off x="2750699" y="871314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14"/>
            <p:cNvSpPr/>
            <p:nvPr/>
          </p:nvSpPr>
          <p:spPr>
            <a:xfrm>
              <a:off x="2636086" y="871314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14"/>
            <p:cNvSpPr/>
            <p:nvPr/>
          </p:nvSpPr>
          <p:spPr>
            <a:xfrm>
              <a:off x="2521929" y="871314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14"/>
            <p:cNvSpPr/>
            <p:nvPr/>
          </p:nvSpPr>
          <p:spPr>
            <a:xfrm>
              <a:off x="2407352" y="871314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14"/>
            <p:cNvSpPr/>
            <p:nvPr/>
          </p:nvSpPr>
          <p:spPr>
            <a:xfrm>
              <a:off x="2292739" y="871314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14"/>
            <p:cNvSpPr/>
            <p:nvPr/>
          </p:nvSpPr>
          <p:spPr>
            <a:xfrm>
              <a:off x="2178161" y="871314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14"/>
            <p:cNvSpPr/>
            <p:nvPr/>
          </p:nvSpPr>
          <p:spPr>
            <a:xfrm>
              <a:off x="2063583" y="871314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14"/>
            <p:cNvSpPr/>
            <p:nvPr/>
          </p:nvSpPr>
          <p:spPr>
            <a:xfrm>
              <a:off x="1949392" y="871314"/>
              <a:ext cx="92063" cy="88269"/>
            </a:xfrm>
            <a:custGeom>
              <a:avLst/>
              <a:gdLst/>
              <a:ahLst/>
              <a:cxnLst/>
              <a:rect l="l" t="t" r="r" b="b"/>
              <a:pathLst>
                <a:path w="2621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14"/>
            <p:cNvSpPr/>
            <p:nvPr/>
          </p:nvSpPr>
          <p:spPr>
            <a:xfrm>
              <a:off x="1834814" y="871314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14"/>
            <p:cNvSpPr/>
            <p:nvPr/>
          </p:nvSpPr>
          <p:spPr>
            <a:xfrm>
              <a:off x="5382896" y="871314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14"/>
            <p:cNvSpPr/>
            <p:nvPr/>
          </p:nvSpPr>
          <p:spPr>
            <a:xfrm>
              <a:off x="5268283" y="870892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14"/>
            <p:cNvSpPr/>
            <p:nvPr/>
          </p:nvSpPr>
          <p:spPr>
            <a:xfrm>
              <a:off x="5153705" y="871314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14"/>
            <p:cNvSpPr/>
            <p:nvPr/>
          </p:nvSpPr>
          <p:spPr>
            <a:xfrm>
              <a:off x="4924936" y="871314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14"/>
            <p:cNvSpPr/>
            <p:nvPr/>
          </p:nvSpPr>
          <p:spPr>
            <a:xfrm>
              <a:off x="5039549" y="871314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14"/>
            <p:cNvSpPr/>
            <p:nvPr/>
          </p:nvSpPr>
          <p:spPr>
            <a:xfrm>
              <a:off x="4810358" y="871314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14"/>
            <p:cNvSpPr/>
            <p:nvPr/>
          </p:nvSpPr>
          <p:spPr>
            <a:xfrm>
              <a:off x="4695781" y="871314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14"/>
            <p:cNvSpPr/>
            <p:nvPr/>
          </p:nvSpPr>
          <p:spPr>
            <a:xfrm>
              <a:off x="4581168" y="871314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14"/>
            <p:cNvSpPr/>
            <p:nvPr/>
          </p:nvSpPr>
          <p:spPr>
            <a:xfrm>
              <a:off x="4466590" y="871314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14"/>
            <p:cNvSpPr/>
            <p:nvPr/>
          </p:nvSpPr>
          <p:spPr>
            <a:xfrm>
              <a:off x="4352434" y="871314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14"/>
            <p:cNvSpPr/>
            <p:nvPr/>
          </p:nvSpPr>
          <p:spPr>
            <a:xfrm>
              <a:off x="4237821" y="871314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14"/>
            <p:cNvSpPr/>
            <p:nvPr/>
          </p:nvSpPr>
          <p:spPr>
            <a:xfrm>
              <a:off x="4123243" y="871314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14"/>
            <p:cNvSpPr/>
            <p:nvPr/>
          </p:nvSpPr>
          <p:spPr>
            <a:xfrm>
              <a:off x="4008665" y="871314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14"/>
            <p:cNvSpPr/>
            <p:nvPr/>
          </p:nvSpPr>
          <p:spPr>
            <a:xfrm>
              <a:off x="3894052" y="871314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14"/>
            <p:cNvSpPr/>
            <p:nvPr/>
          </p:nvSpPr>
          <p:spPr>
            <a:xfrm>
              <a:off x="3779896" y="871314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14"/>
            <p:cNvSpPr/>
            <p:nvPr/>
          </p:nvSpPr>
          <p:spPr>
            <a:xfrm>
              <a:off x="3665318" y="870892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14"/>
            <p:cNvSpPr/>
            <p:nvPr/>
          </p:nvSpPr>
          <p:spPr>
            <a:xfrm>
              <a:off x="7217158" y="871314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14"/>
            <p:cNvSpPr/>
            <p:nvPr/>
          </p:nvSpPr>
          <p:spPr>
            <a:xfrm>
              <a:off x="7102545" y="870892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14"/>
            <p:cNvSpPr/>
            <p:nvPr/>
          </p:nvSpPr>
          <p:spPr>
            <a:xfrm>
              <a:off x="6987968" y="871314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14"/>
            <p:cNvSpPr/>
            <p:nvPr/>
          </p:nvSpPr>
          <p:spPr>
            <a:xfrm>
              <a:off x="6759199" y="871314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14"/>
            <p:cNvSpPr/>
            <p:nvPr/>
          </p:nvSpPr>
          <p:spPr>
            <a:xfrm>
              <a:off x="6873390" y="871314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14"/>
            <p:cNvSpPr/>
            <p:nvPr/>
          </p:nvSpPr>
          <p:spPr>
            <a:xfrm>
              <a:off x="6644621" y="870892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14"/>
            <p:cNvSpPr/>
            <p:nvPr/>
          </p:nvSpPr>
          <p:spPr>
            <a:xfrm>
              <a:off x="6530043" y="871314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14"/>
            <p:cNvSpPr/>
            <p:nvPr/>
          </p:nvSpPr>
          <p:spPr>
            <a:xfrm>
              <a:off x="6415430" y="871314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14"/>
            <p:cNvSpPr/>
            <p:nvPr/>
          </p:nvSpPr>
          <p:spPr>
            <a:xfrm>
              <a:off x="6300853" y="871314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14"/>
            <p:cNvSpPr/>
            <p:nvPr/>
          </p:nvSpPr>
          <p:spPr>
            <a:xfrm>
              <a:off x="6186696" y="871314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14"/>
            <p:cNvSpPr/>
            <p:nvPr/>
          </p:nvSpPr>
          <p:spPr>
            <a:xfrm>
              <a:off x="6072083" y="870892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14"/>
            <p:cNvSpPr/>
            <p:nvPr/>
          </p:nvSpPr>
          <p:spPr>
            <a:xfrm>
              <a:off x="5957506" y="871314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14"/>
            <p:cNvSpPr/>
            <p:nvPr/>
          </p:nvSpPr>
          <p:spPr>
            <a:xfrm>
              <a:off x="5842928" y="871314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14"/>
            <p:cNvSpPr/>
            <p:nvPr/>
          </p:nvSpPr>
          <p:spPr>
            <a:xfrm>
              <a:off x="5728315" y="871314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14"/>
            <p:cNvSpPr/>
            <p:nvPr/>
          </p:nvSpPr>
          <p:spPr>
            <a:xfrm>
              <a:off x="5614159" y="870892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14"/>
            <p:cNvSpPr/>
            <p:nvPr/>
          </p:nvSpPr>
          <p:spPr>
            <a:xfrm>
              <a:off x="5499581" y="871314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14"/>
            <p:cNvSpPr/>
            <p:nvPr/>
          </p:nvSpPr>
          <p:spPr>
            <a:xfrm>
              <a:off x="8364271" y="871314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14"/>
            <p:cNvSpPr/>
            <p:nvPr/>
          </p:nvSpPr>
          <p:spPr>
            <a:xfrm>
              <a:off x="7333809" y="871314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14"/>
            <p:cNvSpPr/>
            <p:nvPr/>
          </p:nvSpPr>
          <p:spPr>
            <a:xfrm>
              <a:off x="8364271" y="760494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4"/>
                  </a:lnTo>
                  <a:lnTo>
                    <a:pt x="2632" y="2524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14"/>
            <p:cNvSpPr/>
            <p:nvPr/>
          </p:nvSpPr>
          <p:spPr>
            <a:xfrm>
              <a:off x="7333809" y="760494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4"/>
                  </a:lnTo>
                  <a:lnTo>
                    <a:pt x="2632" y="2524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14"/>
            <p:cNvSpPr/>
            <p:nvPr/>
          </p:nvSpPr>
          <p:spPr>
            <a:xfrm>
              <a:off x="8364271" y="650061"/>
              <a:ext cx="92484" cy="88726"/>
            </a:xfrm>
            <a:custGeom>
              <a:avLst/>
              <a:gdLst/>
              <a:ahLst/>
              <a:cxnLst/>
              <a:rect l="l" t="t" r="r" b="b"/>
              <a:pathLst>
                <a:path w="2633" h="2526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14"/>
            <p:cNvSpPr/>
            <p:nvPr/>
          </p:nvSpPr>
          <p:spPr>
            <a:xfrm>
              <a:off x="7333809" y="650061"/>
              <a:ext cx="92063" cy="88726"/>
            </a:xfrm>
            <a:custGeom>
              <a:avLst/>
              <a:gdLst/>
              <a:ahLst/>
              <a:cxnLst/>
              <a:rect l="l" t="t" r="r" b="b"/>
              <a:pathLst>
                <a:path w="2621" h="2526" extrusionOk="0">
                  <a:moveTo>
                    <a:pt x="1" y="1"/>
                  </a:moveTo>
                  <a:lnTo>
                    <a:pt x="1" y="2525"/>
                  </a:lnTo>
                  <a:lnTo>
                    <a:pt x="2620" y="2525"/>
                  </a:lnTo>
                  <a:lnTo>
                    <a:pt x="26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14"/>
            <p:cNvSpPr/>
            <p:nvPr/>
          </p:nvSpPr>
          <p:spPr>
            <a:xfrm>
              <a:off x="1718129" y="539663"/>
              <a:ext cx="92063" cy="88691"/>
            </a:xfrm>
            <a:custGeom>
              <a:avLst/>
              <a:gdLst/>
              <a:ahLst/>
              <a:cxnLst/>
              <a:rect l="l" t="t" r="r" b="b"/>
              <a:pathLst>
                <a:path w="2621" h="2525" extrusionOk="0">
                  <a:moveTo>
                    <a:pt x="1" y="1"/>
                  </a:moveTo>
                  <a:lnTo>
                    <a:pt x="1" y="2525"/>
                  </a:lnTo>
                  <a:lnTo>
                    <a:pt x="2620" y="2525"/>
                  </a:lnTo>
                  <a:lnTo>
                    <a:pt x="26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14"/>
            <p:cNvSpPr/>
            <p:nvPr/>
          </p:nvSpPr>
          <p:spPr>
            <a:xfrm>
              <a:off x="687245" y="539663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14"/>
            <p:cNvSpPr/>
            <p:nvPr/>
          </p:nvSpPr>
          <p:spPr>
            <a:xfrm>
              <a:off x="1717707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14"/>
            <p:cNvSpPr/>
            <p:nvPr/>
          </p:nvSpPr>
          <p:spPr>
            <a:xfrm>
              <a:off x="1488973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14"/>
            <p:cNvSpPr/>
            <p:nvPr/>
          </p:nvSpPr>
          <p:spPr>
            <a:xfrm>
              <a:off x="1603551" y="429266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14"/>
            <p:cNvSpPr/>
            <p:nvPr/>
          </p:nvSpPr>
          <p:spPr>
            <a:xfrm>
              <a:off x="1374361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14"/>
            <p:cNvSpPr/>
            <p:nvPr/>
          </p:nvSpPr>
          <p:spPr>
            <a:xfrm>
              <a:off x="1259783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14"/>
            <p:cNvSpPr/>
            <p:nvPr/>
          </p:nvSpPr>
          <p:spPr>
            <a:xfrm>
              <a:off x="1145205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14"/>
            <p:cNvSpPr/>
            <p:nvPr/>
          </p:nvSpPr>
          <p:spPr>
            <a:xfrm>
              <a:off x="1030592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14"/>
            <p:cNvSpPr/>
            <p:nvPr/>
          </p:nvSpPr>
          <p:spPr>
            <a:xfrm>
              <a:off x="916436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14"/>
            <p:cNvSpPr/>
            <p:nvPr/>
          </p:nvSpPr>
          <p:spPr>
            <a:xfrm>
              <a:off x="801858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1" y="2525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14"/>
            <p:cNvSpPr/>
            <p:nvPr/>
          </p:nvSpPr>
          <p:spPr>
            <a:xfrm>
              <a:off x="687245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14"/>
            <p:cNvSpPr/>
            <p:nvPr/>
          </p:nvSpPr>
          <p:spPr>
            <a:xfrm>
              <a:off x="8364271" y="539663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14"/>
            <p:cNvSpPr/>
            <p:nvPr/>
          </p:nvSpPr>
          <p:spPr>
            <a:xfrm>
              <a:off x="7333387" y="539663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14"/>
            <p:cNvSpPr/>
            <p:nvPr/>
          </p:nvSpPr>
          <p:spPr>
            <a:xfrm>
              <a:off x="8364271" y="429266"/>
              <a:ext cx="92063" cy="88269"/>
            </a:xfrm>
            <a:custGeom>
              <a:avLst/>
              <a:gdLst/>
              <a:ahLst/>
              <a:cxnLst/>
              <a:rect l="l" t="t" r="r" b="b"/>
              <a:pathLst>
                <a:path w="2621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14"/>
            <p:cNvSpPr/>
            <p:nvPr/>
          </p:nvSpPr>
          <p:spPr>
            <a:xfrm>
              <a:off x="8249693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14"/>
            <p:cNvSpPr/>
            <p:nvPr/>
          </p:nvSpPr>
          <p:spPr>
            <a:xfrm>
              <a:off x="8135115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14"/>
            <p:cNvSpPr/>
            <p:nvPr/>
          </p:nvSpPr>
          <p:spPr>
            <a:xfrm>
              <a:off x="8020502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14"/>
            <p:cNvSpPr/>
            <p:nvPr/>
          </p:nvSpPr>
          <p:spPr>
            <a:xfrm>
              <a:off x="7905925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14"/>
            <p:cNvSpPr/>
            <p:nvPr/>
          </p:nvSpPr>
          <p:spPr>
            <a:xfrm>
              <a:off x="7677155" y="429266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14"/>
            <p:cNvSpPr/>
            <p:nvPr/>
          </p:nvSpPr>
          <p:spPr>
            <a:xfrm>
              <a:off x="7791768" y="429266"/>
              <a:ext cx="92027" cy="88691"/>
            </a:xfrm>
            <a:custGeom>
              <a:avLst/>
              <a:gdLst/>
              <a:ahLst/>
              <a:cxnLst/>
              <a:rect l="l" t="t" r="r" b="b"/>
              <a:pathLst>
                <a:path w="2620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20" y="2525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14"/>
            <p:cNvSpPr/>
            <p:nvPr/>
          </p:nvSpPr>
          <p:spPr>
            <a:xfrm>
              <a:off x="7562578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14"/>
            <p:cNvSpPr/>
            <p:nvPr/>
          </p:nvSpPr>
          <p:spPr>
            <a:xfrm>
              <a:off x="7448000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14"/>
            <p:cNvSpPr/>
            <p:nvPr/>
          </p:nvSpPr>
          <p:spPr>
            <a:xfrm>
              <a:off x="7333387" y="429266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7" name="Google Shape;2027;p14"/>
          <p:cNvGrpSpPr/>
          <p:nvPr/>
        </p:nvGrpSpPr>
        <p:grpSpPr>
          <a:xfrm flipH="1">
            <a:off x="114682" y="108091"/>
            <a:ext cx="8915137" cy="4927318"/>
            <a:chOff x="114432" y="99771"/>
            <a:chExt cx="8915137" cy="4927318"/>
          </a:xfrm>
        </p:grpSpPr>
        <p:sp>
          <p:nvSpPr>
            <p:cNvPr id="2028" name="Google Shape;2028;p14"/>
            <p:cNvSpPr/>
            <p:nvPr/>
          </p:nvSpPr>
          <p:spPr>
            <a:xfrm>
              <a:off x="1717671" y="4938585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4" y="2585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14"/>
            <p:cNvSpPr/>
            <p:nvPr/>
          </p:nvSpPr>
          <p:spPr>
            <a:xfrm>
              <a:off x="1488588" y="4938585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14"/>
            <p:cNvSpPr/>
            <p:nvPr/>
          </p:nvSpPr>
          <p:spPr>
            <a:xfrm>
              <a:off x="916274" y="4938585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14"/>
            <p:cNvSpPr/>
            <p:nvPr/>
          </p:nvSpPr>
          <p:spPr>
            <a:xfrm>
              <a:off x="801715" y="4938585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14"/>
            <p:cNvSpPr/>
            <p:nvPr/>
          </p:nvSpPr>
          <p:spPr>
            <a:xfrm>
              <a:off x="687156" y="4938585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14"/>
            <p:cNvSpPr/>
            <p:nvPr/>
          </p:nvSpPr>
          <p:spPr>
            <a:xfrm>
              <a:off x="1374029" y="4828135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0"/>
                  </a:moveTo>
                  <a:lnTo>
                    <a:pt x="1" y="2584"/>
                  </a:lnTo>
                  <a:lnTo>
                    <a:pt x="2704" y="2584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14"/>
            <p:cNvSpPr/>
            <p:nvPr/>
          </p:nvSpPr>
          <p:spPr>
            <a:xfrm>
              <a:off x="686780" y="4828135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14"/>
            <p:cNvSpPr/>
            <p:nvPr/>
          </p:nvSpPr>
          <p:spPr>
            <a:xfrm>
              <a:off x="343515" y="4828135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0"/>
                  </a:moveTo>
                  <a:lnTo>
                    <a:pt x="1" y="2584"/>
                  </a:lnTo>
                  <a:lnTo>
                    <a:pt x="2692" y="2584"/>
                  </a:lnTo>
                  <a:lnTo>
                    <a:pt x="26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14"/>
            <p:cNvSpPr/>
            <p:nvPr/>
          </p:nvSpPr>
          <p:spPr>
            <a:xfrm>
              <a:off x="2177926" y="4828135"/>
              <a:ext cx="92133" cy="88504"/>
            </a:xfrm>
            <a:custGeom>
              <a:avLst/>
              <a:gdLst/>
              <a:ahLst/>
              <a:cxnLst/>
              <a:rect l="l" t="t" r="r" b="b"/>
              <a:pathLst>
                <a:path w="2691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14"/>
            <p:cNvSpPr/>
            <p:nvPr/>
          </p:nvSpPr>
          <p:spPr>
            <a:xfrm>
              <a:off x="7217172" y="4938585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14"/>
            <p:cNvSpPr/>
            <p:nvPr/>
          </p:nvSpPr>
          <p:spPr>
            <a:xfrm>
              <a:off x="8822842" y="4938585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14"/>
            <p:cNvSpPr/>
            <p:nvPr/>
          </p:nvSpPr>
          <p:spPr>
            <a:xfrm>
              <a:off x="8250118" y="4938585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14"/>
            <p:cNvSpPr/>
            <p:nvPr/>
          </p:nvSpPr>
          <p:spPr>
            <a:xfrm>
              <a:off x="8135559" y="4938585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4" y="2585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14"/>
            <p:cNvSpPr/>
            <p:nvPr/>
          </p:nvSpPr>
          <p:spPr>
            <a:xfrm>
              <a:off x="8936990" y="4828135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0"/>
                  </a:moveTo>
                  <a:lnTo>
                    <a:pt x="1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14"/>
            <p:cNvSpPr/>
            <p:nvPr/>
          </p:nvSpPr>
          <p:spPr>
            <a:xfrm>
              <a:off x="8708318" y="4828135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691" y="2584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14"/>
            <p:cNvSpPr/>
            <p:nvPr/>
          </p:nvSpPr>
          <p:spPr>
            <a:xfrm>
              <a:off x="7677393" y="4828135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14"/>
            <p:cNvSpPr/>
            <p:nvPr/>
          </p:nvSpPr>
          <p:spPr>
            <a:xfrm rot="10800000" flipH="1">
              <a:off x="1488588" y="99771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14"/>
            <p:cNvSpPr/>
            <p:nvPr/>
          </p:nvSpPr>
          <p:spPr>
            <a:xfrm rot="10800000" flipH="1">
              <a:off x="458073" y="99771"/>
              <a:ext cx="92167" cy="88059"/>
            </a:xfrm>
            <a:custGeom>
              <a:avLst/>
              <a:gdLst/>
              <a:ahLst/>
              <a:cxnLst/>
              <a:rect l="l" t="t" r="r" b="b"/>
              <a:pathLst>
                <a:path w="2692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14"/>
            <p:cNvSpPr/>
            <p:nvPr/>
          </p:nvSpPr>
          <p:spPr>
            <a:xfrm rot="10800000" flipH="1">
              <a:off x="114432" y="99771"/>
              <a:ext cx="92167" cy="88059"/>
            </a:xfrm>
            <a:custGeom>
              <a:avLst/>
              <a:gdLst/>
              <a:ahLst/>
              <a:cxnLst/>
              <a:rect l="l" t="t" r="r" b="b"/>
              <a:pathLst>
                <a:path w="2692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14"/>
            <p:cNvSpPr/>
            <p:nvPr/>
          </p:nvSpPr>
          <p:spPr>
            <a:xfrm rot="10800000" flipH="1">
              <a:off x="1603147" y="210221"/>
              <a:ext cx="92544" cy="88093"/>
            </a:xfrm>
            <a:custGeom>
              <a:avLst/>
              <a:gdLst/>
              <a:ahLst/>
              <a:cxnLst/>
              <a:rect l="l" t="t" r="r" b="b"/>
              <a:pathLst>
                <a:path w="2703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14"/>
            <p:cNvSpPr/>
            <p:nvPr/>
          </p:nvSpPr>
          <p:spPr>
            <a:xfrm rot="10800000" flipH="1">
              <a:off x="1144946" y="210221"/>
              <a:ext cx="92578" cy="88093"/>
            </a:xfrm>
            <a:custGeom>
              <a:avLst/>
              <a:gdLst/>
              <a:ahLst/>
              <a:cxnLst/>
              <a:rect l="l" t="t" r="r" b="b"/>
              <a:pathLst>
                <a:path w="2704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14"/>
            <p:cNvSpPr/>
            <p:nvPr/>
          </p:nvSpPr>
          <p:spPr>
            <a:xfrm rot="10800000" flipH="1">
              <a:off x="915863" y="210221"/>
              <a:ext cx="92578" cy="88093"/>
            </a:xfrm>
            <a:custGeom>
              <a:avLst/>
              <a:gdLst/>
              <a:ahLst/>
              <a:cxnLst/>
              <a:rect l="l" t="t" r="r" b="b"/>
              <a:pathLst>
                <a:path w="2704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14"/>
            <p:cNvSpPr/>
            <p:nvPr/>
          </p:nvSpPr>
          <p:spPr>
            <a:xfrm rot="10800000" flipH="1">
              <a:off x="343515" y="210221"/>
              <a:ext cx="92167" cy="88093"/>
            </a:xfrm>
            <a:custGeom>
              <a:avLst/>
              <a:gdLst/>
              <a:ahLst/>
              <a:cxnLst/>
              <a:rect l="l" t="t" r="r" b="b"/>
              <a:pathLst>
                <a:path w="2692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692" y="2572"/>
                  </a:lnTo>
                  <a:lnTo>
                    <a:pt x="26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14"/>
            <p:cNvSpPr/>
            <p:nvPr/>
          </p:nvSpPr>
          <p:spPr>
            <a:xfrm rot="10800000" flipH="1">
              <a:off x="8822432" y="99771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4" y="2572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14"/>
            <p:cNvSpPr/>
            <p:nvPr/>
          </p:nvSpPr>
          <p:spPr>
            <a:xfrm rot="10800000" flipH="1">
              <a:off x="8593759" y="99771"/>
              <a:ext cx="92167" cy="88059"/>
            </a:xfrm>
            <a:custGeom>
              <a:avLst/>
              <a:gdLst/>
              <a:ahLst/>
              <a:cxnLst/>
              <a:rect l="l" t="t" r="r" b="b"/>
              <a:pathLst>
                <a:path w="2692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14"/>
            <p:cNvSpPr/>
            <p:nvPr/>
          </p:nvSpPr>
          <p:spPr>
            <a:xfrm rot="10800000" flipH="1">
              <a:off x="7448309" y="99771"/>
              <a:ext cx="92544" cy="88059"/>
            </a:xfrm>
            <a:custGeom>
              <a:avLst/>
              <a:gdLst/>
              <a:ahLst/>
              <a:cxnLst/>
              <a:rect l="l" t="t" r="r" b="b"/>
              <a:pathLst>
                <a:path w="2703" h="2572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14"/>
            <p:cNvSpPr/>
            <p:nvPr/>
          </p:nvSpPr>
          <p:spPr>
            <a:xfrm rot="10800000" flipH="1">
              <a:off x="8936990" y="210221"/>
              <a:ext cx="92578" cy="88093"/>
            </a:xfrm>
            <a:custGeom>
              <a:avLst/>
              <a:gdLst/>
              <a:ahLst/>
              <a:cxnLst/>
              <a:rect l="l" t="t" r="r" b="b"/>
              <a:pathLst>
                <a:path w="2704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14"/>
            <p:cNvSpPr/>
            <p:nvPr/>
          </p:nvSpPr>
          <p:spPr>
            <a:xfrm rot="10800000" flipH="1">
              <a:off x="8479201" y="210221"/>
              <a:ext cx="92167" cy="88093"/>
            </a:xfrm>
            <a:custGeom>
              <a:avLst/>
              <a:gdLst/>
              <a:ahLst/>
              <a:cxnLst/>
              <a:rect l="l" t="t" r="r" b="b"/>
              <a:pathLst>
                <a:path w="2692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692" y="2572"/>
                  </a:lnTo>
                  <a:lnTo>
                    <a:pt x="26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14"/>
            <p:cNvSpPr/>
            <p:nvPr/>
          </p:nvSpPr>
          <p:spPr>
            <a:xfrm rot="10800000" flipH="1">
              <a:off x="7677393" y="209810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10">
    <p:spTree>
      <p:nvGrpSpPr>
        <p:cNvPr id="1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p15"/>
          <p:cNvSpPr txBox="1">
            <a:spLocks noGrp="1"/>
          </p:cNvSpPr>
          <p:nvPr>
            <p:ph type="title"/>
          </p:nvPr>
        </p:nvSpPr>
        <p:spPr>
          <a:xfrm>
            <a:off x="3555175" y="1817730"/>
            <a:ext cx="3887100" cy="19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59" name="Google Shape;2059;p15"/>
          <p:cNvSpPr txBox="1">
            <a:spLocks noGrp="1"/>
          </p:cNvSpPr>
          <p:nvPr>
            <p:ph type="subTitle" idx="1"/>
          </p:nvPr>
        </p:nvSpPr>
        <p:spPr>
          <a:xfrm>
            <a:off x="4215175" y="3497963"/>
            <a:ext cx="3227100" cy="5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0" name="Google Shape;2060;p15"/>
          <p:cNvSpPr txBox="1">
            <a:spLocks noGrp="1"/>
          </p:cNvSpPr>
          <p:nvPr>
            <p:ph type="title" idx="2" hasCustomPrompt="1"/>
          </p:nvPr>
        </p:nvSpPr>
        <p:spPr>
          <a:xfrm>
            <a:off x="6340512" y="1252375"/>
            <a:ext cx="1137900" cy="6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2061" name="Google Shape;2061;p1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062" name="Google Shape;2062;p15"/>
            <p:cNvSpPr/>
            <p:nvPr/>
          </p:nvSpPr>
          <p:spPr>
            <a:xfrm>
              <a:off x="0" y="0"/>
              <a:ext cx="9144000" cy="5143500"/>
            </a:xfrm>
            <a:prstGeom prst="frame">
              <a:avLst>
                <a:gd name="adj1" fmla="val 1678"/>
              </a:avLst>
            </a:pr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63" name="Google Shape;2063;p15"/>
            <p:cNvGrpSpPr/>
            <p:nvPr/>
          </p:nvGrpSpPr>
          <p:grpSpPr>
            <a:xfrm flipH="1">
              <a:off x="114432" y="108091"/>
              <a:ext cx="8915137" cy="4927318"/>
              <a:chOff x="114432" y="99771"/>
              <a:chExt cx="8915137" cy="4927318"/>
            </a:xfrm>
          </p:grpSpPr>
          <p:sp>
            <p:nvSpPr>
              <p:cNvPr id="2064" name="Google Shape;2064;p15"/>
              <p:cNvSpPr/>
              <p:nvPr/>
            </p:nvSpPr>
            <p:spPr>
              <a:xfrm>
                <a:off x="1717671" y="493858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4" y="2585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Google Shape;2065;p15"/>
              <p:cNvSpPr/>
              <p:nvPr/>
            </p:nvSpPr>
            <p:spPr>
              <a:xfrm>
                <a:off x="1144946" y="493858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Google Shape;2066;p15"/>
              <p:cNvSpPr/>
              <p:nvPr/>
            </p:nvSpPr>
            <p:spPr>
              <a:xfrm>
                <a:off x="916274" y="493858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Google Shape;2067;p15"/>
              <p:cNvSpPr/>
              <p:nvPr/>
            </p:nvSpPr>
            <p:spPr>
              <a:xfrm>
                <a:off x="801715" y="493858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Google Shape;2068;p15"/>
              <p:cNvSpPr/>
              <p:nvPr/>
            </p:nvSpPr>
            <p:spPr>
              <a:xfrm>
                <a:off x="687156" y="493858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Google Shape;2069;p15"/>
              <p:cNvSpPr/>
              <p:nvPr/>
            </p:nvSpPr>
            <p:spPr>
              <a:xfrm>
                <a:off x="1374029" y="482813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704" y="2584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Google Shape;2070;p15"/>
              <p:cNvSpPr/>
              <p:nvPr/>
            </p:nvSpPr>
            <p:spPr>
              <a:xfrm>
                <a:off x="686780" y="482813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15"/>
              <p:cNvSpPr/>
              <p:nvPr/>
            </p:nvSpPr>
            <p:spPr>
              <a:xfrm>
                <a:off x="343515" y="482813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692" y="2584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15"/>
              <p:cNvSpPr/>
              <p:nvPr/>
            </p:nvSpPr>
            <p:spPr>
              <a:xfrm>
                <a:off x="2177926" y="4828135"/>
                <a:ext cx="92133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1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691" y="2584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15"/>
              <p:cNvSpPr/>
              <p:nvPr/>
            </p:nvSpPr>
            <p:spPr>
              <a:xfrm>
                <a:off x="7217172" y="493858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15"/>
              <p:cNvSpPr/>
              <p:nvPr/>
            </p:nvSpPr>
            <p:spPr>
              <a:xfrm>
                <a:off x="8822842" y="493858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15"/>
              <p:cNvSpPr/>
              <p:nvPr/>
            </p:nvSpPr>
            <p:spPr>
              <a:xfrm>
                <a:off x="8479201" y="493858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15"/>
              <p:cNvSpPr/>
              <p:nvPr/>
            </p:nvSpPr>
            <p:spPr>
              <a:xfrm>
                <a:off x="8250118" y="493858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15"/>
              <p:cNvSpPr/>
              <p:nvPr/>
            </p:nvSpPr>
            <p:spPr>
              <a:xfrm>
                <a:off x="8021034" y="493858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15"/>
              <p:cNvSpPr/>
              <p:nvPr/>
            </p:nvSpPr>
            <p:spPr>
              <a:xfrm>
                <a:off x="8936990" y="482813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15"/>
              <p:cNvSpPr/>
              <p:nvPr/>
            </p:nvSpPr>
            <p:spPr>
              <a:xfrm>
                <a:off x="8708318" y="482813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691" y="2584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15"/>
              <p:cNvSpPr/>
              <p:nvPr/>
            </p:nvSpPr>
            <p:spPr>
              <a:xfrm>
                <a:off x="8021034" y="482813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15"/>
              <p:cNvSpPr/>
              <p:nvPr/>
            </p:nvSpPr>
            <p:spPr>
              <a:xfrm>
                <a:off x="7677393" y="482813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15"/>
              <p:cNvSpPr/>
              <p:nvPr/>
            </p:nvSpPr>
            <p:spPr>
              <a:xfrm rot="10800000" flipH="1">
                <a:off x="1259505" y="99771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15"/>
              <p:cNvSpPr/>
              <p:nvPr/>
            </p:nvSpPr>
            <p:spPr>
              <a:xfrm rot="10800000" flipH="1">
                <a:off x="458073" y="99771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15"/>
              <p:cNvSpPr/>
              <p:nvPr/>
            </p:nvSpPr>
            <p:spPr>
              <a:xfrm rot="10800000" flipH="1">
                <a:off x="114432" y="99771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Google Shape;2085;p15"/>
              <p:cNvSpPr/>
              <p:nvPr/>
            </p:nvSpPr>
            <p:spPr>
              <a:xfrm rot="10800000" flipH="1">
                <a:off x="915863" y="210221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Google Shape;2086;p15"/>
              <p:cNvSpPr/>
              <p:nvPr/>
            </p:nvSpPr>
            <p:spPr>
              <a:xfrm rot="10800000" flipH="1">
                <a:off x="686780" y="210221"/>
                <a:ext cx="92544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15"/>
              <p:cNvSpPr/>
              <p:nvPr/>
            </p:nvSpPr>
            <p:spPr>
              <a:xfrm rot="10800000" flipH="1">
                <a:off x="343515" y="210221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2" y="2572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15"/>
              <p:cNvSpPr/>
              <p:nvPr/>
            </p:nvSpPr>
            <p:spPr>
              <a:xfrm rot="10800000" flipH="1">
                <a:off x="8936990" y="99771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15"/>
              <p:cNvSpPr/>
              <p:nvPr/>
            </p:nvSpPr>
            <p:spPr>
              <a:xfrm rot="10800000" flipH="1">
                <a:off x="8822432" y="99771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15"/>
              <p:cNvSpPr/>
              <p:nvPr/>
            </p:nvSpPr>
            <p:spPr>
              <a:xfrm rot="10800000" flipH="1">
                <a:off x="8593759" y="99771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15"/>
              <p:cNvSpPr/>
              <p:nvPr/>
            </p:nvSpPr>
            <p:spPr>
              <a:xfrm rot="10800000" flipH="1">
                <a:off x="8936990" y="210221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15"/>
              <p:cNvSpPr/>
              <p:nvPr/>
            </p:nvSpPr>
            <p:spPr>
              <a:xfrm rot="10800000" flipH="1">
                <a:off x="8479201" y="210221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2" y="2572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15"/>
              <p:cNvSpPr/>
              <p:nvPr/>
            </p:nvSpPr>
            <p:spPr>
              <a:xfrm rot="10800000" flipH="1">
                <a:off x="8250118" y="210221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94" name="Google Shape;2094;p15"/>
            <p:cNvSpPr/>
            <p:nvPr/>
          </p:nvSpPr>
          <p:spPr>
            <a:xfrm rot="5400000" flipH="1">
              <a:off x="6990300" y="2459000"/>
              <a:ext cx="4095000" cy="211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15"/>
            <p:cNvSpPr/>
            <p:nvPr/>
          </p:nvSpPr>
          <p:spPr>
            <a:xfrm>
              <a:off x="1145627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15"/>
            <p:cNvSpPr/>
            <p:nvPr/>
          </p:nvSpPr>
          <p:spPr>
            <a:xfrm>
              <a:off x="1259783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15"/>
            <p:cNvSpPr/>
            <p:nvPr/>
          </p:nvSpPr>
          <p:spPr>
            <a:xfrm>
              <a:off x="573089" y="4625544"/>
              <a:ext cx="92027" cy="88691"/>
            </a:xfrm>
            <a:custGeom>
              <a:avLst/>
              <a:gdLst/>
              <a:ahLst/>
              <a:cxnLst/>
              <a:rect l="l" t="t" r="r" b="b"/>
              <a:pathLst>
                <a:path w="2620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20" y="2525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15"/>
            <p:cNvSpPr/>
            <p:nvPr/>
          </p:nvSpPr>
          <p:spPr>
            <a:xfrm>
              <a:off x="1718129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15"/>
            <p:cNvSpPr/>
            <p:nvPr/>
          </p:nvSpPr>
          <p:spPr>
            <a:xfrm>
              <a:off x="1603551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15"/>
            <p:cNvSpPr/>
            <p:nvPr/>
          </p:nvSpPr>
          <p:spPr>
            <a:xfrm>
              <a:off x="1488973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15"/>
            <p:cNvSpPr/>
            <p:nvPr/>
          </p:nvSpPr>
          <p:spPr>
            <a:xfrm>
              <a:off x="1374361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15"/>
            <p:cNvSpPr/>
            <p:nvPr/>
          </p:nvSpPr>
          <p:spPr>
            <a:xfrm>
              <a:off x="1031014" y="4625544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15"/>
            <p:cNvSpPr/>
            <p:nvPr/>
          </p:nvSpPr>
          <p:spPr>
            <a:xfrm>
              <a:off x="916436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15"/>
            <p:cNvSpPr/>
            <p:nvPr/>
          </p:nvSpPr>
          <p:spPr>
            <a:xfrm>
              <a:off x="80185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15"/>
            <p:cNvSpPr/>
            <p:nvPr/>
          </p:nvSpPr>
          <p:spPr>
            <a:xfrm>
              <a:off x="687245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15"/>
            <p:cNvSpPr/>
            <p:nvPr/>
          </p:nvSpPr>
          <p:spPr>
            <a:xfrm>
              <a:off x="3552392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15"/>
            <p:cNvSpPr/>
            <p:nvPr/>
          </p:nvSpPr>
          <p:spPr>
            <a:xfrm>
              <a:off x="3437814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15"/>
            <p:cNvSpPr/>
            <p:nvPr/>
          </p:nvSpPr>
          <p:spPr>
            <a:xfrm>
              <a:off x="3323201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15"/>
            <p:cNvSpPr/>
            <p:nvPr/>
          </p:nvSpPr>
          <p:spPr>
            <a:xfrm>
              <a:off x="3208623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15"/>
            <p:cNvSpPr/>
            <p:nvPr/>
          </p:nvSpPr>
          <p:spPr>
            <a:xfrm>
              <a:off x="3094045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15"/>
            <p:cNvSpPr/>
            <p:nvPr/>
          </p:nvSpPr>
          <p:spPr>
            <a:xfrm>
              <a:off x="2865276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15"/>
            <p:cNvSpPr/>
            <p:nvPr/>
          </p:nvSpPr>
          <p:spPr>
            <a:xfrm>
              <a:off x="2979854" y="4625544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15"/>
            <p:cNvSpPr/>
            <p:nvPr/>
          </p:nvSpPr>
          <p:spPr>
            <a:xfrm>
              <a:off x="2750699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15"/>
            <p:cNvSpPr/>
            <p:nvPr/>
          </p:nvSpPr>
          <p:spPr>
            <a:xfrm>
              <a:off x="2636086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15"/>
            <p:cNvSpPr/>
            <p:nvPr/>
          </p:nvSpPr>
          <p:spPr>
            <a:xfrm>
              <a:off x="252150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15"/>
            <p:cNvSpPr/>
            <p:nvPr/>
          </p:nvSpPr>
          <p:spPr>
            <a:xfrm>
              <a:off x="2292739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15"/>
            <p:cNvSpPr/>
            <p:nvPr/>
          </p:nvSpPr>
          <p:spPr>
            <a:xfrm>
              <a:off x="2407352" y="4625965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15"/>
            <p:cNvSpPr/>
            <p:nvPr/>
          </p:nvSpPr>
          <p:spPr>
            <a:xfrm>
              <a:off x="2178161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15"/>
            <p:cNvSpPr/>
            <p:nvPr/>
          </p:nvSpPr>
          <p:spPr>
            <a:xfrm>
              <a:off x="2063583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15"/>
            <p:cNvSpPr/>
            <p:nvPr/>
          </p:nvSpPr>
          <p:spPr>
            <a:xfrm>
              <a:off x="1949006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15"/>
            <p:cNvSpPr/>
            <p:nvPr/>
          </p:nvSpPr>
          <p:spPr>
            <a:xfrm>
              <a:off x="1834814" y="4625965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15"/>
            <p:cNvSpPr/>
            <p:nvPr/>
          </p:nvSpPr>
          <p:spPr>
            <a:xfrm>
              <a:off x="5382896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15"/>
            <p:cNvSpPr/>
            <p:nvPr/>
          </p:nvSpPr>
          <p:spPr>
            <a:xfrm>
              <a:off x="5268283" y="4625544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15"/>
            <p:cNvSpPr/>
            <p:nvPr/>
          </p:nvSpPr>
          <p:spPr>
            <a:xfrm>
              <a:off x="5153705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15"/>
            <p:cNvSpPr/>
            <p:nvPr/>
          </p:nvSpPr>
          <p:spPr>
            <a:xfrm>
              <a:off x="5039127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15"/>
            <p:cNvSpPr/>
            <p:nvPr/>
          </p:nvSpPr>
          <p:spPr>
            <a:xfrm>
              <a:off x="4924936" y="4625965"/>
              <a:ext cx="92063" cy="88269"/>
            </a:xfrm>
            <a:custGeom>
              <a:avLst/>
              <a:gdLst/>
              <a:ahLst/>
              <a:cxnLst/>
              <a:rect l="l" t="t" r="r" b="b"/>
              <a:pathLst>
                <a:path w="2621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15"/>
            <p:cNvSpPr/>
            <p:nvPr/>
          </p:nvSpPr>
          <p:spPr>
            <a:xfrm>
              <a:off x="4695781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15"/>
            <p:cNvSpPr/>
            <p:nvPr/>
          </p:nvSpPr>
          <p:spPr>
            <a:xfrm>
              <a:off x="481035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15"/>
            <p:cNvSpPr/>
            <p:nvPr/>
          </p:nvSpPr>
          <p:spPr>
            <a:xfrm>
              <a:off x="4581168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15"/>
            <p:cNvSpPr/>
            <p:nvPr/>
          </p:nvSpPr>
          <p:spPr>
            <a:xfrm>
              <a:off x="4466590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15"/>
            <p:cNvSpPr/>
            <p:nvPr/>
          </p:nvSpPr>
          <p:spPr>
            <a:xfrm>
              <a:off x="4352434" y="4625965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15"/>
            <p:cNvSpPr/>
            <p:nvPr/>
          </p:nvSpPr>
          <p:spPr>
            <a:xfrm>
              <a:off x="4123243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15"/>
            <p:cNvSpPr/>
            <p:nvPr/>
          </p:nvSpPr>
          <p:spPr>
            <a:xfrm>
              <a:off x="4237821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15"/>
            <p:cNvSpPr/>
            <p:nvPr/>
          </p:nvSpPr>
          <p:spPr>
            <a:xfrm>
              <a:off x="4008665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15"/>
            <p:cNvSpPr/>
            <p:nvPr/>
          </p:nvSpPr>
          <p:spPr>
            <a:xfrm>
              <a:off x="3894052" y="4625544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15"/>
            <p:cNvSpPr/>
            <p:nvPr/>
          </p:nvSpPr>
          <p:spPr>
            <a:xfrm>
              <a:off x="3779896" y="4625965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15"/>
            <p:cNvSpPr/>
            <p:nvPr/>
          </p:nvSpPr>
          <p:spPr>
            <a:xfrm>
              <a:off x="3665318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15"/>
            <p:cNvSpPr/>
            <p:nvPr/>
          </p:nvSpPr>
          <p:spPr>
            <a:xfrm>
              <a:off x="721715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15"/>
            <p:cNvSpPr/>
            <p:nvPr/>
          </p:nvSpPr>
          <p:spPr>
            <a:xfrm>
              <a:off x="7102545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15"/>
            <p:cNvSpPr/>
            <p:nvPr/>
          </p:nvSpPr>
          <p:spPr>
            <a:xfrm>
              <a:off x="698796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15"/>
            <p:cNvSpPr/>
            <p:nvPr/>
          </p:nvSpPr>
          <p:spPr>
            <a:xfrm>
              <a:off x="6873390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15"/>
            <p:cNvSpPr/>
            <p:nvPr/>
          </p:nvSpPr>
          <p:spPr>
            <a:xfrm>
              <a:off x="6759199" y="4625965"/>
              <a:ext cx="92063" cy="88269"/>
            </a:xfrm>
            <a:custGeom>
              <a:avLst/>
              <a:gdLst/>
              <a:ahLst/>
              <a:cxnLst/>
              <a:rect l="l" t="t" r="r" b="b"/>
              <a:pathLst>
                <a:path w="2621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15"/>
            <p:cNvSpPr/>
            <p:nvPr/>
          </p:nvSpPr>
          <p:spPr>
            <a:xfrm>
              <a:off x="6530043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1" y="2525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15"/>
            <p:cNvSpPr/>
            <p:nvPr/>
          </p:nvSpPr>
          <p:spPr>
            <a:xfrm>
              <a:off x="6644621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15"/>
            <p:cNvSpPr/>
            <p:nvPr/>
          </p:nvSpPr>
          <p:spPr>
            <a:xfrm>
              <a:off x="6415430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15"/>
            <p:cNvSpPr/>
            <p:nvPr/>
          </p:nvSpPr>
          <p:spPr>
            <a:xfrm>
              <a:off x="6300853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15"/>
            <p:cNvSpPr/>
            <p:nvPr/>
          </p:nvSpPr>
          <p:spPr>
            <a:xfrm>
              <a:off x="6186696" y="4625965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19" y="2513"/>
                  </a:lnTo>
                  <a:lnTo>
                    <a:pt x="26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15"/>
            <p:cNvSpPr/>
            <p:nvPr/>
          </p:nvSpPr>
          <p:spPr>
            <a:xfrm>
              <a:off x="5957506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15"/>
            <p:cNvSpPr/>
            <p:nvPr/>
          </p:nvSpPr>
          <p:spPr>
            <a:xfrm>
              <a:off x="6072083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15"/>
            <p:cNvSpPr/>
            <p:nvPr/>
          </p:nvSpPr>
          <p:spPr>
            <a:xfrm>
              <a:off x="584292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15"/>
            <p:cNvSpPr/>
            <p:nvPr/>
          </p:nvSpPr>
          <p:spPr>
            <a:xfrm>
              <a:off x="5728315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15"/>
            <p:cNvSpPr/>
            <p:nvPr/>
          </p:nvSpPr>
          <p:spPr>
            <a:xfrm>
              <a:off x="5613737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15"/>
            <p:cNvSpPr/>
            <p:nvPr/>
          </p:nvSpPr>
          <p:spPr>
            <a:xfrm>
              <a:off x="5499581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15"/>
            <p:cNvSpPr/>
            <p:nvPr/>
          </p:nvSpPr>
          <p:spPr>
            <a:xfrm>
              <a:off x="8936808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15"/>
            <p:cNvSpPr/>
            <p:nvPr/>
          </p:nvSpPr>
          <p:spPr>
            <a:xfrm>
              <a:off x="8822230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15"/>
            <p:cNvSpPr/>
            <p:nvPr/>
          </p:nvSpPr>
          <p:spPr>
            <a:xfrm>
              <a:off x="8707618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15"/>
            <p:cNvSpPr/>
            <p:nvPr/>
          </p:nvSpPr>
          <p:spPr>
            <a:xfrm>
              <a:off x="8593461" y="4625965"/>
              <a:ext cx="92027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15"/>
            <p:cNvSpPr/>
            <p:nvPr/>
          </p:nvSpPr>
          <p:spPr>
            <a:xfrm>
              <a:off x="8364271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15"/>
            <p:cNvSpPr/>
            <p:nvPr/>
          </p:nvSpPr>
          <p:spPr>
            <a:xfrm>
              <a:off x="8478884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1" y="2525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15"/>
            <p:cNvSpPr/>
            <p:nvPr/>
          </p:nvSpPr>
          <p:spPr>
            <a:xfrm>
              <a:off x="8249693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15"/>
            <p:cNvSpPr/>
            <p:nvPr/>
          </p:nvSpPr>
          <p:spPr>
            <a:xfrm>
              <a:off x="8135115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15"/>
            <p:cNvSpPr/>
            <p:nvPr/>
          </p:nvSpPr>
          <p:spPr>
            <a:xfrm>
              <a:off x="8020924" y="4625544"/>
              <a:ext cx="92063" cy="88691"/>
            </a:xfrm>
            <a:custGeom>
              <a:avLst/>
              <a:gdLst/>
              <a:ahLst/>
              <a:cxnLst/>
              <a:rect l="l" t="t" r="r" b="b"/>
              <a:pathLst>
                <a:path w="2621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20" y="2525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15"/>
            <p:cNvSpPr/>
            <p:nvPr/>
          </p:nvSpPr>
          <p:spPr>
            <a:xfrm>
              <a:off x="779176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15"/>
            <p:cNvSpPr/>
            <p:nvPr/>
          </p:nvSpPr>
          <p:spPr>
            <a:xfrm>
              <a:off x="7906346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15"/>
            <p:cNvSpPr/>
            <p:nvPr/>
          </p:nvSpPr>
          <p:spPr>
            <a:xfrm>
              <a:off x="7677155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15"/>
            <p:cNvSpPr/>
            <p:nvPr/>
          </p:nvSpPr>
          <p:spPr>
            <a:xfrm>
              <a:off x="756257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15"/>
            <p:cNvSpPr/>
            <p:nvPr/>
          </p:nvSpPr>
          <p:spPr>
            <a:xfrm>
              <a:off x="7448000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15"/>
            <p:cNvSpPr/>
            <p:nvPr/>
          </p:nvSpPr>
          <p:spPr>
            <a:xfrm>
              <a:off x="7333809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15"/>
            <p:cNvSpPr/>
            <p:nvPr/>
          </p:nvSpPr>
          <p:spPr>
            <a:xfrm>
              <a:off x="572668" y="4515568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15"/>
            <p:cNvSpPr/>
            <p:nvPr/>
          </p:nvSpPr>
          <p:spPr>
            <a:xfrm>
              <a:off x="572668" y="4405135"/>
              <a:ext cx="92449" cy="88304"/>
            </a:xfrm>
            <a:custGeom>
              <a:avLst/>
              <a:gdLst/>
              <a:ahLst/>
              <a:cxnLst/>
              <a:rect l="l" t="t" r="r" b="b"/>
              <a:pathLst>
                <a:path w="2632" h="2514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15"/>
            <p:cNvSpPr/>
            <p:nvPr/>
          </p:nvSpPr>
          <p:spPr>
            <a:xfrm>
              <a:off x="572668" y="4294315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15"/>
            <p:cNvSpPr/>
            <p:nvPr/>
          </p:nvSpPr>
          <p:spPr>
            <a:xfrm>
              <a:off x="573089" y="4183917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15"/>
            <p:cNvSpPr/>
            <p:nvPr/>
          </p:nvSpPr>
          <p:spPr>
            <a:xfrm>
              <a:off x="573089" y="4073519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15"/>
            <p:cNvSpPr/>
            <p:nvPr/>
          </p:nvSpPr>
          <p:spPr>
            <a:xfrm>
              <a:off x="573089" y="3963122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15"/>
            <p:cNvSpPr/>
            <p:nvPr/>
          </p:nvSpPr>
          <p:spPr>
            <a:xfrm>
              <a:off x="572668" y="3852689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15"/>
            <p:cNvSpPr/>
            <p:nvPr/>
          </p:nvSpPr>
          <p:spPr>
            <a:xfrm>
              <a:off x="572668" y="3742291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15"/>
            <p:cNvSpPr/>
            <p:nvPr/>
          </p:nvSpPr>
          <p:spPr>
            <a:xfrm>
              <a:off x="572668" y="3631893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15"/>
            <p:cNvSpPr/>
            <p:nvPr/>
          </p:nvSpPr>
          <p:spPr>
            <a:xfrm>
              <a:off x="573089" y="352149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15"/>
            <p:cNvSpPr/>
            <p:nvPr/>
          </p:nvSpPr>
          <p:spPr>
            <a:xfrm>
              <a:off x="573089" y="3411062"/>
              <a:ext cx="92449" cy="88304"/>
            </a:xfrm>
            <a:custGeom>
              <a:avLst/>
              <a:gdLst/>
              <a:ahLst/>
              <a:cxnLst/>
              <a:rect l="l" t="t" r="r" b="b"/>
              <a:pathLst>
                <a:path w="2632" h="2514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15"/>
            <p:cNvSpPr/>
            <p:nvPr/>
          </p:nvSpPr>
          <p:spPr>
            <a:xfrm>
              <a:off x="573089" y="3300664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15"/>
            <p:cNvSpPr/>
            <p:nvPr/>
          </p:nvSpPr>
          <p:spPr>
            <a:xfrm>
              <a:off x="572668" y="3190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15"/>
            <p:cNvSpPr/>
            <p:nvPr/>
          </p:nvSpPr>
          <p:spPr>
            <a:xfrm>
              <a:off x="572668" y="3079868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15"/>
            <p:cNvSpPr/>
            <p:nvPr/>
          </p:nvSpPr>
          <p:spPr>
            <a:xfrm>
              <a:off x="572668" y="2969435"/>
              <a:ext cx="92449" cy="88304"/>
            </a:xfrm>
            <a:custGeom>
              <a:avLst/>
              <a:gdLst/>
              <a:ahLst/>
              <a:cxnLst/>
              <a:rect l="l" t="t" r="r" b="b"/>
              <a:pathLst>
                <a:path w="2632" h="2514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15"/>
            <p:cNvSpPr/>
            <p:nvPr/>
          </p:nvSpPr>
          <p:spPr>
            <a:xfrm>
              <a:off x="573089" y="2859037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15"/>
            <p:cNvSpPr/>
            <p:nvPr/>
          </p:nvSpPr>
          <p:spPr>
            <a:xfrm>
              <a:off x="573089" y="2748640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15"/>
            <p:cNvSpPr/>
            <p:nvPr/>
          </p:nvSpPr>
          <p:spPr>
            <a:xfrm>
              <a:off x="573089" y="2638242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15"/>
            <p:cNvSpPr/>
            <p:nvPr/>
          </p:nvSpPr>
          <p:spPr>
            <a:xfrm>
              <a:off x="572668" y="2527387"/>
              <a:ext cx="92449" cy="88726"/>
            </a:xfrm>
            <a:custGeom>
              <a:avLst/>
              <a:gdLst/>
              <a:ahLst/>
              <a:cxnLst/>
              <a:rect l="l" t="t" r="r" b="b"/>
              <a:pathLst>
                <a:path w="2632" h="2526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15"/>
            <p:cNvSpPr/>
            <p:nvPr/>
          </p:nvSpPr>
          <p:spPr>
            <a:xfrm>
              <a:off x="572668" y="2416989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15"/>
            <p:cNvSpPr/>
            <p:nvPr/>
          </p:nvSpPr>
          <p:spPr>
            <a:xfrm>
              <a:off x="572668" y="2306591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15"/>
            <p:cNvSpPr/>
            <p:nvPr/>
          </p:nvSpPr>
          <p:spPr>
            <a:xfrm>
              <a:off x="573089" y="2196194"/>
              <a:ext cx="92027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20" y="2512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15"/>
            <p:cNvSpPr/>
            <p:nvPr/>
          </p:nvSpPr>
          <p:spPr>
            <a:xfrm>
              <a:off x="573089" y="2085761"/>
              <a:ext cx="92449" cy="88304"/>
            </a:xfrm>
            <a:custGeom>
              <a:avLst/>
              <a:gdLst/>
              <a:ahLst/>
              <a:cxnLst/>
              <a:rect l="l" t="t" r="r" b="b"/>
              <a:pathLst>
                <a:path w="2632" h="2514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15"/>
            <p:cNvSpPr/>
            <p:nvPr/>
          </p:nvSpPr>
          <p:spPr>
            <a:xfrm>
              <a:off x="573089" y="1975363"/>
              <a:ext cx="92027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15"/>
            <p:cNvSpPr/>
            <p:nvPr/>
          </p:nvSpPr>
          <p:spPr>
            <a:xfrm>
              <a:off x="572668" y="1864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15"/>
            <p:cNvSpPr/>
            <p:nvPr/>
          </p:nvSpPr>
          <p:spPr>
            <a:xfrm>
              <a:off x="572668" y="1754567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15"/>
            <p:cNvSpPr/>
            <p:nvPr/>
          </p:nvSpPr>
          <p:spPr>
            <a:xfrm>
              <a:off x="572668" y="1644169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15"/>
            <p:cNvSpPr/>
            <p:nvPr/>
          </p:nvSpPr>
          <p:spPr>
            <a:xfrm>
              <a:off x="573089" y="153373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15"/>
            <p:cNvSpPr/>
            <p:nvPr/>
          </p:nvSpPr>
          <p:spPr>
            <a:xfrm>
              <a:off x="573089" y="1423338"/>
              <a:ext cx="92027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15"/>
            <p:cNvSpPr/>
            <p:nvPr/>
          </p:nvSpPr>
          <p:spPr>
            <a:xfrm>
              <a:off x="573089" y="1312940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15"/>
            <p:cNvSpPr/>
            <p:nvPr/>
          </p:nvSpPr>
          <p:spPr>
            <a:xfrm>
              <a:off x="572668" y="1202542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15"/>
            <p:cNvSpPr/>
            <p:nvPr/>
          </p:nvSpPr>
          <p:spPr>
            <a:xfrm>
              <a:off x="572668" y="1092109"/>
              <a:ext cx="92449" cy="88304"/>
            </a:xfrm>
            <a:custGeom>
              <a:avLst/>
              <a:gdLst/>
              <a:ahLst/>
              <a:cxnLst/>
              <a:rect l="l" t="t" r="r" b="b"/>
              <a:pathLst>
                <a:path w="2632" h="2514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15"/>
            <p:cNvSpPr/>
            <p:nvPr/>
          </p:nvSpPr>
          <p:spPr>
            <a:xfrm>
              <a:off x="572668" y="981712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15"/>
            <p:cNvSpPr/>
            <p:nvPr/>
          </p:nvSpPr>
          <p:spPr>
            <a:xfrm>
              <a:off x="573089" y="870892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15"/>
            <p:cNvSpPr/>
            <p:nvPr/>
          </p:nvSpPr>
          <p:spPr>
            <a:xfrm>
              <a:off x="573089" y="76049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4"/>
                  </a:lnTo>
                  <a:lnTo>
                    <a:pt x="2632" y="2524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15"/>
            <p:cNvSpPr/>
            <p:nvPr/>
          </p:nvSpPr>
          <p:spPr>
            <a:xfrm>
              <a:off x="573089" y="650061"/>
              <a:ext cx="92027" cy="88304"/>
            </a:xfrm>
            <a:custGeom>
              <a:avLst/>
              <a:gdLst/>
              <a:ahLst/>
              <a:cxnLst/>
              <a:rect l="l" t="t" r="r" b="b"/>
              <a:pathLst>
                <a:path w="2620" h="2514" extrusionOk="0">
                  <a:moveTo>
                    <a:pt x="0" y="1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15"/>
            <p:cNvSpPr/>
            <p:nvPr/>
          </p:nvSpPr>
          <p:spPr>
            <a:xfrm>
              <a:off x="572668" y="539663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15"/>
            <p:cNvSpPr/>
            <p:nvPr/>
          </p:nvSpPr>
          <p:spPr>
            <a:xfrm>
              <a:off x="1717707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15"/>
            <p:cNvSpPr/>
            <p:nvPr/>
          </p:nvSpPr>
          <p:spPr>
            <a:xfrm>
              <a:off x="1488973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15"/>
            <p:cNvSpPr/>
            <p:nvPr/>
          </p:nvSpPr>
          <p:spPr>
            <a:xfrm>
              <a:off x="1603551" y="429266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15"/>
            <p:cNvSpPr/>
            <p:nvPr/>
          </p:nvSpPr>
          <p:spPr>
            <a:xfrm>
              <a:off x="1374361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15"/>
            <p:cNvSpPr/>
            <p:nvPr/>
          </p:nvSpPr>
          <p:spPr>
            <a:xfrm>
              <a:off x="1145205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15"/>
            <p:cNvSpPr/>
            <p:nvPr/>
          </p:nvSpPr>
          <p:spPr>
            <a:xfrm>
              <a:off x="1030592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15"/>
            <p:cNvSpPr/>
            <p:nvPr/>
          </p:nvSpPr>
          <p:spPr>
            <a:xfrm>
              <a:off x="916436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15"/>
            <p:cNvSpPr/>
            <p:nvPr/>
          </p:nvSpPr>
          <p:spPr>
            <a:xfrm>
              <a:off x="801858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1" y="2525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15"/>
            <p:cNvSpPr/>
            <p:nvPr/>
          </p:nvSpPr>
          <p:spPr>
            <a:xfrm>
              <a:off x="687245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15"/>
            <p:cNvSpPr/>
            <p:nvPr/>
          </p:nvSpPr>
          <p:spPr>
            <a:xfrm>
              <a:off x="572668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15"/>
            <p:cNvSpPr/>
            <p:nvPr/>
          </p:nvSpPr>
          <p:spPr>
            <a:xfrm>
              <a:off x="3551970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15"/>
            <p:cNvSpPr/>
            <p:nvPr/>
          </p:nvSpPr>
          <p:spPr>
            <a:xfrm>
              <a:off x="3323201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15"/>
            <p:cNvSpPr/>
            <p:nvPr/>
          </p:nvSpPr>
          <p:spPr>
            <a:xfrm>
              <a:off x="3437814" y="429266"/>
              <a:ext cx="92028" cy="88691"/>
            </a:xfrm>
            <a:custGeom>
              <a:avLst/>
              <a:gdLst/>
              <a:ahLst/>
              <a:cxnLst/>
              <a:rect l="l" t="t" r="r" b="b"/>
              <a:pathLst>
                <a:path w="2620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20" y="2525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15"/>
            <p:cNvSpPr/>
            <p:nvPr/>
          </p:nvSpPr>
          <p:spPr>
            <a:xfrm>
              <a:off x="3208623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15"/>
            <p:cNvSpPr/>
            <p:nvPr/>
          </p:nvSpPr>
          <p:spPr>
            <a:xfrm>
              <a:off x="3094045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15"/>
            <p:cNvSpPr/>
            <p:nvPr/>
          </p:nvSpPr>
          <p:spPr>
            <a:xfrm>
              <a:off x="2979468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1" y="2525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15"/>
            <p:cNvSpPr/>
            <p:nvPr/>
          </p:nvSpPr>
          <p:spPr>
            <a:xfrm>
              <a:off x="2864855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15"/>
            <p:cNvSpPr/>
            <p:nvPr/>
          </p:nvSpPr>
          <p:spPr>
            <a:xfrm>
              <a:off x="2750699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15"/>
            <p:cNvSpPr/>
            <p:nvPr/>
          </p:nvSpPr>
          <p:spPr>
            <a:xfrm>
              <a:off x="2636086" y="429266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15"/>
            <p:cNvSpPr/>
            <p:nvPr/>
          </p:nvSpPr>
          <p:spPr>
            <a:xfrm>
              <a:off x="2521508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15"/>
            <p:cNvSpPr/>
            <p:nvPr/>
          </p:nvSpPr>
          <p:spPr>
            <a:xfrm>
              <a:off x="2406930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15"/>
            <p:cNvSpPr/>
            <p:nvPr/>
          </p:nvSpPr>
          <p:spPr>
            <a:xfrm>
              <a:off x="2178161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15"/>
            <p:cNvSpPr/>
            <p:nvPr/>
          </p:nvSpPr>
          <p:spPr>
            <a:xfrm>
              <a:off x="2292352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15"/>
            <p:cNvSpPr/>
            <p:nvPr/>
          </p:nvSpPr>
          <p:spPr>
            <a:xfrm>
              <a:off x="2063583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15"/>
            <p:cNvSpPr/>
            <p:nvPr/>
          </p:nvSpPr>
          <p:spPr>
            <a:xfrm>
              <a:off x="1949006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1" y="2525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15"/>
            <p:cNvSpPr/>
            <p:nvPr/>
          </p:nvSpPr>
          <p:spPr>
            <a:xfrm>
              <a:off x="1834393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15"/>
            <p:cNvSpPr/>
            <p:nvPr/>
          </p:nvSpPr>
          <p:spPr>
            <a:xfrm>
              <a:off x="5382474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15"/>
            <p:cNvSpPr/>
            <p:nvPr/>
          </p:nvSpPr>
          <p:spPr>
            <a:xfrm>
              <a:off x="5153705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15"/>
            <p:cNvSpPr/>
            <p:nvPr/>
          </p:nvSpPr>
          <p:spPr>
            <a:xfrm>
              <a:off x="5268283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15"/>
            <p:cNvSpPr/>
            <p:nvPr/>
          </p:nvSpPr>
          <p:spPr>
            <a:xfrm>
              <a:off x="5039127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15"/>
            <p:cNvSpPr/>
            <p:nvPr/>
          </p:nvSpPr>
          <p:spPr>
            <a:xfrm>
              <a:off x="4924515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15"/>
            <p:cNvSpPr/>
            <p:nvPr/>
          </p:nvSpPr>
          <p:spPr>
            <a:xfrm>
              <a:off x="4809937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15"/>
            <p:cNvSpPr/>
            <p:nvPr/>
          </p:nvSpPr>
          <p:spPr>
            <a:xfrm>
              <a:off x="4695780" y="429266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15"/>
            <p:cNvSpPr/>
            <p:nvPr/>
          </p:nvSpPr>
          <p:spPr>
            <a:xfrm>
              <a:off x="4581168" y="429266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15"/>
            <p:cNvSpPr/>
            <p:nvPr/>
          </p:nvSpPr>
          <p:spPr>
            <a:xfrm>
              <a:off x="4466590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15"/>
            <p:cNvSpPr/>
            <p:nvPr/>
          </p:nvSpPr>
          <p:spPr>
            <a:xfrm>
              <a:off x="4352012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15"/>
            <p:cNvSpPr/>
            <p:nvPr/>
          </p:nvSpPr>
          <p:spPr>
            <a:xfrm>
              <a:off x="4237434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15"/>
            <p:cNvSpPr/>
            <p:nvPr/>
          </p:nvSpPr>
          <p:spPr>
            <a:xfrm>
              <a:off x="4008665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15"/>
            <p:cNvSpPr/>
            <p:nvPr/>
          </p:nvSpPr>
          <p:spPr>
            <a:xfrm>
              <a:off x="4123243" y="429266"/>
              <a:ext cx="92028" cy="88691"/>
            </a:xfrm>
            <a:custGeom>
              <a:avLst/>
              <a:gdLst/>
              <a:ahLst/>
              <a:cxnLst/>
              <a:rect l="l" t="t" r="r" b="b"/>
              <a:pathLst>
                <a:path w="2620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20" y="2525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15"/>
            <p:cNvSpPr/>
            <p:nvPr/>
          </p:nvSpPr>
          <p:spPr>
            <a:xfrm>
              <a:off x="3894052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15"/>
            <p:cNvSpPr/>
            <p:nvPr/>
          </p:nvSpPr>
          <p:spPr>
            <a:xfrm>
              <a:off x="3779475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15"/>
            <p:cNvSpPr/>
            <p:nvPr/>
          </p:nvSpPr>
          <p:spPr>
            <a:xfrm>
              <a:off x="3664897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15"/>
            <p:cNvSpPr/>
            <p:nvPr/>
          </p:nvSpPr>
          <p:spPr>
            <a:xfrm>
              <a:off x="7216737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15"/>
            <p:cNvSpPr/>
            <p:nvPr/>
          </p:nvSpPr>
          <p:spPr>
            <a:xfrm>
              <a:off x="6987968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15"/>
            <p:cNvSpPr/>
            <p:nvPr/>
          </p:nvSpPr>
          <p:spPr>
            <a:xfrm>
              <a:off x="7102545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15"/>
            <p:cNvSpPr/>
            <p:nvPr/>
          </p:nvSpPr>
          <p:spPr>
            <a:xfrm>
              <a:off x="6873390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1" y="2525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15"/>
            <p:cNvSpPr/>
            <p:nvPr/>
          </p:nvSpPr>
          <p:spPr>
            <a:xfrm>
              <a:off x="6758777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15"/>
            <p:cNvSpPr/>
            <p:nvPr/>
          </p:nvSpPr>
          <p:spPr>
            <a:xfrm>
              <a:off x="6644199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15"/>
            <p:cNvSpPr/>
            <p:nvPr/>
          </p:nvSpPr>
          <p:spPr>
            <a:xfrm>
              <a:off x="6530043" y="429266"/>
              <a:ext cx="92028" cy="88691"/>
            </a:xfrm>
            <a:custGeom>
              <a:avLst/>
              <a:gdLst/>
              <a:ahLst/>
              <a:cxnLst/>
              <a:rect l="l" t="t" r="r" b="b"/>
              <a:pathLst>
                <a:path w="2620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19" y="2525"/>
                  </a:lnTo>
                  <a:lnTo>
                    <a:pt x="26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15"/>
            <p:cNvSpPr/>
            <p:nvPr/>
          </p:nvSpPr>
          <p:spPr>
            <a:xfrm>
              <a:off x="6415430" y="429266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15"/>
            <p:cNvSpPr/>
            <p:nvPr/>
          </p:nvSpPr>
          <p:spPr>
            <a:xfrm>
              <a:off x="6300853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15"/>
            <p:cNvSpPr/>
            <p:nvPr/>
          </p:nvSpPr>
          <p:spPr>
            <a:xfrm>
              <a:off x="6186275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15"/>
            <p:cNvSpPr/>
            <p:nvPr/>
          </p:nvSpPr>
          <p:spPr>
            <a:xfrm>
              <a:off x="6071662" y="429266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15"/>
            <p:cNvSpPr/>
            <p:nvPr/>
          </p:nvSpPr>
          <p:spPr>
            <a:xfrm>
              <a:off x="5842928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15"/>
            <p:cNvSpPr/>
            <p:nvPr/>
          </p:nvSpPr>
          <p:spPr>
            <a:xfrm>
              <a:off x="5957506" y="429266"/>
              <a:ext cx="92028" cy="88691"/>
            </a:xfrm>
            <a:custGeom>
              <a:avLst/>
              <a:gdLst/>
              <a:ahLst/>
              <a:cxnLst/>
              <a:rect l="l" t="t" r="r" b="b"/>
              <a:pathLst>
                <a:path w="2620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20" y="2525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15"/>
            <p:cNvSpPr/>
            <p:nvPr/>
          </p:nvSpPr>
          <p:spPr>
            <a:xfrm>
              <a:off x="5728315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15"/>
            <p:cNvSpPr/>
            <p:nvPr/>
          </p:nvSpPr>
          <p:spPr>
            <a:xfrm>
              <a:off x="5613737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15"/>
            <p:cNvSpPr/>
            <p:nvPr/>
          </p:nvSpPr>
          <p:spPr>
            <a:xfrm>
              <a:off x="5499160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1" y="2525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15"/>
            <p:cNvSpPr/>
            <p:nvPr/>
          </p:nvSpPr>
          <p:spPr>
            <a:xfrm>
              <a:off x="8822230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15"/>
            <p:cNvSpPr/>
            <p:nvPr/>
          </p:nvSpPr>
          <p:spPr>
            <a:xfrm>
              <a:off x="8936808" y="429266"/>
              <a:ext cx="92027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15"/>
            <p:cNvSpPr/>
            <p:nvPr/>
          </p:nvSpPr>
          <p:spPr>
            <a:xfrm>
              <a:off x="8707618" y="429266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15"/>
            <p:cNvSpPr/>
            <p:nvPr/>
          </p:nvSpPr>
          <p:spPr>
            <a:xfrm>
              <a:off x="8593040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15"/>
            <p:cNvSpPr/>
            <p:nvPr/>
          </p:nvSpPr>
          <p:spPr>
            <a:xfrm>
              <a:off x="8478462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15"/>
            <p:cNvSpPr/>
            <p:nvPr/>
          </p:nvSpPr>
          <p:spPr>
            <a:xfrm>
              <a:off x="8364271" y="429266"/>
              <a:ext cx="92063" cy="88269"/>
            </a:xfrm>
            <a:custGeom>
              <a:avLst/>
              <a:gdLst/>
              <a:ahLst/>
              <a:cxnLst/>
              <a:rect l="l" t="t" r="r" b="b"/>
              <a:pathLst>
                <a:path w="2621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15"/>
            <p:cNvSpPr/>
            <p:nvPr/>
          </p:nvSpPr>
          <p:spPr>
            <a:xfrm>
              <a:off x="8249693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15"/>
            <p:cNvSpPr/>
            <p:nvPr/>
          </p:nvSpPr>
          <p:spPr>
            <a:xfrm>
              <a:off x="8135115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15"/>
            <p:cNvSpPr/>
            <p:nvPr/>
          </p:nvSpPr>
          <p:spPr>
            <a:xfrm>
              <a:off x="8020502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15"/>
            <p:cNvSpPr/>
            <p:nvPr/>
          </p:nvSpPr>
          <p:spPr>
            <a:xfrm>
              <a:off x="7905925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4" name="Google Shape;2274;p15"/>
            <p:cNvSpPr/>
            <p:nvPr/>
          </p:nvSpPr>
          <p:spPr>
            <a:xfrm>
              <a:off x="7677155" y="429266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15"/>
            <p:cNvSpPr/>
            <p:nvPr/>
          </p:nvSpPr>
          <p:spPr>
            <a:xfrm>
              <a:off x="7791768" y="429266"/>
              <a:ext cx="92027" cy="88691"/>
            </a:xfrm>
            <a:custGeom>
              <a:avLst/>
              <a:gdLst/>
              <a:ahLst/>
              <a:cxnLst/>
              <a:rect l="l" t="t" r="r" b="b"/>
              <a:pathLst>
                <a:path w="2620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20" y="2525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6" name="Google Shape;2276;p15"/>
            <p:cNvSpPr/>
            <p:nvPr/>
          </p:nvSpPr>
          <p:spPr>
            <a:xfrm>
              <a:off x="7562578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7" name="Google Shape;2277;p15"/>
            <p:cNvSpPr/>
            <p:nvPr/>
          </p:nvSpPr>
          <p:spPr>
            <a:xfrm>
              <a:off x="7448000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15"/>
            <p:cNvSpPr/>
            <p:nvPr/>
          </p:nvSpPr>
          <p:spPr>
            <a:xfrm>
              <a:off x="7333387" y="429266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15"/>
            <p:cNvSpPr/>
            <p:nvPr/>
          </p:nvSpPr>
          <p:spPr>
            <a:xfrm>
              <a:off x="1259783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10_1">
    <p:spTree>
      <p:nvGrpSpPr>
        <p:cNvPr id="1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1" name="Google Shape;2281;p1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282" name="Google Shape;2282;p16"/>
            <p:cNvSpPr/>
            <p:nvPr/>
          </p:nvSpPr>
          <p:spPr>
            <a:xfrm>
              <a:off x="0" y="0"/>
              <a:ext cx="9144000" cy="5143500"/>
            </a:xfrm>
            <a:prstGeom prst="frame">
              <a:avLst>
                <a:gd name="adj1" fmla="val 1678"/>
              </a:avLst>
            </a:pr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83" name="Google Shape;2283;p16"/>
            <p:cNvGrpSpPr/>
            <p:nvPr/>
          </p:nvGrpSpPr>
          <p:grpSpPr>
            <a:xfrm flipH="1">
              <a:off x="114432" y="108091"/>
              <a:ext cx="8915137" cy="4927318"/>
              <a:chOff x="114432" y="99771"/>
              <a:chExt cx="8915137" cy="4927318"/>
            </a:xfrm>
          </p:grpSpPr>
          <p:sp>
            <p:nvSpPr>
              <p:cNvPr id="2284" name="Google Shape;2284;p16"/>
              <p:cNvSpPr/>
              <p:nvPr/>
            </p:nvSpPr>
            <p:spPr>
              <a:xfrm>
                <a:off x="1717671" y="493858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4" y="2585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Google Shape;2285;p16"/>
              <p:cNvSpPr/>
              <p:nvPr/>
            </p:nvSpPr>
            <p:spPr>
              <a:xfrm>
                <a:off x="1144946" y="493858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Google Shape;2286;p16"/>
              <p:cNvSpPr/>
              <p:nvPr/>
            </p:nvSpPr>
            <p:spPr>
              <a:xfrm>
                <a:off x="916274" y="493858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Google Shape;2287;p16"/>
              <p:cNvSpPr/>
              <p:nvPr/>
            </p:nvSpPr>
            <p:spPr>
              <a:xfrm>
                <a:off x="801715" y="493858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Google Shape;2288;p16"/>
              <p:cNvSpPr/>
              <p:nvPr/>
            </p:nvSpPr>
            <p:spPr>
              <a:xfrm>
                <a:off x="687156" y="493858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Google Shape;2289;p16"/>
              <p:cNvSpPr/>
              <p:nvPr/>
            </p:nvSpPr>
            <p:spPr>
              <a:xfrm>
                <a:off x="1374029" y="482813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704" y="2584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Google Shape;2290;p16"/>
              <p:cNvSpPr/>
              <p:nvPr/>
            </p:nvSpPr>
            <p:spPr>
              <a:xfrm>
                <a:off x="686780" y="482813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Google Shape;2291;p16"/>
              <p:cNvSpPr/>
              <p:nvPr/>
            </p:nvSpPr>
            <p:spPr>
              <a:xfrm>
                <a:off x="343515" y="482813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692" y="2584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Google Shape;2292;p16"/>
              <p:cNvSpPr/>
              <p:nvPr/>
            </p:nvSpPr>
            <p:spPr>
              <a:xfrm>
                <a:off x="2177926" y="4828135"/>
                <a:ext cx="92133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1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691" y="2584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Google Shape;2293;p16"/>
              <p:cNvSpPr/>
              <p:nvPr/>
            </p:nvSpPr>
            <p:spPr>
              <a:xfrm>
                <a:off x="7217172" y="493858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Google Shape;2294;p16"/>
              <p:cNvSpPr/>
              <p:nvPr/>
            </p:nvSpPr>
            <p:spPr>
              <a:xfrm>
                <a:off x="8822842" y="493858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Google Shape;2295;p16"/>
              <p:cNvSpPr/>
              <p:nvPr/>
            </p:nvSpPr>
            <p:spPr>
              <a:xfrm>
                <a:off x="8479201" y="493858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Google Shape;2296;p16"/>
              <p:cNvSpPr/>
              <p:nvPr/>
            </p:nvSpPr>
            <p:spPr>
              <a:xfrm>
                <a:off x="8250118" y="493858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Google Shape;2297;p16"/>
              <p:cNvSpPr/>
              <p:nvPr/>
            </p:nvSpPr>
            <p:spPr>
              <a:xfrm>
                <a:off x="8021034" y="493858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Google Shape;2298;p16"/>
              <p:cNvSpPr/>
              <p:nvPr/>
            </p:nvSpPr>
            <p:spPr>
              <a:xfrm>
                <a:off x="8936990" y="482813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Google Shape;2299;p16"/>
              <p:cNvSpPr/>
              <p:nvPr/>
            </p:nvSpPr>
            <p:spPr>
              <a:xfrm>
                <a:off x="8708318" y="482813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691" y="2584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Google Shape;2300;p16"/>
              <p:cNvSpPr/>
              <p:nvPr/>
            </p:nvSpPr>
            <p:spPr>
              <a:xfrm>
                <a:off x="8021034" y="482813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Google Shape;2301;p16"/>
              <p:cNvSpPr/>
              <p:nvPr/>
            </p:nvSpPr>
            <p:spPr>
              <a:xfrm>
                <a:off x="7677393" y="482813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Google Shape;2302;p16"/>
              <p:cNvSpPr/>
              <p:nvPr/>
            </p:nvSpPr>
            <p:spPr>
              <a:xfrm rot="10800000" flipH="1">
                <a:off x="1259505" y="99771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Google Shape;2303;p16"/>
              <p:cNvSpPr/>
              <p:nvPr/>
            </p:nvSpPr>
            <p:spPr>
              <a:xfrm rot="10800000" flipH="1">
                <a:off x="458073" y="99771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Google Shape;2304;p16"/>
              <p:cNvSpPr/>
              <p:nvPr/>
            </p:nvSpPr>
            <p:spPr>
              <a:xfrm rot="10800000" flipH="1">
                <a:off x="114432" y="99771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Google Shape;2305;p16"/>
              <p:cNvSpPr/>
              <p:nvPr/>
            </p:nvSpPr>
            <p:spPr>
              <a:xfrm rot="10800000" flipH="1">
                <a:off x="915863" y="210221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Google Shape;2306;p16"/>
              <p:cNvSpPr/>
              <p:nvPr/>
            </p:nvSpPr>
            <p:spPr>
              <a:xfrm rot="10800000" flipH="1">
                <a:off x="686780" y="210221"/>
                <a:ext cx="92544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Google Shape;2307;p16"/>
              <p:cNvSpPr/>
              <p:nvPr/>
            </p:nvSpPr>
            <p:spPr>
              <a:xfrm rot="10800000" flipH="1">
                <a:off x="343515" y="210221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2" y="2572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Google Shape;2308;p16"/>
              <p:cNvSpPr/>
              <p:nvPr/>
            </p:nvSpPr>
            <p:spPr>
              <a:xfrm rot="10800000" flipH="1">
                <a:off x="8936990" y="99771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Google Shape;2309;p16"/>
              <p:cNvSpPr/>
              <p:nvPr/>
            </p:nvSpPr>
            <p:spPr>
              <a:xfrm rot="10800000" flipH="1">
                <a:off x="8822432" y="99771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Google Shape;2310;p16"/>
              <p:cNvSpPr/>
              <p:nvPr/>
            </p:nvSpPr>
            <p:spPr>
              <a:xfrm rot="10800000" flipH="1">
                <a:off x="8593759" y="99771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Google Shape;2311;p16"/>
              <p:cNvSpPr/>
              <p:nvPr/>
            </p:nvSpPr>
            <p:spPr>
              <a:xfrm rot="10800000" flipH="1">
                <a:off x="8936990" y="210221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Google Shape;2312;p16"/>
              <p:cNvSpPr/>
              <p:nvPr/>
            </p:nvSpPr>
            <p:spPr>
              <a:xfrm rot="10800000" flipH="1">
                <a:off x="8479201" y="210221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2" y="2572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Google Shape;2313;p16"/>
              <p:cNvSpPr/>
              <p:nvPr/>
            </p:nvSpPr>
            <p:spPr>
              <a:xfrm rot="10800000" flipH="1">
                <a:off x="8250118" y="210221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14" name="Google Shape;2314;p16"/>
            <p:cNvSpPr/>
            <p:nvPr/>
          </p:nvSpPr>
          <p:spPr>
            <a:xfrm>
              <a:off x="1145627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16"/>
            <p:cNvSpPr/>
            <p:nvPr/>
          </p:nvSpPr>
          <p:spPr>
            <a:xfrm>
              <a:off x="1259783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16"/>
            <p:cNvSpPr/>
            <p:nvPr/>
          </p:nvSpPr>
          <p:spPr>
            <a:xfrm>
              <a:off x="573089" y="4625544"/>
              <a:ext cx="92027" cy="88691"/>
            </a:xfrm>
            <a:custGeom>
              <a:avLst/>
              <a:gdLst/>
              <a:ahLst/>
              <a:cxnLst/>
              <a:rect l="l" t="t" r="r" b="b"/>
              <a:pathLst>
                <a:path w="2620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20" y="2525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16"/>
            <p:cNvSpPr/>
            <p:nvPr/>
          </p:nvSpPr>
          <p:spPr>
            <a:xfrm>
              <a:off x="1718129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16"/>
            <p:cNvSpPr/>
            <p:nvPr/>
          </p:nvSpPr>
          <p:spPr>
            <a:xfrm>
              <a:off x="1603551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16"/>
            <p:cNvSpPr/>
            <p:nvPr/>
          </p:nvSpPr>
          <p:spPr>
            <a:xfrm>
              <a:off x="1488973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16"/>
            <p:cNvSpPr/>
            <p:nvPr/>
          </p:nvSpPr>
          <p:spPr>
            <a:xfrm>
              <a:off x="1374361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16"/>
            <p:cNvSpPr/>
            <p:nvPr/>
          </p:nvSpPr>
          <p:spPr>
            <a:xfrm>
              <a:off x="1031014" y="4625544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16"/>
            <p:cNvSpPr/>
            <p:nvPr/>
          </p:nvSpPr>
          <p:spPr>
            <a:xfrm>
              <a:off x="916436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16"/>
            <p:cNvSpPr/>
            <p:nvPr/>
          </p:nvSpPr>
          <p:spPr>
            <a:xfrm>
              <a:off x="80185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16"/>
            <p:cNvSpPr/>
            <p:nvPr/>
          </p:nvSpPr>
          <p:spPr>
            <a:xfrm>
              <a:off x="687245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16"/>
            <p:cNvSpPr/>
            <p:nvPr/>
          </p:nvSpPr>
          <p:spPr>
            <a:xfrm>
              <a:off x="3552392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16"/>
            <p:cNvSpPr/>
            <p:nvPr/>
          </p:nvSpPr>
          <p:spPr>
            <a:xfrm>
              <a:off x="3437814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16"/>
            <p:cNvSpPr/>
            <p:nvPr/>
          </p:nvSpPr>
          <p:spPr>
            <a:xfrm>
              <a:off x="3323201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16"/>
            <p:cNvSpPr/>
            <p:nvPr/>
          </p:nvSpPr>
          <p:spPr>
            <a:xfrm>
              <a:off x="3208623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16"/>
            <p:cNvSpPr/>
            <p:nvPr/>
          </p:nvSpPr>
          <p:spPr>
            <a:xfrm>
              <a:off x="3094045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16"/>
            <p:cNvSpPr/>
            <p:nvPr/>
          </p:nvSpPr>
          <p:spPr>
            <a:xfrm>
              <a:off x="2865276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16"/>
            <p:cNvSpPr/>
            <p:nvPr/>
          </p:nvSpPr>
          <p:spPr>
            <a:xfrm>
              <a:off x="2979854" y="4625544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16"/>
            <p:cNvSpPr/>
            <p:nvPr/>
          </p:nvSpPr>
          <p:spPr>
            <a:xfrm>
              <a:off x="2750699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16"/>
            <p:cNvSpPr/>
            <p:nvPr/>
          </p:nvSpPr>
          <p:spPr>
            <a:xfrm>
              <a:off x="2636086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16"/>
            <p:cNvSpPr/>
            <p:nvPr/>
          </p:nvSpPr>
          <p:spPr>
            <a:xfrm>
              <a:off x="252150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16"/>
            <p:cNvSpPr/>
            <p:nvPr/>
          </p:nvSpPr>
          <p:spPr>
            <a:xfrm>
              <a:off x="2292739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16"/>
            <p:cNvSpPr/>
            <p:nvPr/>
          </p:nvSpPr>
          <p:spPr>
            <a:xfrm>
              <a:off x="2407352" y="4625965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16"/>
            <p:cNvSpPr/>
            <p:nvPr/>
          </p:nvSpPr>
          <p:spPr>
            <a:xfrm>
              <a:off x="2178161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16"/>
            <p:cNvSpPr/>
            <p:nvPr/>
          </p:nvSpPr>
          <p:spPr>
            <a:xfrm>
              <a:off x="2063583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16"/>
            <p:cNvSpPr/>
            <p:nvPr/>
          </p:nvSpPr>
          <p:spPr>
            <a:xfrm>
              <a:off x="1949006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16"/>
            <p:cNvSpPr/>
            <p:nvPr/>
          </p:nvSpPr>
          <p:spPr>
            <a:xfrm>
              <a:off x="1834814" y="4625965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16"/>
            <p:cNvSpPr/>
            <p:nvPr/>
          </p:nvSpPr>
          <p:spPr>
            <a:xfrm>
              <a:off x="5382896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16"/>
            <p:cNvSpPr/>
            <p:nvPr/>
          </p:nvSpPr>
          <p:spPr>
            <a:xfrm>
              <a:off x="5268283" y="4625544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16"/>
            <p:cNvSpPr/>
            <p:nvPr/>
          </p:nvSpPr>
          <p:spPr>
            <a:xfrm>
              <a:off x="5153705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16"/>
            <p:cNvSpPr/>
            <p:nvPr/>
          </p:nvSpPr>
          <p:spPr>
            <a:xfrm>
              <a:off x="5039127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16"/>
            <p:cNvSpPr/>
            <p:nvPr/>
          </p:nvSpPr>
          <p:spPr>
            <a:xfrm>
              <a:off x="4924936" y="4625965"/>
              <a:ext cx="92063" cy="88269"/>
            </a:xfrm>
            <a:custGeom>
              <a:avLst/>
              <a:gdLst/>
              <a:ahLst/>
              <a:cxnLst/>
              <a:rect l="l" t="t" r="r" b="b"/>
              <a:pathLst>
                <a:path w="2621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16"/>
            <p:cNvSpPr/>
            <p:nvPr/>
          </p:nvSpPr>
          <p:spPr>
            <a:xfrm>
              <a:off x="4695781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16"/>
            <p:cNvSpPr/>
            <p:nvPr/>
          </p:nvSpPr>
          <p:spPr>
            <a:xfrm>
              <a:off x="481035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16"/>
            <p:cNvSpPr/>
            <p:nvPr/>
          </p:nvSpPr>
          <p:spPr>
            <a:xfrm>
              <a:off x="4581168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16"/>
            <p:cNvSpPr/>
            <p:nvPr/>
          </p:nvSpPr>
          <p:spPr>
            <a:xfrm>
              <a:off x="4466590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16"/>
            <p:cNvSpPr/>
            <p:nvPr/>
          </p:nvSpPr>
          <p:spPr>
            <a:xfrm>
              <a:off x="4352434" y="4625965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16"/>
            <p:cNvSpPr/>
            <p:nvPr/>
          </p:nvSpPr>
          <p:spPr>
            <a:xfrm>
              <a:off x="4123243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16"/>
            <p:cNvSpPr/>
            <p:nvPr/>
          </p:nvSpPr>
          <p:spPr>
            <a:xfrm>
              <a:off x="4237821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16"/>
            <p:cNvSpPr/>
            <p:nvPr/>
          </p:nvSpPr>
          <p:spPr>
            <a:xfrm>
              <a:off x="4008665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16"/>
            <p:cNvSpPr/>
            <p:nvPr/>
          </p:nvSpPr>
          <p:spPr>
            <a:xfrm>
              <a:off x="3894052" y="4625544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16"/>
            <p:cNvSpPr/>
            <p:nvPr/>
          </p:nvSpPr>
          <p:spPr>
            <a:xfrm>
              <a:off x="3779896" y="4625965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16"/>
            <p:cNvSpPr/>
            <p:nvPr/>
          </p:nvSpPr>
          <p:spPr>
            <a:xfrm>
              <a:off x="3665318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16"/>
            <p:cNvSpPr/>
            <p:nvPr/>
          </p:nvSpPr>
          <p:spPr>
            <a:xfrm>
              <a:off x="721715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16"/>
            <p:cNvSpPr/>
            <p:nvPr/>
          </p:nvSpPr>
          <p:spPr>
            <a:xfrm>
              <a:off x="7102545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16"/>
            <p:cNvSpPr/>
            <p:nvPr/>
          </p:nvSpPr>
          <p:spPr>
            <a:xfrm>
              <a:off x="698796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16"/>
            <p:cNvSpPr/>
            <p:nvPr/>
          </p:nvSpPr>
          <p:spPr>
            <a:xfrm>
              <a:off x="6873390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16"/>
            <p:cNvSpPr/>
            <p:nvPr/>
          </p:nvSpPr>
          <p:spPr>
            <a:xfrm>
              <a:off x="6759199" y="4625965"/>
              <a:ext cx="92063" cy="88269"/>
            </a:xfrm>
            <a:custGeom>
              <a:avLst/>
              <a:gdLst/>
              <a:ahLst/>
              <a:cxnLst/>
              <a:rect l="l" t="t" r="r" b="b"/>
              <a:pathLst>
                <a:path w="2621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16"/>
            <p:cNvSpPr/>
            <p:nvPr/>
          </p:nvSpPr>
          <p:spPr>
            <a:xfrm>
              <a:off x="6530043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1" y="2525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16"/>
            <p:cNvSpPr/>
            <p:nvPr/>
          </p:nvSpPr>
          <p:spPr>
            <a:xfrm>
              <a:off x="6644621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16"/>
            <p:cNvSpPr/>
            <p:nvPr/>
          </p:nvSpPr>
          <p:spPr>
            <a:xfrm>
              <a:off x="6415430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16"/>
            <p:cNvSpPr/>
            <p:nvPr/>
          </p:nvSpPr>
          <p:spPr>
            <a:xfrm>
              <a:off x="6300853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16"/>
            <p:cNvSpPr/>
            <p:nvPr/>
          </p:nvSpPr>
          <p:spPr>
            <a:xfrm>
              <a:off x="6186696" y="4625965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19" y="2513"/>
                  </a:lnTo>
                  <a:lnTo>
                    <a:pt x="26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16"/>
            <p:cNvSpPr/>
            <p:nvPr/>
          </p:nvSpPr>
          <p:spPr>
            <a:xfrm>
              <a:off x="5957506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16"/>
            <p:cNvSpPr/>
            <p:nvPr/>
          </p:nvSpPr>
          <p:spPr>
            <a:xfrm>
              <a:off x="6072083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16"/>
            <p:cNvSpPr/>
            <p:nvPr/>
          </p:nvSpPr>
          <p:spPr>
            <a:xfrm>
              <a:off x="584292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16"/>
            <p:cNvSpPr/>
            <p:nvPr/>
          </p:nvSpPr>
          <p:spPr>
            <a:xfrm>
              <a:off x="5728315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16"/>
            <p:cNvSpPr/>
            <p:nvPr/>
          </p:nvSpPr>
          <p:spPr>
            <a:xfrm>
              <a:off x="5613737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16"/>
            <p:cNvSpPr/>
            <p:nvPr/>
          </p:nvSpPr>
          <p:spPr>
            <a:xfrm>
              <a:off x="5499581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16"/>
            <p:cNvSpPr/>
            <p:nvPr/>
          </p:nvSpPr>
          <p:spPr>
            <a:xfrm>
              <a:off x="8364271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16"/>
            <p:cNvSpPr/>
            <p:nvPr/>
          </p:nvSpPr>
          <p:spPr>
            <a:xfrm>
              <a:off x="8478884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1" y="2525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16"/>
            <p:cNvSpPr/>
            <p:nvPr/>
          </p:nvSpPr>
          <p:spPr>
            <a:xfrm>
              <a:off x="8249693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16"/>
            <p:cNvSpPr/>
            <p:nvPr/>
          </p:nvSpPr>
          <p:spPr>
            <a:xfrm>
              <a:off x="8135115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16"/>
            <p:cNvSpPr/>
            <p:nvPr/>
          </p:nvSpPr>
          <p:spPr>
            <a:xfrm>
              <a:off x="8020924" y="4625544"/>
              <a:ext cx="92063" cy="88691"/>
            </a:xfrm>
            <a:custGeom>
              <a:avLst/>
              <a:gdLst/>
              <a:ahLst/>
              <a:cxnLst/>
              <a:rect l="l" t="t" r="r" b="b"/>
              <a:pathLst>
                <a:path w="2621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20" y="2525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16"/>
            <p:cNvSpPr/>
            <p:nvPr/>
          </p:nvSpPr>
          <p:spPr>
            <a:xfrm>
              <a:off x="779176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16"/>
            <p:cNvSpPr/>
            <p:nvPr/>
          </p:nvSpPr>
          <p:spPr>
            <a:xfrm>
              <a:off x="7906346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16"/>
            <p:cNvSpPr/>
            <p:nvPr/>
          </p:nvSpPr>
          <p:spPr>
            <a:xfrm>
              <a:off x="7677155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16"/>
            <p:cNvSpPr/>
            <p:nvPr/>
          </p:nvSpPr>
          <p:spPr>
            <a:xfrm>
              <a:off x="7562578" y="4625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16"/>
            <p:cNvSpPr/>
            <p:nvPr/>
          </p:nvSpPr>
          <p:spPr>
            <a:xfrm>
              <a:off x="7448000" y="462554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16"/>
            <p:cNvSpPr/>
            <p:nvPr/>
          </p:nvSpPr>
          <p:spPr>
            <a:xfrm>
              <a:off x="7333809" y="4625965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16"/>
            <p:cNvSpPr/>
            <p:nvPr/>
          </p:nvSpPr>
          <p:spPr>
            <a:xfrm>
              <a:off x="572668" y="4515568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16"/>
            <p:cNvSpPr/>
            <p:nvPr/>
          </p:nvSpPr>
          <p:spPr>
            <a:xfrm>
              <a:off x="572668" y="4405135"/>
              <a:ext cx="92449" cy="88304"/>
            </a:xfrm>
            <a:custGeom>
              <a:avLst/>
              <a:gdLst/>
              <a:ahLst/>
              <a:cxnLst/>
              <a:rect l="l" t="t" r="r" b="b"/>
              <a:pathLst>
                <a:path w="2632" h="2514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16"/>
            <p:cNvSpPr/>
            <p:nvPr/>
          </p:nvSpPr>
          <p:spPr>
            <a:xfrm>
              <a:off x="572668" y="4294315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16"/>
            <p:cNvSpPr/>
            <p:nvPr/>
          </p:nvSpPr>
          <p:spPr>
            <a:xfrm>
              <a:off x="573089" y="4183917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16"/>
            <p:cNvSpPr/>
            <p:nvPr/>
          </p:nvSpPr>
          <p:spPr>
            <a:xfrm>
              <a:off x="573089" y="4073519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16"/>
            <p:cNvSpPr/>
            <p:nvPr/>
          </p:nvSpPr>
          <p:spPr>
            <a:xfrm>
              <a:off x="573089" y="3963122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16"/>
            <p:cNvSpPr/>
            <p:nvPr/>
          </p:nvSpPr>
          <p:spPr>
            <a:xfrm>
              <a:off x="572668" y="3852689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16"/>
            <p:cNvSpPr/>
            <p:nvPr/>
          </p:nvSpPr>
          <p:spPr>
            <a:xfrm>
              <a:off x="572668" y="3742291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16"/>
            <p:cNvSpPr/>
            <p:nvPr/>
          </p:nvSpPr>
          <p:spPr>
            <a:xfrm>
              <a:off x="572668" y="3631893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16"/>
            <p:cNvSpPr/>
            <p:nvPr/>
          </p:nvSpPr>
          <p:spPr>
            <a:xfrm>
              <a:off x="573089" y="352149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16"/>
            <p:cNvSpPr/>
            <p:nvPr/>
          </p:nvSpPr>
          <p:spPr>
            <a:xfrm>
              <a:off x="573089" y="3411062"/>
              <a:ext cx="92449" cy="88304"/>
            </a:xfrm>
            <a:custGeom>
              <a:avLst/>
              <a:gdLst/>
              <a:ahLst/>
              <a:cxnLst/>
              <a:rect l="l" t="t" r="r" b="b"/>
              <a:pathLst>
                <a:path w="2632" h="2514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16"/>
            <p:cNvSpPr/>
            <p:nvPr/>
          </p:nvSpPr>
          <p:spPr>
            <a:xfrm>
              <a:off x="573089" y="3300664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16"/>
            <p:cNvSpPr/>
            <p:nvPr/>
          </p:nvSpPr>
          <p:spPr>
            <a:xfrm>
              <a:off x="572668" y="3190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16"/>
            <p:cNvSpPr/>
            <p:nvPr/>
          </p:nvSpPr>
          <p:spPr>
            <a:xfrm>
              <a:off x="572668" y="3079868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16"/>
            <p:cNvSpPr/>
            <p:nvPr/>
          </p:nvSpPr>
          <p:spPr>
            <a:xfrm>
              <a:off x="572668" y="2969435"/>
              <a:ext cx="92449" cy="88304"/>
            </a:xfrm>
            <a:custGeom>
              <a:avLst/>
              <a:gdLst/>
              <a:ahLst/>
              <a:cxnLst/>
              <a:rect l="l" t="t" r="r" b="b"/>
              <a:pathLst>
                <a:path w="2632" h="2514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16"/>
            <p:cNvSpPr/>
            <p:nvPr/>
          </p:nvSpPr>
          <p:spPr>
            <a:xfrm>
              <a:off x="573089" y="2859037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16"/>
            <p:cNvSpPr/>
            <p:nvPr/>
          </p:nvSpPr>
          <p:spPr>
            <a:xfrm>
              <a:off x="573089" y="2748640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16"/>
            <p:cNvSpPr/>
            <p:nvPr/>
          </p:nvSpPr>
          <p:spPr>
            <a:xfrm>
              <a:off x="573089" y="2638242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16"/>
            <p:cNvSpPr/>
            <p:nvPr/>
          </p:nvSpPr>
          <p:spPr>
            <a:xfrm>
              <a:off x="572668" y="2527387"/>
              <a:ext cx="92449" cy="88726"/>
            </a:xfrm>
            <a:custGeom>
              <a:avLst/>
              <a:gdLst/>
              <a:ahLst/>
              <a:cxnLst/>
              <a:rect l="l" t="t" r="r" b="b"/>
              <a:pathLst>
                <a:path w="2632" h="2526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16"/>
            <p:cNvSpPr/>
            <p:nvPr/>
          </p:nvSpPr>
          <p:spPr>
            <a:xfrm>
              <a:off x="572668" y="2416989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16"/>
            <p:cNvSpPr/>
            <p:nvPr/>
          </p:nvSpPr>
          <p:spPr>
            <a:xfrm>
              <a:off x="572668" y="2306591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16"/>
            <p:cNvSpPr/>
            <p:nvPr/>
          </p:nvSpPr>
          <p:spPr>
            <a:xfrm>
              <a:off x="573089" y="2196194"/>
              <a:ext cx="92027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20" y="2512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16"/>
            <p:cNvSpPr/>
            <p:nvPr/>
          </p:nvSpPr>
          <p:spPr>
            <a:xfrm>
              <a:off x="573089" y="2085761"/>
              <a:ext cx="92449" cy="88304"/>
            </a:xfrm>
            <a:custGeom>
              <a:avLst/>
              <a:gdLst/>
              <a:ahLst/>
              <a:cxnLst/>
              <a:rect l="l" t="t" r="r" b="b"/>
              <a:pathLst>
                <a:path w="2632" h="2514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16"/>
            <p:cNvSpPr/>
            <p:nvPr/>
          </p:nvSpPr>
          <p:spPr>
            <a:xfrm>
              <a:off x="573089" y="1975363"/>
              <a:ext cx="92027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16"/>
            <p:cNvSpPr/>
            <p:nvPr/>
          </p:nvSpPr>
          <p:spPr>
            <a:xfrm>
              <a:off x="572668" y="1864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16"/>
            <p:cNvSpPr/>
            <p:nvPr/>
          </p:nvSpPr>
          <p:spPr>
            <a:xfrm>
              <a:off x="572668" y="1754567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16"/>
            <p:cNvSpPr/>
            <p:nvPr/>
          </p:nvSpPr>
          <p:spPr>
            <a:xfrm>
              <a:off x="572668" y="1644169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16"/>
            <p:cNvSpPr/>
            <p:nvPr/>
          </p:nvSpPr>
          <p:spPr>
            <a:xfrm>
              <a:off x="573089" y="153373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16"/>
            <p:cNvSpPr/>
            <p:nvPr/>
          </p:nvSpPr>
          <p:spPr>
            <a:xfrm>
              <a:off x="573089" y="1423338"/>
              <a:ext cx="92027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16"/>
            <p:cNvSpPr/>
            <p:nvPr/>
          </p:nvSpPr>
          <p:spPr>
            <a:xfrm>
              <a:off x="573089" y="1312940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16"/>
            <p:cNvSpPr/>
            <p:nvPr/>
          </p:nvSpPr>
          <p:spPr>
            <a:xfrm>
              <a:off x="572668" y="1202542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16"/>
            <p:cNvSpPr/>
            <p:nvPr/>
          </p:nvSpPr>
          <p:spPr>
            <a:xfrm>
              <a:off x="572668" y="1092109"/>
              <a:ext cx="92449" cy="88304"/>
            </a:xfrm>
            <a:custGeom>
              <a:avLst/>
              <a:gdLst/>
              <a:ahLst/>
              <a:cxnLst/>
              <a:rect l="l" t="t" r="r" b="b"/>
              <a:pathLst>
                <a:path w="2632" h="2514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16"/>
            <p:cNvSpPr/>
            <p:nvPr/>
          </p:nvSpPr>
          <p:spPr>
            <a:xfrm>
              <a:off x="572668" y="981712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16"/>
            <p:cNvSpPr/>
            <p:nvPr/>
          </p:nvSpPr>
          <p:spPr>
            <a:xfrm>
              <a:off x="573089" y="870892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16"/>
            <p:cNvSpPr/>
            <p:nvPr/>
          </p:nvSpPr>
          <p:spPr>
            <a:xfrm>
              <a:off x="573089" y="76049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4"/>
                  </a:lnTo>
                  <a:lnTo>
                    <a:pt x="2632" y="2524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16"/>
            <p:cNvSpPr/>
            <p:nvPr/>
          </p:nvSpPr>
          <p:spPr>
            <a:xfrm>
              <a:off x="573089" y="650061"/>
              <a:ext cx="92027" cy="88304"/>
            </a:xfrm>
            <a:custGeom>
              <a:avLst/>
              <a:gdLst/>
              <a:ahLst/>
              <a:cxnLst/>
              <a:rect l="l" t="t" r="r" b="b"/>
              <a:pathLst>
                <a:path w="2620" h="2514" extrusionOk="0">
                  <a:moveTo>
                    <a:pt x="0" y="1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16"/>
            <p:cNvSpPr/>
            <p:nvPr/>
          </p:nvSpPr>
          <p:spPr>
            <a:xfrm>
              <a:off x="572668" y="539663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16"/>
            <p:cNvSpPr/>
            <p:nvPr/>
          </p:nvSpPr>
          <p:spPr>
            <a:xfrm>
              <a:off x="1717707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16"/>
            <p:cNvSpPr/>
            <p:nvPr/>
          </p:nvSpPr>
          <p:spPr>
            <a:xfrm>
              <a:off x="1488973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16"/>
            <p:cNvSpPr/>
            <p:nvPr/>
          </p:nvSpPr>
          <p:spPr>
            <a:xfrm>
              <a:off x="1603551" y="429266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16"/>
            <p:cNvSpPr/>
            <p:nvPr/>
          </p:nvSpPr>
          <p:spPr>
            <a:xfrm>
              <a:off x="1374361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16"/>
            <p:cNvSpPr/>
            <p:nvPr/>
          </p:nvSpPr>
          <p:spPr>
            <a:xfrm>
              <a:off x="1145205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16"/>
            <p:cNvSpPr/>
            <p:nvPr/>
          </p:nvSpPr>
          <p:spPr>
            <a:xfrm>
              <a:off x="1030592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16"/>
            <p:cNvSpPr/>
            <p:nvPr/>
          </p:nvSpPr>
          <p:spPr>
            <a:xfrm>
              <a:off x="916436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16"/>
            <p:cNvSpPr/>
            <p:nvPr/>
          </p:nvSpPr>
          <p:spPr>
            <a:xfrm>
              <a:off x="801858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1" y="2525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16"/>
            <p:cNvSpPr/>
            <p:nvPr/>
          </p:nvSpPr>
          <p:spPr>
            <a:xfrm>
              <a:off x="687245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16"/>
            <p:cNvSpPr/>
            <p:nvPr/>
          </p:nvSpPr>
          <p:spPr>
            <a:xfrm>
              <a:off x="572668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16"/>
            <p:cNvSpPr/>
            <p:nvPr/>
          </p:nvSpPr>
          <p:spPr>
            <a:xfrm>
              <a:off x="3551970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16"/>
            <p:cNvSpPr/>
            <p:nvPr/>
          </p:nvSpPr>
          <p:spPr>
            <a:xfrm>
              <a:off x="3323201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16"/>
            <p:cNvSpPr/>
            <p:nvPr/>
          </p:nvSpPr>
          <p:spPr>
            <a:xfrm>
              <a:off x="3437814" y="429266"/>
              <a:ext cx="92028" cy="88691"/>
            </a:xfrm>
            <a:custGeom>
              <a:avLst/>
              <a:gdLst/>
              <a:ahLst/>
              <a:cxnLst/>
              <a:rect l="l" t="t" r="r" b="b"/>
              <a:pathLst>
                <a:path w="2620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20" y="2525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16"/>
            <p:cNvSpPr/>
            <p:nvPr/>
          </p:nvSpPr>
          <p:spPr>
            <a:xfrm>
              <a:off x="3208623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5" name="Google Shape;2435;p16"/>
            <p:cNvSpPr/>
            <p:nvPr/>
          </p:nvSpPr>
          <p:spPr>
            <a:xfrm>
              <a:off x="3094045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16"/>
            <p:cNvSpPr/>
            <p:nvPr/>
          </p:nvSpPr>
          <p:spPr>
            <a:xfrm>
              <a:off x="2979468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1" y="2525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16"/>
            <p:cNvSpPr/>
            <p:nvPr/>
          </p:nvSpPr>
          <p:spPr>
            <a:xfrm>
              <a:off x="2864855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16"/>
            <p:cNvSpPr/>
            <p:nvPr/>
          </p:nvSpPr>
          <p:spPr>
            <a:xfrm>
              <a:off x="2750699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16"/>
            <p:cNvSpPr/>
            <p:nvPr/>
          </p:nvSpPr>
          <p:spPr>
            <a:xfrm>
              <a:off x="2636086" y="429266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16"/>
            <p:cNvSpPr/>
            <p:nvPr/>
          </p:nvSpPr>
          <p:spPr>
            <a:xfrm>
              <a:off x="2521508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16"/>
            <p:cNvSpPr/>
            <p:nvPr/>
          </p:nvSpPr>
          <p:spPr>
            <a:xfrm>
              <a:off x="2406930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16"/>
            <p:cNvSpPr/>
            <p:nvPr/>
          </p:nvSpPr>
          <p:spPr>
            <a:xfrm>
              <a:off x="2178161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16"/>
            <p:cNvSpPr/>
            <p:nvPr/>
          </p:nvSpPr>
          <p:spPr>
            <a:xfrm>
              <a:off x="2292352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16"/>
            <p:cNvSpPr/>
            <p:nvPr/>
          </p:nvSpPr>
          <p:spPr>
            <a:xfrm>
              <a:off x="2063583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16"/>
            <p:cNvSpPr/>
            <p:nvPr/>
          </p:nvSpPr>
          <p:spPr>
            <a:xfrm>
              <a:off x="1949006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1" y="2525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16"/>
            <p:cNvSpPr/>
            <p:nvPr/>
          </p:nvSpPr>
          <p:spPr>
            <a:xfrm>
              <a:off x="1834393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16"/>
            <p:cNvSpPr/>
            <p:nvPr/>
          </p:nvSpPr>
          <p:spPr>
            <a:xfrm>
              <a:off x="5382474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16"/>
            <p:cNvSpPr/>
            <p:nvPr/>
          </p:nvSpPr>
          <p:spPr>
            <a:xfrm>
              <a:off x="5153705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16"/>
            <p:cNvSpPr/>
            <p:nvPr/>
          </p:nvSpPr>
          <p:spPr>
            <a:xfrm>
              <a:off x="5268283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16"/>
            <p:cNvSpPr/>
            <p:nvPr/>
          </p:nvSpPr>
          <p:spPr>
            <a:xfrm>
              <a:off x="5039127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" name="Google Shape;2451;p16"/>
            <p:cNvSpPr/>
            <p:nvPr/>
          </p:nvSpPr>
          <p:spPr>
            <a:xfrm>
              <a:off x="4924515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16"/>
            <p:cNvSpPr/>
            <p:nvPr/>
          </p:nvSpPr>
          <p:spPr>
            <a:xfrm>
              <a:off x="4809937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16"/>
            <p:cNvSpPr/>
            <p:nvPr/>
          </p:nvSpPr>
          <p:spPr>
            <a:xfrm>
              <a:off x="4695780" y="429266"/>
              <a:ext cx="92028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16"/>
            <p:cNvSpPr/>
            <p:nvPr/>
          </p:nvSpPr>
          <p:spPr>
            <a:xfrm>
              <a:off x="4581168" y="429266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16"/>
            <p:cNvSpPr/>
            <p:nvPr/>
          </p:nvSpPr>
          <p:spPr>
            <a:xfrm>
              <a:off x="4466590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16"/>
            <p:cNvSpPr/>
            <p:nvPr/>
          </p:nvSpPr>
          <p:spPr>
            <a:xfrm>
              <a:off x="4352012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16"/>
            <p:cNvSpPr/>
            <p:nvPr/>
          </p:nvSpPr>
          <p:spPr>
            <a:xfrm>
              <a:off x="4237434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16"/>
            <p:cNvSpPr/>
            <p:nvPr/>
          </p:nvSpPr>
          <p:spPr>
            <a:xfrm>
              <a:off x="4008665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16"/>
            <p:cNvSpPr/>
            <p:nvPr/>
          </p:nvSpPr>
          <p:spPr>
            <a:xfrm>
              <a:off x="4123243" y="429266"/>
              <a:ext cx="92028" cy="88691"/>
            </a:xfrm>
            <a:custGeom>
              <a:avLst/>
              <a:gdLst/>
              <a:ahLst/>
              <a:cxnLst/>
              <a:rect l="l" t="t" r="r" b="b"/>
              <a:pathLst>
                <a:path w="2620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20" y="2525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16"/>
            <p:cNvSpPr/>
            <p:nvPr/>
          </p:nvSpPr>
          <p:spPr>
            <a:xfrm>
              <a:off x="3894052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16"/>
            <p:cNvSpPr/>
            <p:nvPr/>
          </p:nvSpPr>
          <p:spPr>
            <a:xfrm>
              <a:off x="3779475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16"/>
            <p:cNvSpPr/>
            <p:nvPr/>
          </p:nvSpPr>
          <p:spPr>
            <a:xfrm>
              <a:off x="3664897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16"/>
            <p:cNvSpPr/>
            <p:nvPr/>
          </p:nvSpPr>
          <p:spPr>
            <a:xfrm>
              <a:off x="7216737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16"/>
            <p:cNvSpPr/>
            <p:nvPr/>
          </p:nvSpPr>
          <p:spPr>
            <a:xfrm>
              <a:off x="6987968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16"/>
            <p:cNvSpPr/>
            <p:nvPr/>
          </p:nvSpPr>
          <p:spPr>
            <a:xfrm>
              <a:off x="7102545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16"/>
            <p:cNvSpPr/>
            <p:nvPr/>
          </p:nvSpPr>
          <p:spPr>
            <a:xfrm>
              <a:off x="6873390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1" y="2525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16"/>
            <p:cNvSpPr/>
            <p:nvPr/>
          </p:nvSpPr>
          <p:spPr>
            <a:xfrm>
              <a:off x="6758777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16"/>
            <p:cNvSpPr/>
            <p:nvPr/>
          </p:nvSpPr>
          <p:spPr>
            <a:xfrm>
              <a:off x="6644199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16"/>
            <p:cNvSpPr/>
            <p:nvPr/>
          </p:nvSpPr>
          <p:spPr>
            <a:xfrm>
              <a:off x="6530043" y="429266"/>
              <a:ext cx="92028" cy="88691"/>
            </a:xfrm>
            <a:custGeom>
              <a:avLst/>
              <a:gdLst/>
              <a:ahLst/>
              <a:cxnLst/>
              <a:rect l="l" t="t" r="r" b="b"/>
              <a:pathLst>
                <a:path w="2620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19" y="2525"/>
                  </a:lnTo>
                  <a:lnTo>
                    <a:pt x="261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16"/>
            <p:cNvSpPr/>
            <p:nvPr/>
          </p:nvSpPr>
          <p:spPr>
            <a:xfrm>
              <a:off x="6415430" y="429266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16"/>
            <p:cNvSpPr/>
            <p:nvPr/>
          </p:nvSpPr>
          <p:spPr>
            <a:xfrm>
              <a:off x="6300853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16"/>
            <p:cNvSpPr/>
            <p:nvPr/>
          </p:nvSpPr>
          <p:spPr>
            <a:xfrm>
              <a:off x="6186275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16"/>
            <p:cNvSpPr/>
            <p:nvPr/>
          </p:nvSpPr>
          <p:spPr>
            <a:xfrm>
              <a:off x="6071662" y="429266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16"/>
            <p:cNvSpPr/>
            <p:nvPr/>
          </p:nvSpPr>
          <p:spPr>
            <a:xfrm>
              <a:off x="5842928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1" y="2513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16"/>
            <p:cNvSpPr/>
            <p:nvPr/>
          </p:nvSpPr>
          <p:spPr>
            <a:xfrm>
              <a:off x="5957506" y="429266"/>
              <a:ext cx="92028" cy="88691"/>
            </a:xfrm>
            <a:custGeom>
              <a:avLst/>
              <a:gdLst/>
              <a:ahLst/>
              <a:cxnLst/>
              <a:rect l="l" t="t" r="r" b="b"/>
              <a:pathLst>
                <a:path w="2620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20" y="2525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16"/>
            <p:cNvSpPr/>
            <p:nvPr/>
          </p:nvSpPr>
          <p:spPr>
            <a:xfrm>
              <a:off x="5728315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16"/>
            <p:cNvSpPr/>
            <p:nvPr/>
          </p:nvSpPr>
          <p:spPr>
            <a:xfrm>
              <a:off x="5613737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16"/>
            <p:cNvSpPr/>
            <p:nvPr/>
          </p:nvSpPr>
          <p:spPr>
            <a:xfrm>
              <a:off x="5499160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1" y="2525"/>
                  </a:lnTo>
                  <a:lnTo>
                    <a:pt x="26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16"/>
            <p:cNvSpPr/>
            <p:nvPr/>
          </p:nvSpPr>
          <p:spPr>
            <a:xfrm>
              <a:off x="8478462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16"/>
            <p:cNvSpPr/>
            <p:nvPr/>
          </p:nvSpPr>
          <p:spPr>
            <a:xfrm>
              <a:off x="8364271" y="429266"/>
              <a:ext cx="92063" cy="88269"/>
            </a:xfrm>
            <a:custGeom>
              <a:avLst/>
              <a:gdLst/>
              <a:ahLst/>
              <a:cxnLst/>
              <a:rect l="l" t="t" r="r" b="b"/>
              <a:pathLst>
                <a:path w="2621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20" y="2513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16"/>
            <p:cNvSpPr/>
            <p:nvPr/>
          </p:nvSpPr>
          <p:spPr>
            <a:xfrm>
              <a:off x="8249693" y="429266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16"/>
            <p:cNvSpPr/>
            <p:nvPr/>
          </p:nvSpPr>
          <p:spPr>
            <a:xfrm>
              <a:off x="8135115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16"/>
            <p:cNvSpPr/>
            <p:nvPr/>
          </p:nvSpPr>
          <p:spPr>
            <a:xfrm>
              <a:off x="8020502" y="429266"/>
              <a:ext cx="92484" cy="88269"/>
            </a:xfrm>
            <a:custGeom>
              <a:avLst/>
              <a:gdLst/>
              <a:ahLst/>
              <a:cxnLst/>
              <a:rect l="l" t="t" r="r" b="b"/>
              <a:pathLst>
                <a:path w="2633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16"/>
            <p:cNvSpPr/>
            <p:nvPr/>
          </p:nvSpPr>
          <p:spPr>
            <a:xfrm>
              <a:off x="7905925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16"/>
            <p:cNvSpPr/>
            <p:nvPr/>
          </p:nvSpPr>
          <p:spPr>
            <a:xfrm>
              <a:off x="7677155" y="429266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16"/>
            <p:cNvSpPr/>
            <p:nvPr/>
          </p:nvSpPr>
          <p:spPr>
            <a:xfrm>
              <a:off x="7791768" y="429266"/>
              <a:ext cx="92027" cy="88691"/>
            </a:xfrm>
            <a:custGeom>
              <a:avLst/>
              <a:gdLst/>
              <a:ahLst/>
              <a:cxnLst/>
              <a:rect l="l" t="t" r="r" b="b"/>
              <a:pathLst>
                <a:path w="2620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20" y="2525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16"/>
            <p:cNvSpPr/>
            <p:nvPr/>
          </p:nvSpPr>
          <p:spPr>
            <a:xfrm>
              <a:off x="7562578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16"/>
            <p:cNvSpPr/>
            <p:nvPr/>
          </p:nvSpPr>
          <p:spPr>
            <a:xfrm>
              <a:off x="7448000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16"/>
            <p:cNvSpPr/>
            <p:nvPr/>
          </p:nvSpPr>
          <p:spPr>
            <a:xfrm>
              <a:off x="7333387" y="429266"/>
              <a:ext cx="92484" cy="88691"/>
            </a:xfrm>
            <a:custGeom>
              <a:avLst/>
              <a:gdLst/>
              <a:ahLst/>
              <a:cxnLst/>
              <a:rect l="l" t="t" r="r" b="b"/>
              <a:pathLst>
                <a:path w="2633" h="2525" extrusionOk="0">
                  <a:moveTo>
                    <a:pt x="1" y="0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16"/>
            <p:cNvSpPr/>
            <p:nvPr/>
          </p:nvSpPr>
          <p:spPr>
            <a:xfrm>
              <a:off x="1259783" y="429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16"/>
            <p:cNvSpPr/>
            <p:nvPr/>
          </p:nvSpPr>
          <p:spPr>
            <a:xfrm>
              <a:off x="8478230" y="4515568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16"/>
            <p:cNvSpPr/>
            <p:nvPr/>
          </p:nvSpPr>
          <p:spPr>
            <a:xfrm>
              <a:off x="8478230" y="4405135"/>
              <a:ext cx="92449" cy="88304"/>
            </a:xfrm>
            <a:custGeom>
              <a:avLst/>
              <a:gdLst/>
              <a:ahLst/>
              <a:cxnLst/>
              <a:rect l="l" t="t" r="r" b="b"/>
              <a:pathLst>
                <a:path w="2632" h="2514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16"/>
            <p:cNvSpPr/>
            <p:nvPr/>
          </p:nvSpPr>
          <p:spPr>
            <a:xfrm>
              <a:off x="8478230" y="4294315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16"/>
            <p:cNvSpPr/>
            <p:nvPr/>
          </p:nvSpPr>
          <p:spPr>
            <a:xfrm>
              <a:off x="8478651" y="4183917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16"/>
            <p:cNvSpPr/>
            <p:nvPr/>
          </p:nvSpPr>
          <p:spPr>
            <a:xfrm>
              <a:off x="8478651" y="4073519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16"/>
            <p:cNvSpPr/>
            <p:nvPr/>
          </p:nvSpPr>
          <p:spPr>
            <a:xfrm>
              <a:off x="8478651" y="3963122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16"/>
            <p:cNvSpPr/>
            <p:nvPr/>
          </p:nvSpPr>
          <p:spPr>
            <a:xfrm>
              <a:off x="8478230" y="3852689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16"/>
            <p:cNvSpPr/>
            <p:nvPr/>
          </p:nvSpPr>
          <p:spPr>
            <a:xfrm>
              <a:off x="8478230" y="3742291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16"/>
            <p:cNvSpPr/>
            <p:nvPr/>
          </p:nvSpPr>
          <p:spPr>
            <a:xfrm>
              <a:off x="8478230" y="3631893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16"/>
            <p:cNvSpPr/>
            <p:nvPr/>
          </p:nvSpPr>
          <p:spPr>
            <a:xfrm>
              <a:off x="8478651" y="352149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16"/>
            <p:cNvSpPr/>
            <p:nvPr/>
          </p:nvSpPr>
          <p:spPr>
            <a:xfrm>
              <a:off x="8478651" y="3411062"/>
              <a:ext cx="92449" cy="88304"/>
            </a:xfrm>
            <a:custGeom>
              <a:avLst/>
              <a:gdLst/>
              <a:ahLst/>
              <a:cxnLst/>
              <a:rect l="l" t="t" r="r" b="b"/>
              <a:pathLst>
                <a:path w="2632" h="2514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16"/>
            <p:cNvSpPr/>
            <p:nvPr/>
          </p:nvSpPr>
          <p:spPr>
            <a:xfrm>
              <a:off x="8478651" y="3300664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16"/>
            <p:cNvSpPr/>
            <p:nvPr/>
          </p:nvSpPr>
          <p:spPr>
            <a:xfrm>
              <a:off x="8478230" y="319026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16"/>
            <p:cNvSpPr/>
            <p:nvPr/>
          </p:nvSpPr>
          <p:spPr>
            <a:xfrm>
              <a:off x="8478230" y="3079868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16"/>
            <p:cNvSpPr/>
            <p:nvPr/>
          </p:nvSpPr>
          <p:spPr>
            <a:xfrm>
              <a:off x="8478230" y="2969435"/>
              <a:ext cx="92449" cy="88304"/>
            </a:xfrm>
            <a:custGeom>
              <a:avLst/>
              <a:gdLst/>
              <a:ahLst/>
              <a:cxnLst/>
              <a:rect l="l" t="t" r="r" b="b"/>
              <a:pathLst>
                <a:path w="2632" h="2514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16"/>
            <p:cNvSpPr/>
            <p:nvPr/>
          </p:nvSpPr>
          <p:spPr>
            <a:xfrm>
              <a:off x="8478651" y="2859037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16"/>
            <p:cNvSpPr/>
            <p:nvPr/>
          </p:nvSpPr>
          <p:spPr>
            <a:xfrm>
              <a:off x="8478651" y="2748640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16"/>
            <p:cNvSpPr/>
            <p:nvPr/>
          </p:nvSpPr>
          <p:spPr>
            <a:xfrm>
              <a:off x="8478651" y="2638242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16"/>
            <p:cNvSpPr/>
            <p:nvPr/>
          </p:nvSpPr>
          <p:spPr>
            <a:xfrm>
              <a:off x="8478230" y="2527387"/>
              <a:ext cx="92449" cy="88726"/>
            </a:xfrm>
            <a:custGeom>
              <a:avLst/>
              <a:gdLst/>
              <a:ahLst/>
              <a:cxnLst/>
              <a:rect l="l" t="t" r="r" b="b"/>
              <a:pathLst>
                <a:path w="2632" h="2526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16"/>
            <p:cNvSpPr/>
            <p:nvPr/>
          </p:nvSpPr>
          <p:spPr>
            <a:xfrm>
              <a:off x="8478230" y="2416989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16"/>
            <p:cNvSpPr/>
            <p:nvPr/>
          </p:nvSpPr>
          <p:spPr>
            <a:xfrm>
              <a:off x="8478230" y="2306591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16"/>
            <p:cNvSpPr/>
            <p:nvPr/>
          </p:nvSpPr>
          <p:spPr>
            <a:xfrm>
              <a:off x="8478652" y="2196194"/>
              <a:ext cx="92027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20" y="2512"/>
                  </a:lnTo>
                  <a:lnTo>
                    <a:pt x="26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16"/>
            <p:cNvSpPr/>
            <p:nvPr/>
          </p:nvSpPr>
          <p:spPr>
            <a:xfrm>
              <a:off x="8478651" y="2085761"/>
              <a:ext cx="92449" cy="88304"/>
            </a:xfrm>
            <a:custGeom>
              <a:avLst/>
              <a:gdLst/>
              <a:ahLst/>
              <a:cxnLst/>
              <a:rect l="l" t="t" r="r" b="b"/>
              <a:pathLst>
                <a:path w="2632" h="2514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16"/>
            <p:cNvSpPr/>
            <p:nvPr/>
          </p:nvSpPr>
          <p:spPr>
            <a:xfrm>
              <a:off x="8478652" y="1975363"/>
              <a:ext cx="92027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16"/>
            <p:cNvSpPr/>
            <p:nvPr/>
          </p:nvSpPr>
          <p:spPr>
            <a:xfrm>
              <a:off x="8478230" y="1864965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16"/>
            <p:cNvSpPr/>
            <p:nvPr/>
          </p:nvSpPr>
          <p:spPr>
            <a:xfrm>
              <a:off x="8478230" y="1754567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16"/>
            <p:cNvSpPr/>
            <p:nvPr/>
          </p:nvSpPr>
          <p:spPr>
            <a:xfrm>
              <a:off x="8478230" y="1644169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16"/>
            <p:cNvSpPr/>
            <p:nvPr/>
          </p:nvSpPr>
          <p:spPr>
            <a:xfrm>
              <a:off x="8478651" y="1533736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16"/>
            <p:cNvSpPr/>
            <p:nvPr/>
          </p:nvSpPr>
          <p:spPr>
            <a:xfrm>
              <a:off x="8478652" y="1423338"/>
              <a:ext cx="92027" cy="88269"/>
            </a:xfrm>
            <a:custGeom>
              <a:avLst/>
              <a:gdLst/>
              <a:ahLst/>
              <a:cxnLst/>
              <a:rect l="l" t="t" r="r" b="b"/>
              <a:pathLst>
                <a:path w="2620" h="2513" extrusionOk="0">
                  <a:moveTo>
                    <a:pt x="0" y="1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16"/>
            <p:cNvSpPr/>
            <p:nvPr/>
          </p:nvSpPr>
          <p:spPr>
            <a:xfrm>
              <a:off x="8478651" y="1312940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0" y="0"/>
                  </a:moveTo>
                  <a:lnTo>
                    <a:pt x="0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16"/>
            <p:cNvSpPr/>
            <p:nvPr/>
          </p:nvSpPr>
          <p:spPr>
            <a:xfrm>
              <a:off x="8478230" y="1202542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0"/>
                  </a:moveTo>
                  <a:lnTo>
                    <a:pt x="1" y="2512"/>
                  </a:lnTo>
                  <a:lnTo>
                    <a:pt x="2632" y="2512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16"/>
            <p:cNvSpPr/>
            <p:nvPr/>
          </p:nvSpPr>
          <p:spPr>
            <a:xfrm>
              <a:off x="8478230" y="1092109"/>
              <a:ext cx="92449" cy="88304"/>
            </a:xfrm>
            <a:custGeom>
              <a:avLst/>
              <a:gdLst/>
              <a:ahLst/>
              <a:cxnLst/>
              <a:rect l="l" t="t" r="r" b="b"/>
              <a:pathLst>
                <a:path w="2632" h="2514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16"/>
            <p:cNvSpPr/>
            <p:nvPr/>
          </p:nvSpPr>
          <p:spPr>
            <a:xfrm>
              <a:off x="8478230" y="981712"/>
              <a:ext cx="92449" cy="88269"/>
            </a:xfrm>
            <a:custGeom>
              <a:avLst/>
              <a:gdLst/>
              <a:ahLst/>
              <a:cxnLst/>
              <a:rect l="l" t="t" r="r" b="b"/>
              <a:pathLst>
                <a:path w="2632" h="2513" extrusionOk="0">
                  <a:moveTo>
                    <a:pt x="1" y="1"/>
                  </a:moveTo>
                  <a:lnTo>
                    <a:pt x="1" y="2513"/>
                  </a:lnTo>
                  <a:lnTo>
                    <a:pt x="2632" y="2513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16"/>
            <p:cNvSpPr/>
            <p:nvPr/>
          </p:nvSpPr>
          <p:spPr>
            <a:xfrm>
              <a:off x="8478651" y="870892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5"/>
                  </a:lnTo>
                  <a:lnTo>
                    <a:pt x="2632" y="2525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16"/>
            <p:cNvSpPr/>
            <p:nvPr/>
          </p:nvSpPr>
          <p:spPr>
            <a:xfrm>
              <a:off x="8478651" y="760494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0" y="0"/>
                  </a:moveTo>
                  <a:lnTo>
                    <a:pt x="0" y="2524"/>
                  </a:lnTo>
                  <a:lnTo>
                    <a:pt x="2632" y="2524"/>
                  </a:lnTo>
                  <a:lnTo>
                    <a:pt x="263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16"/>
            <p:cNvSpPr/>
            <p:nvPr/>
          </p:nvSpPr>
          <p:spPr>
            <a:xfrm>
              <a:off x="8478652" y="650061"/>
              <a:ext cx="92027" cy="88304"/>
            </a:xfrm>
            <a:custGeom>
              <a:avLst/>
              <a:gdLst/>
              <a:ahLst/>
              <a:cxnLst/>
              <a:rect l="l" t="t" r="r" b="b"/>
              <a:pathLst>
                <a:path w="2620" h="2514" extrusionOk="0">
                  <a:moveTo>
                    <a:pt x="0" y="1"/>
                  </a:moveTo>
                  <a:lnTo>
                    <a:pt x="0" y="2513"/>
                  </a:lnTo>
                  <a:lnTo>
                    <a:pt x="2620" y="2513"/>
                  </a:lnTo>
                  <a:lnTo>
                    <a:pt x="262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16"/>
            <p:cNvSpPr/>
            <p:nvPr/>
          </p:nvSpPr>
          <p:spPr>
            <a:xfrm>
              <a:off x="8478230" y="539663"/>
              <a:ext cx="92449" cy="88691"/>
            </a:xfrm>
            <a:custGeom>
              <a:avLst/>
              <a:gdLst/>
              <a:ahLst/>
              <a:cxnLst/>
              <a:rect l="l" t="t" r="r" b="b"/>
              <a:pathLst>
                <a:path w="2632" h="2525" extrusionOk="0">
                  <a:moveTo>
                    <a:pt x="1" y="1"/>
                  </a:moveTo>
                  <a:lnTo>
                    <a:pt x="1" y="2525"/>
                  </a:lnTo>
                  <a:lnTo>
                    <a:pt x="2632" y="2525"/>
                  </a:lnTo>
                  <a:lnTo>
                    <a:pt x="26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28" name="Google Shape;2528;p16"/>
          <p:cNvSpPr txBox="1">
            <a:spLocks noGrp="1"/>
          </p:cNvSpPr>
          <p:nvPr>
            <p:ph type="title"/>
          </p:nvPr>
        </p:nvSpPr>
        <p:spPr>
          <a:xfrm>
            <a:off x="1495963" y="1817725"/>
            <a:ext cx="6442800" cy="19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29" name="Google Shape;2529;p16"/>
          <p:cNvSpPr txBox="1">
            <a:spLocks noGrp="1"/>
          </p:cNvSpPr>
          <p:nvPr>
            <p:ph type="subTitle" idx="1"/>
          </p:nvPr>
        </p:nvSpPr>
        <p:spPr>
          <a:xfrm>
            <a:off x="2056825" y="3497975"/>
            <a:ext cx="5321100" cy="5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0" name="Google Shape;2530;p16"/>
          <p:cNvSpPr txBox="1">
            <a:spLocks noGrp="1"/>
          </p:cNvSpPr>
          <p:nvPr>
            <p:ph type="title" idx="2" hasCustomPrompt="1"/>
          </p:nvPr>
        </p:nvSpPr>
        <p:spPr>
          <a:xfrm>
            <a:off x="4148413" y="1252375"/>
            <a:ext cx="1137900" cy="6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CUSTOM_4">
    <p:spTree>
      <p:nvGrpSpPr>
        <p:cNvPr id="1" name="Shape 2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2" name="Google Shape;2532;p17"/>
          <p:cNvSpPr txBox="1">
            <a:spLocks noGrp="1"/>
          </p:cNvSpPr>
          <p:nvPr>
            <p:ph type="title"/>
          </p:nvPr>
        </p:nvSpPr>
        <p:spPr>
          <a:xfrm>
            <a:off x="1011425" y="1286124"/>
            <a:ext cx="3732000" cy="73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533" name="Google Shape;2533;p17"/>
          <p:cNvSpPr txBox="1">
            <a:spLocks noGrp="1"/>
          </p:cNvSpPr>
          <p:nvPr>
            <p:ph type="subTitle" idx="1"/>
          </p:nvPr>
        </p:nvSpPr>
        <p:spPr>
          <a:xfrm>
            <a:off x="1011425" y="1885483"/>
            <a:ext cx="3791100" cy="19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2534" name="Google Shape;2534;p1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535" name="Google Shape;2535;p17"/>
            <p:cNvSpPr/>
            <p:nvPr/>
          </p:nvSpPr>
          <p:spPr>
            <a:xfrm>
              <a:off x="0" y="0"/>
              <a:ext cx="9144000" cy="5143500"/>
            </a:xfrm>
            <a:prstGeom prst="frame">
              <a:avLst>
                <a:gd name="adj1" fmla="val 1678"/>
              </a:avLst>
            </a:pr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36" name="Google Shape;2536;p17"/>
            <p:cNvGrpSpPr/>
            <p:nvPr/>
          </p:nvGrpSpPr>
          <p:grpSpPr>
            <a:xfrm flipH="1">
              <a:off x="113892" y="108088"/>
              <a:ext cx="8915727" cy="4927324"/>
              <a:chOff x="113892" y="99780"/>
              <a:chExt cx="8915727" cy="4927324"/>
            </a:xfrm>
          </p:grpSpPr>
          <p:grpSp>
            <p:nvGrpSpPr>
              <p:cNvPr id="2537" name="Google Shape;2537;p17"/>
              <p:cNvGrpSpPr/>
              <p:nvPr/>
            </p:nvGrpSpPr>
            <p:grpSpPr>
              <a:xfrm>
                <a:off x="113892" y="99780"/>
                <a:ext cx="8915727" cy="532097"/>
                <a:chOff x="113892" y="99780"/>
                <a:chExt cx="8915727" cy="532097"/>
              </a:xfrm>
            </p:grpSpPr>
            <p:sp>
              <p:nvSpPr>
                <p:cNvPr id="2538" name="Google Shape;2538;p17"/>
                <p:cNvSpPr/>
                <p:nvPr/>
              </p:nvSpPr>
              <p:spPr>
                <a:xfrm rot="10800000" flipH="1">
                  <a:off x="1145221" y="9978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704" y="2585"/>
                      </a:lnTo>
                      <a:lnTo>
                        <a:pt x="270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39" name="Google Shape;2539;p17"/>
                <p:cNvSpPr/>
                <p:nvPr/>
              </p:nvSpPr>
              <p:spPr>
                <a:xfrm rot="10800000" flipH="1">
                  <a:off x="916138" y="9978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703" y="2585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0" name="Google Shape;2540;p17"/>
                <p:cNvSpPr/>
                <p:nvPr/>
              </p:nvSpPr>
              <p:spPr>
                <a:xfrm rot="10800000" flipH="1">
                  <a:off x="572496" y="9978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703" y="2585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1" name="Google Shape;2541;p17"/>
                <p:cNvSpPr/>
                <p:nvPr/>
              </p:nvSpPr>
              <p:spPr>
                <a:xfrm rot="10800000" flipH="1">
                  <a:off x="343386" y="99780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0" y="1"/>
                      </a:moveTo>
                      <a:lnTo>
                        <a:pt x="0" y="2585"/>
                      </a:lnTo>
                      <a:lnTo>
                        <a:pt x="2691" y="2585"/>
                      </a:lnTo>
                      <a:lnTo>
                        <a:pt x="269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2" name="Google Shape;2542;p17"/>
                <p:cNvSpPr/>
                <p:nvPr/>
              </p:nvSpPr>
              <p:spPr>
                <a:xfrm rot="10800000" flipH="1">
                  <a:off x="228827" y="99780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691" y="2585"/>
                      </a:lnTo>
                      <a:lnTo>
                        <a:pt x="269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3" name="Google Shape;2543;p17"/>
                <p:cNvSpPr/>
                <p:nvPr/>
              </p:nvSpPr>
              <p:spPr>
                <a:xfrm rot="10800000" flipH="1">
                  <a:off x="114268" y="99780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692" y="2585"/>
                      </a:lnTo>
                      <a:lnTo>
                        <a:pt x="269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4" name="Google Shape;2544;p17"/>
                <p:cNvSpPr/>
                <p:nvPr/>
              </p:nvSpPr>
              <p:spPr>
                <a:xfrm rot="10800000" flipH="1">
                  <a:off x="1374079" y="21023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0"/>
                      </a:moveTo>
                      <a:lnTo>
                        <a:pt x="1" y="2584"/>
                      </a:lnTo>
                      <a:lnTo>
                        <a:pt x="2704" y="2584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5" name="Google Shape;2545;p17"/>
                <p:cNvSpPr/>
                <p:nvPr/>
              </p:nvSpPr>
              <p:spPr>
                <a:xfrm rot="10800000" flipH="1">
                  <a:off x="113892" y="210230"/>
                  <a:ext cx="92544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85" extrusionOk="0">
                      <a:moveTo>
                        <a:pt x="0" y="0"/>
                      </a:moveTo>
                      <a:lnTo>
                        <a:pt x="0" y="2584"/>
                      </a:lnTo>
                      <a:lnTo>
                        <a:pt x="2703" y="2584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6" name="Google Shape;2546;p17"/>
                <p:cNvSpPr/>
                <p:nvPr/>
              </p:nvSpPr>
              <p:spPr>
                <a:xfrm rot="10800000" flipH="1">
                  <a:off x="343564" y="210230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1" y="0"/>
                      </a:moveTo>
                      <a:lnTo>
                        <a:pt x="1" y="2584"/>
                      </a:lnTo>
                      <a:lnTo>
                        <a:pt x="2692" y="2584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7" name="Google Shape;2547;p17"/>
                <p:cNvSpPr/>
                <p:nvPr/>
              </p:nvSpPr>
              <p:spPr>
                <a:xfrm rot="10800000" flipH="1">
                  <a:off x="458123" y="320714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1" y="1"/>
                      </a:moveTo>
                      <a:lnTo>
                        <a:pt x="1" y="2584"/>
                      </a:lnTo>
                      <a:lnTo>
                        <a:pt x="2691" y="2584"/>
                      </a:lnTo>
                      <a:lnTo>
                        <a:pt x="269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8" name="Google Shape;2548;p17"/>
                <p:cNvSpPr/>
                <p:nvPr/>
              </p:nvSpPr>
              <p:spPr>
                <a:xfrm rot="10800000" flipH="1">
                  <a:off x="229040" y="320714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0" y="1"/>
                      </a:moveTo>
                      <a:lnTo>
                        <a:pt x="0" y="2584"/>
                      </a:lnTo>
                      <a:lnTo>
                        <a:pt x="2691" y="2584"/>
                      </a:lnTo>
                      <a:lnTo>
                        <a:pt x="269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9" name="Google Shape;2549;p17"/>
                <p:cNvSpPr/>
                <p:nvPr/>
              </p:nvSpPr>
              <p:spPr>
                <a:xfrm rot="10800000" flipH="1">
                  <a:off x="458123" y="433334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0" name="Google Shape;2550;p17"/>
                <p:cNvSpPr/>
                <p:nvPr/>
              </p:nvSpPr>
              <p:spPr>
                <a:xfrm rot="10800000" flipH="1">
                  <a:off x="114481" y="433334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1" name="Google Shape;2551;p17"/>
                <p:cNvSpPr/>
                <p:nvPr/>
              </p:nvSpPr>
              <p:spPr>
                <a:xfrm rot="10800000" flipH="1">
                  <a:off x="343564" y="543784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2" y="2572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2" name="Google Shape;2552;p17"/>
                <p:cNvSpPr/>
                <p:nvPr/>
              </p:nvSpPr>
              <p:spPr>
                <a:xfrm rot="10800000" flipH="1">
                  <a:off x="7217222" y="99780"/>
                  <a:ext cx="92544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85" extrusionOk="0">
                      <a:moveTo>
                        <a:pt x="0" y="1"/>
                      </a:moveTo>
                      <a:lnTo>
                        <a:pt x="0" y="2585"/>
                      </a:lnTo>
                      <a:lnTo>
                        <a:pt x="2703" y="2585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3" name="Google Shape;2553;p17"/>
                <p:cNvSpPr/>
                <p:nvPr/>
              </p:nvSpPr>
              <p:spPr>
                <a:xfrm rot="10800000" flipH="1">
                  <a:off x="6988105" y="9978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704" y="2585"/>
                      </a:lnTo>
                      <a:lnTo>
                        <a:pt x="270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4" name="Google Shape;2554;p17"/>
                <p:cNvSpPr/>
                <p:nvPr/>
              </p:nvSpPr>
              <p:spPr>
                <a:xfrm rot="10800000" flipH="1">
                  <a:off x="7102663" y="21023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0"/>
                      </a:moveTo>
                      <a:lnTo>
                        <a:pt x="1" y="2584"/>
                      </a:lnTo>
                      <a:lnTo>
                        <a:pt x="2703" y="2584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5" name="Google Shape;2555;p17"/>
                <p:cNvSpPr/>
                <p:nvPr/>
              </p:nvSpPr>
              <p:spPr>
                <a:xfrm rot="10800000" flipH="1">
                  <a:off x="8822892" y="99780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692" y="2585"/>
                      </a:lnTo>
                      <a:lnTo>
                        <a:pt x="269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6" name="Google Shape;2556;p17"/>
                <p:cNvSpPr/>
                <p:nvPr/>
              </p:nvSpPr>
              <p:spPr>
                <a:xfrm rot="10800000" flipH="1">
                  <a:off x="8479250" y="99780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692" y="2585"/>
                      </a:lnTo>
                      <a:lnTo>
                        <a:pt x="269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7" name="Google Shape;2557;p17"/>
                <p:cNvSpPr/>
                <p:nvPr/>
              </p:nvSpPr>
              <p:spPr>
                <a:xfrm rot="10800000" flipH="1">
                  <a:off x="8250167" y="9978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703" y="2585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8" name="Google Shape;2558;p17"/>
                <p:cNvSpPr/>
                <p:nvPr/>
              </p:nvSpPr>
              <p:spPr>
                <a:xfrm rot="10800000" flipH="1">
                  <a:off x="8135609" y="9978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704" y="2585"/>
                      </a:lnTo>
                      <a:lnTo>
                        <a:pt x="270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9" name="Google Shape;2559;p17"/>
                <p:cNvSpPr/>
                <p:nvPr/>
              </p:nvSpPr>
              <p:spPr>
                <a:xfrm rot="10800000" flipH="1">
                  <a:off x="8021084" y="99780"/>
                  <a:ext cx="92544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85" extrusionOk="0">
                      <a:moveTo>
                        <a:pt x="0" y="1"/>
                      </a:moveTo>
                      <a:lnTo>
                        <a:pt x="0" y="2585"/>
                      </a:lnTo>
                      <a:lnTo>
                        <a:pt x="2703" y="2585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0" name="Google Shape;2560;p17"/>
                <p:cNvSpPr/>
                <p:nvPr/>
              </p:nvSpPr>
              <p:spPr>
                <a:xfrm rot="10800000" flipH="1">
                  <a:off x="8937040" y="21023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0"/>
                      </a:moveTo>
                      <a:lnTo>
                        <a:pt x="1" y="2584"/>
                      </a:lnTo>
                      <a:lnTo>
                        <a:pt x="2703" y="2584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1" name="Google Shape;2561;p17"/>
                <p:cNvSpPr/>
                <p:nvPr/>
              </p:nvSpPr>
              <p:spPr>
                <a:xfrm rot="10800000" flipH="1">
                  <a:off x="8708368" y="210230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0" y="0"/>
                      </a:moveTo>
                      <a:lnTo>
                        <a:pt x="0" y="2584"/>
                      </a:lnTo>
                      <a:lnTo>
                        <a:pt x="2691" y="2584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2" name="Google Shape;2562;p17"/>
                <p:cNvSpPr/>
                <p:nvPr/>
              </p:nvSpPr>
              <p:spPr>
                <a:xfrm rot="10800000" flipH="1">
                  <a:off x="8021084" y="210230"/>
                  <a:ext cx="92544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85" extrusionOk="0">
                      <a:moveTo>
                        <a:pt x="0" y="0"/>
                      </a:moveTo>
                      <a:lnTo>
                        <a:pt x="0" y="2584"/>
                      </a:lnTo>
                      <a:lnTo>
                        <a:pt x="2703" y="2584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3" name="Google Shape;2563;p17"/>
                <p:cNvSpPr/>
                <p:nvPr/>
              </p:nvSpPr>
              <p:spPr>
                <a:xfrm rot="10800000" flipH="1">
                  <a:off x="7677442" y="21023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0" y="0"/>
                      </a:moveTo>
                      <a:lnTo>
                        <a:pt x="0" y="2584"/>
                      </a:lnTo>
                      <a:lnTo>
                        <a:pt x="2703" y="2584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4" name="Google Shape;2564;p17"/>
                <p:cNvSpPr/>
                <p:nvPr/>
              </p:nvSpPr>
              <p:spPr>
                <a:xfrm rot="10800000" flipH="1">
                  <a:off x="8707957" y="320714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0" y="1"/>
                      </a:moveTo>
                      <a:lnTo>
                        <a:pt x="0" y="2584"/>
                      </a:lnTo>
                      <a:lnTo>
                        <a:pt x="2703" y="2584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5" name="Google Shape;2565;p17"/>
                <p:cNvSpPr/>
                <p:nvPr/>
              </p:nvSpPr>
              <p:spPr>
                <a:xfrm rot="10800000" flipH="1">
                  <a:off x="8937040" y="433334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6" name="Google Shape;2566;p17"/>
                <p:cNvSpPr/>
                <p:nvPr/>
              </p:nvSpPr>
              <p:spPr>
                <a:xfrm rot="10800000" flipH="1">
                  <a:off x="8822481" y="433334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4" y="2572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7" name="Google Shape;2567;p17"/>
                <p:cNvSpPr/>
                <p:nvPr/>
              </p:nvSpPr>
              <p:spPr>
                <a:xfrm rot="10800000" flipH="1">
                  <a:off x="8593809" y="433334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8" name="Google Shape;2568;p17"/>
                <p:cNvSpPr/>
                <p:nvPr/>
              </p:nvSpPr>
              <p:spPr>
                <a:xfrm rot="10800000" flipH="1">
                  <a:off x="8937040" y="543784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69" name="Google Shape;2569;p17"/>
              <p:cNvGrpSpPr/>
              <p:nvPr/>
            </p:nvGrpSpPr>
            <p:grpSpPr>
              <a:xfrm>
                <a:off x="114431" y="4055273"/>
                <a:ext cx="8915137" cy="971831"/>
                <a:chOff x="114431" y="4055273"/>
                <a:chExt cx="8915137" cy="971831"/>
              </a:xfrm>
            </p:grpSpPr>
            <p:sp>
              <p:nvSpPr>
                <p:cNvPr id="2570" name="Google Shape;2570;p17"/>
                <p:cNvSpPr/>
                <p:nvPr/>
              </p:nvSpPr>
              <p:spPr>
                <a:xfrm>
                  <a:off x="1717671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2" y="2572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1" name="Google Shape;2571;p17"/>
                <p:cNvSpPr/>
                <p:nvPr/>
              </p:nvSpPr>
              <p:spPr>
                <a:xfrm>
                  <a:off x="1603146" y="4939045"/>
                  <a:ext cx="92544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2" name="Google Shape;2572;p17"/>
                <p:cNvSpPr/>
                <p:nvPr/>
              </p:nvSpPr>
              <p:spPr>
                <a:xfrm>
                  <a:off x="1374029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4" y="2572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3" name="Google Shape;2573;p17"/>
                <p:cNvSpPr/>
                <p:nvPr/>
              </p:nvSpPr>
              <p:spPr>
                <a:xfrm>
                  <a:off x="1259505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4" name="Google Shape;2574;p17"/>
                <p:cNvSpPr/>
                <p:nvPr/>
              </p:nvSpPr>
              <p:spPr>
                <a:xfrm>
                  <a:off x="915863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5" name="Google Shape;2575;p17"/>
                <p:cNvSpPr/>
                <p:nvPr/>
              </p:nvSpPr>
              <p:spPr>
                <a:xfrm>
                  <a:off x="801304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6" name="Google Shape;2576;p17"/>
                <p:cNvSpPr/>
                <p:nvPr/>
              </p:nvSpPr>
              <p:spPr>
                <a:xfrm>
                  <a:off x="686780" y="4939045"/>
                  <a:ext cx="92544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7" name="Google Shape;2577;p17"/>
                <p:cNvSpPr/>
                <p:nvPr/>
              </p:nvSpPr>
              <p:spPr>
                <a:xfrm>
                  <a:off x="458073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8" name="Google Shape;2578;p17"/>
                <p:cNvSpPr/>
                <p:nvPr/>
              </p:nvSpPr>
              <p:spPr>
                <a:xfrm>
                  <a:off x="343514" y="4938634"/>
                  <a:ext cx="92167" cy="88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4" extrusionOk="0">
                      <a:moveTo>
                        <a:pt x="1" y="0"/>
                      </a:moveTo>
                      <a:lnTo>
                        <a:pt x="1" y="2584"/>
                      </a:lnTo>
                      <a:lnTo>
                        <a:pt x="2692" y="2584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9" name="Google Shape;2579;p17"/>
                <p:cNvSpPr/>
                <p:nvPr/>
              </p:nvSpPr>
              <p:spPr>
                <a:xfrm>
                  <a:off x="228990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0" name="Google Shape;2580;p17"/>
                <p:cNvSpPr/>
                <p:nvPr/>
              </p:nvSpPr>
              <p:spPr>
                <a:xfrm>
                  <a:off x="114431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1" name="Google Shape;2581;p17"/>
                <p:cNvSpPr/>
                <p:nvPr/>
              </p:nvSpPr>
              <p:spPr>
                <a:xfrm>
                  <a:off x="687156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2" y="2572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2" name="Google Shape;2582;p17"/>
                <p:cNvSpPr/>
                <p:nvPr/>
              </p:nvSpPr>
              <p:spPr>
                <a:xfrm>
                  <a:off x="458073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3" name="Google Shape;2583;p17"/>
                <p:cNvSpPr/>
                <p:nvPr/>
              </p:nvSpPr>
              <p:spPr>
                <a:xfrm>
                  <a:off x="228990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4" name="Google Shape;2584;p17"/>
                <p:cNvSpPr/>
                <p:nvPr/>
              </p:nvSpPr>
              <p:spPr>
                <a:xfrm>
                  <a:off x="114431" y="4828561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5" name="Google Shape;2585;p17"/>
                <p:cNvSpPr/>
                <p:nvPr/>
              </p:nvSpPr>
              <p:spPr>
                <a:xfrm>
                  <a:off x="114431" y="4386692"/>
                  <a:ext cx="92167" cy="88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4" extrusionOk="0">
                      <a:moveTo>
                        <a:pt x="1" y="0"/>
                      </a:moveTo>
                      <a:lnTo>
                        <a:pt x="1" y="2584"/>
                      </a:lnTo>
                      <a:lnTo>
                        <a:pt x="2691" y="2584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6" name="Google Shape;2586;p17"/>
                <p:cNvSpPr/>
                <p:nvPr/>
              </p:nvSpPr>
              <p:spPr>
                <a:xfrm>
                  <a:off x="2292450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2" y="2572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7" name="Google Shape;2587;p17"/>
                <p:cNvSpPr/>
                <p:nvPr/>
              </p:nvSpPr>
              <p:spPr>
                <a:xfrm>
                  <a:off x="2177926" y="4938634"/>
                  <a:ext cx="92133" cy="88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1" h="2584" extrusionOk="0">
                      <a:moveTo>
                        <a:pt x="0" y="0"/>
                      </a:moveTo>
                      <a:lnTo>
                        <a:pt x="0" y="2584"/>
                      </a:lnTo>
                      <a:lnTo>
                        <a:pt x="2691" y="2584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8" name="Google Shape;2588;p17"/>
                <p:cNvSpPr/>
                <p:nvPr/>
              </p:nvSpPr>
              <p:spPr>
                <a:xfrm>
                  <a:off x="2063367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9" name="Google Shape;2589;p17"/>
                <p:cNvSpPr/>
                <p:nvPr/>
              </p:nvSpPr>
              <p:spPr>
                <a:xfrm>
                  <a:off x="1948808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4" y="2572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0" name="Google Shape;2590;p17"/>
                <p:cNvSpPr/>
                <p:nvPr/>
              </p:nvSpPr>
              <p:spPr>
                <a:xfrm>
                  <a:off x="1834284" y="4939045"/>
                  <a:ext cx="92544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1" name="Google Shape;2591;p17"/>
                <p:cNvSpPr/>
                <p:nvPr/>
              </p:nvSpPr>
              <p:spPr>
                <a:xfrm>
                  <a:off x="2292450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2" y="2572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2" name="Google Shape;2592;p17"/>
                <p:cNvSpPr/>
                <p:nvPr/>
              </p:nvSpPr>
              <p:spPr>
                <a:xfrm>
                  <a:off x="2177926" y="4828561"/>
                  <a:ext cx="92133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1" h="2573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3" name="Google Shape;2593;p17"/>
                <p:cNvSpPr/>
                <p:nvPr/>
              </p:nvSpPr>
              <p:spPr>
                <a:xfrm>
                  <a:off x="2063367" y="4828561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4" name="Google Shape;2594;p17"/>
                <p:cNvSpPr/>
                <p:nvPr/>
              </p:nvSpPr>
              <p:spPr>
                <a:xfrm>
                  <a:off x="1948808" y="4828561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4" y="2572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5" name="Google Shape;2595;p17"/>
                <p:cNvSpPr/>
                <p:nvPr/>
              </p:nvSpPr>
              <p:spPr>
                <a:xfrm>
                  <a:off x="1834284" y="4828561"/>
                  <a:ext cx="92544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73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6" name="Google Shape;2596;p17"/>
                <p:cNvSpPr/>
                <p:nvPr/>
              </p:nvSpPr>
              <p:spPr>
                <a:xfrm>
                  <a:off x="2292450" y="4718076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1"/>
                      </a:moveTo>
                      <a:lnTo>
                        <a:pt x="1" y="2573"/>
                      </a:lnTo>
                      <a:lnTo>
                        <a:pt x="2703" y="2573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7" name="Google Shape;2597;p17"/>
                <p:cNvSpPr/>
                <p:nvPr/>
              </p:nvSpPr>
              <p:spPr>
                <a:xfrm>
                  <a:off x="1834284" y="4718076"/>
                  <a:ext cx="92544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73" extrusionOk="0">
                      <a:moveTo>
                        <a:pt x="0" y="1"/>
                      </a:moveTo>
                      <a:lnTo>
                        <a:pt x="0" y="2573"/>
                      </a:lnTo>
                      <a:lnTo>
                        <a:pt x="2703" y="2573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8" name="Google Shape;2598;p17"/>
                <p:cNvSpPr/>
                <p:nvPr/>
              </p:nvSpPr>
              <p:spPr>
                <a:xfrm>
                  <a:off x="7217172" y="4938634"/>
                  <a:ext cx="92544" cy="88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84" extrusionOk="0">
                      <a:moveTo>
                        <a:pt x="0" y="0"/>
                      </a:moveTo>
                      <a:lnTo>
                        <a:pt x="0" y="2584"/>
                      </a:lnTo>
                      <a:lnTo>
                        <a:pt x="2703" y="2584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9" name="Google Shape;2599;p17"/>
                <p:cNvSpPr/>
                <p:nvPr/>
              </p:nvSpPr>
              <p:spPr>
                <a:xfrm>
                  <a:off x="7102613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0" name="Google Shape;2600;p17"/>
                <p:cNvSpPr/>
                <p:nvPr/>
              </p:nvSpPr>
              <p:spPr>
                <a:xfrm>
                  <a:off x="6873530" y="4939045"/>
                  <a:ext cx="92544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1" name="Google Shape;2601;p17"/>
                <p:cNvSpPr/>
                <p:nvPr/>
              </p:nvSpPr>
              <p:spPr>
                <a:xfrm>
                  <a:off x="6758971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2" name="Google Shape;2602;p17"/>
                <p:cNvSpPr/>
                <p:nvPr/>
              </p:nvSpPr>
              <p:spPr>
                <a:xfrm>
                  <a:off x="6415741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3" name="Google Shape;2603;p17"/>
                <p:cNvSpPr/>
                <p:nvPr/>
              </p:nvSpPr>
              <p:spPr>
                <a:xfrm>
                  <a:off x="6988055" y="4828561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4" y="2572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4" name="Google Shape;2604;p17"/>
                <p:cNvSpPr/>
                <p:nvPr/>
              </p:nvSpPr>
              <p:spPr>
                <a:xfrm>
                  <a:off x="6759382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5" name="Google Shape;2605;p17"/>
                <p:cNvSpPr/>
                <p:nvPr/>
              </p:nvSpPr>
              <p:spPr>
                <a:xfrm>
                  <a:off x="7217172" y="4718076"/>
                  <a:ext cx="92544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73" extrusionOk="0">
                      <a:moveTo>
                        <a:pt x="0" y="1"/>
                      </a:moveTo>
                      <a:lnTo>
                        <a:pt x="0" y="2573"/>
                      </a:lnTo>
                      <a:lnTo>
                        <a:pt x="2703" y="2573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6" name="Google Shape;2606;p17"/>
                <p:cNvSpPr/>
                <p:nvPr/>
              </p:nvSpPr>
              <p:spPr>
                <a:xfrm>
                  <a:off x="6988055" y="4718076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1"/>
                      </a:moveTo>
                      <a:lnTo>
                        <a:pt x="1" y="2573"/>
                      </a:lnTo>
                      <a:lnTo>
                        <a:pt x="2704" y="2573"/>
                      </a:lnTo>
                      <a:lnTo>
                        <a:pt x="270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7" name="Google Shape;2607;p17"/>
                <p:cNvSpPr/>
                <p:nvPr/>
              </p:nvSpPr>
              <p:spPr>
                <a:xfrm>
                  <a:off x="8936990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8" name="Google Shape;2608;p17"/>
                <p:cNvSpPr/>
                <p:nvPr/>
              </p:nvSpPr>
              <p:spPr>
                <a:xfrm>
                  <a:off x="8707907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9" name="Google Shape;2609;p17"/>
                <p:cNvSpPr/>
                <p:nvPr/>
              </p:nvSpPr>
              <p:spPr>
                <a:xfrm>
                  <a:off x="8593759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0" name="Google Shape;2610;p17"/>
                <p:cNvSpPr/>
                <p:nvPr/>
              </p:nvSpPr>
              <p:spPr>
                <a:xfrm>
                  <a:off x="8250117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1" name="Google Shape;2611;p17"/>
                <p:cNvSpPr/>
                <p:nvPr/>
              </p:nvSpPr>
              <p:spPr>
                <a:xfrm>
                  <a:off x="8135559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2" y="2572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2" name="Google Shape;2612;p17"/>
                <p:cNvSpPr/>
                <p:nvPr/>
              </p:nvSpPr>
              <p:spPr>
                <a:xfrm>
                  <a:off x="8021034" y="4939045"/>
                  <a:ext cx="92544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3" name="Google Shape;2613;p17"/>
                <p:cNvSpPr/>
                <p:nvPr/>
              </p:nvSpPr>
              <p:spPr>
                <a:xfrm>
                  <a:off x="7791917" y="4938634"/>
                  <a:ext cx="92578" cy="88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4" extrusionOk="0">
                      <a:moveTo>
                        <a:pt x="1" y="0"/>
                      </a:moveTo>
                      <a:lnTo>
                        <a:pt x="1" y="2584"/>
                      </a:lnTo>
                      <a:lnTo>
                        <a:pt x="2704" y="2584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4" name="Google Shape;2614;p17"/>
                <p:cNvSpPr/>
                <p:nvPr/>
              </p:nvSpPr>
              <p:spPr>
                <a:xfrm>
                  <a:off x="7677392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5" name="Google Shape;2615;p17"/>
                <p:cNvSpPr/>
                <p:nvPr/>
              </p:nvSpPr>
              <p:spPr>
                <a:xfrm>
                  <a:off x="7562834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6" name="Google Shape;2616;p17"/>
                <p:cNvSpPr/>
                <p:nvPr/>
              </p:nvSpPr>
              <p:spPr>
                <a:xfrm>
                  <a:off x="7448309" y="4939045"/>
                  <a:ext cx="92544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7" name="Google Shape;2617;p17"/>
                <p:cNvSpPr/>
                <p:nvPr/>
              </p:nvSpPr>
              <p:spPr>
                <a:xfrm>
                  <a:off x="7333751" y="4938634"/>
                  <a:ext cx="92578" cy="88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4" extrusionOk="0">
                      <a:moveTo>
                        <a:pt x="0" y="0"/>
                      </a:moveTo>
                      <a:lnTo>
                        <a:pt x="0" y="2584"/>
                      </a:lnTo>
                      <a:lnTo>
                        <a:pt x="2703" y="2584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8" name="Google Shape;2618;p17"/>
                <p:cNvSpPr/>
                <p:nvPr/>
              </p:nvSpPr>
              <p:spPr>
                <a:xfrm>
                  <a:off x="8936990" y="4828561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9" name="Google Shape;2619;p17"/>
                <p:cNvSpPr/>
                <p:nvPr/>
              </p:nvSpPr>
              <p:spPr>
                <a:xfrm>
                  <a:off x="8822431" y="4828561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4" y="2572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0" name="Google Shape;2620;p17"/>
                <p:cNvSpPr/>
                <p:nvPr/>
              </p:nvSpPr>
              <p:spPr>
                <a:xfrm>
                  <a:off x="8593759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1" name="Google Shape;2621;p17"/>
                <p:cNvSpPr/>
                <p:nvPr/>
              </p:nvSpPr>
              <p:spPr>
                <a:xfrm>
                  <a:off x="8479200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2" y="2572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2" name="Google Shape;2622;p17"/>
                <p:cNvSpPr/>
                <p:nvPr/>
              </p:nvSpPr>
              <p:spPr>
                <a:xfrm>
                  <a:off x="8364676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3" name="Google Shape;2623;p17"/>
                <p:cNvSpPr/>
                <p:nvPr/>
              </p:nvSpPr>
              <p:spPr>
                <a:xfrm>
                  <a:off x="8250117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4" name="Google Shape;2624;p17"/>
                <p:cNvSpPr/>
                <p:nvPr/>
              </p:nvSpPr>
              <p:spPr>
                <a:xfrm>
                  <a:off x="7791917" y="4828561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4" y="2572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5" name="Google Shape;2625;p17"/>
                <p:cNvSpPr/>
                <p:nvPr/>
              </p:nvSpPr>
              <p:spPr>
                <a:xfrm>
                  <a:off x="7677392" y="4828561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6" name="Google Shape;2626;p17"/>
                <p:cNvSpPr/>
                <p:nvPr/>
              </p:nvSpPr>
              <p:spPr>
                <a:xfrm>
                  <a:off x="7562834" y="4828561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7" name="Google Shape;2627;p17"/>
                <p:cNvSpPr/>
                <p:nvPr/>
              </p:nvSpPr>
              <p:spPr>
                <a:xfrm>
                  <a:off x="7448309" y="4828561"/>
                  <a:ext cx="92544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73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8" name="Google Shape;2628;p17"/>
                <p:cNvSpPr/>
                <p:nvPr/>
              </p:nvSpPr>
              <p:spPr>
                <a:xfrm>
                  <a:off x="8937401" y="4718076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1"/>
                      </a:moveTo>
                      <a:lnTo>
                        <a:pt x="1" y="2573"/>
                      </a:lnTo>
                      <a:lnTo>
                        <a:pt x="2691" y="2573"/>
                      </a:lnTo>
                      <a:lnTo>
                        <a:pt x="269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9" name="Google Shape;2629;p17"/>
                <p:cNvSpPr/>
                <p:nvPr/>
              </p:nvSpPr>
              <p:spPr>
                <a:xfrm>
                  <a:off x="8822842" y="4718076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1"/>
                      </a:moveTo>
                      <a:lnTo>
                        <a:pt x="1" y="2573"/>
                      </a:lnTo>
                      <a:lnTo>
                        <a:pt x="2692" y="2573"/>
                      </a:lnTo>
                      <a:lnTo>
                        <a:pt x="269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0" name="Google Shape;2630;p17"/>
                <p:cNvSpPr/>
                <p:nvPr/>
              </p:nvSpPr>
              <p:spPr>
                <a:xfrm>
                  <a:off x="8708318" y="4718076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0" y="1"/>
                      </a:moveTo>
                      <a:lnTo>
                        <a:pt x="0" y="2573"/>
                      </a:lnTo>
                      <a:lnTo>
                        <a:pt x="2691" y="2573"/>
                      </a:lnTo>
                      <a:lnTo>
                        <a:pt x="269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1" name="Google Shape;2631;p17"/>
                <p:cNvSpPr/>
                <p:nvPr/>
              </p:nvSpPr>
              <p:spPr>
                <a:xfrm>
                  <a:off x="7906476" y="4718076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1"/>
                      </a:moveTo>
                      <a:lnTo>
                        <a:pt x="1" y="2573"/>
                      </a:lnTo>
                      <a:lnTo>
                        <a:pt x="2703" y="2573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2" name="Google Shape;2632;p17"/>
                <p:cNvSpPr/>
                <p:nvPr/>
              </p:nvSpPr>
              <p:spPr>
                <a:xfrm>
                  <a:off x="7791917" y="4718076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1"/>
                      </a:moveTo>
                      <a:lnTo>
                        <a:pt x="1" y="2573"/>
                      </a:lnTo>
                      <a:lnTo>
                        <a:pt x="2704" y="2573"/>
                      </a:lnTo>
                      <a:lnTo>
                        <a:pt x="270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3" name="Google Shape;2633;p17"/>
                <p:cNvSpPr/>
                <p:nvPr/>
              </p:nvSpPr>
              <p:spPr>
                <a:xfrm>
                  <a:off x="8479200" y="4607626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2" y="2572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4" name="Google Shape;2634;p17"/>
                <p:cNvSpPr/>
                <p:nvPr/>
              </p:nvSpPr>
              <p:spPr>
                <a:xfrm>
                  <a:off x="8936990" y="4497142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1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5" name="Google Shape;2635;p17"/>
                <p:cNvSpPr/>
                <p:nvPr/>
              </p:nvSpPr>
              <p:spPr>
                <a:xfrm>
                  <a:off x="8822431" y="4386692"/>
                  <a:ext cx="92578" cy="88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4" extrusionOk="0">
                      <a:moveTo>
                        <a:pt x="1" y="0"/>
                      </a:moveTo>
                      <a:lnTo>
                        <a:pt x="1" y="2584"/>
                      </a:lnTo>
                      <a:lnTo>
                        <a:pt x="2704" y="2584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6" name="Google Shape;2636;p17"/>
                <p:cNvSpPr/>
                <p:nvPr/>
              </p:nvSpPr>
              <p:spPr>
                <a:xfrm>
                  <a:off x="8822842" y="4165723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692" y="2585"/>
                      </a:lnTo>
                      <a:lnTo>
                        <a:pt x="269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7" name="Google Shape;2637;p17"/>
                <p:cNvSpPr/>
                <p:nvPr/>
              </p:nvSpPr>
              <p:spPr>
                <a:xfrm>
                  <a:off x="8936990" y="4055273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0"/>
                      </a:moveTo>
                      <a:lnTo>
                        <a:pt x="1" y="2584"/>
                      </a:lnTo>
                      <a:lnTo>
                        <a:pt x="2703" y="2584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CUSTOM_4_1">
    <p:spTree>
      <p:nvGrpSpPr>
        <p:cNvPr id="1" name="Shape 2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9" name="Google Shape;2639;p18"/>
          <p:cNvSpPr txBox="1">
            <a:spLocks noGrp="1"/>
          </p:cNvSpPr>
          <p:nvPr>
            <p:ph type="title"/>
          </p:nvPr>
        </p:nvSpPr>
        <p:spPr>
          <a:xfrm>
            <a:off x="4248200" y="1085350"/>
            <a:ext cx="3732000" cy="164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640" name="Google Shape;2640;p18"/>
          <p:cNvSpPr txBox="1">
            <a:spLocks noGrp="1"/>
          </p:cNvSpPr>
          <p:nvPr>
            <p:ph type="subTitle" idx="1"/>
          </p:nvPr>
        </p:nvSpPr>
        <p:spPr>
          <a:xfrm>
            <a:off x="4842525" y="2743538"/>
            <a:ext cx="3137700" cy="131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2641" name="Google Shape;2641;p18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642" name="Google Shape;2642;p18"/>
            <p:cNvSpPr/>
            <p:nvPr/>
          </p:nvSpPr>
          <p:spPr>
            <a:xfrm>
              <a:off x="0" y="0"/>
              <a:ext cx="9144000" cy="5143500"/>
            </a:xfrm>
            <a:prstGeom prst="frame">
              <a:avLst>
                <a:gd name="adj1" fmla="val 1678"/>
              </a:avLst>
            </a:pr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43" name="Google Shape;2643;p18"/>
            <p:cNvGrpSpPr/>
            <p:nvPr/>
          </p:nvGrpSpPr>
          <p:grpSpPr>
            <a:xfrm>
              <a:off x="114356" y="108088"/>
              <a:ext cx="8915158" cy="4927729"/>
              <a:chOff x="114356" y="108088"/>
              <a:chExt cx="8915158" cy="4927729"/>
            </a:xfrm>
          </p:grpSpPr>
          <p:sp>
            <p:nvSpPr>
              <p:cNvPr id="2644" name="Google Shape;2644;p18"/>
              <p:cNvSpPr/>
              <p:nvPr/>
            </p:nvSpPr>
            <p:spPr>
              <a:xfrm>
                <a:off x="343439" y="4505463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30" y="2334"/>
                    </a:lnTo>
                    <a:lnTo>
                      <a:pt x="24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Google Shape;2645;p18"/>
              <p:cNvSpPr/>
              <p:nvPr/>
            </p:nvSpPr>
            <p:spPr>
              <a:xfrm>
                <a:off x="457980" y="4394974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30" y="2334"/>
                    </a:lnTo>
                    <a:lnTo>
                      <a:pt x="24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Google Shape;2646;p18"/>
              <p:cNvSpPr/>
              <p:nvPr/>
            </p:nvSpPr>
            <p:spPr>
              <a:xfrm>
                <a:off x="228897" y="4505463"/>
                <a:ext cx="92042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23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29" y="2322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Google Shape;2647;p18"/>
              <p:cNvSpPr/>
              <p:nvPr/>
            </p:nvSpPr>
            <p:spPr>
              <a:xfrm>
                <a:off x="114356" y="450546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Google Shape;2648;p18"/>
              <p:cNvSpPr/>
              <p:nvPr/>
            </p:nvSpPr>
            <p:spPr>
              <a:xfrm>
                <a:off x="343439" y="4394974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30" y="2334"/>
                    </a:lnTo>
                    <a:lnTo>
                      <a:pt x="24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Google Shape;2649;p18"/>
              <p:cNvSpPr/>
              <p:nvPr/>
            </p:nvSpPr>
            <p:spPr>
              <a:xfrm>
                <a:off x="114356" y="4394974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Google Shape;2650;p18"/>
              <p:cNvSpPr/>
              <p:nvPr/>
            </p:nvSpPr>
            <p:spPr>
              <a:xfrm>
                <a:off x="343439" y="4284485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30" y="2334"/>
                    </a:lnTo>
                    <a:lnTo>
                      <a:pt x="24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Google Shape;2651;p18"/>
              <p:cNvSpPr/>
              <p:nvPr/>
            </p:nvSpPr>
            <p:spPr>
              <a:xfrm>
                <a:off x="343439" y="4173997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30" y="2334"/>
                    </a:lnTo>
                    <a:lnTo>
                      <a:pt x="24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Google Shape;2652;p18"/>
              <p:cNvSpPr/>
              <p:nvPr/>
            </p:nvSpPr>
            <p:spPr>
              <a:xfrm>
                <a:off x="228897" y="4284485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653;p18"/>
              <p:cNvSpPr/>
              <p:nvPr/>
            </p:nvSpPr>
            <p:spPr>
              <a:xfrm>
                <a:off x="114356" y="4284485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Google Shape;2654;p18"/>
              <p:cNvSpPr/>
              <p:nvPr/>
            </p:nvSpPr>
            <p:spPr>
              <a:xfrm>
                <a:off x="228897" y="4173997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Google Shape;2655;p18"/>
              <p:cNvSpPr/>
              <p:nvPr/>
            </p:nvSpPr>
            <p:spPr>
              <a:xfrm>
                <a:off x="342984" y="494696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1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Google Shape;2656;p18"/>
              <p:cNvSpPr/>
              <p:nvPr/>
            </p:nvSpPr>
            <p:spPr>
              <a:xfrm>
                <a:off x="1259392" y="4946963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29" y="2334"/>
                    </a:lnTo>
                    <a:lnTo>
                      <a:pt x="2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Google Shape;2657;p18"/>
              <p:cNvSpPr/>
              <p:nvPr/>
            </p:nvSpPr>
            <p:spPr>
              <a:xfrm>
                <a:off x="1030271" y="494696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1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Google Shape;2658;p18"/>
              <p:cNvSpPr/>
              <p:nvPr/>
            </p:nvSpPr>
            <p:spPr>
              <a:xfrm>
                <a:off x="1030271" y="4836474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1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Google Shape;2659;p18"/>
              <p:cNvSpPr/>
              <p:nvPr/>
            </p:nvSpPr>
            <p:spPr>
              <a:xfrm>
                <a:off x="1144851" y="4836474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Google Shape;2660;p18"/>
              <p:cNvSpPr/>
              <p:nvPr/>
            </p:nvSpPr>
            <p:spPr>
              <a:xfrm>
                <a:off x="915730" y="494696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1"/>
                    </a:moveTo>
                    <a:lnTo>
                      <a:pt x="1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Google Shape;2661;p18"/>
              <p:cNvSpPr/>
              <p:nvPr/>
            </p:nvSpPr>
            <p:spPr>
              <a:xfrm>
                <a:off x="801188" y="494696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Google Shape;2662;p18"/>
              <p:cNvSpPr/>
              <p:nvPr/>
            </p:nvSpPr>
            <p:spPr>
              <a:xfrm>
                <a:off x="686647" y="494696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Google Shape;2663;p18"/>
              <p:cNvSpPr/>
              <p:nvPr/>
            </p:nvSpPr>
            <p:spPr>
              <a:xfrm>
                <a:off x="572105" y="4946963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Google Shape;2664;p18"/>
              <p:cNvSpPr/>
              <p:nvPr/>
            </p:nvSpPr>
            <p:spPr>
              <a:xfrm>
                <a:off x="457526" y="4836474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1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Google Shape;2665;p18"/>
              <p:cNvSpPr/>
              <p:nvPr/>
            </p:nvSpPr>
            <p:spPr>
              <a:xfrm>
                <a:off x="228897" y="4946963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29" y="2334"/>
                    </a:lnTo>
                    <a:lnTo>
                      <a:pt x="2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Google Shape;2666;p18"/>
              <p:cNvSpPr/>
              <p:nvPr/>
            </p:nvSpPr>
            <p:spPr>
              <a:xfrm>
                <a:off x="114356" y="4946963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29" y="2334"/>
                    </a:lnTo>
                    <a:lnTo>
                      <a:pt x="2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Google Shape;2667;p18"/>
              <p:cNvSpPr/>
              <p:nvPr/>
            </p:nvSpPr>
            <p:spPr>
              <a:xfrm>
                <a:off x="1259392" y="4836474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Google Shape;2668;p18"/>
              <p:cNvSpPr/>
              <p:nvPr/>
            </p:nvSpPr>
            <p:spPr>
              <a:xfrm>
                <a:off x="1144851" y="4836474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Google Shape;2669;p18"/>
              <p:cNvSpPr/>
              <p:nvPr/>
            </p:nvSpPr>
            <p:spPr>
              <a:xfrm>
                <a:off x="801188" y="4836474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Google Shape;2670;p18"/>
              <p:cNvSpPr/>
              <p:nvPr/>
            </p:nvSpPr>
            <p:spPr>
              <a:xfrm>
                <a:off x="572105" y="4836474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Google Shape;2671;p18"/>
              <p:cNvSpPr/>
              <p:nvPr/>
            </p:nvSpPr>
            <p:spPr>
              <a:xfrm>
                <a:off x="342984" y="4836474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1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Google Shape;2672;p18"/>
              <p:cNvSpPr/>
              <p:nvPr/>
            </p:nvSpPr>
            <p:spPr>
              <a:xfrm>
                <a:off x="228897" y="4836474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29" y="2334"/>
                    </a:lnTo>
                    <a:lnTo>
                      <a:pt x="2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Google Shape;2673;p18"/>
              <p:cNvSpPr/>
              <p:nvPr/>
            </p:nvSpPr>
            <p:spPr>
              <a:xfrm>
                <a:off x="1030271" y="4726440"/>
                <a:ext cx="92497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3" extrusionOk="0">
                    <a:moveTo>
                      <a:pt x="1" y="1"/>
                    </a:moveTo>
                    <a:lnTo>
                      <a:pt x="1" y="2322"/>
                    </a:lnTo>
                    <a:lnTo>
                      <a:pt x="2442" y="2322"/>
                    </a:lnTo>
                    <a:lnTo>
                      <a:pt x="24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Google Shape;2674;p18"/>
              <p:cNvSpPr/>
              <p:nvPr/>
            </p:nvSpPr>
            <p:spPr>
              <a:xfrm>
                <a:off x="915730" y="4726440"/>
                <a:ext cx="92497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3" extrusionOk="0">
                    <a:moveTo>
                      <a:pt x="1" y="1"/>
                    </a:moveTo>
                    <a:lnTo>
                      <a:pt x="1" y="2322"/>
                    </a:lnTo>
                    <a:lnTo>
                      <a:pt x="2441" y="2322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Google Shape;2675;p18"/>
              <p:cNvSpPr/>
              <p:nvPr/>
            </p:nvSpPr>
            <p:spPr>
              <a:xfrm>
                <a:off x="801643" y="4725985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29" y="2334"/>
                    </a:lnTo>
                    <a:lnTo>
                      <a:pt x="2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Google Shape;2676;p18"/>
              <p:cNvSpPr/>
              <p:nvPr/>
            </p:nvSpPr>
            <p:spPr>
              <a:xfrm>
                <a:off x="687101" y="4726440"/>
                <a:ext cx="92042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23" extrusionOk="0">
                    <a:moveTo>
                      <a:pt x="0" y="1"/>
                    </a:moveTo>
                    <a:lnTo>
                      <a:pt x="0" y="2322"/>
                    </a:lnTo>
                    <a:lnTo>
                      <a:pt x="2429" y="2322"/>
                    </a:lnTo>
                    <a:lnTo>
                      <a:pt x="2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Google Shape;2677;p18"/>
              <p:cNvSpPr/>
              <p:nvPr/>
            </p:nvSpPr>
            <p:spPr>
              <a:xfrm>
                <a:off x="572560" y="4726440"/>
                <a:ext cx="92004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23" extrusionOk="0">
                    <a:moveTo>
                      <a:pt x="0" y="1"/>
                    </a:moveTo>
                    <a:lnTo>
                      <a:pt x="0" y="2322"/>
                    </a:lnTo>
                    <a:lnTo>
                      <a:pt x="2429" y="2322"/>
                    </a:lnTo>
                    <a:lnTo>
                      <a:pt x="2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Google Shape;2678;p18"/>
              <p:cNvSpPr/>
              <p:nvPr/>
            </p:nvSpPr>
            <p:spPr>
              <a:xfrm>
                <a:off x="457980" y="4726440"/>
                <a:ext cx="92497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3" extrusionOk="0">
                    <a:moveTo>
                      <a:pt x="1" y="1"/>
                    </a:moveTo>
                    <a:lnTo>
                      <a:pt x="1" y="2322"/>
                    </a:lnTo>
                    <a:lnTo>
                      <a:pt x="2442" y="2322"/>
                    </a:lnTo>
                    <a:lnTo>
                      <a:pt x="24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Google Shape;2679;p18"/>
              <p:cNvSpPr/>
              <p:nvPr/>
            </p:nvSpPr>
            <p:spPr>
              <a:xfrm>
                <a:off x="343439" y="4615951"/>
                <a:ext cx="92042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23" extrusionOk="0">
                    <a:moveTo>
                      <a:pt x="1" y="1"/>
                    </a:moveTo>
                    <a:lnTo>
                      <a:pt x="1" y="2322"/>
                    </a:lnTo>
                    <a:lnTo>
                      <a:pt x="2430" y="2322"/>
                    </a:lnTo>
                    <a:lnTo>
                      <a:pt x="243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Google Shape;2680;p18"/>
              <p:cNvSpPr/>
              <p:nvPr/>
            </p:nvSpPr>
            <p:spPr>
              <a:xfrm>
                <a:off x="228897" y="4726440"/>
                <a:ext cx="92497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3" extrusionOk="0">
                    <a:moveTo>
                      <a:pt x="0" y="1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Google Shape;2681;p18"/>
              <p:cNvSpPr/>
              <p:nvPr/>
            </p:nvSpPr>
            <p:spPr>
              <a:xfrm>
                <a:off x="114356" y="4725985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Google Shape;2682;p18"/>
              <p:cNvSpPr/>
              <p:nvPr/>
            </p:nvSpPr>
            <p:spPr>
              <a:xfrm>
                <a:off x="1144851" y="4615951"/>
                <a:ext cx="92459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3" extrusionOk="0">
                    <a:moveTo>
                      <a:pt x="0" y="1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Google Shape;2683;p18"/>
              <p:cNvSpPr/>
              <p:nvPr/>
            </p:nvSpPr>
            <p:spPr>
              <a:xfrm>
                <a:off x="1259392" y="4726440"/>
                <a:ext cx="92459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3" extrusionOk="0">
                    <a:moveTo>
                      <a:pt x="0" y="1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684;p18"/>
              <p:cNvSpPr/>
              <p:nvPr/>
            </p:nvSpPr>
            <p:spPr>
              <a:xfrm>
                <a:off x="801188" y="4615951"/>
                <a:ext cx="92497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3" extrusionOk="0">
                    <a:moveTo>
                      <a:pt x="0" y="1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685;p18"/>
              <p:cNvSpPr/>
              <p:nvPr/>
            </p:nvSpPr>
            <p:spPr>
              <a:xfrm>
                <a:off x="686647" y="4615951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686;p18"/>
              <p:cNvSpPr/>
              <p:nvPr/>
            </p:nvSpPr>
            <p:spPr>
              <a:xfrm>
                <a:off x="457980" y="4615951"/>
                <a:ext cx="92042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23" extrusionOk="0">
                    <a:moveTo>
                      <a:pt x="1" y="1"/>
                    </a:moveTo>
                    <a:lnTo>
                      <a:pt x="1" y="2322"/>
                    </a:lnTo>
                    <a:lnTo>
                      <a:pt x="2430" y="2322"/>
                    </a:lnTo>
                    <a:lnTo>
                      <a:pt x="243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Google Shape;2687;p18"/>
              <p:cNvSpPr/>
              <p:nvPr/>
            </p:nvSpPr>
            <p:spPr>
              <a:xfrm>
                <a:off x="228897" y="4615951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Google Shape;2688;p18"/>
              <p:cNvSpPr/>
              <p:nvPr/>
            </p:nvSpPr>
            <p:spPr>
              <a:xfrm>
                <a:off x="343439" y="4063508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30" y="2334"/>
                    </a:lnTo>
                    <a:lnTo>
                      <a:pt x="24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689;p18"/>
              <p:cNvSpPr/>
              <p:nvPr/>
            </p:nvSpPr>
            <p:spPr>
              <a:xfrm>
                <a:off x="114356" y="4063508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Google Shape;2690;p18"/>
              <p:cNvSpPr/>
              <p:nvPr/>
            </p:nvSpPr>
            <p:spPr>
              <a:xfrm>
                <a:off x="342984" y="3953474"/>
                <a:ext cx="92497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2" extrusionOk="0">
                    <a:moveTo>
                      <a:pt x="1" y="0"/>
                    </a:moveTo>
                    <a:lnTo>
                      <a:pt x="1" y="2322"/>
                    </a:lnTo>
                    <a:lnTo>
                      <a:pt x="2442" y="2322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Google Shape;2691;p18"/>
              <p:cNvSpPr/>
              <p:nvPr/>
            </p:nvSpPr>
            <p:spPr>
              <a:xfrm>
                <a:off x="228897" y="3953019"/>
                <a:ext cx="92042" cy="88406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4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29" y="2334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Google Shape;2692;p18"/>
              <p:cNvSpPr/>
              <p:nvPr/>
            </p:nvSpPr>
            <p:spPr>
              <a:xfrm>
                <a:off x="114356" y="3953474"/>
                <a:ext cx="92042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29" y="2322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Google Shape;2693;p18"/>
              <p:cNvSpPr/>
              <p:nvPr/>
            </p:nvSpPr>
            <p:spPr>
              <a:xfrm>
                <a:off x="228897" y="3842985"/>
                <a:ext cx="92042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29" y="2322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Google Shape;2694;p18"/>
              <p:cNvSpPr/>
              <p:nvPr/>
            </p:nvSpPr>
            <p:spPr>
              <a:xfrm>
                <a:off x="114356" y="3842985"/>
                <a:ext cx="92042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29" y="2322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Google Shape;2695;p18"/>
              <p:cNvSpPr/>
              <p:nvPr/>
            </p:nvSpPr>
            <p:spPr>
              <a:xfrm>
                <a:off x="7217172" y="4946942"/>
                <a:ext cx="92544" cy="88470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4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Google Shape;2696;p18"/>
              <p:cNvSpPr/>
              <p:nvPr/>
            </p:nvSpPr>
            <p:spPr>
              <a:xfrm>
                <a:off x="7102613" y="4947353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2697;p18"/>
              <p:cNvSpPr/>
              <p:nvPr/>
            </p:nvSpPr>
            <p:spPr>
              <a:xfrm>
                <a:off x="6873530" y="4947353"/>
                <a:ext cx="92544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2698;p18"/>
              <p:cNvSpPr/>
              <p:nvPr/>
            </p:nvSpPr>
            <p:spPr>
              <a:xfrm>
                <a:off x="6988055" y="4836869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18"/>
              <p:cNvSpPr/>
              <p:nvPr/>
            </p:nvSpPr>
            <p:spPr>
              <a:xfrm>
                <a:off x="7217172" y="4726384"/>
                <a:ext cx="92544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3" extrusionOk="0">
                    <a:moveTo>
                      <a:pt x="0" y="1"/>
                    </a:moveTo>
                    <a:lnTo>
                      <a:pt x="0" y="2573"/>
                    </a:lnTo>
                    <a:lnTo>
                      <a:pt x="2703" y="2573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Google Shape;2700;p18"/>
              <p:cNvSpPr/>
              <p:nvPr/>
            </p:nvSpPr>
            <p:spPr>
              <a:xfrm>
                <a:off x="6988055" y="4726384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1"/>
                    </a:moveTo>
                    <a:lnTo>
                      <a:pt x="1" y="2573"/>
                    </a:lnTo>
                    <a:lnTo>
                      <a:pt x="2704" y="2573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2701;p18"/>
              <p:cNvSpPr/>
              <p:nvPr/>
            </p:nvSpPr>
            <p:spPr>
              <a:xfrm>
                <a:off x="7562834" y="4947353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18"/>
              <p:cNvSpPr/>
              <p:nvPr/>
            </p:nvSpPr>
            <p:spPr>
              <a:xfrm>
                <a:off x="7448309" y="4947353"/>
                <a:ext cx="92544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18"/>
              <p:cNvSpPr/>
              <p:nvPr/>
            </p:nvSpPr>
            <p:spPr>
              <a:xfrm>
                <a:off x="7333751" y="4946942"/>
                <a:ext cx="92578" cy="88470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4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Google Shape;2704;p18"/>
              <p:cNvSpPr/>
              <p:nvPr/>
            </p:nvSpPr>
            <p:spPr>
              <a:xfrm>
                <a:off x="7562834" y="4836869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Google Shape;2705;p18"/>
              <p:cNvSpPr/>
              <p:nvPr/>
            </p:nvSpPr>
            <p:spPr>
              <a:xfrm>
                <a:off x="7448309" y="4836869"/>
                <a:ext cx="92544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Google Shape;2706;p18"/>
              <p:cNvSpPr/>
              <p:nvPr/>
            </p:nvSpPr>
            <p:spPr>
              <a:xfrm>
                <a:off x="8937055" y="4505513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Google Shape;2707;p18"/>
              <p:cNvSpPr/>
              <p:nvPr/>
            </p:nvSpPr>
            <p:spPr>
              <a:xfrm>
                <a:off x="8707934" y="450551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18"/>
              <p:cNvSpPr/>
              <p:nvPr/>
            </p:nvSpPr>
            <p:spPr>
              <a:xfrm>
                <a:off x="8707934" y="4395024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Google Shape;2709;p18"/>
              <p:cNvSpPr/>
              <p:nvPr/>
            </p:nvSpPr>
            <p:spPr>
              <a:xfrm>
                <a:off x="8822513" y="4395024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Google Shape;2710;p18"/>
              <p:cNvSpPr/>
              <p:nvPr/>
            </p:nvSpPr>
            <p:spPr>
              <a:xfrm>
                <a:off x="8593392" y="4505513"/>
                <a:ext cx="92497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3" extrusionOk="0">
                    <a:moveTo>
                      <a:pt x="1" y="0"/>
                    </a:moveTo>
                    <a:lnTo>
                      <a:pt x="1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Google Shape;2711;p18"/>
              <p:cNvSpPr/>
              <p:nvPr/>
            </p:nvSpPr>
            <p:spPr>
              <a:xfrm>
                <a:off x="8478851" y="450551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Google Shape;2712;p18"/>
              <p:cNvSpPr/>
              <p:nvPr/>
            </p:nvSpPr>
            <p:spPr>
              <a:xfrm>
                <a:off x="8937055" y="4395024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Google Shape;2713;p18"/>
              <p:cNvSpPr/>
              <p:nvPr/>
            </p:nvSpPr>
            <p:spPr>
              <a:xfrm>
                <a:off x="8822513" y="4395024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Google Shape;2714;p18"/>
              <p:cNvSpPr/>
              <p:nvPr/>
            </p:nvSpPr>
            <p:spPr>
              <a:xfrm>
                <a:off x="8593392" y="4395024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Google Shape;2715;p18"/>
              <p:cNvSpPr/>
              <p:nvPr/>
            </p:nvSpPr>
            <p:spPr>
              <a:xfrm>
                <a:off x="8478851" y="4395024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Google Shape;2716;p18"/>
              <p:cNvSpPr/>
              <p:nvPr/>
            </p:nvSpPr>
            <p:spPr>
              <a:xfrm>
                <a:off x="8822513" y="4284535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18"/>
              <p:cNvSpPr/>
              <p:nvPr/>
            </p:nvSpPr>
            <p:spPr>
              <a:xfrm>
                <a:off x="8822513" y="4174047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18"/>
              <p:cNvSpPr/>
              <p:nvPr/>
            </p:nvSpPr>
            <p:spPr>
              <a:xfrm>
                <a:off x="8707934" y="4174047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18"/>
              <p:cNvSpPr/>
              <p:nvPr/>
            </p:nvSpPr>
            <p:spPr>
              <a:xfrm>
                <a:off x="8707934" y="4063558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18"/>
              <p:cNvSpPr/>
              <p:nvPr/>
            </p:nvSpPr>
            <p:spPr>
              <a:xfrm>
                <a:off x="8937055" y="4284535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18"/>
              <p:cNvSpPr/>
              <p:nvPr/>
            </p:nvSpPr>
            <p:spPr>
              <a:xfrm>
                <a:off x="8822513" y="4063558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18"/>
              <p:cNvSpPr/>
              <p:nvPr/>
            </p:nvSpPr>
            <p:spPr>
              <a:xfrm>
                <a:off x="8020647" y="494701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1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18"/>
              <p:cNvSpPr/>
              <p:nvPr/>
            </p:nvSpPr>
            <p:spPr>
              <a:xfrm>
                <a:off x="8937055" y="4947013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29" y="2334"/>
                    </a:lnTo>
                    <a:lnTo>
                      <a:pt x="2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18"/>
              <p:cNvSpPr/>
              <p:nvPr/>
            </p:nvSpPr>
            <p:spPr>
              <a:xfrm>
                <a:off x="8822513" y="4947013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18"/>
              <p:cNvSpPr/>
              <p:nvPr/>
            </p:nvSpPr>
            <p:spPr>
              <a:xfrm>
                <a:off x="8707934" y="494701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1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Google Shape;2726;p18"/>
              <p:cNvSpPr/>
              <p:nvPr/>
            </p:nvSpPr>
            <p:spPr>
              <a:xfrm>
                <a:off x="8707934" y="4836524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1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Google Shape;2727;p18"/>
              <p:cNvSpPr/>
              <p:nvPr/>
            </p:nvSpPr>
            <p:spPr>
              <a:xfrm>
                <a:off x="8822513" y="4836524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18"/>
              <p:cNvSpPr/>
              <p:nvPr/>
            </p:nvSpPr>
            <p:spPr>
              <a:xfrm>
                <a:off x="8593392" y="494701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1"/>
                    </a:moveTo>
                    <a:lnTo>
                      <a:pt x="1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18"/>
              <p:cNvSpPr/>
              <p:nvPr/>
            </p:nvSpPr>
            <p:spPr>
              <a:xfrm>
                <a:off x="8478851" y="494701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Google Shape;2730;p18"/>
              <p:cNvSpPr/>
              <p:nvPr/>
            </p:nvSpPr>
            <p:spPr>
              <a:xfrm>
                <a:off x="8364309" y="494701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Google Shape;2731;p18"/>
              <p:cNvSpPr/>
              <p:nvPr/>
            </p:nvSpPr>
            <p:spPr>
              <a:xfrm>
                <a:off x="8249768" y="4947013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2732;p18"/>
              <p:cNvSpPr/>
              <p:nvPr/>
            </p:nvSpPr>
            <p:spPr>
              <a:xfrm>
                <a:off x="8135188" y="494701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1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Google Shape;2733;p18"/>
              <p:cNvSpPr/>
              <p:nvPr/>
            </p:nvSpPr>
            <p:spPr>
              <a:xfrm>
                <a:off x="7906560" y="4947013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29" y="2334"/>
                    </a:lnTo>
                    <a:lnTo>
                      <a:pt x="2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18"/>
              <p:cNvSpPr/>
              <p:nvPr/>
            </p:nvSpPr>
            <p:spPr>
              <a:xfrm>
                <a:off x="7792018" y="4947013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29" y="2334"/>
                    </a:lnTo>
                    <a:lnTo>
                      <a:pt x="2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18"/>
              <p:cNvSpPr/>
              <p:nvPr/>
            </p:nvSpPr>
            <p:spPr>
              <a:xfrm>
                <a:off x="8937055" y="4836524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18"/>
              <p:cNvSpPr/>
              <p:nvPr/>
            </p:nvSpPr>
            <p:spPr>
              <a:xfrm>
                <a:off x="8822513" y="4836524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Google Shape;2737;p18"/>
              <p:cNvSpPr/>
              <p:nvPr/>
            </p:nvSpPr>
            <p:spPr>
              <a:xfrm>
                <a:off x="8593392" y="4836524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1"/>
                    </a:moveTo>
                    <a:lnTo>
                      <a:pt x="1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Google Shape;2738;p18"/>
              <p:cNvSpPr/>
              <p:nvPr/>
            </p:nvSpPr>
            <p:spPr>
              <a:xfrm>
                <a:off x="8364309" y="4836524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Google Shape;2739;p18"/>
              <p:cNvSpPr/>
              <p:nvPr/>
            </p:nvSpPr>
            <p:spPr>
              <a:xfrm>
                <a:off x="8249768" y="4836524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Google Shape;2740;p18"/>
              <p:cNvSpPr/>
              <p:nvPr/>
            </p:nvSpPr>
            <p:spPr>
              <a:xfrm>
                <a:off x="8020647" y="4836524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1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18"/>
              <p:cNvSpPr/>
              <p:nvPr/>
            </p:nvSpPr>
            <p:spPr>
              <a:xfrm>
                <a:off x="7906560" y="4836524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29" y="2334"/>
                    </a:lnTo>
                    <a:lnTo>
                      <a:pt x="2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Google Shape;2742;p18"/>
              <p:cNvSpPr/>
              <p:nvPr/>
            </p:nvSpPr>
            <p:spPr>
              <a:xfrm>
                <a:off x="8707934" y="4726490"/>
                <a:ext cx="92497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3" extrusionOk="0">
                    <a:moveTo>
                      <a:pt x="1" y="1"/>
                    </a:moveTo>
                    <a:lnTo>
                      <a:pt x="1" y="2322"/>
                    </a:lnTo>
                    <a:lnTo>
                      <a:pt x="2442" y="2322"/>
                    </a:lnTo>
                    <a:lnTo>
                      <a:pt x="24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Google Shape;2743;p18"/>
              <p:cNvSpPr/>
              <p:nvPr/>
            </p:nvSpPr>
            <p:spPr>
              <a:xfrm>
                <a:off x="8593392" y="4726490"/>
                <a:ext cx="92497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3" extrusionOk="0">
                    <a:moveTo>
                      <a:pt x="1" y="1"/>
                    </a:moveTo>
                    <a:lnTo>
                      <a:pt x="1" y="2322"/>
                    </a:lnTo>
                    <a:lnTo>
                      <a:pt x="2441" y="2322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Google Shape;2744;p18"/>
              <p:cNvSpPr/>
              <p:nvPr/>
            </p:nvSpPr>
            <p:spPr>
              <a:xfrm>
                <a:off x="8479305" y="4726035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29" y="2334"/>
                    </a:lnTo>
                    <a:lnTo>
                      <a:pt x="2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Google Shape;2745;p18"/>
              <p:cNvSpPr/>
              <p:nvPr/>
            </p:nvSpPr>
            <p:spPr>
              <a:xfrm>
                <a:off x="8364764" y="4726490"/>
                <a:ext cx="92042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23" extrusionOk="0">
                    <a:moveTo>
                      <a:pt x="0" y="1"/>
                    </a:moveTo>
                    <a:lnTo>
                      <a:pt x="0" y="2322"/>
                    </a:lnTo>
                    <a:lnTo>
                      <a:pt x="2429" y="2322"/>
                    </a:lnTo>
                    <a:lnTo>
                      <a:pt x="2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Google Shape;2746;p18"/>
              <p:cNvSpPr/>
              <p:nvPr/>
            </p:nvSpPr>
            <p:spPr>
              <a:xfrm>
                <a:off x="8250222" y="4726490"/>
                <a:ext cx="92004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23" extrusionOk="0">
                    <a:moveTo>
                      <a:pt x="0" y="1"/>
                    </a:moveTo>
                    <a:lnTo>
                      <a:pt x="0" y="2322"/>
                    </a:lnTo>
                    <a:lnTo>
                      <a:pt x="2429" y="2322"/>
                    </a:lnTo>
                    <a:lnTo>
                      <a:pt x="2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Google Shape;2747;p18"/>
              <p:cNvSpPr/>
              <p:nvPr/>
            </p:nvSpPr>
            <p:spPr>
              <a:xfrm>
                <a:off x="8937055" y="4616001"/>
                <a:ext cx="92459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3" extrusionOk="0">
                    <a:moveTo>
                      <a:pt x="0" y="1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Google Shape;2748;p18"/>
              <p:cNvSpPr/>
              <p:nvPr/>
            </p:nvSpPr>
            <p:spPr>
              <a:xfrm>
                <a:off x="8822513" y="4616001"/>
                <a:ext cx="92459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3" extrusionOk="0">
                    <a:moveTo>
                      <a:pt x="0" y="1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Google Shape;2749;p18"/>
              <p:cNvSpPr/>
              <p:nvPr/>
            </p:nvSpPr>
            <p:spPr>
              <a:xfrm>
                <a:off x="8707934" y="4616001"/>
                <a:ext cx="92497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3" extrusionOk="0">
                    <a:moveTo>
                      <a:pt x="1" y="1"/>
                    </a:moveTo>
                    <a:lnTo>
                      <a:pt x="1" y="2322"/>
                    </a:lnTo>
                    <a:lnTo>
                      <a:pt x="2442" y="2322"/>
                    </a:lnTo>
                    <a:lnTo>
                      <a:pt x="24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Google Shape;2750;p18"/>
              <p:cNvSpPr/>
              <p:nvPr/>
            </p:nvSpPr>
            <p:spPr>
              <a:xfrm>
                <a:off x="8937055" y="4726490"/>
                <a:ext cx="92459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3" extrusionOk="0">
                    <a:moveTo>
                      <a:pt x="0" y="1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Google Shape;2751;p18"/>
              <p:cNvSpPr/>
              <p:nvPr/>
            </p:nvSpPr>
            <p:spPr>
              <a:xfrm>
                <a:off x="8478851" y="4616001"/>
                <a:ext cx="92497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3" extrusionOk="0">
                    <a:moveTo>
                      <a:pt x="0" y="1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2752;p18"/>
              <p:cNvSpPr/>
              <p:nvPr/>
            </p:nvSpPr>
            <p:spPr>
              <a:xfrm>
                <a:off x="8364309" y="4616001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Google Shape;2753;p18"/>
              <p:cNvSpPr/>
              <p:nvPr/>
            </p:nvSpPr>
            <p:spPr>
              <a:xfrm>
                <a:off x="8937055" y="4063558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Google Shape;2754;p18"/>
              <p:cNvSpPr/>
              <p:nvPr/>
            </p:nvSpPr>
            <p:spPr>
              <a:xfrm>
                <a:off x="8822513" y="4063558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Google Shape;2755;p18"/>
              <p:cNvSpPr/>
              <p:nvPr/>
            </p:nvSpPr>
            <p:spPr>
              <a:xfrm>
                <a:off x="8937055" y="3843035"/>
                <a:ext cx="92459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Google Shape;2756;p18"/>
              <p:cNvSpPr/>
              <p:nvPr/>
            </p:nvSpPr>
            <p:spPr>
              <a:xfrm>
                <a:off x="8822513" y="3843035"/>
                <a:ext cx="92459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Google Shape;2757;p18"/>
              <p:cNvSpPr/>
              <p:nvPr/>
            </p:nvSpPr>
            <p:spPr>
              <a:xfrm>
                <a:off x="8937055" y="3953524"/>
                <a:ext cx="92042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29" y="2322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Google Shape;2758;p18"/>
              <p:cNvSpPr/>
              <p:nvPr/>
            </p:nvSpPr>
            <p:spPr>
              <a:xfrm>
                <a:off x="572105" y="770588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Google Shape;2759;p18"/>
              <p:cNvSpPr/>
              <p:nvPr/>
            </p:nvSpPr>
            <p:spPr>
              <a:xfrm>
                <a:off x="457980" y="770588"/>
                <a:ext cx="92042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23" extrusionOk="0">
                    <a:moveTo>
                      <a:pt x="1" y="0"/>
                    </a:moveTo>
                    <a:lnTo>
                      <a:pt x="1" y="2322"/>
                    </a:lnTo>
                    <a:lnTo>
                      <a:pt x="2430" y="2322"/>
                    </a:lnTo>
                    <a:lnTo>
                      <a:pt x="24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Google Shape;2760;p18"/>
              <p:cNvSpPr/>
              <p:nvPr/>
            </p:nvSpPr>
            <p:spPr>
              <a:xfrm>
                <a:off x="457980" y="660099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30" y="2334"/>
                    </a:lnTo>
                    <a:lnTo>
                      <a:pt x="24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Google Shape;2761;p18"/>
              <p:cNvSpPr/>
              <p:nvPr/>
            </p:nvSpPr>
            <p:spPr>
              <a:xfrm>
                <a:off x="228897" y="770588"/>
                <a:ext cx="92042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23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29" y="2322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Google Shape;2762;p18"/>
              <p:cNvSpPr/>
              <p:nvPr/>
            </p:nvSpPr>
            <p:spPr>
              <a:xfrm>
                <a:off x="114356" y="770588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Google Shape;2763;p18"/>
              <p:cNvSpPr/>
              <p:nvPr/>
            </p:nvSpPr>
            <p:spPr>
              <a:xfrm>
                <a:off x="228897" y="660099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29" y="2334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Google Shape;2764;p18"/>
              <p:cNvSpPr/>
              <p:nvPr/>
            </p:nvSpPr>
            <p:spPr>
              <a:xfrm>
                <a:off x="114356" y="660099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Google Shape;2765;p18"/>
              <p:cNvSpPr/>
              <p:nvPr/>
            </p:nvSpPr>
            <p:spPr>
              <a:xfrm>
                <a:off x="687101" y="549610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29" y="2334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Google Shape;2766;p18"/>
              <p:cNvSpPr/>
              <p:nvPr/>
            </p:nvSpPr>
            <p:spPr>
              <a:xfrm>
                <a:off x="572560" y="549610"/>
                <a:ext cx="92004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29" y="2334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Google Shape;2767;p18"/>
              <p:cNvSpPr/>
              <p:nvPr/>
            </p:nvSpPr>
            <p:spPr>
              <a:xfrm>
                <a:off x="457980" y="549610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30" y="2334"/>
                    </a:lnTo>
                    <a:lnTo>
                      <a:pt x="24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Google Shape;2768;p18"/>
              <p:cNvSpPr/>
              <p:nvPr/>
            </p:nvSpPr>
            <p:spPr>
              <a:xfrm>
                <a:off x="343439" y="549610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30" y="2334"/>
                    </a:lnTo>
                    <a:lnTo>
                      <a:pt x="24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Google Shape;2769;p18"/>
              <p:cNvSpPr/>
              <p:nvPr/>
            </p:nvSpPr>
            <p:spPr>
              <a:xfrm>
                <a:off x="343439" y="439122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30" y="2334"/>
                    </a:lnTo>
                    <a:lnTo>
                      <a:pt x="24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Google Shape;2770;p18"/>
              <p:cNvSpPr/>
              <p:nvPr/>
            </p:nvSpPr>
            <p:spPr>
              <a:xfrm>
                <a:off x="228897" y="549610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Google Shape;2771;p18"/>
              <p:cNvSpPr/>
              <p:nvPr/>
            </p:nvSpPr>
            <p:spPr>
              <a:xfrm>
                <a:off x="114356" y="549610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Google Shape;2772;p18"/>
              <p:cNvSpPr/>
              <p:nvPr/>
            </p:nvSpPr>
            <p:spPr>
              <a:xfrm>
                <a:off x="686647" y="439122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Google Shape;2773;p18"/>
              <p:cNvSpPr/>
              <p:nvPr/>
            </p:nvSpPr>
            <p:spPr>
              <a:xfrm>
                <a:off x="457980" y="439122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30" y="2334"/>
                    </a:lnTo>
                    <a:lnTo>
                      <a:pt x="24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Google Shape;2774;p18"/>
              <p:cNvSpPr/>
              <p:nvPr/>
            </p:nvSpPr>
            <p:spPr>
              <a:xfrm>
                <a:off x="228897" y="439122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Google Shape;2775;p18"/>
              <p:cNvSpPr/>
              <p:nvPr/>
            </p:nvSpPr>
            <p:spPr>
              <a:xfrm>
                <a:off x="114356" y="439122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Google Shape;2776;p18"/>
              <p:cNvSpPr/>
              <p:nvPr/>
            </p:nvSpPr>
            <p:spPr>
              <a:xfrm>
                <a:off x="342984" y="1212088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1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Google Shape;2777;p18"/>
              <p:cNvSpPr/>
              <p:nvPr/>
            </p:nvSpPr>
            <p:spPr>
              <a:xfrm>
                <a:off x="457526" y="1101599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1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Google Shape;2778;p18"/>
              <p:cNvSpPr/>
              <p:nvPr/>
            </p:nvSpPr>
            <p:spPr>
              <a:xfrm>
                <a:off x="114356" y="1212088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29" y="2334"/>
                    </a:lnTo>
                    <a:lnTo>
                      <a:pt x="2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Google Shape;2779;p18"/>
              <p:cNvSpPr/>
              <p:nvPr/>
            </p:nvSpPr>
            <p:spPr>
              <a:xfrm>
                <a:off x="342984" y="1101599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1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Google Shape;2780;p18"/>
              <p:cNvSpPr/>
              <p:nvPr/>
            </p:nvSpPr>
            <p:spPr>
              <a:xfrm>
                <a:off x="228897" y="1101599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29" y="2334"/>
                    </a:lnTo>
                    <a:lnTo>
                      <a:pt x="2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Google Shape;2781;p18"/>
              <p:cNvSpPr/>
              <p:nvPr/>
            </p:nvSpPr>
            <p:spPr>
              <a:xfrm>
                <a:off x="114356" y="1101599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29" y="2334"/>
                    </a:lnTo>
                    <a:lnTo>
                      <a:pt x="2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Google Shape;2782;p18"/>
              <p:cNvSpPr/>
              <p:nvPr/>
            </p:nvSpPr>
            <p:spPr>
              <a:xfrm>
                <a:off x="572560" y="991565"/>
                <a:ext cx="92004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23" extrusionOk="0">
                    <a:moveTo>
                      <a:pt x="0" y="1"/>
                    </a:moveTo>
                    <a:lnTo>
                      <a:pt x="0" y="2322"/>
                    </a:lnTo>
                    <a:lnTo>
                      <a:pt x="2429" y="2322"/>
                    </a:lnTo>
                    <a:lnTo>
                      <a:pt x="2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Google Shape;2783;p18"/>
              <p:cNvSpPr/>
              <p:nvPr/>
            </p:nvSpPr>
            <p:spPr>
              <a:xfrm>
                <a:off x="457980" y="991565"/>
                <a:ext cx="92497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3" extrusionOk="0">
                    <a:moveTo>
                      <a:pt x="1" y="1"/>
                    </a:moveTo>
                    <a:lnTo>
                      <a:pt x="1" y="2322"/>
                    </a:lnTo>
                    <a:lnTo>
                      <a:pt x="2442" y="2322"/>
                    </a:lnTo>
                    <a:lnTo>
                      <a:pt x="24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Google Shape;2784;p18"/>
              <p:cNvSpPr/>
              <p:nvPr/>
            </p:nvSpPr>
            <p:spPr>
              <a:xfrm>
                <a:off x="343439" y="881076"/>
                <a:ext cx="92042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23" extrusionOk="0">
                    <a:moveTo>
                      <a:pt x="1" y="1"/>
                    </a:moveTo>
                    <a:lnTo>
                      <a:pt x="1" y="2322"/>
                    </a:lnTo>
                    <a:lnTo>
                      <a:pt x="2430" y="2322"/>
                    </a:lnTo>
                    <a:lnTo>
                      <a:pt x="243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Google Shape;2785;p18"/>
              <p:cNvSpPr/>
              <p:nvPr/>
            </p:nvSpPr>
            <p:spPr>
              <a:xfrm>
                <a:off x="228897" y="991565"/>
                <a:ext cx="92497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3" extrusionOk="0">
                    <a:moveTo>
                      <a:pt x="0" y="1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Google Shape;2786;p18"/>
              <p:cNvSpPr/>
              <p:nvPr/>
            </p:nvSpPr>
            <p:spPr>
              <a:xfrm>
                <a:off x="114356" y="991110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Google Shape;2787;p18"/>
              <p:cNvSpPr/>
              <p:nvPr/>
            </p:nvSpPr>
            <p:spPr>
              <a:xfrm>
                <a:off x="457980" y="881076"/>
                <a:ext cx="92042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23" extrusionOk="0">
                    <a:moveTo>
                      <a:pt x="1" y="1"/>
                    </a:moveTo>
                    <a:lnTo>
                      <a:pt x="1" y="2322"/>
                    </a:lnTo>
                    <a:lnTo>
                      <a:pt x="2430" y="2322"/>
                    </a:lnTo>
                    <a:lnTo>
                      <a:pt x="243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Google Shape;2788;p18"/>
              <p:cNvSpPr/>
              <p:nvPr/>
            </p:nvSpPr>
            <p:spPr>
              <a:xfrm>
                <a:off x="228897" y="881076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Google Shape;2789;p18"/>
              <p:cNvSpPr/>
              <p:nvPr/>
            </p:nvSpPr>
            <p:spPr>
              <a:xfrm>
                <a:off x="114356" y="881076"/>
                <a:ext cx="92497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3" extrusionOk="0">
                    <a:moveTo>
                      <a:pt x="0" y="1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Google Shape;2790;p18"/>
              <p:cNvSpPr/>
              <p:nvPr/>
            </p:nvSpPr>
            <p:spPr>
              <a:xfrm>
                <a:off x="915730" y="32863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Google Shape;2791;p18"/>
              <p:cNvSpPr/>
              <p:nvPr/>
            </p:nvSpPr>
            <p:spPr>
              <a:xfrm>
                <a:off x="801188" y="32863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Google Shape;2792;p18"/>
              <p:cNvSpPr/>
              <p:nvPr/>
            </p:nvSpPr>
            <p:spPr>
              <a:xfrm>
                <a:off x="686647" y="32863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Google Shape;2793;p18"/>
              <p:cNvSpPr/>
              <p:nvPr/>
            </p:nvSpPr>
            <p:spPr>
              <a:xfrm>
                <a:off x="572560" y="328633"/>
                <a:ext cx="92004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29" y="2334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Google Shape;2794;p18"/>
              <p:cNvSpPr/>
              <p:nvPr/>
            </p:nvSpPr>
            <p:spPr>
              <a:xfrm>
                <a:off x="343439" y="328633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30" y="2334"/>
                    </a:lnTo>
                    <a:lnTo>
                      <a:pt x="24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Google Shape;2795;p18"/>
              <p:cNvSpPr/>
              <p:nvPr/>
            </p:nvSpPr>
            <p:spPr>
              <a:xfrm>
                <a:off x="228897" y="32863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Google Shape;2796;p18"/>
              <p:cNvSpPr/>
              <p:nvPr/>
            </p:nvSpPr>
            <p:spPr>
              <a:xfrm>
                <a:off x="114356" y="32863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Google Shape;2797;p18"/>
              <p:cNvSpPr/>
              <p:nvPr/>
            </p:nvSpPr>
            <p:spPr>
              <a:xfrm>
                <a:off x="1144851" y="218599"/>
                <a:ext cx="92459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Google Shape;2798;p18"/>
              <p:cNvSpPr/>
              <p:nvPr/>
            </p:nvSpPr>
            <p:spPr>
              <a:xfrm>
                <a:off x="1030271" y="218144"/>
                <a:ext cx="92497" cy="88406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4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Google Shape;2799;p18"/>
              <p:cNvSpPr/>
              <p:nvPr/>
            </p:nvSpPr>
            <p:spPr>
              <a:xfrm>
                <a:off x="915730" y="218144"/>
                <a:ext cx="92497" cy="88406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4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Google Shape;2800;p18"/>
              <p:cNvSpPr/>
              <p:nvPr/>
            </p:nvSpPr>
            <p:spPr>
              <a:xfrm>
                <a:off x="801188" y="218599"/>
                <a:ext cx="92497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Google Shape;2801;p18"/>
              <p:cNvSpPr/>
              <p:nvPr/>
            </p:nvSpPr>
            <p:spPr>
              <a:xfrm>
                <a:off x="686647" y="218599"/>
                <a:ext cx="92497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Google Shape;2802;p18"/>
              <p:cNvSpPr/>
              <p:nvPr/>
            </p:nvSpPr>
            <p:spPr>
              <a:xfrm>
                <a:off x="572105" y="218599"/>
                <a:ext cx="92459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Google Shape;2803;p18"/>
              <p:cNvSpPr/>
              <p:nvPr/>
            </p:nvSpPr>
            <p:spPr>
              <a:xfrm>
                <a:off x="457526" y="218144"/>
                <a:ext cx="92497" cy="88406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4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Google Shape;2804;p18"/>
              <p:cNvSpPr/>
              <p:nvPr/>
            </p:nvSpPr>
            <p:spPr>
              <a:xfrm>
                <a:off x="342984" y="218599"/>
                <a:ext cx="92497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2" extrusionOk="0">
                    <a:moveTo>
                      <a:pt x="1" y="0"/>
                    </a:moveTo>
                    <a:lnTo>
                      <a:pt x="1" y="2322"/>
                    </a:lnTo>
                    <a:lnTo>
                      <a:pt x="2442" y="2322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Google Shape;2805;p18"/>
              <p:cNvSpPr/>
              <p:nvPr/>
            </p:nvSpPr>
            <p:spPr>
              <a:xfrm>
                <a:off x="342984" y="108110"/>
                <a:ext cx="92497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2" extrusionOk="0">
                    <a:moveTo>
                      <a:pt x="1" y="0"/>
                    </a:moveTo>
                    <a:lnTo>
                      <a:pt x="1" y="2322"/>
                    </a:lnTo>
                    <a:lnTo>
                      <a:pt x="2442" y="2322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Google Shape;2806;p18"/>
              <p:cNvSpPr/>
              <p:nvPr/>
            </p:nvSpPr>
            <p:spPr>
              <a:xfrm>
                <a:off x="228897" y="218144"/>
                <a:ext cx="92042" cy="88406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4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29" y="2334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Google Shape;2807;p18"/>
              <p:cNvSpPr/>
              <p:nvPr/>
            </p:nvSpPr>
            <p:spPr>
              <a:xfrm>
                <a:off x="114356" y="218599"/>
                <a:ext cx="92042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29" y="2322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Google Shape;2808;p18"/>
              <p:cNvSpPr/>
              <p:nvPr/>
            </p:nvSpPr>
            <p:spPr>
              <a:xfrm>
                <a:off x="1259392" y="108110"/>
                <a:ext cx="92459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Google Shape;2809;p18"/>
              <p:cNvSpPr/>
              <p:nvPr/>
            </p:nvSpPr>
            <p:spPr>
              <a:xfrm>
                <a:off x="1144851" y="108110"/>
                <a:ext cx="92459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Google Shape;2810;p18"/>
              <p:cNvSpPr/>
              <p:nvPr/>
            </p:nvSpPr>
            <p:spPr>
              <a:xfrm>
                <a:off x="1030271" y="108110"/>
                <a:ext cx="92497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2" extrusionOk="0">
                    <a:moveTo>
                      <a:pt x="1" y="0"/>
                    </a:moveTo>
                    <a:lnTo>
                      <a:pt x="1" y="2322"/>
                    </a:lnTo>
                    <a:lnTo>
                      <a:pt x="2442" y="2322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Google Shape;2811;p18"/>
              <p:cNvSpPr/>
              <p:nvPr/>
            </p:nvSpPr>
            <p:spPr>
              <a:xfrm>
                <a:off x="915730" y="108110"/>
                <a:ext cx="92497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2" extrusionOk="0">
                    <a:moveTo>
                      <a:pt x="1" y="0"/>
                    </a:moveTo>
                    <a:lnTo>
                      <a:pt x="1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Google Shape;2812;p18"/>
              <p:cNvSpPr/>
              <p:nvPr/>
            </p:nvSpPr>
            <p:spPr>
              <a:xfrm>
                <a:off x="801188" y="108110"/>
                <a:ext cx="92497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Google Shape;2813;p18"/>
              <p:cNvSpPr/>
              <p:nvPr/>
            </p:nvSpPr>
            <p:spPr>
              <a:xfrm>
                <a:off x="686647" y="108110"/>
                <a:ext cx="92497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Google Shape;2814;p18"/>
              <p:cNvSpPr/>
              <p:nvPr/>
            </p:nvSpPr>
            <p:spPr>
              <a:xfrm>
                <a:off x="572105" y="108110"/>
                <a:ext cx="92459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Google Shape;2815;p18"/>
              <p:cNvSpPr/>
              <p:nvPr/>
            </p:nvSpPr>
            <p:spPr>
              <a:xfrm>
                <a:off x="457526" y="108110"/>
                <a:ext cx="92497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2" extrusionOk="0">
                    <a:moveTo>
                      <a:pt x="1" y="0"/>
                    </a:moveTo>
                    <a:lnTo>
                      <a:pt x="1" y="2322"/>
                    </a:lnTo>
                    <a:lnTo>
                      <a:pt x="2442" y="2322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Google Shape;2816;p18"/>
              <p:cNvSpPr/>
              <p:nvPr/>
            </p:nvSpPr>
            <p:spPr>
              <a:xfrm>
                <a:off x="228897" y="108110"/>
                <a:ext cx="92042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29" y="2322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Google Shape;2817;p18"/>
              <p:cNvSpPr/>
              <p:nvPr/>
            </p:nvSpPr>
            <p:spPr>
              <a:xfrm>
                <a:off x="114356" y="108110"/>
                <a:ext cx="92042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29" y="2322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Google Shape;2818;p18"/>
              <p:cNvSpPr/>
              <p:nvPr/>
            </p:nvSpPr>
            <p:spPr>
              <a:xfrm>
                <a:off x="8937055" y="770588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Google Shape;2819;p18"/>
              <p:cNvSpPr/>
              <p:nvPr/>
            </p:nvSpPr>
            <p:spPr>
              <a:xfrm>
                <a:off x="8822513" y="770588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Google Shape;2820;p18"/>
              <p:cNvSpPr/>
              <p:nvPr/>
            </p:nvSpPr>
            <p:spPr>
              <a:xfrm>
                <a:off x="8707934" y="770588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Google Shape;2821;p18"/>
              <p:cNvSpPr/>
              <p:nvPr/>
            </p:nvSpPr>
            <p:spPr>
              <a:xfrm>
                <a:off x="8707934" y="660099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Google Shape;2822;p18"/>
              <p:cNvSpPr/>
              <p:nvPr/>
            </p:nvSpPr>
            <p:spPr>
              <a:xfrm>
                <a:off x="8822513" y="660099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Google Shape;2823;p18"/>
              <p:cNvSpPr/>
              <p:nvPr/>
            </p:nvSpPr>
            <p:spPr>
              <a:xfrm>
                <a:off x="8593392" y="770588"/>
                <a:ext cx="92497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3" extrusionOk="0">
                    <a:moveTo>
                      <a:pt x="1" y="0"/>
                    </a:moveTo>
                    <a:lnTo>
                      <a:pt x="1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Google Shape;2824;p18"/>
              <p:cNvSpPr/>
              <p:nvPr/>
            </p:nvSpPr>
            <p:spPr>
              <a:xfrm>
                <a:off x="8478851" y="770588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Google Shape;2825;p18"/>
              <p:cNvSpPr/>
              <p:nvPr/>
            </p:nvSpPr>
            <p:spPr>
              <a:xfrm>
                <a:off x="8822513" y="660099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Google Shape;2826;p18"/>
              <p:cNvSpPr/>
              <p:nvPr/>
            </p:nvSpPr>
            <p:spPr>
              <a:xfrm>
                <a:off x="8478851" y="660099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Google Shape;2827;p18"/>
              <p:cNvSpPr/>
              <p:nvPr/>
            </p:nvSpPr>
            <p:spPr>
              <a:xfrm>
                <a:off x="8822513" y="549610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Google Shape;2828;p18"/>
              <p:cNvSpPr/>
              <p:nvPr/>
            </p:nvSpPr>
            <p:spPr>
              <a:xfrm>
                <a:off x="8707934" y="549610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Google Shape;2829;p18"/>
              <p:cNvSpPr/>
              <p:nvPr/>
            </p:nvSpPr>
            <p:spPr>
              <a:xfrm>
                <a:off x="8593392" y="549610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Google Shape;2830;p18"/>
              <p:cNvSpPr/>
              <p:nvPr/>
            </p:nvSpPr>
            <p:spPr>
              <a:xfrm>
                <a:off x="8937055" y="439122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Google Shape;2831;p18"/>
              <p:cNvSpPr/>
              <p:nvPr/>
            </p:nvSpPr>
            <p:spPr>
              <a:xfrm>
                <a:off x="8707934" y="439122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Google Shape;2832;p18"/>
              <p:cNvSpPr/>
              <p:nvPr/>
            </p:nvSpPr>
            <p:spPr>
              <a:xfrm>
                <a:off x="8707934" y="32863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Google Shape;2833;p18"/>
              <p:cNvSpPr/>
              <p:nvPr/>
            </p:nvSpPr>
            <p:spPr>
              <a:xfrm>
                <a:off x="8937055" y="549610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Google Shape;2834;p18"/>
              <p:cNvSpPr/>
              <p:nvPr/>
            </p:nvSpPr>
            <p:spPr>
              <a:xfrm>
                <a:off x="8822513" y="328633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Google Shape;2835;p18"/>
              <p:cNvSpPr/>
              <p:nvPr/>
            </p:nvSpPr>
            <p:spPr>
              <a:xfrm>
                <a:off x="8593392" y="439122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Google Shape;2836;p18"/>
              <p:cNvSpPr/>
              <p:nvPr/>
            </p:nvSpPr>
            <p:spPr>
              <a:xfrm>
                <a:off x="8478851" y="439122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Google Shape;2837;p18"/>
              <p:cNvSpPr/>
              <p:nvPr/>
            </p:nvSpPr>
            <p:spPr>
              <a:xfrm>
                <a:off x="8822513" y="1212088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Google Shape;2838;p18"/>
              <p:cNvSpPr/>
              <p:nvPr/>
            </p:nvSpPr>
            <p:spPr>
              <a:xfrm>
                <a:off x="8822513" y="1101599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Google Shape;2839;p18"/>
              <p:cNvSpPr/>
              <p:nvPr/>
            </p:nvSpPr>
            <p:spPr>
              <a:xfrm>
                <a:off x="8937055" y="1101599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Google Shape;2840;p18"/>
              <p:cNvSpPr/>
              <p:nvPr/>
            </p:nvSpPr>
            <p:spPr>
              <a:xfrm>
                <a:off x="8822513" y="991565"/>
                <a:ext cx="92459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3" extrusionOk="0">
                    <a:moveTo>
                      <a:pt x="0" y="1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Google Shape;2841;p18"/>
              <p:cNvSpPr/>
              <p:nvPr/>
            </p:nvSpPr>
            <p:spPr>
              <a:xfrm>
                <a:off x="8707934" y="991565"/>
                <a:ext cx="92497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3" extrusionOk="0">
                    <a:moveTo>
                      <a:pt x="1" y="1"/>
                    </a:moveTo>
                    <a:lnTo>
                      <a:pt x="1" y="2322"/>
                    </a:lnTo>
                    <a:lnTo>
                      <a:pt x="2442" y="2322"/>
                    </a:lnTo>
                    <a:lnTo>
                      <a:pt x="24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Google Shape;2842;p18"/>
              <p:cNvSpPr/>
              <p:nvPr/>
            </p:nvSpPr>
            <p:spPr>
              <a:xfrm>
                <a:off x="8937055" y="881076"/>
                <a:ext cx="92459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3" extrusionOk="0">
                    <a:moveTo>
                      <a:pt x="0" y="1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Google Shape;2843;p18"/>
              <p:cNvSpPr/>
              <p:nvPr/>
            </p:nvSpPr>
            <p:spPr>
              <a:xfrm>
                <a:off x="8822513" y="881076"/>
                <a:ext cx="92459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3" extrusionOk="0">
                    <a:moveTo>
                      <a:pt x="0" y="1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Google Shape;2844;p18"/>
              <p:cNvSpPr/>
              <p:nvPr/>
            </p:nvSpPr>
            <p:spPr>
              <a:xfrm>
                <a:off x="8937055" y="991565"/>
                <a:ext cx="92459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3" extrusionOk="0">
                    <a:moveTo>
                      <a:pt x="0" y="1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Google Shape;2845;p18"/>
              <p:cNvSpPr/>
              <p:nvPr/>
            </p:nvSpPr>
            <p:spPr>
              <a:xfrm>
                <a:off x="8593392" y="881076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1"/>
                    </a:moveTo>
                    <a:lnTo>
                      <a:pt x="1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Google Shape;2846;p18"/>
              <p:cNvSpPr/>
              <p:nvPr/>
            </p:nvSpPr>
            <p:spPr>
              <a:xfrm>
                <a:off x="8937055" y="328633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Google Shape;2847;p18"/>
              <p:cNvSpPr/>
              <p:nvPr/>
            </p:nvSpPr>
            <p:spPr>
              <a:xfrm>
                <a:off x="8822513" y="328633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Google Shape;2848;p18"/>
              <p:cNvSpPr/>
              <p:nvPr/>
            </p:nvSpPr>
            <p:spPr>
              <a:xfrm>
                <a:off x="8478851" y="32863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Google Shape;2849;p18"/>
              <p:cNvSpPr/>
              <p:nvPr/>
            </p:nvSpPr>
            <p:spPr>
              <a:xfrm>
                <a:off x="8364309" y="32863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Google Shape;2850;p18"/>
              <p:cNvSpPr/>
              <p:nvPr/>
            </p:nvSpPr>
            <p:spPr>
              <a:xfrm>
                <a:off x="8250222" y="328633"/>
                <a:ext cx="92004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29" y="2334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Google Shape;2851;p18"/>
              <p:cNvSpPr/>
              <p:nvPr/>
            </p:nvSpPr>
            <p:spPr>
              <a:xfrm>
                <a:off x="8021101" y="328633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30" y="2334"/>
                    </a:lnTo>
                    <a:lnTo>
                      <a:pt x="24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Google Shape;2852;p18"/>
              <p:cNvSpPr/>
              <p:nvPr/>
            </p:nvSpPr>
            <p:spPr>
              <a:xfrm>
                <a:off x="7906560" y="32863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Google Shape;2853;p18"/>
              <p:cNvSpPr/>
              <p:nvPr/>
            </p:nvSpPr>
            <p:spPr>
              <a:xfrm>
                <a:off x="8822513" y="218599"/>
                <a:ext cx="92459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Google Shape;2854;p18"/>
              <p:cNvSpPr/>
              <p:nvPr/>
            </p:nvSpPr>
            <p:spPr>
              <a:xfrm>
                <a:off x="8707934" y="218144"/>
                <a:ext cx="92497" cy="88406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4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Google Shape;2855;p18"/>
              <p:cNvSpPr/>
              <p:nvPr/>
            </p:nvSpPr>
            <p:spPr>
              <a:xfrm>
                <a:off x="8593392" y="218144"/>
                <a:ext cx="92497" cy="88406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4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Google Shape;2856;p18"/>
              <p:cNvSpPr/>
              <p:nvPr/>
            </p:nvSpPr>
            <p:spPr>
              <a:xfrm>
                <a:off x="8478851" y="218599"/>
                <a:ext cx="92497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Google Shape;2857;p18"/>
              <p:cNvSpPr/>
              <p:nvPr/>
            </p:nvSpPr>
            <p:spPr>
              <a:xfrm>
                <a:off x="8135188" y="218144"/>
                <a:ext cx="92497" cy="88406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4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Google Shape;2858;p18"/>
              <p:cNvSpPr/>
              <p:nvPr/>
            </p:nvSpPr>
            <p:spPr>
              <a:xfrm>
                <a:off x="8020647" y="218599"/>
                <a:ext cx="92497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2" extrusionOk="0">
                    <a:moveTo>
                      <a:pt x="1" y="0"/>
                    </a:moveTo>
                    <a:lnTo>
                      <a:pt x="1" y="2322"/>
                    </a:lnTo>
                    <a:lnTo>
                      <a:pt x="2442" y="2322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Google Shape;2859;p18"/>
              <p:cNvSpPr/>
              <p:nvPr/>
            </p:nvSpPr>
            <p:spPr>
              <a:xfrm>
                <a:off x="8020647" y="108110"/>
                <a:ext cx="92497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2" extrusionOk="0">
                    <a:moveTo>
                      <a:pt x="1" y="0"/>
                    </a:moveTo>
                    <a:lnTo>
                      <a:pt x="1" y="2322"/>
                    </a:lnTo>
                    <a:lnTo>
                      <a:pt x="2442" y="2322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Google Shape;2860;p18"/>
              <p:cNvSpPr/>
              <p:nvPr/>
            </p:nvSpPr>
            <p:spPr>
              <a:xfrm>
                <a:off x="7792018" y="218599"/>
                <a:ext cx="92042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29" y="2322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Google Shape;2861;p18"/>
              <p:cNvSpPr/>
              <p:nvPr/>
            </p:nvSpPr>
            <p:spPr>
              <a:xfrm>
                <a:off x="8937055" y="108110"/>
                <a:ext cx="92459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Google Shape;2862;p18"/>
              <p:cNvSpPr/>
              <p:nvPr/>
            </p:nvSpPr>
            <p:spPr>
              <a:xfrm>
                <a:off x="8822513" y="108110"/>
                <a:ext cx="92459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Google Shape;2863;p18"/>
              <p:cNvSpPr/>
              <p:nvPr/>
            </p:nvSpPr>
            <p:spPr>
              <a:xfrm>
                <a:off x="8707934" y="108110"/>
                <a:ext cx="92497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2" extrusionOk="0">
                    <a:moveTo>
                      <a:pt x="1" y="0"/>
                    </a:moveTo>
                    <a:lnTo>
                      <a:pt x="1" y="2322"/>
                    </a:lnTo>
                    <a:lnTo>
                      <a:pt x="2442" y="2322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Google Shape;2864;p18"/>
              <p:cNvSpPr/>
              <p:nvPr/>
            </p:nvSpPr>
            <p:spPr>
              <a:xfrm>
                <a:off x="8937055" y="218599"/>
                <a:ext cx="92042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29" y="2322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Google Shape;2865;p18"/>
              <p:cNvSpPr/>
              <p:nvPr/>
            </p:nvSpPr>
            <p:spPr>
              <a:xfrm>
                <a:off x="8593392" y="108110"/>
                <a:ext cx="92497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2" extrusionOk="0">
                    <a:moveTo>
                      <a:pt x="1" y="0"/>
                    </a:moveTo>
                    <a:lnTo>
                      <a:pt x="1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Google Shape;2866;p18"/>
              <p:cNvSpPr/>
              <p:nvPr/>
            </p:nvSpPr>
            <p:spPr>
              <a:xfrm>
                <a:off x="8364309" y="108110"/>
                <a:ext cx="92497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Google Shape;2867;p18"/>
              <p:cNvSpPr/>
              <p:nvPr/>
            </p:nvSpPr>
            <p:spPr>
              <a:xfrm>
                <a:off x="8249768" y="108110"/>
                <a:ext cx="92459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Google Shape;2868;p18"/>
              <p:cNvSpPr/>
              <p:nvPr/>
            </p:nvSpPr>
            <p:spPr>
              <a:xfrm>
                <a:off x="8135188" y="108110"/>
                <a:ext cx="92497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2" extrusionOk="0">
                    <a:moveTo>
                      <a:pt x="1" y="0"/>
                    </a:moveTo>
                    <a:lnTo>
                      <a:pt x="1" y="2322"/>
                    </a:lnTo>
                    <a:lnTo>
                      <a:pt x="2442" y="2322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Google Shape;2869;p18"/>
              <p:cNvSpPr/>
              <p:nvPr/>
            </p:nvSpPr>
            <p:spPr>
              <a:xfrm>
                <a:off x="7906560" y="108110"/>
                <a:ext cx="92042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29" y="2322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Google Shape;2870;p18"/>
              <p:cNvSpPr/>
              <p:nvPr/>
            </p:nvSpPr>
            <p:spPr>
              <a:xfrm rot="10800000" flipH="1">
                <a:off x="2405271" y="108088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4" y="2585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Google Shape;2871;p18"/>
              <p:cNvSpPr/>
              <p:nvPr/>
            </p:nvSpPr>
            <p:spPr>
              <a:xfrm rot="10800000" flipH="1">
                <a:off x="2176188" y="108088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Google Shape;2872;p18"/>
              <p:cNvSpPr/>
              <p:nvPr/>
            </p:nvSpPr>
            <p:spPr>
              <a:xfrm rot="10800000" flipH="1">
                <a:off x="1832546" y="108088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Google Shape;2873;p18"/>
              <p:cNvSpPr/>
              <p:nvPr/>
            </p:nvSpPr>
            <p:spPr>
              <a:xfrm rot="10800000" flipH="1">
                <a:off x="1603436" y="108088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Google Shape;2874;p18"/>
              <p:cNvSpPr/>
              <p:nvPr/>
            </p:nvSpPr>
            <p:spPr>
              <a:xfrm rot="10800000" flipH="1">
                <a:off x="1488877" y="108088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Google Shape;2875;p18"/>
              <p:cNvSpPr/>
              <p:nvPr/>
            </p:nvSpPr>
            <p:spPr>
              <a:xfrm rot="10800000" flipH="1">
                <a:off x="1374318" y="108088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Google Shape;2876;p18"/>
              <p:cNvSpPr/>
              <p:nvPr/>
            </p:nvSpPr>
            <p:spPr>
              <a:xfrm rot="10800000" flipH="1">
                <a:off x="2634129" y="218538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704" y="2584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Google Shape;2877;p18"/>
              <p:cNvSpPr/>
              <p:nvPr/>
            </p:nvSpPr>
            <p:spPr>
              <a:xfrm rot="10800000" flipH="1">
                <a:off x="1373942" y="218538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Google Shape;2878;p18"/>
              <p:cNvSpPr/>
              <p:nvPr/>
            </p:nvSpPr>
            <p:spPr>
              <a:xfrm rot="10800000" flipH="1">
                <a:off x="1603614" y="218538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692" y="2584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Google Shape;2879;p18"/>
              <p:cNvSpPr/>
              <p:nvPr/>
            </p:nvSpPr>
            <p:spPr>
              <a:xfrm flipH="1">
                <a:off x="2862985" y="4947313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4" y="2585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Google Shape;2880;p18"/>
              <p:cNvSpPr/>
              <p:nvPr/>
            </p:nvSpPr>
            <p:spPr>
              <a:xfrm flipH="1">
                <a:off x="3092068" y="4947313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Google Shape;2881;p18"/>
              <p:cNvSpPr/>
              <p:nvPr/>
            </p:nvSpPr>
            <p:spPr>
              <a:xfrm flipH="1">
                <a:off x="3435710" y="4947313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Google Shape;2882;p18"/>
              <p:cNvSpPr/>
              <p:nvPr/>
            </p:nvSpPr>
            <p:spPr>
              <a:xfrm flipH="1">
                <a:off x="3665231" y="4947313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Google Shape;2883;p18"/>
              <p:cNvSpPr/>
              <p:nvPr/>
            </p:nvSpPr>
            <p:spPr>
              <a:xfrm flipH="1">
                <a:off x="3779790" y="4947313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Google Shape;2884;p18"/>
              <p:cNvSpPr/>
              <p:nvPr/>
            </p:nvSpPr>
            <p:spPr>
              <a:xfrm flipH="1">
                <a:off x="2634127" y="4836863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704" y="2584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Google Shape;2885;p18"/>
              <p:cNvSpPr/>
              <p:nvPr/>
            </p:nvSpPr>
            <p:spPr>
              <a:xfrm flipH="1">
                <a:off x="3665052" y="4836863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692" y="2584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Google Shape;2886;p18"/>
              <p:cNvSpPr/>
              <p:nvPr/>
            </p:nvSpPr>
            <p:spPr>
              <a:xfrm>
                <a:off x="7217172" y="328855"/>
                <a:ext cx="92544" cy="88470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4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Google Shape;2887;p18"/>
              <p:cNvSpPr/>
              <p:nvPr/>
            </p:nvSpPr>
            <p:spPr>
              <a:xfrm>
                <a:off x="7102613" y="329266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Google Shape;2888;p18"/>
              <p:cNvSpPr/>
              <p:nvPr/>
            </p:nvSpPr>
            <p:spPr>
              <a:xfrm>
                <a:off x="6873530" y="329266"/>
                <a:ext cx="92544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Google Shape;2889;p18"/>
              <p:cNvSpPr/>
              <p:nvPr/>
            </p:nvSpPr>
            <p:spPr>
              <a:xfrm>
                <a:off x="6988055" y="218781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Google Shape;2890;p18"/>
              <p:cNvSpPr/>
              <p:nvPr/>
            </p:nvSpPr>
            <p:spPr>
              <a:xfrm>
                <a:off x="7217172" y="108297"/>
                <a:ext cx="92544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3" extrusionOk="0">
                    <a:moveTo>
                      <a:pt x="0" y="1"/>
                    </a:moveTo>
                    <a:lnTo>
                      <a:pt x="0" y="2573"/>
                    </a:lnTo>
                    <a:lnTo>
                      <a:pt x="2703" y="2573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Google Shape;2891;p18"/>
              <p:cNvSpPr/>
              <p:nvPr/>
            </p:nvSpPr>
            <p:spPr>
              <a:xfrm>
                <a:off x="6988055" y="108297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1"/>
                    </a:moveTo>
                    <a:lnTo>
                      <a:pt x="1" y="2573"/>
                    </a:lnTo>
                    <a:lnTo>
                      <a:pt x="2704" y="2573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Google Shape;2892;p18"/>
              <p:cNvSpPr/>
              <p:nvPr/>
            </p:nvSpPr>
            <p:spPr>
              <a:xfrm rot="10800000" flipH="1">
                <a:off x="6873496" y="108088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4" y="2585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Google Shape;2893;p18"/>
              <p:cNvSpPr/>
              <p:nvPr/>
            </p:nvSpPr>
            <p:spPr>
              <a:xfrm rot="10800000" flipH="1">
                <a:off x="6644413" y="108088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Google Shape;2894;p18"/>
              <p:cNvSpPr/>
              <p:nvPr/>
            </p:nvSpPr>
            <p:spPr>
              <a:xfrm rot="10800000" flipH="1">
                <a:off x="6300771" y="108088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7">
    <p:spTree>
      <p:nvGrpSpPr>
        <p:cNvPr id="1" name="Shape 2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6" name="Google Shape;2896;p19"/>
          <p:cNvGrpSpPr/>
          <p:nvPr/>
        </p:nvGrpSpPr>
        <p:grpSpPr>
          <a:xfrm>
            <a:off x="114432" y="108091"/>
            <a:ext cx="8915137" cy="4927318"/>
            <a:chOff x="114432" y="99771"/>
            <a:chExt cx="8915137" cy="4927318"/>
          </a:xfrm>
        </p:grpSpPr>
        <p:sp>
          <p:nvSpPr>
            <p:cNvPr id="2897" name="Google Shape;2897;p19"/>
            <p:cNvSpPr/>
            <p:nvPr/>
          </p:nvSpPr>
          <p:spPr>
            <a:xfrm>
              <a:off x="1488588" y="4938585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19"/>
            <p:cNvSpPr/>
            <p:nvPr/>
          </p:nvSpPr>
          <p:spPr>
            <a:xfrm>
              <a:off x="1144946" y="4938585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19"/>
            <p:cNvSpPr/>
            <p:nvPr/>
          </p:nvSpPr>
          <p:spPr>
            <a:xfrm>
              <a:off x="916274" y="4938585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19"/>
            <p:cNvSpPr/>
            <p:nvPr/>
          </p:nvSpPr>
          <p:spPr>
            <a:xfrm>
              <a:off x="801715" y="4938585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19"/>
            <p:cNvSpPr/>
            <p:nvPr/>
          </p:nvSpPr>
          <p:spPr>
            <a:xfrm>
              <a:off x="687156" y="4938585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19"/>
            <p:cNvSpPr/>
            <p:nvPr/>
          </p:nvSpPr>
          <p:spPr>
            <a:xfrm>
              <a:off x="686780" y="4828135"/>
              <a:ext cx="92544" cy="88504"/>
            </a:xfrm>
            <a:custGeom>
              <a:avLst/>
              <a:gdLst/>
              <a:ahLst/>
              <a:cxnLst/>
              <a:rect l="l" t="t" r="r" b="b"/>
              <a:pathLst>
                <a:path w="2703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19"/>
            <p:cNvSpPr/>
            <p:nvPr/>
          </p:nvSpPr>
          <p:spPr>
            <a:xfrm>
              <a:off x="343515" y="4828135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0"/>
                  </a:moveTo>
                  <a:lnTo>
                    <a:pt x="1" y="2584"/>
                  </a:lnTo>
                  <a:lnTo>
                    <a:pt x="2692" y="2584"/>
                  </a:lnTo>
                  <a:lnTo>
                    <a:pt x="26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19"/>
            <p:cNvSpPr/>
            <p:nvPr/>
          </p:nvSpPr>
          <p:spPr>
            <a:xfrm>
              <a:off x="2636092" y="4938585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19"/>
            <p:cNvSpPr/>
            <p:nvPr/>
          </p:nvSpPr>
          <p:spPr>
            <a:xfrm>
              <a:off x="2521567" y="4938585"/>
              <a:ext cx="92133" cy="88504"/>
            </a:xfrm>
            <a:custGeom>
              <a:avLst/>
              <a:gdLst/>
              <a:ahLst/>
              <a:cxnLst/>
              <a:rect l="l" t="t" r="r" b="b"/>
              <a:pathLst>
                <a:path w="2691" h="2585" extrusionOk="0">
                  <a:moveTo>
                    <a:pt x="0" y="1"/>
                  </a:moveTo>
                  <a:lnTo>
                    <a:pt x="0" y="2585"/>
                  </a:lnTo>
                  <a:lnTo>
                    <a:pt x="2691" y="2585"/>
                  </a:lnTo>
                  <a:lnTo>
                    <a:pt x="26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19"/>
            <p:cNvSpPr/>
            <p:nvPr/>
          </p:nvSpPr>
          <p:spPr>
            <a:xfrm>
              <a:off x="6988055" y="4938585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4" y="2585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19"/>
            <p:cNvSpPr/>
            <p:nvPr/>
          </p:nvSpPr>
          <p:spPr>
            <a:xfrm>
              <a:off x="8822842" y="4938585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19"/>
            <p:cNvSpPr/>
            <p:nvPr/>
          </p:nvSpPr>
          <p:spPr>
            <a:xfrm>
              <a:off x="8479201" y="4938585"/>
              <a:ext cx="92167" cy="88504"/>
            </a:xfrm>
            <a:custGeom>
              <a:avLst/>
              <a:gdLst/>
              <a:ahLst/>
              <a:cxnLst/>
              <a:rect l="l" t="t" r="r" b="b"/>
              <a:pathLst>
                <a:path w="2692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692" y="2585"/>
                  </a:lnTo>
                  <a:lnTo>
                    <a:pt x="26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19"/>
            <p:cNvSpPr/>
            <p:nvPr/>
          </p:nvSpPr>
          <p:spPr>
            <a:xfrm>
              <a:off x="8250118" y="4938585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1"/>
                  </a:moveTo>
                  <a:lnTo>
                    <a:pt x="1" y="2585"/>
                  </a:lnTo>
                  <a:lnTo>
                    <a:pt x="2703" y="2585"/>
                  </a:lnTo>
                  <a:lnTo>
                    <a:pt x="2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19"/>
            <p:cNvSpPr/>
            <p:nvPr/>
          </p:nvSpPr>
          <p:spPr>
            <a:xfrm>
              <a:off x="8936990" y="4828135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1" y="0"/>
                  </a:moveTo>
                  <a:lnTo>
                    <a:pt x="1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19"/>
            <p:cNvSpPr/>
            <p:nvPr/>
          </p:nvSpPr>
          <p:spPr>
            <a:xfrm>
              <a:off x="7677393" y="4828135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19"/>
            <p:cNvSpPr/>
            <p:nvPr/>
          </p:nvSpPr>
          <p:spPr>
            <a:xfrm rot="10800000">
              <a:off x="114432" y="99771"/>
              <a:ext cx="92544" cy="88059"/>
            </a:xfrm>
            <a:custGeom>
              <a:avLst/>
              <a:gdLst/>
              <a:ahLst/>
              <a:cxnLst/>
              <a:rect l="l" t="t" r="r" b="b"/>
              <a:pathLst>
                <a:path w="2703" h="2572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19"/>
            <p:cNvSpPr/>
            <p:nvPr/>
          </p:nvSpPr>
          <p:spPr>
            <a:xfrm rot="10800000">
              <a:off x="228956" y="99771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19"/>
            <p:cNvSpPr/>
            <p:nvPr/>
          </p:nvSpPr>
          <p:spPr>
            <a:xfrm rot="10800000">
              <a:off x="458039" y="99771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19"/>
            <p:cNvSpPr/>
            <p:nvPr/>
          </p:nvSpPr>
          <p:spPr>
            <a:xfrm rot="10800000">
              <a:off x="1603523" y="99771"/>
              <a:ext cx="92167" cy="88059"/>
            </a:xfrm>
            <a:custGeom>
              <a:avLst/>
              <a:gdLst/>
              <a:ahLst/>
              <a:cxnLst/>
              <a:rect l="l" t="t" r="r" b="b"/>
              <a:pathLst>
                <a:path w="2692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19"/>
            <p:cNvSpPr/>
            <p:nvPr/>
          </p:nvSpPr>
          <p:spPr>
            <a:xfrm rot="10800000">
              <a:off x="114432" y="210221"/>
              <a:ext cx="92544" cy="88093"/>
            </a:xfrm>
            <a:custGeom>
              <a:avLst/>
              <a:gdLst/>
              <a:ahLst/>
              <a:cxnLst/>
              <a:rect l="l" t="t" r="r" b="b"/>
              <a:pathLst>
                <a:path w="2703" h="2573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19"/>
            <p:cNvSpPr/>
            <p:nvPr/>
          </p:nvSpPr>
          <p:spPr>
            <a:xfrm rot="10800000">
              <a:off x="572598" y="210221"/>
              <a:ext cx="92578" cy="88093"/>
            </a:xfrm>
            <a:custGeom>
              <a:avLst/>
              <a:gdLst/>
              <a:ahLst/>
              <a:cxnLst/>
              <a:rect l="l" t="t" r="r" b="b"/>
              <a:pathLst>
                <a:path w="2704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19"/>
            <p:cNvSpPr/>
            <p:nvPr/>
          </p:nvSpPr>
          <p:spPr>
            <a:xfrm rot="10800000" flipH="1">
              <a:off x="8822432" y="99771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4" y="2572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19"/>
            <p:cNvSpPr/>
            <p:nvPr/>
          </p:nvSpPr>
          <p:spPr>
            <a:xfrm rot="10800000" flipH="1">
              <a:off x="8593759" y="99771"/>
              <a:ext cx="92167" cy="88059"/>
            </a:xfrm>
            <a:custGeom>
              <a:avLst/>
              <a:gdLst/>
              <a:ahLst/>
              <a:cxnLst/>
              <a:rect l="l" t="t" r="r" b="b"/>
              <a:pathLst>
                <a:path w="2692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691" y="2572"/>
                  </a:lnTo>
                  <a:lnTo>
                    <a:pt x="26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19"/>
            <p:cNvSpPr/>
            <p:nvPr/>
          </p:nvSpPr>
          <p:spPr>
            <a:xfrm rot="10800000" flipH="1">
              <a:off x="7791917" y="99771"/>
              <a:ext cx="92578" cy="88059"/>
            </a:xfrm>
            <a:custGeom>
              <a:avLst/>
              <a:gdLst/>
              <a:ahLst/>
              <a:cxnLst/>
              <a:rect l="l" t="t" r="r" b="b"/>
              <a:pathLst>
                <a:path w="2704" h="2572" extrusionOk="0">
                  <a:moveTo>
                    <a:pt x="1" y="0"/>
                  </a:moveTo>
                  <a:lnTo>
                    <a:pt x="1" y="2572"/>
                  </a:lnTo>
                  <a:lnTo>
                    <a:pt x="2704" y="2572"/>
                  </a:lnTo>
                  <a:lnTo>
                    <a:pt x="27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19"/>
            <p:cNvSpPr/>
            <p:nvPr/>
          </p:nvSpPr>
          <p:spPr>
            <a:xfrm rot="10800000" flipH="1">
              <a:off x="7448309" y="99771"/>
              <a:ext cx="92544" cy="88059"/>
            </a:xfrm>
            <a:custGeom>
              <a:avLst/>
              <a:gdLst/>
              <a:ahLst/>
              <a:cxnLst/>
              <a:rect l="l" t="t" r="r" b="b"/>
              <a:pathLst>
                <a:path w="2703" h="2572" extrusionOk="0">
                  <a:moveTo>
                    <a:pt x="0" y="0"/>
                  </a:moveTo>
                  <a:lnTo>
                    <a:pt x="0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19"/>
            <p:cNvSpPr/>
            <p:nvPr/>
          </p:nvSpPr>
          <p:spPr>
            <a:xfrm rot="10800000" flipH="1">
              <a:off x="8936990" y="210221"/>
              <a:ext cx="92578" cy="88093"/>
            </a:xfrm>
            <a:custGeom>
              <a:avLst/>
              <a:gdLst/>
              <a:ahLst/>
              <a:cxnLst/>
              <a:rect l="l" t="t" r="r" b="b"/>
              <a:pathLst>
                <a:path w="2704" h="2573" extrusionOk="0">
                  <a:moveTo>
                    <a:pt x="1" y="0"/>
                  </a:moveTo>
                  <a:lnTo>
                    <a:pt x="1" y="2572"/>
                  </a:lnTo>
                  <a:lnTo>
                    <a:pt x="2703" y="2572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19"/>
            <p:cNvSpPr/>
            <p:nvPr/>
          </p:nvSpPr>
          <p:spPr>
            <a:xfrm rot="10800000" flipH="1">
              <a:off x="7677393" y="209810"/>
              <a:ext cx="92578" cy="88504"/>
            </a:xfrm>
            <a:custGeom>
              <a:avLst/>
              <a:gdLst/>
              <a:ahLst/>
              <a:cxnLst/>
              <a:rect l="l" t="t" r="r" b="b"/>
              <a:pathLst>
                <a:path w="2704" h="2585" extrusionOk="0">
                  <a:moveTo>
                    <a:pt x="0" y="0"/>
                  </a:moveTo>
                  <a:lnTo>
                    <a:pt x="0" y="2584"/>
                  </a:lnTo>
                  <a:lnTo>
                    <a:pt x="2703" y="2584"/>
                  </a:lnTo>
                  <a:lnTo>
                    <a:pt x="2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24" name="Google Shape;2924;p19"/>
          <p:cNvSpPr txBox="1">
            <a:spLocks noGrp="1"/>
          </p:cNvSpPr>
          <p:nvPr>
            <p:ph type="title"/>
          </p:nvPr>
        </p:nvSpPr>
        <p:spPr>
          <a:xfrm>
            <a:off x="758775" y="348198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925" name="Google Shape;2925;p19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678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7_1">
    <p:spTree>
      <p:nvGrpSpPr>
        <p:cNvPr id="1" name="Shape 2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7" name="Google Shape;2927;p20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928" name="Google Shape;2928;p20"/>
            <p:cNvSpPr/>
            <p:nvPr/>
          </p:nvSpPr>
          <p:spPr>
            <a:xfrm>
              <a:off x="0" y="0"/>
              <a:ext cx="9144000" cy="5143500"/>
            </a:xfrm>
            <a:prstGeom prst="frame">
              <a:avLst>
                <a:gd name="adj1" fmla="val 1678"/>
              </a:avLst>
            </a:pr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29" name="Google Shape;2929;p20"/>
            <p:cNvGrpSpPr/>
            <p:nvPr/>
          </p:nvGrpSpPr>
          <p:grpSpPr>
            <a:xfrm rot="10800000">
              <a:off x="113892" y="108088"/>
              <a:ext cx="8915727" cy="4927324"/>
              <a:chOff x="113892" y="99780"/>
              <a:chExt cx="8915727" cy="4927324"/>
            </a:xfrm>
          </p:grpSpPr>
          <p:grpSp>
            <p:nvGrpSpPr>
              <p:cNvPr id="2930" name="Google Shape;2930;p20"/>
              <p:cNvGrpSpPr/>
              <p:nvPr/>
            </p:nvGrpSpPr>
            <p:grpSpPr>
              <a:xfrm>
                <a:off x="113892" y="99780"/>
                <a:ext cx="8915727" cy="532097"/>
                <a:chOff x="113892" y="99780"/>
                <a:chExt cx="8915727" cy="532097"/>
              </a:xfrm>
            </p:grpSpPr>
            <p:sp>
              <p:nvSpPr>
                <p:cNvPr id="2931" name="Google Shape;2931;p20"/>
                <p:cNvSpPr/>
                <p:nvPr/>
              </p:nvSpPr>
              <p:spPr>
                <a:xfrm rot="10800000" flipH="1">
                  <a:off x="1145221" y="9978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704" y="2585"/>
                      </a:lnTo>
                      <a:lnTo>
                        <a:pt x="270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32" name="Google Shape;2932;p20"/>
                <p:cNvSpPr/>
                <p:nvPr/>
              </p:nvSpPr>
              <p:spPr>
                <a:xfrm rot="10800000" flipH="1">
                  <a:off x="916138" y="9978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703" y="2585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33" name="Google Shape;2933;p20"/>
                <p:cNvSpPr/>
                <p:nvPr/>
              </p:nvSpPr>
              <p:spPr>
                <a:xfrm rot="10800000" flipH="1">
                  <a:off x="572496" y="9978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703" y="2585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34" name="Google Shape;2934;p20"/>
                <p:cNvSpPr/>
                <p:nvPr/>
              </p:nvSpPr>
              <p:spPr>
                <a:xfrm rot="10800000" flipH="1">
                  <a:off x="343386" y="99780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0" y="1"/>
                      </a:moveTo>
                      <a:lnTo>
                        <a:pt x="0" y="2585"/>
                      </a:lnTo>
                      <a:lnTo>
                        <a:pt x="2691" y="2585"/>
                      </a:lnTo>
                      <a:lnTo>
                        <a:pt x="269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35" name="Google Shape;2935;p20"/>
                <p:cNvSpPr/>
                <p:nvPr/>
              </p:nvSpPr>
              <p:spPr>
                <a:xfrm rot="10800000" flipH="1">
                  <a:off x="228827" y="99780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691" y="2585"/>
                      </a:lnTo>
                      <a:lnTo>
                        <a:pt x="269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36" name="Google Shape;2936;p20"/>
                <p:cNvSpPr/>
                <p:nvPr/>
              </p:nvSpPr>
              <p:spPr>
                <a:xfrm rot="10800000" flipH="1">
                  <a:off x="114268" y="99780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692" y="2585"/>
                      </a:lnTo>
                      <a:lnTo>
                        <a:pt x="269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37" name="Google Shape;2937;p20"/>
                <p:cNvSpPr/>
                <p:nvPr/>
              </p:nvSpPr>
              <p:spPr>
                <a:xfrm rot="10800000" flipH="1">
                  <a:off x="1374079" y="21023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0"/>
                      </a:moveTo>
                      <a:lnTo>
                        <a:pt x="1" y="2584"/>
                      </a:lnTo>
                      <a:lnTo>
                        <a:pt x="2704" y="2584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38" name="Google Shape;2938;p20"/>
                <p:cNvSpPr/>
                <p:nvPr/>
              </p:nvSpPr>
              <p:spPr>
                <a:xfrm rot="10800000" flipH="1">
                  <a:off x="113892" y="210230"/>
                  <a:ext cx="92544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85" extrusionOk="0">
                      <a:moveTo>
                        <a:pt x="0" y="0"/>
                      </a:moveTo>
                      <a:lnTo>
                        <a:pt x="0" y="2584"/>
                      </a:lnTo>
                      <a:lnTo>
                        <a:pt x="2703" y="2584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39" name="Google Shape;2939;p20"/>
                <p:cNvSpPr/>
                <p:nvPr/>
              </p:nvSpPr>
              <p:spPr>
                <a:xfrm rot="10800000" flipH="1">
                  <a:off x="343564" y="210230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1" y="0"/>
                      </a:moveTo>
                      <a:lnTo>
                        <a:pt x="1" y="2584"/>
                      </a:lnTo>
                      <a:lnTo>
                        <a:pt x="2692" y="2584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40" name="Google Shape;2940;p20"/>
                <p:cNvSpPr/>
                <p:nvPr/>
              </p:nvSpPr>
              <p:spPr>
                <a:xfrm rot="10800000" flipH="1">
                  <a:off x="458123" y="320714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1" y="1"/>
                      </a:moveTo>
                      <a:lnTo>
                        <a:pt x="1" y="2584"/>
                      </a:lnTo>
                      <a:lnTo>
                        <a:pt x="2691" y="2584"/>
                      </a:lnTo>
                      <a:lnTo>
                        <a:pt x="269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41" name="Google Shape;2941;p20"/>
                <p:cNvSpPr/>
                <p:nvPr/>
              </p:nvSpPr>
              <p:spPr>
                <a:xfrm rot="10800000" flipH="1">
                  <a:off x="229040" y="320714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0" y="1"/>
                      </a:moveTo>
                      <a:lnTo>
                        <a:pt x="0" y="2584"/>
                      </a:lnTo>
                      <a:lnTo>
                        <a:pt x="2691" y="2584"/>
                      </a:lnTo>
                      <a:lnTo>
                        <a:pt x="269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42" name="Google Shape;2942;p20"/>
                <p:cNvSpPr/>
                <p:nvPr/>
              </p:nvSpPr>
              <p:spPr>
                <a:xfrm rot="10800000" flipH="1">
                  <a:off x="114481" y="433334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43" name="Google Shape;2943;p20"/>
                <p:cNvSpPr/>
                <p:nvPr/>
              </p:nvSpPr>
              <p:spPr>
                <a:xfrm rot="10800000" flipH="1">
                  <a:off x="343564" y="543784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2" y="2572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44" name="Google Shape;2944;p20"/>
                <p:cNvSpPr/>
                <p:nvPr/>
              </p:nvSpPr>
              <p:spPr>
                <a:xfrm rot="10800000" flipH="1">
                  <a:off x="7217222" y="99780"/>
                  <a:ext cx="92544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85" extrusionOk="0">
                      <a:moveTo>
                        <a:pt x="0" y="1"/>
                      </a:moveTo>
                      <a:lnTo>
                        <a:pt x="0" y="2585"/>
                      </a:lnTo>
                      <a:lnTo>
                        <a:pt x="2703" y="2585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45" name="Google Shape;2945;p20"/>
                <p:cNvSpPr/>
                <p:nvPr/>
              </p:nvSpPr>
              <p:spPr>
                <a:xfrm rot="10800000" flipH="1">
                  <a:off x="6988105" y="9978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704" y="2585"/>
                      </a:lnTo>
                      <a:lnTo>
                        <a:pt x="270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46" name="Google Shape;2946;p20"/>
                <p:cNvSpPr/>
                <p:nvPr/>
              </p:nvSpPr>
              <p:spPr>
                <a:xfrm rot="10800000" flipH="1">
                  <a:off x="8822892" y="99780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692" y="2585"/>
                      </a:lnTo>
                      <a:lnTo>
                        <a:pt x="269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47" name="Google Shape;2947;p20"/>
                <p:cNvSpPr/>
                <p:nvPr/>
              </p:nvSpPr>
              <p:spPr>
                <a:xfrm rot="10800000" flipH="1">
                  <a:off x="8479250" y="99780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692" y="2585"/>
                      </a:lnTo>
                      <a:lnTo>
                        <a:pt x="269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48" name="Google Shape;2948;p20"/>
                <p:cNvSpPr/>
                <p:nvPr/>
              </p:nvSpPr>
              <p:spPr>
                <a:xfrm rot="10800000" flipH="1">
                  <a:off x="8250167" y="9978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703" y="2585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49" name="Google Shape;2949;p20"/>
                <p:cNvSpPr/>
                <p:nvPr/>
              </p:nvSpPr>
              <p:spPr>
                <a:xfrm rot="10800000" flipH="1">
                  <a:off x="8135609" y="9978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704" y="2585"/>
                      </a:lnTo>
                      <a:lnTo>
                        <a:pt x="270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0" name="Google Shape;2950;p20"/>
                <p:cNvSpPr/>
                <p:nvPr/>
              </p:nvSpPr>
              <p:spPr>
                <a:xfrm rot="10800000" flipH="1">
                  <a:off x="8937040" y="21023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0"/>
                      </a:moveTo>
                      <a:lnTo>
                        <a:pt x="1" y="2584"/>
                      </a:lnTo>
                      <a:lnTo>
                        <a:pt x="2703" y="2584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1" name="Google Shape;2951;p20"/>
                <p:cNvSpPr/>
                <p:nvPr/>
              </p:nvSpPr>
              <p:spPr>
                <a:xfrm rot="10800000" flipH="1">
                  <a:off x="8708368" y="210230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0" y="0"/>
                      </a:moveTo>
                      <a:lnTo>
                        <a:pt x="0" y="2584"/>
                      </a:lnTo>
                      <a:lnTo>
                        <a:pt x="2691" y="2584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2" name="Google Shape;2952;p20"/>
                <p:cNvSpPr/>
                <p:nvPr/>
              </p:nvSpPr>
              <p:spPr>
                <a:xfrm rot="10800000" flipH="1">
                  <a:off x="8021084" y="210230"/>
                  <a:ext cx="92544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85" extrusionOk="0">
                      <a:moveTo>
                        <a:pt x="0" y="0"/>
                      </a:moveTo>
                      <a:lnTo>
                        <a:pt x="0" y="2584"/>
                      </a:lnTo>
                      <a:lnTo>
                        <a:pt x="2703" y="2584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3" name="Google Shape;2953;p20"/>
                <p:cNvSpPr/>
                <p:nvPr/>
              </p:nvSpPr>
              <p:spPr>
                <a:xfrm rot="10800000" flipH="1">
                  <a:off x="7677442" y="21023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0" y="0"/>
                      </a:moveTo>
                      <a:lnTo>
                        <a:pt x="0" y="2584"/>
                      </a:lnTo>
                      <a:lnTo>
                        <a:pt x="2703" y="2584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4" name="Google Shape;2954;p20"/>
                <p:cNvSpPr/>
                <p:nvPr/>
              </p:nvSpPr>
              <p:spPr>
                <a:xfrm rot="10800000" flipH="1">
                  <a:off x="8707957" y="320714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0" y="1"/>
                      </a:moveTo>
                      <a:lnTo>
                        <a:pt x="0" y="2584"/>
                      </a:lnTo>
                      <a:lnTo>
                        <a:pt x="2703" y="2584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5" name="Google Shape;2955;p20"/>
                <p:cNvSpPr/>
                <p:nvPr/>
              </p:nvSpPr>
              <p:spPr>
                <a:xfrm rot="10800000" flipH="1">
                  <a:off x="8937040" y="433334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6" name="Google Shape;2956;p20"/>
                <p:cNvSpPr/>
                <p:nvPr/>
              </p:nvSpPr>
              <p:spPr>
                <a:xfrm rot="10800000" flipH="1">
                  <a:off x="8822481" y="433334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4" y="2572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7" name="Google Shape;2957;p20"/>
                <p:cNvSpPr/>
                <p:nvPr/>
              </p:nvSpPr>
              <p:spPr>
                <a:xfrm rot="10800000" flipH="1">
                  <a:off x="8593809" y="433334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8" name="Google Shape;2958;p20"/>
                <p:cNvSpPr/>
                <p:nvPr/>
              </p:nvSpPr>
              <p:spPr>
                <a:xfrm rot="10800000" flipH="1">
                  <a:off x="8937040" y="543784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59" name="Google Shape;2959;p20"/>
              <p:cNvGrpSpPr/>
              <p:nvPr/>
            </p:nvGrpSpPr>
            <p:grpSpPr>
              <a:xfrm>
                <a:off x="114431" y="4055273"/>
                <a:ext cx="8915137" cy="971831"/>
                <a:chOff x="114431" y="4055273"/>
                <a:chExt cx="8915137" cy="971831"/>
              </a:xfrm>
            </p:grpSpPr>
            <p:sp>
              <p:nvSpPr>
                <p:cNvPr id="2960" name="Google Shape;2960;p20"/>
                <p:cNvSpPr/>
                <p:nvPr/>
              </p:nvSpPr>
              <p:spPr>
                <a:xfrm>
                  <a:off x="1717671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2" y="2572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1" name="Google Shape;2961;p20"/>
                <p:cNvSpPr/>
                <p:nvPr/>
              </p:nvSpPr>
              <p:spPr>
                <a:xfrm>
                  <a:off x="1603146" y="4939045"/>
                  <a:ext cx="92544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2" name="Google Shape;2962;p20"/>
                <p:cNvSpPr/>
                <p:nvPr/>
              </p:nvSpPr>
              <p:spPr>
                <a:xfrm>
                  <a:off x="1374029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4" y="2572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3" name="Google Shape;2963;p20"/>
                <p:cNvSpPr/>
                <p:nvPr/>
              </p:nvSpPr>
              <p:spPr>
                <a:xfrm>
                  <a:off x="1259505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4" name="Google Shape;2964;p20"/>
                <p:cNvSpPr/>
                <p:nvPr/>
              </p:nvSpPr>
              <p:spPr>
                <a:xfrm>
                  <a:off x="915863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5" name="Google Shape;2965;p20"/>
                <p:cNvSpPr/>
                <p:nvPr/>
              </p:nvSpPr>
              <p:spPr>
                <a:xfrm>
                  <a:off x="801304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6" name="Google Shape;2966;p20"/>
                <p:cNvSpPr/>
                <p:nvPr/>
              </p:nvSpPr>
              <p:spPr>
                <a:xfrm>
                  <a:off x="686780" y="4939045"/>
                  <a:ext cx="92544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7" name="Google Shape;2967;p20"/>
                <p:cNvSpPr/>
                <p:nvPr/>
              </p:nvSpPr>
              <p:spPr>
                <a:xfrm>
                  <a:off x="458073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8" name="Google Shape;2968;p20"/>
                <p:cNvSpPr/>
                <p:nvPr/>
              </p:nvSpPr>
              <p:spPr>
                <a:xfrm>
                  <a:off x="343514" y="4938634"/>
                  <a:ext cx="92167" cy="88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4" extrusionOk="0">
                      <a:moveTo>
                        <a:pt x="1" y="0"/>
                      </a:moveTo>
                      <a:lnTo>
                        <a:pt x="1" y="2584"/>
                      </a:lnTo>
                      <a:lnTo>
                        <a:pt x="2692" y="2584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9" name="Google Shape;2969;p20"/>
                <p:cNvSpPr/>
                <p:nvPr/>
              </p:nvSpPr>
              <p:spPr>
                <a:xfrm>
                  <a:off x="228990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0" name="Google Shape;2970;p20"/>
                <p:cNvSpPr/>
                <p:nvPr/>
              </p:nvSpPr>
              <p:spPr>
                <a:xfrm>
                  <a:off x="114431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1" name="Google Shape;2971;p20"/>
                <p:cNvSpPr/>
                <p:nvPr/>
              </p:nvSpPr>
              <p:spPr>
                <a:xfrm>
                  <a:off x="687156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2" y="2572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2" name="Google Shape;2972;p20"/>
                <p:cNvSpPr/>
                <p:nvPr/>
              </p:nvSpPr>
              <p:spPr>
                <a:xfrm>
                  <a:off x="458073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3" name="Google Shape;2973;p20"/>
                <p:cNvSpPr/>
                <p:nvPr/>
              </p:nvSpPr>
              <p:spPr>
                <a:xfrm>
                  <a:off x="228990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4" name="Google Shape;2974;p20"/>
                <p:cNvSpPr/>
                <p:nvPr/>
              </p:nvSpPr>
              <p:spPr>
                <a:xfrm>
                  <a:off x="114431" y="4828561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5" name="Google Shape;2975;p20"/>
                <p:cNvSpPr/>
                <p:nvPr/>
              </p:nvSpPr>
              <p:spPr>
                <a:xfrm>
                  <a:off x="114431" y="4386692"/>
                  <a:ext cx="92167" cy="88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4" extrusionOk="0">
                      <a:moveTo>
                        <a:pt x="1" y="0"/>
                      </a:moveTo>
                      <a:lnTo>
                        <a:pt x="1" y="2584"/>
                      </a:lnTo>
                      <a:lnTo>
                        <a:pt x="2691" y="2584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6" name="Google Shape;2976;p20"/>
                <p:cNvSpPr/>
                <p:nvPr/>
              </p:nvSpPr>
              <p:spPr>
                <a:xfrm>
                  <a:off x="2292450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2" y="2572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7" name="Google Shape;2977;p20"/>
                <p:cNvSpPr/>
                <p:nvPr/>
              </p:nvSpPr>
              <p:spPr>
                <a:xfrm>
                  <a:off x="2177926" y="4938634"/>
                  <a:ext cx="92133" cy="88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1" h="2584" extrusionOk="0">
                      <a:moveTo>
                        <a:pt x="0" y="0"/>
                      </a:moveTo>
                      <a:lnTo>
                        <a:pt x="0" y="2584"/>
                      </a:lnTo>
                      <a:lnTo>
                        <a:pt x="2691" y="2584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8" name="Google Shape;2978;p20"/>
                <p:cNvSpPr/>
                <p:nvPr/>
              </p:nvSpPr>
              <p:spPr>
                <a:xfrm>
                  <a:off x="1834284" y="4939045"/>
                  <a:ext cx="92544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9" name="Google Shape;2979;p20"/>
                <p:cNvSpPr/>
                <p:nvPr/>
              </p:nvSpPr>
              <p:spPr>
                <a:xfrm>
                  <a:off x="2292450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2" y="2572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0" name="Google Shape;2980;p20"/>
                <p:cNvSpPr/>
                <p:nvPr/>
              </p:nvSpPr>
              <p:spPr>
                <a:xfrm>
                  <a:off x="2063367" y="4828561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1" name="Google Shape;2981;p20"/>
                <p:cNvSpPr/>
                <p:nvPr/>
              </p:nvSpPr>
              <p:spPr>
                <a:xfrm>
                  <a:off x="1948808" y="4828561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4" y="2572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2" name="Google Shape;2982;p20"/>
                <p:cNvSpPr/>
                <p:nvPr/>
              </p:nvSpPr>
              <p:spPr>
                <a:xfrm>
                  <a:off x="7217172" y="4938634"/>
                  <a:ext cx="92544" cy="88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84" extrusionOk="0">
                      <a:moveTo>
                        <a:pt x="0" y="0"/>
                      </a:moveTo>
                      <a:lnTo>
                        <a:pt x="0" y="2584"/>
                      </a:lnTo>
                      <a:lnTo>
                        <a:pt x="2703" y="2584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3" name="Google Shape;2983;p20"/>
                <p:cNvSpPr/>
                <p:nvPr/>
              </p:nvSpPr>
              <p:spPr>
                <a:xfrm>
                  <a:off x="7102613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4" name="Google Shape;2984;p20"/>
                <p:cNvSpPr/>
                <p:nvPr/>
              </p:nvSpPr>
              <p:spPr>
                <a:xfrm>
                  <a:off x="6873530" y="4939045"/>
                  <a:ext cx="92544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5" name="Google Shape;2985;p20"/>
                <p:cNvSpPr/>
                <p:nvPr/>
              </p:nvSpPr>
              <p:spPr>
                <a:xfrm>
                  <a:off x="6758971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6" name="Google Shape;2986;p20"/>
                <p:cNvSpPr/>
                <p:nvPr/>
              </p:nvSpPr>
              <p:spPr>
                <a:xfrm>
                  <a:off x="6415741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7" name="Google Shape;2987;p20"/>
                <p:cNvSpPr/>
                <p:nvPr/>
              </p:nvSpPr>
              <p:spPr>
                <a:xfrm>
                  <a:off x="6759382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8" name="Google Shape;2988;p20"/>
                <p:cNvSpPr/>
                <p:nvPr/>
              </p:nvSpPr>
              <p:spPr>
                <a:xfrm>
                  <a:off x="7217172" y="4718076"/>
                  <a:ext cx="92544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73" extrusionOk="0">
                      <a:moveTo>
                        <a:pt x="0" y="1"/>
                      </a:moveTo>
                      <a:lnTo>
                        <a:pt x="0" y="2573"/>
                      </a:lnTo>
                      <a:lnTo>
                        <a:pt x="2703" y="2573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9" name="Google Shape;2989;p20"/>
                <p:cNvSpPr/>
                <p:nvPr/>
              </p:nvSpPr>
              <p:spPr>
                <a:xfrm>
                  <a:off x="8936990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0" name="Google Shape;2990;p20"/>
                <p:cNvSpPr/>
                <p:nvPr/>
              </p:nvSpPr>
              <p:spPr>
                <a:xfrm>
                  <a:off x="8707907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1" name="Google Shape;2991;p20"/>
                <p:cNvSpPr/>
                <p:nvPr/>
              </p:nvSpPr>
              <p:spPr>
                <a:xfrm>
                  <a:off x="8593759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2" name="Google Shape;2992;p20"/>
                <p:cNvSpPr/>
                <p:nvPr/>
              </p:nvSpPr>
              <p:spPr>
                <a:xfrm>
                  <a:off x="8250117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3" name="Google Shape;2993;p20"/>
                <p:cNvSpPr/>
                <p:nvPr/>
              </p:nvSpPr>
              <p:spPr>
                <a:xfrm>
                  <a:off x="8135559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2" y="2572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4" name="Google Shape;2994;p20"/>
                <p:cNvSpPr/>
                <p:nvPr/>
              </p:nvSpPr>
              <p:spPr>
                <a:xfrm>
                  <a:off x="8021034" y="4939045"/>
                  <a:ext cx="92544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5" name="Google Shape;2995;p20"/>
                <p:cNvSpPr/>
                <p:nvPr/>
              </p:nvSpPr>
              <p:spPr>
                <a:xfrm>
                  <a:off x="7791917" y="4938634"/>
                  <a:ext cx="92578" cy="88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4" extrusionOk="0">
                      <a:moveTo>
                        <a:pt x="1" y="0"/>
                      </a:moveTo>
                      <a:lnTo>
                        <a:pt x="1" y="2584"/>
                      </a:lnTo>
                      <a:lnTo>
                        <a:pt x="2704" y="2584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6" name="Google Shape;2996;p20"/>
                <p:cNvSpPr/>
                <p:nvPr/>
              </p:nvSpPr>
              <p:spPr>
                <a:xfrm>
                  <a:off x="7677392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7" name="Google Shape;2997;p20"/>
                <p:cNvSpPr/>
                <p:nvPr/>
              </p:nvSpPr>
              <p:spPr>
                <a:xfrm>
                  <a:off x="7562834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8" name="Google Shape;2998;p20"/>
                <p:cNvSpPr/>
                <p:nvPr/>
              </p:nvSpPr>
              <p:spPr>
                <a:xfrm>
                  <a:off x="7448309" y="4939045"/>
                  <a:ext cx="92544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9" name="Google Shape;2999;p20"/>
                <p:cNvSpPr/>
                <p:nvPr/>
              </p:nvSpPr>
              <p:spPr>
                <a:xfrm>
                  <a:off x="7333751" y="4938634"/>
                  <a:ext cx="92578" cy="88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4" extrusionOk="0">
                      <a:moveTo>
                        <a:pt x="0" y="0"/>
                      </a:moveTo>
                      <a:lnTo>
                        <a:pt x="0" y="2584"/>
                      </a:lnTo>
                      <a:lnTo>
                        <a:pt x="2703" y="2584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0" name="Google Shape;3000;p20"/>
                <p:cNvSpPr/>
                <p:nvPr/>
              </p:nvSpPr>
              <p:spPr>
                <a:xfrm>
                  <a:off x="8936990" y="4828561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1" name="Google Shape;3001;p20"/>
                <p:cNvSpPr/>
                <p:nvPr/>
              </p:nvSpPr>
              <p:spPr>
                <a:xfrm>
                  <a:off x="8822431" y="4828561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4" y="2572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2" name="Google Shape;3002;p20"/>
                <p:cNvSpPr/>
                <p:nvPr/>
              </p:nvSpPr>
              <p:spPr>
                <a:xfrm>
                  <a:off x="8593759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3" name="Google Shape;3003;p20"/>
                <p:cNvSpPr/>
                <p:nvPr/>
              </p:nvSpPr>
              <p:spPr>
                <a:xfrm>
                  <a:off x="8479200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2" y="2572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4" name="Google Shape;3004;p20"/>
                <p:cNvSpPr/>
                <p:nvPr/>
              </p:nvSpPr>
              <p:spPr>
                <a:xfrm>
                  <a:off x="8364676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5" name="Google Shape;3005;p20"/>
                <p:cNvSpPr/>
                <p:nvPr/>
              </p:nvSpPr>
              <p:spPr>
                <a:xfrm>
                  <a:off x="8250117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6" name="Google Shape;3006;p20"/>
                <p:cNvSpPr/>
                <p:nvPr/>
              </p:nvSpPr>
              <p:spPr>
                <a:xfrm>
                  <a:off x="7791917" y="4828561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4" y="2572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7" name="Google Shape;3007;p20"/>
                <p:cNvSpPr/>
                <p:nvPr/>
              </p:nvSpPr>
              <p:spPr>
                <a:xfrm>
                  <a:off x="7677392" y="4828561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8" name="Google Shape;3008;p20"/>
                <p:cNvSpPr/>
                <p:nvPr/>
              </p:nvSpPr>
              <p:spPr>
                <a:xfrm>
                  <a:off x="7562834" y="4828561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9" name="Google Shape;3009;p20"/>
                <p:cNvSpPr/>
                <p:nvPr/>
              </p:nvSpPr>
              <p:spPr>
                <a:xfrm>
                  <a:off x="8937401" y="4718076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1"/>
                      </a:moveTo>
                      <a:lnTo>
                        <a:pt x="1" y="2573"/>
                      </a:lnTo>
                      <a:lnTo>
                        <a:pt x="2691" y="2573"/>
                      </a:lnTo>
                      <a:lnTo>
                        <a:pt x="269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0" name="Google Shape;3010;p20"/>
                <p:cNvSpPr/>
                <p:nvPr/>
              </p:nvSpPr>
              <p:spPr>
                <a:xfrm>
                  <a:off x="8708318" y="4718076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0" y="1"/>
                      </a:moveTo>
                      <a:lnTo>
                        <a:pt x="0" y="2573"/>
                      </a:lnTo>
                      <a:lnTo>
                        <a:pt x="2691" y="2573"/>
                      </a:lnTo>
                      <a:lnTo>
                        <a:pt x="269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1" name="Google Shape;3011;p20"/>
                <p:cNvSpPr/>
                <p:nvPr/>
              </p:nvSpPr>
              <p:spPr>
                <a:xfrm>
                  <a:off x="7906476" y="4718076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1"/>
                      </a:moveTo>
                      <a:lnTo>
                        <a:pt x="1" y="2573"/>
                      </a:lnTo>
                      <a:lnTo>
                        <a:pt x="2703" y="2573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2" name="Google Shape;3012;p20"/>
                <p:cNvSpPr/>
                <p:nvPr/>
              </p:nvSpPr>
              <p:spPr>
                <a:xfrm>
                  <a:off x="7791917" y="4718076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1"/>
                      </a:moveTo>
                      <a:lnTo>
                        <a:pt x="1" y="2573"/>
                      </a:lnTo>
                      <a:lnTo>
                        <a:pt x="2704" y="2573"/>
                      </a:lnTo>
                      <a:lnTo>
                        <a:pt x="270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3" name="Google Shape;3013;p20"/>
                <p:cNvSpPr/>
                <p:nvPr/>
              </p:nvSpPr>
              <p:spPr>
                <a:xfrm>
                  <a:off x="8479200" y="4607626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2" y="2572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4" name="Google Shape;3014;p20"/>
                <p:cNvSpPr/>
                <p:nvPr/>
              </p:nvSpPr>
              <p:spPr>
                <a:xfrm>
                  <a:off x="8936990" y="4497142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1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5" name="Google Shape;3015;p20"/>
                <p:cNvSpPr/>
                <p:nvPr/>
              </p:nvSpPr>
              <p:spPr>
                <a:xfrm>
                  <a:off x="8822431" y="4386692"/>
                  <a:ext cx="92578" cy="88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4" extrusionOk="0">
                      <a:moveTo>
                        <a:pt x="1" y="0"/>
                      </a:moveTo>
                      <a:lnTo>
                        <a:pt x="1" y="2584"/>
                      </a:lnTo>
                      <a:lnTo>
                        <a:pt x="2704" y="2584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6" name="Google Shape;3016;p20"/>
                <p:cNvSpPr/>
                <p:nvPr/>
              </p:nvSpPr>
              <p:spPr>
                <a:xfrm>
                  <a:off x="8822842" y="4165723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692" y="2585"/>
                      </a:lnTo>
                      <a:lnTo>
                        <a:pt x="269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7" name="Google Shape;3017;p20"/>
                <p:cNvSpPr/>
                <p:nvPr/>
              </p:nvSpPr>
              <p:spPr>
                <a:xfrm>
                  <a:off x="8936990" y="4055273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0"/>
                      </a:moveTo>
                      <a:lnTo>
                        <a:pt x="1" y="2584"/>
                      </a:lnTo>
                      <a:lnTo>
                        <a:pt x="2703" y="2584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3018" name="Google Shape;3018;p20"/>
          <p:cNvSpPr txBox="1">
            <a:spLocks noGrp="1"/>
          </p:cNvSpPr>
          <p:nvPr>
            <p:ph type="title"/>
          </p:nvPr>
        </p:nvSpPr>
        <p:spPr>
          <a:xfrm>
            <a:off x="758775" y="348198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2_1">
    <p:spTree>
      <p:nvGrpSpPr>
        <p:cNvPr id="1" name="Shape 3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1" name="Google Shape;3681;p26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682" name="Google Shape;3682;p26"/>
            <p:cNvSpPr/>
            <p:nvPr/>
          </p:nvSpPr>
          <p:spPr>
            <a:xfrm>
              <a:off x="0" y="0"/>
              <a:ext cx="9144000" cy="5143500"/>
            </a:xfrm>
            <a:prstGeom prst="frame">
              <a:avLst>
                <a:gd name="adj1" fmla="val 1678"/>
              </a:avLst>
            </a:pr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grpSp>
          <p:nvGrpSpPr>
            <p:cNvPr id="3683" name="Google Shape;3683;p26"/>
            <p:cNvGrpSpPr/>
            <p:nvPr/>
          </p:nvGrpSpPr>
          <p:grpSpPr>
            <a:xfrm>
              <a:off x="114356" y="108088"/>
              <a:ext cx="8915158" cy="4927729"/>
              <a:chOff x="114356" y="108088"/>
              <a:chExt cx="8915158" cy="4927729"/>
            </a:xfrm>
          </p:grpSpPr>
          <p:sp>
            <p:nvSpPr>
              <p:cNvPr id="3684" name="Google Shape;3684;p26"/>
              <p:cNvSpPr/>
              <p:nvPr/>
            </p:nvSpPr>
            <p:spPr>
              <a:xfrm>
                <a:off x="114356" y="450546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5" name="Google Shape;3685;p26"/>
              <p:cNvSpPr/>
              <p:nvPr/>
            </p:nvSpPr>
            <p:spPr>
              <a:xfrm>
                <a:off x="114356" y="4394974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6" name="Google Shape;3686;p26"/>
              <p:cNvSpPr/>
              <p:nvPr/>
            </p:nvSpPr>
            <p:spPr>
              <a:xfrm>
                <a:off x="114356" y="4284485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7" name="Google Shape;3687;p26"/>
              <p:cNvSpPr/>
              <p:nvPr/>
            </p:nvSpPr>
            <p:spPr>
              <a:xfrm>
                <a:off x="342984" y="494696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1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8" name="Google Shape;3688;p26"/>
              <p:cNvSpPr/>
              <p:nvPr/>
            </p:nvSpPr>
            <p:spPr>
              <a:xfrm>
                <a:off x="1259392" y="4946963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29" y="2334"/>
                    </a:lnTo>
                    <a:lnTo>
                      <a:pt x="2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9" name="Google Shape;3689;p26"/>
              <p:cNvSpPr/>
              <p:nvPr/>
            </p:nvSpPr>
            <p:spPr>
              <a:xfrm>
                <a:off x="1030271" y="494696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1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0" name="Google Shape;3690;p26"/>
              <p:cNvSpPr/>
              <p:nvPr/>
            </p:nvSpPr>
            <p:spPr>
              <a:xfrm>
                <a:off x="1030271" y="4836474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1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1" name="Google Shape;3691;p26"/>
              <p:cNvSpPr/>
              <p:nvPr/>
            </p:nvSpPr>
            <p:spPr>
              <a:xfrm>
                <a:off x="1144851" y="4836474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2" name="Google Shape;3692;p26"/>
              <p:cNvSpPr/>
              <p:nvPr/>
            </p:nvSpPr>
            <p:spPr>
              <a:xfrm>
                <a:off x="915730" y="494696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1"/>
                    </a:moveTo>
                    <a:lnTo>
                      <a:pt x="1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3" name="Google Shape;3693;p26"/>
              <p:cNvSpPr/>
              <p:nvPr/>
            </p:nvSpPr>
            <p:spPr>
              <a:xfrm>
                <a:off x="801188" y="494696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4" name="Google Shape;3694;p26"/>
              <p:cNvSpPr/>
              <p:nvPr/>
            </p:nvSpPr>
            <p:spPr>
              <a:xfrm>
                <a:off x="686647" y="494696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5" name="Google Shape;3695;p26"/>
              <p:cNvSpPr/>
              <p:nvPr/>
            </p:nvSpPr>
            <p:spPr>
              <a:xfrm>
                <a:off x="572105" y="4946963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6" name="Google Shape;3696;p26"/>
              <p:cNvSpPr/>
              <p:nvPr/>
            </p:nvSpPr>
            <p:spPr>
              <a:xfrm>
                <a:off x="457526" y="4836474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1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7" name="Google Shape;3697;p26"/>
              <p:cNvSpPr/>
              <p:nvPr/>
            </p:nvSpPr>
            <p:spPr>
              <a:xfrm>
                <a:off x="228897" y="4946963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29" y="2334"/>
                    </a:lnTo>
                    <a:lnTo>
                      <a:pt x="2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8" name="Google Shape;3698;p26"/>
              <p:cNvSpPr/>
              <p:nvPr/>
            </p:nvSpPr>
            <p:spPr>
              <a:xfrm>
                <a:off x="114356" y="4946963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29" y="2334"/>
                    </a:lnTo>
                    <a:lnTo>
                      <a:pt x="2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9" name="Google Shape;3699;p26"/>
              <p:cNvSpPr/>
              <p:nvPr/>
            </p:nvSpPr>
            <p:spPr>
              <a:xfrm>
                <a:off x="1259392" y="4836474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0" name="Google Shape;3700;p26"/>
              <p:cNvSpPr/>
              <p:nvPr/>
            </p:nvSpPr>
            <p:spPr>
              <a:xfrm>
                <a:off x="1144851" y="4836474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1" name="Google Shape;3701;p26"/>
              <p:cNvSpPr/>
              <p:nvPr/>
            </p:nvSpPr>
            <p:spPr>
              <a:xfrm>
                <a:off x="801188" y="4836474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2" name="Google Shape;3702;p26"/>
              <p:cNvSpPr/>
              <p:nvPr/>
            </p:nvSpPr>
            <p:spPr>
              <a:xfrm>
                <a:off x="572105" y="4836474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3" name="Google Shape;3703;p26"/>
              <p:cNvSpPr/>
              <p:nvPr/>
            </p:nvSpPr>
            <p:spPr>
              <a:xfrm>
                <a:off x="342984" y="4836474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1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4" name="Google Shape;3704;p26"/>
              <p:cNvSpPr/>
              <p:nvPr/>
            </p:nvSpPr>
            <p:spPr>
              <a:xfrm>
                <a:off x="228897" y="4836474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29" y="2334"/>
                    </a:lnTo>
                    <a:lnTo>
                      <a:pt x="2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5" name="Google Shape;3705;p26"/>
              <p:cNvSpPr/>
              <p:nvPr/>
            </p:nvSpPr>
            <p:spPr>
              <a:xfrm>
                <a:off x="1030271" y="4726440"/>
                <a:ext cx="92497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3" extrusionOk="0">
                    <a:moveTo>
                      <a:pt x="1" y="1"/>
                    </a:moveTo>
                    <a:lnTo>
                      <a:pt x="1" y="2322"/>
                    </a:lnTo>
                    <a:lnTo>
                      <a:pt x="2442" y="2322"/>
                    </a:lnTo>
                    <a:lnTo>
                      <a:pt x="24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6" name="Google Shape;3706;p26"/>
              <p:cNvSpPr/>
              <p:nvPr/>
            </p:nvSpPr>
            <p:spPr>
              <a:xfrm>
                <a:off x="457980" y="4726440"/>
                <a:ext cx="92497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3" extrusionOk="0">
                    <a:moveTo>
                      <a:pt x="1" y="1"/>
                    </a:moveTo>
                    <a:lnTo>
                      <a:pt x="1" y="2322"/>
                    </a:lnTo>
                    <a:lnTo>
                      <a:pt x="2442" y="2322"/>
                    </a:lnTo>
                    <a:lnTo>
                      <a:pt x="24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7" name="Google Shape;3707;p26"/>
              <p:cNvSpPr/>
              <p:nvPr/>
            </p:nvSpPr>
            <p:spPr>
              <a:xfrm>
                <a:off x="343439" y="4615951"/>
                <a:ext cx="92042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23" extrusionOk="0">
                    <a:moveTo>
                      <a:pt x="1" y="1"/>
                    </a:moveTo>
                    <a:lnTo>
                      <a:pt x="1" y="2322"/>
                    </a:lnTo>
                    <a:lnTo>
                      <a:pt x="2430" y="2322"/>
                    </a:lnTo>
                    <a:lnTo>
                      <a:pt x="243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8" name="Google Shape;3708;p26"/>
              <p:cNvSpPr/>
              <p:nvPr/>
            </p:nvSpPr>
            <p:spPr>
              <a:xfrm>
                <a:off x="228897" y="4726440"/>
                <a:ext cx="92497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3" extrusionOk="0">
                    <a:moveTo>
                      <a:pt x="0" y="1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9" name="Google Shape;3709;p26"/>
              <p:cNvSpPr/>
              <p:nvPr/>
            </p:nvSpPr>
            <p:spPr>
              <a:xfrm>
                <a:off x="114356" y="4725985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0" name="Google Shape;3710;p26"/>
              <p:cNvSpPr/>
              <p:nvPr/>
            </p:nvSpPr>
            <p:spPr>
              <a:xfrm>
                <a:off x="1259392" y="4726440"/>
                <a:ext cx="92459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3" extrusionOk="0">
                    <a:moveTo>
                      <a:pt x="0" y="1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1" name="Google Shape;3711;p26"/>
              <p:cNvSpPr/>
              <p:nvPr/>
            </p:nvSpPr>
            <p:spPr>
              <a:xfrm>
                <a:off x="457980" y="4615951"/>
                <a:ext cx="92042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23" extrusionOk="0">
                    <a:moveTo>
                      <a:pt x="1" y="1"/>
                    </a:moveTo>
                    <a:lnTo>
                      <a:pt x="1" y="2322"/>
                    </a:lnTo>
                    <a:lnTo>
                      <a:pt x="2430" y="2322"/>
                    </a:lnTo>
                    <a:lnTo>
                      <a:pt x="243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2" name="Google Shape;3712;p26"/>
              <p:cNvSpPr/>
              <p:nvPr/>
            </p:nvSpPr>
            <p:spPr>
              <a:xfrm>
                <a:off x="228897" y="4615951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3" name="Google Shape;3713;p26"/>
              <p:cNvSpPr/>
              <p:nvPr/>
            </p:nvSpPr>
            <p:spPr>
              <a:xfrm>
                <a:off x="114356" y="4063508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4" name="Google Shape;3714;p26"/>
              <p:cNvSpPr/>
              <p:nvPr/>
            </p:nvSpPr>
            <p:spPr>
              <a:xfrm>
                <a:off x="114356" y="3953474"/>
                <a:ext cx="92042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29" y="2322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5" name="Google Shape;3715;p26"/>
              <p:cNvSpPr/>
              <p:nvPr/>
            </p:nvSpPr>
            <p:spPr>
              <a:xfrm>
                <a:off x="114356" y="3842985"/>
                <a:ext cx="92042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29" y="2322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6" name="Google Shape;3716;p26"/>
              <p:cNvSpPr/>
              <p:nvPr/>
            </p:nvSpPr>
            <p:spPr>
              <a:xfrm>
                <a:off x="7217172" y="4946942"/>
                <a:ext cx="92544" cy="88470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4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7" name="Google Shape;3717;p26"/>
              <p:cNvSpPr/>
              <p:nvPr/>
            </p:nvSpPr>
            <p:spPr>
              <a:xfrm>
                <a:off x="7102613" y="4947353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8" name="Google Shape;3718;p26"/>
              <p:cNvSpPr/>
              <p:nvPr/>
            </p:nvSpPr>
            <p:spPr>
              <a:xfrm>
                <a:off x="6873530" y="4947353"/>
                <a:ext cx="92544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9" name="Google Shape;3719;p26"/>
              <p:cNvSpPr/>
              <p:nvPr/>
            </p:nvSpPr>
            <p:spPr>
              <a:xfrm>
                <a:off x="6988055" y="4836869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0" name="Google Shape;3720;p26"/>
              <p:cNvSpPr/>
              <p:nvPr/>
            </p:nvSpPr>
            <p:spPr>
              <a:xfrm>
                <a:off x="7217172" y="4726384"/>
                <a:ext cx="92544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3" extrusionOk="0">
                    <a:moveTo>
                      <a:pt x="0" y="1"/>
                    </a:moveTo>
                    <a:lnTo>
                      <a:pt x="0" y="2573"/>
                    </a:lnTo>
                    <a:lnTo>
                      <a:pt x="2703" y="2573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1" name="Google Shape;3721;p26"/>
              <p:cNvSpPr/>
              <p:nvPr/>
            </p:nvSpPr>
            <p:spPr>
              <a:xfrm>
                <a:off x="6988055" y="4726384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1"/>
                    </a:moveTo>
                    <a:lnTo>
                      <a:pt x="1" y="2573"/>
                    </a:lnTo>
                    <a:lnTo>
                      <a:pt x="2704" y="2573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2" name="Google Shape;3722;p26"/>
              <p:cNvSpPr/>
              <p:nvPr/>
            </p:nvSpPr>
            <p:spPr>
              <a:xfrm>
                <a:off x="7562834" y="4947353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3" name="Google Shape;3723;p26"/>
              <p:cNvSpPr/>
              <p:nvPr/>
            </p:nvSpPr>
            <p:spPr>
              <a:xfrm>
                <a:off x="7448309" y="4947353"/>
                <a:ext cx="92544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4" name="Google Shape;3724;p26"/>
              <p:cNvSpPr/>
              <p:nvPr/>
            </p:nvSpPr>
            <p:spPr>
              <a:xfrm>
                <a:off x="7333751" y="4946942"/>
                <a:ext cx="92578" cy="88470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4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5" name="Google Shape;3725;p26"/>
              <p:cNvSpPr/>
              <p:nvPr/>
            </p:nvSpPr>
            <p:spPr>
              <a:xfrm>
                <a:off x="7562834" y="4836869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6" name="Google Shape;3726;p26"/>
              <p:cNvSpPr/>
              <p:nvPr/>
            </p:nvSpPr>
            <p:spPr>
              <a:xfrm>
                <a:off x="7448309" y="4836869"/>
                <a:ext cx="92544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7" name="Google Shape;3727;p26"/>
              <p:cNvSpPr/>
              <p:nvPr/>
            </p:nvSpPr>
            <p:spPr>
              <a:xfrm>
                <a:off x="8937055" y="4505513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8" name="Google Shape;3728;p26"/>
              <p:cNvSpPr/>
              <p:nvPr/>
            </p:nvSpPr>
            <p:spPr>
              <a:xfrm>
                <a:off x="8707934" y="450551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9" name="Google Shape;3729;p26"/>
              <p:cNvSpPr/>
              <p:nvPr/>
            </p:nvSpPr>
            <p:spPr>
              <a:xfrm>
                <a:off x="8822513" y="4395024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0" name="Google Shape;3730;p26"/>
              <p:cNvSpPr/>
              <p:nvPr/>
            </p:nvSpPr>
            <p:spPr>
              <a:xfrm>
                <a:off x="8937055" y="4395024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1" name="Google Shape;3731;p26"/>
              <p:cNvSpPr/>
              <p:nvPr/>
            </p:nvSpPr>
            <p:spPr>
              <a:xfrm>
                <a:off x="8822513" y="4395024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2" name="Google Shape;3732;p26"/>
              <p:cNvSpPr/>
              <p:nvPr/>
            </p:nvSpPr>
            <p:spPr>
              <a:xfrm>
                <a:off x="8822513" y="4284535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3" name="Google Shape;3733;p26"/>
              <p:cNvSpPr/>
              <p:nvPr/>
            </p:nvSpPr>
            <p:spPr>
              <a:xfrm>
                <a:off x="8707934" y="4063558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4" name="Google Shape;3734;p26"/>
              <p:cNvSpPr/>
              <p:nvPr/>
            </p:nvSpPr>
            <p:spPr>
              <a:xfrm>
                <a:off x="8937055" y="4284535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5" name="Google Shape;3735;p26"/>
              <p:cNvSpPr/>
              <p:nvPr/>
            </p:nvSpPr>
            <p:spPr>
              <a:xfrm>
                <a:off x="8822513" y="4063558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6" name="Google Shape;3736;p26"/>
              <p:cNvSpPr/>
              <p:nvPr/>
            </p:nvSpPr>
            <p:spPr>
              <a:xfrm>
                <a:off x="8020647" y="494701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1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7" name="Google Shape;3737;p26"/>
              <p:cNvSpPr/>
              <p:nvPr/>
            </p:nvSpPr>
            <p:spPr>
              <a:xfrm>
                <a:off x="8937055" y="4947013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29" y="2334"/>
                    </a:lnTo>
                    <a:lnTo>
                      <a:pt x="2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8" name="Google Shape;3738;p26"/>
              <p:cNvSpPr/>
              <p:nvPr/>
            </p:nvSpPr>
            <p:spPr>
              <a:xfrm>
                <a:off x="8822513" y="4947013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9" name="Google Shape;3739;p26"/>
              <p:cNvSpPr/>
              <p:nvPr/>
            </p:nvSpPr>
            <p:spPr>
              <a:xfrm>
                <a:off x="8707934" y="494701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1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0" name="Google Shape;3740;p26"/>
              <p:cNvSpPr/>
              <p:nvPr/>
            </p:nvSpPr>
            <p:spPr>
              <a:xfrm>
                <a:off x="8822513" y="4836524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1" name="Google Shape;3741;p26"/>
              <p:cNvSpPr/>
              <p:nvPr/>
            </p:nvSpPr>
            <p:spPr>
              <a:xfrm>
                <a:off x="8593392" y="494701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1"/>
                    </a:moveTo>
                    <a:lnTo>
                      <a:pt x="1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2" name="Google Shape;3742;p26"/>
              <p:cNvSpPr/>
              <p:nvPr/>
            </p:nvSpPr>
            <p:spPr>
              <a:xfrm>
                <a:off x="8478851" y="494701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3" name="Google Shape;3743;p26"/>
              <p:cNvSpPr/>
              <p:nvPr/>
            </p:nvSpPr>
            <p:spPr>
              <a:xfrm>
                <a:off x="7906560" y="4947013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29" y="2334"/>
                    </a:lnTo>
                    <a:lnTo>
                      <a:pt x="2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4" name="Google Shape;3744;p26"/>
              <p:cNvSpPr/>
              <p:nvPr/>
            </p:nvSpPr>
            <p:spPr>
              <a:xfrm>
                <a:off x="7792018" y="4947013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29" y="2334"/>
                    </a:lnTo>
                    <a:lnTo>
                      <a:pt x="2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5" name="Google Shape;3745;p26"/>
              <p:cNvSpPr/>
              <p:nvPr/>
            </p:nvSpPr>
            <p:spPr>
              <a:xfrm>
                <a:off x="8937055" y="4836524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6" name="Google Shape;3746;p26"/>
              <p:cNvSpPr/>
              <p:nvPr/>
            </p:nvSpPr>
            <p:spPr>
              <a:xfrm>
                <a:off x="8593392" y="4836524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1"/>
                    </a:moveTo>
                    <a:lnTo>
                      <a:pt x="1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7" name="Google Shape;3747;p26"/>
              <p:cNvSpPr/>
              <p:nvPr/>
            </p:nvSpPr>
            <p:spPr>
              <a:xfrm>
                <a:off x="7906560" y="4836524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29" y="2334"/>
                    </a:lnTo>
                    <a:lnTo>
                      <a:pt x="2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8" name="Google Shape;3748;p26"/>
              <p:cNvSpPr/>
              <p:nvPr/>
            </p:nvSpPr>
            <p:spPr>
              <a:xfrm>
                <a:off x="8707934" y="4726490"/>
                <a:ext cx="92497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3" extrusionOk="0">
                    <a:moveTo>
                      <a:pt x="1" y="1"/>
                    </a:moveTo>
                    <a:lnTo>
                      <a:pt x="1" y="2322"/>
                    </a:lnTo>
                    <a:lnTo>
                      <a:pt x="2442" y="2322"/>
                    </a:lnTo>
                    <a:lnTo>
                      <a:pt x="24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9" name="Google Shape;3749;p26"/>
              <p:cNvSpPr/>
              <p:nvPr/>
            </p:nvSpPr>
            <p:spPr>
              <a:xfrm>
                <a:off x="8937055" y="4616001"/>
                <a:ext cx="92459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3" extrusionOk="0">
                    <a:moveTo>
                      <a:pt x="0" y="1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0" name="Google Shape;3750;p26"/>
              <p:cNvSpPr/>
              <p:nvPr/>
            </p:nvSpPr>
            <p:spPr>
              <a:xfrm>
                <a:off x="8822513" y="4616001"/>
                <a:ext cx="92459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3" extrusionOk="0">
                    <a:moveTo>
                      <a:pt x="0" y="1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1" name="Google Shape;3751;p26"/>
              <p:cNvSpPr/>
              <p:nvPr/>
            </p:nvSpPr>
            <p:spPr>
              <a:xfrm>
                <a:off x="8937055" y="4726490"/>
                <a:ext cx="92459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3" extrusionOk="0">
                    <a:moveTo>
                      <a:pt x="0" y="1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2" name="Google Shape;3752;p26"/>
              <p:cNvSpPr/>
              <p:nvPr/>
            </p:nvSpPr>
            <p:spPr>
              <a:xfrm>
                <a:off x="8937055" y="4063558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3" name="Google Shape;3753;p26"/>
              <p:cNvSpPr/>
              <p:nvPr/>
            </p:nvSpPr>
            <p:spPr>
              <a:xfrm>
                <a:off x="8822513" y="4063558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4" name="Google Shape;3754;p26"/>
              <p:cNvSpPr/>
              <p:nvPr/>
            </p:nvSpPr>
            <p:spPr>
              <a:xfrm>
                <a:off x="8937055" y="3843035"/>
                <a:ext cx="92459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5" name="Google Shape;3755;p26"/>
              <p:cNvSpPr/>
              <p:nvPr/>
            </p:nvSpPr>
            <p:spPr>
              <a:xfrm>
                <a:off x="8822513" y="3843035"/>
                <a:ext cx="92459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6" name="Google Shape;3756;p26"/>
              <p:cNvSpPr/>
              <p:nvPr/>
            </p:nvSpPr>
            <p:spPr>
              <a:xfrm>
                <a:off x="8937055" y="3953524"/>
                <a:ext cx="92042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29" y="2322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7" name="Google Shape;3757;p26"/>
              <p:cNvSpPr/>
              <p:nvPr/>
            </p:nvSpPr>
            <p:spPr>
              <a:xfrm>
                <a:off x="114356" y="770588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8" name="Google Shape;3758;p26"/>
              <p:cNvSpPr/>
              <p:nvPr/>
            </p:nvSpPr>
            <p:spPr>
              <a:xfrm>
                <a:off x="114356" y="549610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9" name="Google Shape;3759;p26"/>
              <p:cNvSpPr/>
              <p:nvPr/>
            </p:nvSpPr>
            <p:spPr>
              <a:xfrm>
                <a:off x="114356" y="439122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0" name="Google Shape;3760;p26"/>
              <p:cNvSpPr/>
              <p:nvPr/>
            </p:nvSpPr>
            <p:spPr>
              <a:xfrm>
                <a:off x="114356" y="1212088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29" y="2334"/>
                    </a:lnTo>
                    <a:lnTo>
                      <a:pt x="2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1" name="Google Shape;3761;p26"/>
              <p:cNvSpPr/>
              <p:nvPr/>
            </p:nvSpPr>
            <p:spPr>
              <a:xfrm>
                <a:off x="114356" y="1101599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29" y="2334"/>
                    </a:lnTo>
                    <a:lnTo>
                      <a:pt x="242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2" name="Google Shape;3762;p26"/>
              <p:cNvSpPr/>
              <p:nvPr/>
            </p:nvSpPr>
            <p:spPr>
              <a:xfrm>
                <a:off x="114356" y="991110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3" name="Google Shape;3763;p26"/>
              <p:cNvSpPr/>
              <p:nvPr/>
            </p:nvSpPr>
            <p:spPr>
              <a:xfrm>
                <a:off x="686647" y="32863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4" name="Google Shape;3764;p26"/>
              <p:cNvSpPr/>
              <p:nvPr/>
            </p:nvSpPr>
            <p:spPr>
              <a:xfrm>
                <a:off x="572560" y="328633"/>
                <a:ext cx="92004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29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29" y="2334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5" name="Google Shape;3765;p26"/>
              <p:cNvSpPr/>
              <p:nvPr/>
            </p:nvSpPr>
            <p:spPr>
              <a:xfrm>
                <a:off x="343439" y="328633"/>
                <a:ext cx="92042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35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30" y="2334"/>
                    </a:lnTo>
                    <a:lnTo>
                      <a:pt x="243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6" name="Google Shape;3766;p26"/>
              <p:cNvSpPr/>
              <p:nvPr/>
            </p:nvSpPr>
            <p:spPr>
              <a:xfrm>
                <a:off x="228897" y="32863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7" name="Google Shape;3767;p26"/>
              <p:cNvSpPr/>
              <p:nvPr/>
            </p:nvSpPr>
            <p:spPr>
              <a:xfrm>
                <a:off x="114356" y="32863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8" name="Google Shape;3768;p26"/>
              <p:cNvSpPr/>
              <p:nvPr/>
            </p:nvSpPr>
            <p:spPr>
              <a:xfrm>
                <a:off x="1144851" y="218599"/>
                <a:ext cx="92459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9" name="Google Shape;3769;p26"/>
              <p:cNvSpPr/>
              <p:nvPr/>
            </p:nvSpPr>
            <p:spPr>
              <a:xfrm>
                <a:off x="1030271" y="218144"/>
                <a:ext cx="92497" cy="88406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4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0" name="Google Shape;3770;p26"/>
              <p:cNvSpPr/>
              <p:nvPr/>
            </p:nvSpPr>
            <p:spPr>
              <a:xfrm>
                <a:off x="801188" y="218599"/>
                <a:ext cx="92497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1" name="Google Shape;3771;p26"/>
              <p:cNvSpPr/>
              <p:nvPr/>
            </p:nvSpPr>
            <p:spPr>
              <a:xfrm>
                <a:off x="686647" y="218599"/>
                <a:ext cx="92497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2" name="Google Shape;3772;p26"/>
              <p:cNvSpPr/>
              <p:nvPr/>
            </p:nvSpPr>
            <p:spPr>
              <a:xfrm>
                <a:off x="457526" y="218144"/>
                <a:ext cx="92497" cy="88406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4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3" name="Google Shape;3773;p26"/>
              <p:cNvSpPr/>
              <p:nvPr/>
            </p:nvSpPr>
            <p:spPr>
              <a:xfrm>
                <a:off x="342984" y="218599"/>
                <a:ext cx="92497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2" extrusionOk="0">
                    <a:moveTo>
                      <a:pt x="1" y="0"/>
                    </a:moveTo>
                    <a:lnTo>
                      <a:pt x="1" y="2322"/>
                    </a:lnTo>
                    <a:lnTo>
                      <a:pt x="2442" y="2322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4" name="Google Shape;3774;p26"/>
              <p:cNvSpPr/>
              <p:nvPr/>
            </p:nvSpPr>
            <p:spPr>
              <a:xfrm>
                <a:off x="342984" y="108110"/>
                <a:ext cx="92497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2" extrusionOk="0">
                    <a:moveTo>
                      <a:pt x="1" y="0"/>
                    </a:moveTo>
                    <a:lnTo>
                      <a:pt x="1" y="2322"/>
                    </a:lnTo>
                    <a:lnTo>
                      <a:pt x="2442" y="2322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5" name="Google Shape;3775;p26"/>
              <p:cNvSpPr/>
              <p:nvPr/>
            </p:nvSpPr>
            <p:spPr>
              <a:xfrm>
                <a:off x="114356" y="218599"/>
                <a:ext cx="92042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29" y="2322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6" name="Google Shape;3776;p26"/>
              <p:cNvSpPr/>
              <p:nvPr/>
            </p:nvSpPr>
            <p:spPr>
              <a:xfrm>
                <a:off x="1259392" y="108110"/>
                <a:ext cx="92459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7" name="Google Shape;3777;p26"/>
              <p:cNvSpPr/>
              <p:nvPr/>
            </p:nvSpPr>
            <p:spPr>
              <a:xfrm>
                <a:off x="1144851" y="108110"/>
                <a:ext cx="92459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8" name="Google Shape;3778;p26"/>
              <p:cNvSpPr/>
              <p:nvPr/>
            </p:nvSpPr>
            <p:spPr>
              <a:xfrm>
                <a:off x="1030271" y="108110"/>
                <a:ext cx="92497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2" extrusionOk="0">
                    <a:moveTo>
                      <a:pt x="1" y="0"/>
                    </a:moveTo>
                    <a:lnTo>
                      <a:pt x="1" y="2322"/>
                    </a:lnTo>
                    <a:lnTo>
                      <a:pt x="2442" y="2322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9" name="Google Shape;3779;p26"/>
              <p:cNvSpPr/>
              <p:nvPr/>
            </p:nvSpPr>
            <p:spPr>
              <a:xfrm>
                <a:off x="915730" y="108110"/>
                <a:ext cx="92497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2" extrusionOk="0">
                    <a:moveTo>
                      <a:pt x="1" y="0"/>
                    </a:moveTo>
                    <a:lnTo>
                      <a:pt x="1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0" name="Google Shape;3780;p26"/>
              <p:cNvSpPr/>
              <p:nvPr/>
            </p:nvSpPr>
            <p:spPr>
              <a:xfrm>
                <a:off x="801188" y="108110"/>
                <a:ext cx="92497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1" name="Google Shape;3781;p26"/>
              <p:cNvSpPr/>
              <p:nvPr/>
            </p:nvSpPr>
            <p:spPr>
              <a:xfrm>
                <a:off x="686647" y="108110"/>
                <a:ext cx="92497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2" name="Google Shape;3782;p26"/>
              <p:cNvSpPr/>
              <p:nvPr/>
            </p:nvSpPr>
            <p:spPr>
              <a:xfrm>
                <a:off x="572105" y="108110"/>
                <a:ext cx="92459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3" name="Google Shape;3783;p26"/>
              <p:cNvSpPr/>
              <p:nvPr/>
            </p:nvSpPr>
            <p:spPr>
              <a:xfrm>
                <a:off x="457526" y="108110"/>
                <a:ext cx="92497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2" extrusionOk="0">
                    <a:moveTo>
                      <a:pt x="1" y="0"/>
                    </a:moveTo>
                    <a:lnTo>
                      <a:pt x="1" y="2322"/>
                    </a:lnTo>
                    <a:lnTo>
                      <a:pt x="2442" y="2322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4" name="Google Shape;3784;p26"/>
              <p:cNvSpPr/>
              <p:nvPr/>
            </p:nvSpPr>
            <p:spPr>
              <a:xfrm>
                <a:off x="228897" y="108110"/>
                <a:ext cx="92042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29" y="2322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5" name="Google Shape;3785;p26"/>
              <p:cNvSpPr/>
              <p:nvPr/>
            </p:nvSpPr>
            <p:spPr>
              <a:xfrm>
                <a:off x="114356" y="108110"/>
                <a:ext cx="92042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29" y="2322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6" name="Google Shape;3786;p26"/>
              <p:cNvSpPr/>
              <p:nvPr/>
            </p:nvSpPr>
            <p:spPr>
              <a:xfrm>
                <a:off x="8937055" y="770588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7" name="Google Shape;3787;p26"/>
              <p:cNvSpPr/>
              <p:nvPr/>
            </p:nvSpPr>
            <p:spPr>
              <a:xfrm>
                <a:off x="8822513" y="549610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8" name="Google Shape;3788;p26"/>
              <p:cNvSpPr/>
              <p:nvPr/>
            </p:nvSpPr>
            <p:spPr>
              <a:xfrm>
                <a:off x="8707934" y="549610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9" name="Google Shape;3789;p26"/>
              <p:cNvSpPr/>
              <p:nvPr/>
            </p:nvSpPr>
            <p:spPr>
              <a:xfrm>
                <a:off x="8937055" y="439122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0" name="Google Shape;3790;p26"/>
              <p:cNvSpPr/>
              <p:nvPr/>
            </p:nvSpPr>
            <p:spPr>
              <a:xfrm>
                <a:off x="8937055" y="549610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1" name="Google Shape;3791;p26"/>
              <p:cNvSpPr/>
              <p:nvPr/>
            </p:nvSpPr>
            <p:spPr>
              <a:xfrm>
                <a:off x="8822513" y="328633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2" name="Google Shape;3792;p26"/>
              <p:cNvSpPr/>
              <p:nvPr/>
            </p:nvSpPr>
            <p:spPr>
              <a:xfrm>
                <a:off x="8593392" y="439122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3" name="Google Shape;3793;p26"/>
              <p:cNvSpPr/>
              <p:nvPr/>
            </p:nvSpPr>
            <p:spPr>
              <a:xfrm>
                <a:off x="8822513" y="1212088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4" name="Google Shape;3794;p26"/>
              <p:cNvSpPr/>
              <p:nvPr/>
            </p:nvSpPr>
            <p:spPr>
              <a:xfrm>
                <a:off x="8822513" y="1101599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5" name="Google Shape;3795;p26"/>
              <p:cNvSpPr/>
              <p:nvPr/>
            </p:nvSpPr>
            <p:spPr>
              <a:xfrm>
                <a:off x="8937055" y="1101599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1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6" name="Google Shape;3796;p26"/>
              <p:cNvSpPr/>
              <p:nvPr/>
            </p:nvSpPr>
            <p:spPr>
              <a:xfrm>
                <a:off x="8707934" y="991565"/>
                <a:ext cx="92497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3" extrusionOk="0">
                    <a:moveTo>
                      <a:pt x="1" y="1"/>
                    </a:moveTo>
                    <a:lnTo>
                      <a:pt x="1" y="2322"/>
                    </a:lnTo>
                    <a:lnTo>
                      <a:pt x="2442" y="2322"/>
                    </a:lnTo>
                    <a:lnTo>
                      <a:pt x="24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7" name="Google Shape;3797;p26"/>
              <p:cNvSpPr/>
              <p:nvPr/>
            </p:nvSpPr>
            <p:spPr>
              <a:xfrm>
                <a:off x="8937055" y="881076"/>
                <a:ext cx="92459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3" extrusionOk="0">
                    <a:moveTo>
                      <a:pt x="0" y="1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8" name="Google Shape;3798;p26"/>
              <p:cNvSpPr/>
              <p:nvPr/>
            </p:nvSpPr>
            <p:spPr>
              <a:xfrm>
                <a:off x="8822513" y="881076"/>
                <a:ext cx="92459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3" extrusionOk="0">
                    <a:moveTo>
                      <a:pt x="0" y="1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9" name="Google Shape;3799;p26"/>
              <p:cNvSpPr/>
              <p:nvPr/>
            </p:nvSpPr>
            <p:spPr>
              <a:xfrm>
                <a:off x="8937055" y="991565"/>
                <a:ext cx="92459" cy="87989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3" extrusionOk="0">
                    <a:moveTo>
                      <a:pt x="0" y="1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0" name="Google Shape;3800;p26"/>
              <p:cNvSpPr/>
              <p:nvPr/>
            </p:nvSpPr>
            <p:spPr>
              <a:xfrm>
                <a:off x="8593392" y="881076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1" y="1"/>
                    </a:moveTo>
                    <a:lnTo>
                      <a:pt x="1" y="2334"/>
                    </a:lnTo>
                    <a:lnTo>
                      <a:pt x="2441" y="233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1" name="Google Shape;3801;p26"/>
              <p:cNvSpPr/>
              <p:nvPr/>
            </p:nvSpPr>
            <p:spPr>
              <a:xfrm>
                <a:off x="8822513" y="328633"/>
                <a:ext cx="92459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2" name="Google Shape;3802;p26"/>
              <p:cNvSpPr/>
              <p:nvPr/>
            </p:nvSpPr>
            <p:spPr>
              <a:xfrm>
                <a:off x="8478851" y="32863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3" name="Google Shape;3803;p26"/>
              <p:cNvSpPr/>
              <p:nvPr/>
            </p:nvSpPr>
            <p:spPr>
              <a:xfrm>
                <a:off x="8364309" y="328633"/>
                <a:ext cx="92497" cy="88444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5" extrusionOk="0">
                    <a:moveTo>
                      <a:pt x="0" y="0"/>
                    </a:moveTo>
                    <a:lnTo>
                      <a:pt x="0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4" name="Google Shape;3804;p26"/>
              <p:cNvSpPr/>
              <p:nvPr/>
            </p:nvSpPr>
            <p:spPr>
              <a:xfrm>
                <a:off x="8822513" y="218599"/>
                <a:ext cx="92459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5" name="Google Shape;3805;p26"/>
              <p:cNvSpPr/>
              <p:nvPr/>
            </p:nvSpPr>
            <p:spPr>
              <a:xfrm>
                <a:off x="8593392" y="218144"/>
                <a:ext cx="92497" cy="88406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4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41" y="2334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6" name="Google Shape;3806;p26"/>
              <p:cNvSpPr/>
              <p:nvPr/>
            </p:nvSpPr>
            <p:spPr>
              <a:xfrm>
                <a:off x="8478851" y="218599"/>
                <a:ext cx="92497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7" name="Google Shape;3807;p26"/>
              <p:cNvSpPr/>
              <p:nvPr/>
            </p:nvSpPr>
            <p:spPr>
              <a:xfrm>
                <a:off x="8135188" y="218144"/>
                <a:ext cx="92497" cy="88406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34" extrusionOk="0">
                    <a:moveTo>
                      <a:pt x="1" y="0"/>
                    </a:moveTo>
                    <a:lnTo>
                      <a:pt x="1" y="2334"/>
                    </a:lnTo>
                    <a:lnTo>
                      <a:pt x="2442" y="2334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8" name="Google Shape;3808;p26"/>
              <p:cNvSpPr/>
              <p:nvPr/>
            </p:nvSpPr>
            <p:spPr>
              <a:xfrm>
                <a:off x="8020647" y="218599"/>
                <a:ext cx="92497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2" extrusionOk="0">
                    <a:moveTo>
                      <a:pt x="1" y="0"/>
                    </a:moveTo>
                    <a:lnTo>
                      <a:pt x="1" y="2322"/>
                    </a:lnTo>
                    <a:lnTo>
                      <a:pt x="2442" y="2322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9" name="Google Shape;3809;p26"/>
              <p:cNvSpPr/>
              <p:nvPr/>
            </p:nvSpPr>
            <p:spPr>
              <a:xfrm>
                <a:off x="8020647" y="108110"/>
                <a:ext cx="92497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2" extrusionOk="0">
                    <a:moveTo>
                      <a:pt x="1" y="0"/>
                    </a:moveTo>
                    <a:lnTo>
                      <a:pt x="1" y="2322"/>
                    </a:lnTo>
                    <a:lnTo>
                      <a:pt x="2442" y="2322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0" name="Google Shape;3810;p26"/>
              <p:cNvSpPr/>
              <p:nvPr/>
            </p:nvSpPr>
            <p:spPr>
              <a:xfrm>
                <a:off x="7792018" y="218599"/>
                <a:ext cx="92042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29" y="2322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1" name="Google Shape;3811;p26"/>
              <p:cNvSpPr/>
              <p:nvPr/>
            </p:nvSpPr>
            <p:spPr>
              <a:xfrm>
                <a:off x="8937055" y="108110"/>
                <a:ext cx="92459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2" name="Google Shape;3812;p26"/>
              <p:cNvSpPr/>
              <p:nvPr/>
            </p:nvSpPr>
            <p:spPr>
              <a:xfrm>
                <a:off x="8822513" y="108110"/>
                <a:ext cx="92459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3" name="Google Shape;3813;p26"/>
              <p:cNvSpPr/>
              <p:nvPr/>
            </p:nvSpPr>
            <p:spPr>
              <a:xfrm>
                <a:off x="8593392" y="108110"/>
                <a:ext cx="92497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2" extrusionOk="0">
                    <a:moveTo>
                      <a:pt x="1" y="0"/>
                    </a:moveTo>
                    <a:lnTo>
                      <a:pt x="1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4" name="Google Shape;3814;p26"/>
              <p:cNvSpPr/>
              <p:nvPr/>
            </p:nvSpPr>
            <p:spPr>
              <a:xfrm>
                <a:off x="8364309" y="108110"/>
                <a:ext cx="92497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5" name="Google Shape;3815;p26"/>
              <p:cNvSpPr/>
              <p:nvPr/>
            </p:nvSpPr>
            <p:spPr>
              <a:xfrm>
                <a:off x="8249768" y="108110"/>
                <a:ext cx="92459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1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41" y="2322"/>
                    </a:lnTo>
                    <a:lnTo>
                      <a:pt x="24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6" name="Google Shape;3816;p26"/>
              <p:cNvSpPr/>
              <p:nvPr/>
            </p:nvSpPr>
            <p:spPr>
              <a:xfrm>
                <a:off x="8135188" y="108110"/>
                <a:ext cx="92497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42" h="2322" extrusionOk="0">
                    <a:moveTo>
                      <a:pt x="1" y="0"/>
                    </a:moveTo>
                    <a:lnTo>
                      <a:pt x="1" y="2322"/>
                    </a:lnTo>
                    <a:lnTo>
                      <a:pt x="2442" y="2322"/>
                    </a:lnTo>
                    <a:lnTo>
                      <a:pt x="244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7" name="Google Shape;3817;p26"/>
              <p:cNvSpPr/>
              <p:nvPr/>
            </p:nvSpPr>
            <p:spPr>
              <a:xfrm>
                <a:off x="7906560" y="108110"/>
                <a:ext cx="92042" cy="87952"/>
              </a:xfrm>
              <a:custGeom>
                <a:avLst/>
                <a:gdLst/>
                <a:ahLst/>
                <a:cxnLst/>
                <a:rect l="l" t="t" r="r" b="b"/>
                <a:pathLst>
                  <a:path w="2430" h="2322" extrusionOk="0">
                    <a:moveTo>
                      <a:pt x="0" y="0"/>
                    </a:moveTo>
                    <a:lnTo>
                      <a:pt x="0" y="2322"/>
                    </a:lnTo>
                    <a:lnTo>
                      <a:pt x="2429" y="2322"/>
                    </a:lnTo>
                    <a:lnTo>
                      <a:pt x="24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8" name="Google Shape;3818;p26"/>
              <p:cNvSpPr/>
              <p:nvPr/>
            </p:nvSpPr>
            <p:spPr>
              <a:xfrm rot="10800000" flipH="1">
                <a:off x="2405271" y="108088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4" y="2585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9" name="Google Shape;3819;p26"/>
              <p:cNvSpPr/>
              <p:nvPr/>
            </p:nvSpPr>
            <p:spPr>
              <a:xfrm rot="10800000" flipH="1">
                <a:off x="2176188" y="108088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0" name="Google Shape;3820;p26"/>
              <p:cNvSpPr/>
              <p:nvPr/>
            </p:nvSpPr>
            <p:spPr>
              <a:xfrm rot="10800000" flipH="1">
                <a:off x="1832546" y="108088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1" name="Google Shape;3821;p26"/>
              <p:cNvSpPr/>
              <p:nvPr/>
            </p:nvSpPr>
            <p:spPr>
              <a:xfrm rot="10800000" flipH="1">
                <a:off x="1603436" y="108088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2" name="Google Shape;3822;p26"/>
              <p:cNvSpPr/>
              <p:nvPr/>
            </p:nvSpPr>
            <p:spPr>
              <a:xfrm rot="10800000" flipH="1">
                <a:off x="1488877" y="108088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3" name="Google Shape;3823;p26"/>
              <p:cNvSpPr/>
              <p:nvPr/>
            </p:nvSpPr>
            <p:spPr>
              <a:xfrm rot="10800000" flipH="1">
                <a:off x="1374318" y="108088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4" name="Google Shape;3824;p26"/>
              <p:cNvSpPr/>
              <p:nvPr/>
            </p:nvSpPr>
            <p:spPr>
              <a:xfrm rot="10800000" flipH="1">
                <a:off x="2634129" y="218538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704" y="2584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5" name="Google Shape;3825;p26"/>
              <p:cNvSpPr/>
              <p:nvPr/>
            </p:nvSpPr>
            <p:spPr>
              <a:xfrm rot="10800000" flipH="1">
                <a:off x="1373942" y="218538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6" name="Google Shape;3826;p26"/>
              <p:cNvSpPr/>
              <p:nvPr/>
            </p:nvSpPr>
            <p:spPr>
              <a:xfrm rot="10800000" flipH="1">
                <a:off x="1603614" y="218538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692" y="2584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7" name="Google Shape;3827;p26"/>
              <p:cNvSpPr/>
              <p:nvPr/>
            </p:nvSpPr>
            <p:spPr>
              <a:xfrm flipH="1">
                <a:off x="2862985" y="4947313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4" y="2585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8" name="Google Shape;3828;p26"/>
              <p:cNvSpPr/>
              <p:nvPr/>
            </p:nvSpPr>
            <p:spPr>
              <a:xfrm flipH="1">
                <a:off x="3092068" y="4947313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9" name="Google Shape;3829;p26"/>
              <p:cNvSpPr/>
              <p:nvPr/>
            </p:nvSpPr>
            <p:spPr>
              <a:xfrm flipH="1">
                <a:off x="3435710" y="4947313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0" name="Google Shape;3830;p26"/>
              <p:cNvSpPr/>
              <p:nvPr/>
            </p:nvSpPr>
            <p:spPr>
              <a:xfrm flipH="1">
                <a:off x="3665231" y="4947313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1" name="Google Shape;3831;p26"/>
              <p:cNvSpPr/>
              <p:nvPr/>
            </p:nvSpPr>
            <p:spPr>
              <a:xfrm flipH="1">
                <a:off x="3779790" y="4947313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2" name="Google Shape;3832;p26"/>
              <p:cNvSpPr/>
              <p:nvPr/>
            </p:nvSpPr>
            <p:spPr>
              <a:xfrm flipH="1">
                <a:off x="2634127" y="4836863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704" y="2584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3" name="Google Shape;3833;p26"/>
              <p:cNvSpPr/>
              <p:nvPr/>
            </p:nvSpPr>
            <p:spPr>
              <a:xfrm flipH="1">
                <a:off x="3665052" y="4836863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692" y="2584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4" name="Google Shape;3834;p26"/>
              <p:cNvSpPr/>
              <p:nvPr/>
            </p:nvSpPr>
            <p:spPr>
              <a:xfrm>
                <a:off x="6988055" y="218781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5" name="Google Shape;3835;p26"/>
              <p:cNvSpPr/>
              <p:nvPr/>
            </p:nvSpPr>
            <p:spPr>
              <a:xfrm>
                <a:off x="7217172" y="108297"/>
                <a:ext cx="92544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3" extrusionOk="0">
                    <a:moveTo>
                      <a:pt x="0" y="1"/>
                    </a:moveTo>
                    <a:lnTo>
                      <a:pt x="0" y="2573"/>
                    </a:lnTo>
                    <a:lnTo>
                      <a:pt x="2703" y="2573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6" name="Google Shape;3836;p26"/>
              <p:cNvSpPr/>
              <p:nvPr/>
            </p:nvSpPr>
            <p:spPr>
              <a:xfrm>
                <a:off x="6988055" y="108297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1"/>
                    </a:moveTo>
                    <a:lnTo>
                      <a:pt x="1" y="2573"/>
                    </a:lnTo>
                    <a:lnTo>
                      <a:pt x="2704" y="2573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7" name="Google Shape;3837;p26"/>
              <p:cNvSpPr/>
              <p:nvPr/>
            </p:nvSpPr>
            <p:spPr>
              <a:xfrm rot="10800000" flipH="1">
                <a:off x="6873496" y="108088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4" y="2585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8" name="Google Shape;3838;p26"/>
              <p:cNvSpPr/>
              <p:nvPr/>
            </p:nvSpPr>
            <p:spPr>
              <a:xfrm rot="10800000" flipH="1">
                <a:off x="6644413" y="108088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9" name="Google Shape;3839;p26"/>
              <p:cNvSpPr/>
              <p:nvPr/>
            </p:nvSpPr>
            <p:spPr>
              <a:xfrm rot="10800000" flipH="1">
                <a:off x="6300771" y="108088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840" name="Google Shape;3840;p26"/>
          <p:cNvSpPr txBox="1">
            <a:spLocks noGrp="1"/>
          </p:cNvSpPr>
          <p:nvPr>
            <p:ph type="title"/>
          </p:nvPr>
        </p:nvSpPr>
        <p:spPr>
          <a:xfrm>
            <a:off x="758775" y="348198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3841" name="Google Shape;3841;p26"/>
          <p:cNvSpPr txBox="1">
            <a:spLocks noGrp="1"/>
          </p:cNvSpPr>
          <p:nvPr>
            <p:ph type="title" idx="2"/>
          </p:nvPr>
        </p:nvSpPr>
        <p:spPr>
          <a:xfrm>
            <a:off x="5069375" y="1503275"/>
            <a:ext cx="2669100" cy="531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42" name="Google Shape;3842;p26"/>
          <p:cNvSpPr txBox="1">
            <a:spLocks noGrp="1"/>
          </p:cNvSpPr>
          <p:nvPr>
            <p:ph type="title" idx="3"/>
          </p:nvPr>
        </p:nvSpPr>
        <p:spPr>
          <a:xfrm>
            <a:off x="4992675" y="2034875"/>
            <a:ext cx="28224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Fira Mono"/>
                <a:ea typeface="Fira Mono"/>
                <a:cs typeface="Fira Mono"/>
                <a:sym typeface="Fira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3843" name="Google Shape;3843;p26"/>
          <p:cNvSpPr txBox="1">
            <a:spLocks noGrp="1"/>
          </p:cNvSpPr>
          <p:nvPr>
            <p:ph type="title" idx="4"/>
          </p:nvPr>
        </p:nvSpPr>
        <p:spPr>
          <a:xfrm>
            <a:off x="1405589" y="1503275"/>
            <a:ext cx="2669100" cy="531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44" name="Google Shape;3844;p26"/>
          <p:cNvSpPr txBox="1">
            <a:spLocks noGrp="1"/>
          </p:cNvSpPr>
          <p:nvPr>
            <p:ph type="title" idx="5"/>
          </p:nvPr>
        </p:nvSpPr>
        <p:spPr>
          <a:xfrm>
            <a:off x="1328850" y="2034875"/>
            <a:ext cx="28224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Fira Mono"/>
                <a:ea typeface="Fira Mono"/>
                <a:cs typeface="Fira Mono"/>
                <a:sym typeface="Fira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3845" name="Google Shape;3845;p26"/>
          <p:cNvSpPr txBox="1">
            <a:spLocks noGrp="1"/>
          </p:cNvSpPr>
          <p:nvPr>
            <p:ph type="title" idx="6"/>
          </p:nvPr>
        </p:nvSpPr>
        <p:spPr>
          <a:xfrm>
            <a:off x="5069375" y="3078875"/>
            <a:ext cx="2669100" cy="531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46" name="Google Shape;3846;p26"/>
          <p:cNvSpPr txBox="1">
            <a:spLocks noGrp="1"/>
          </p:cNvSpPr>
          <p:nvPr>
            <p:ph type="title" idx="7"/>
          </p:nvPr>
        </p:nvSpPr>
        <p:spPr>
          <a:xfrm>
            <a:off x="4992675" y="3610475"/>
            <a:ext cx="28224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Fira Mono"/>
                <a:ea typeface="Fira Mono"/>
                <a:cs typeface="Fira Mono"/>
                <a:sym typeface="Fira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3847" name="Google Shape;3847;p26"/>
          <p:cNvSpPr txBox="1">
            <a:spLocks noGrp="1"/>
          </p:cNvSpPr>
          <p:nvPr>
            <p:ph type="title" idx="8"/>
          </p:nvPr>
        </p:nvSpPr>
        <p:spPr>
          <a:xfrm>
            <a:off x="1405589" y="3078875"/>
            <a:ext cx="2669100" cy="531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48" name="Google Shape;3848;p26"/>
          <p:cNvSpPr txBox="1">
            <a:spLocks noGrp="1"/>
          </p:cNvSpPr>
          <p:nvPr>
            <p:ph type="title" idx="9"/>
          </p:nvPr>
        </p:nvSpPr>
        <p:spPr>
          <a:xfrm>
            <a:off x="1328951" y="3610475"/>
            <a:ext cx="2822400" cy="7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Fira Mono"/>
                <a:ea typeface="Fira Mono"/>
                <a:cs typeface="Fira Mono"/>
                <a:sym typeface="Fira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6">
    <p:spTree>
      <p:nvGrpSpPr>
        <p:cNvPr id="1" name="Shape 4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3" name="Google Shape;4273;p31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678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4274" name="Google Shape;4274;p31"/>
          <p:cNvSpPr txBox="1">
            <a:spLocks noGrp="1"/>
          </p:cNvSpPr>
          <p:nvPr>
            <p:ph type="title"/>
          </p:nvPr>
        </p:nvSpPr>
        <p:spPr>
          <a:xfrm>
            <a:off x="758775" y="348198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4275" name="Google Shape;4275;p31"/>
          <p:cNvSpPr txBox="1">
            <a:spLocks noGrp="1"/>
          </p:cNvSpPr>
          <p:nvPr>
            <p:ph type="subTitle" idx="1"/>
          </p:nvPr>
        </p:nvSpPr>
        <p:spPr>
          <a:xfrm>
            <a:off x="963350" y="2222300"/>
            <a:ext cx="2584200" cy="13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4276" name="Google Shape;4276;p3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277" name="Google Shape;4277;p31"/>
            <p:cNvSpPr/>
            <p:nvPr/>
          </p:nvSpPr>
          <p:spPr>
            <a:xfrm>
              <a:off x="0" y="0"/>
              <a:ext cx="9144000" cy="5143500"/>
            </a:xfrm>
            <a:prstGeom prst="frame">
              <a:avLst>
                <a:gd name="adj1" fmla="val 1678"/>
              </a:avLst>
            </a:pr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grpSp>
          <p:nvGrpSpPr>
            <p:cNvPr id="4278" name="Google Shape;4278;p31"/>
            <p:cNvGrpSpPr/>
            <p:nvPr/>
          </p:nvGrpSpPr>
          <p:grpSpPr>
            <a:xfrm flipH="1">
              <a:off x="113892" y="108088"/>
              <a:ext cx="8915727" cy="4927324"/>
              <a:chOff x="113892" y="108088"/>
              <a:chExt cx="8915727" cy="4927324"/>
            </a:xfrm>
          </p:grpSpPr>
          <p:sp>
            <p:nvSpPr>
              <p:cNvPr id="4279" name="Google Shape;4279;p31"/>
              <p:cNvSpPr/>
              <p:nvPr/>
            </p:nvSpPr>
            <p:spPr>
              <a:xfrm rot="10800000" flipH="1">
                <a:off x="1145221" y="108088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4" y="2585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0" name="Google Shape;4280;p31"/>
              <p:cNvSpPr/>
              <p:nvPr/>
            </p:nvSpPr>
            <p:spPr>
              <a:xfrm rot="10800000" flipH="1">
                <a:off x="916138" y="108088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1" name="Google Shape;4281;p31"/>
              <p:cNvSpPr/>
              <p:nvPr/>
            </p:nvSpPr>
            <p:spPr>
              <a:xfrm rot="10800000" flipH="1">
                <a:off x="572496" y="108088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2" name="Google Shape;4282;p31"/>
              <p:cNvSpPr/>
              <p:nvPr/>
            </p:nvSpPr>
            <p:spPr>
              <a:xfrm rot="10800000" flipH="1">
                <a:off x="343386" y="108088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3" name="Google Shape;4283;p31"/>
              <p:cNvSpPr/>
              <p:nvPr/>
            </p:nvSpPr>
            <p:spPr>
              <a:xfrm rot="10800000" flipH="1">
                <a:off x="228827" y="108088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4" name="Google Shape;4284;p31"/>
              <p:cNvSpPr/>
              <p:nvPr/>
            </p:nvSpPr>
            <p:spPr>
              <a:xfrm rot="10800000" flipH="1">
                <a:off x="114268" y="108088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5" name="Google Shape;4285;p31"/>
              <p:cNvSpPr/>
              <p:nvPr/>
            </p:nvSpPr>
            <p:spPr>
              <a:xfrm rot="10800000" flipH="1">
                <a:off x="1374079" y="218538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704" y="2584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6" name="Google Shape;4286;p31"/>
              <p:cNvSpPr/>
              <p:nvPr/>
            </p:nvSpPr>
            <p:spPr>
              <a:xfrm rot="10800000" flipH="1">
                <a:off x="113892" y="218538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7" name="Google Shape;4287;p31"/>
              <p:cNvSpPr/>
              <p:nvPr/>
            </p:nvSpPr>
            <p:spPr>
              <a:xfrm rot="10800000" flipH="1">
                <a:off x="343564" y="218538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692" y="2584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8" name="Google Shape;4288;p31"/>
              <p:cNvSpPr/>
              <p:nvPr/>
            </p:nvSpPr>
            <p:spPr>
              <a:xfrm rot="10800000" flipH="1">
                <a:off x="458123" y="329022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4"/>
                    </a:lnTo>
                    <a:lnTo>
                      <a:pt x="2691" y="2584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9" name="Google Shape;4289;p31"/>
              <p:cNvSpPr/>
              <p:nvPr/>
            </p:nvSpPr>
            <p:spPr>
              <a:xfrm rot="10800000" flipH="1">
                <a:off x="229040" y="329022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0" y="1"/>
                    </a:moveTo>
                    <a:lnTo>
                      <a:pt x="0" y="2584"/>
                    </a:lnTo>
                    <a:lnTo>
                      <a:pt x="2691" y="2584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0" name="Google Shape;4290;p31"/>
              <p:cNvSpPr/>
              <p:nvPr/>
            </p:nvSpPr>
            <p:spPr>
              <a:xfrm rot="10800000" flipH="1">
                <a:off x="458123" y="441642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1" name="Google Shape;4291;p31"/>
              <p:cNvSpPr/>
              <p:nvPr/>
            </p:nvSpPr>
            <p:spPr>
              <a:xfrm rot="10800000" flipH="1">
                <a:off x="114481" y="441642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2" name="Google Shape;4292;p31"/>
              <p:cNvSpPr/>
              <p:nvPr/>
            </p:nvSpPr>
            <p:spPr>
              <a:xfrm rot="10800000" flipH="1">
                <a:off x="343564" y="552092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2" y="2572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3" name="Google Shape;4293;p31"/>
              <p:cNvSpPr/>
              <p:nvPr/>
            </p:nvSpPr>
            <p:spPr>
              <a:xfrm rot="10800000" flipH="1">
                <a:off x="7217222" y="108088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4" name="Google Shape;4294;p31"/>
              <p:cNvSpPr/>
              <p:nvPr/>
            </p:nvSpPr>
            <p:spPr>
              <a:xfrm rot="10800000" flipH="1">
                <a:off x="6988105" y="108088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4" y="2585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5" name="Google Shape;4295;p31"/>
              <p:cNvSpPr/>
              <p:nvPr/>
            </p:nvSpPr>
            <p:spPr>
              <a:xfrm rot="10800000" flipH="1">
                <a:off x="7102663" y="218538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6" name="Google Shape;4296;p31"/>
              <p:cNvSpPr/>
              <p:nvPr/>
            </p:nvSpPr>
            <p:spPr>
              <a:xfrm rot="10800000" flipH="1">
                <a:off x="8822892" y="108088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7" name="Google Shape;4297;p31"/>
              <p:cNvSpPr/>
              <p:nvPr/>
            </p:nvSpPr>
            <p:spPr>
              <a:xfrm rot="10800000" flipH="1">
                <a:off x="8479250" y="108088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8" name="Google Shape;4298;p31"/>
              <p:cNvSpPr/>
              <p:nvPr/>
            </p:nvSpPr>
            <p:spPr>
              <a:xfrm rot="10800000" flipH="1">
                <a:off x="8250167" y="108088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9" name="Google Shape;4299;p31"/>
              <p:cNvSpPr/>
              <p:nvPr/>
            </p:nvSpPr>
            <p:spPr>
              <a:xfrm rot="10800000" flipH="1">
                <a:off x="8135609" y="108088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4" y="2585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0" name="Google Shape;4300;p31"/>
              <p:cNvSpPr/>
              <p:nvPr/>
            </p:nvSpPr>
            <p:spPr>
              <a:xfrm rot="10800000" flipH="1">
                <a:off x="8021084" y="108088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1" name="Google Shape;4301;p31"/>
              <p:cNvSpPr/>
              <p:nvPr/>
            </p:nvSpPr>
            <p:spPr>
              <a:xfrm rot="10800000" flipH="1">
                <a:off x="8937040" y="218538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2" name="Google Shape;4302;p31"/>
              <p:cNvSpPr/>
              <p:nvPr/>
            </p:nvSpPr>
            <p:spPr>
              <a:xfrm rot="10800000" flipH="1">
                <a:off x="8708368" y="218538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691" y="2584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3" name="Google Shape;4303;p31"/>
              <p:cNvSpPr/>
              <p:nvPr/>
            </p:nvSpPr>
            <p:spPr>
              <a:xfrm rot="10800000" flipH="1">
                <a:off x="8021084" y="218538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4" name="Google Shape;4304;p31"/>
              <p:cNvSpPr/>
              <p:nvPr/>
            </p:nvSpPr>
            <p:spPr>
              <a:xfrm rot="10800000" flipH="1">
                <a:off x="7677442" y="218538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5" name="Google Shape;4305;p31"/>
              <p:cNvSpPr/>
              <p:nvPr/>
            </p:nvSpPr>
            <p:spPr>
              <a:xfrm rot="10800000" flipH="1">
                <a:off x="8707957" y="329022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0" y="1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6" name="Google Shape;4306;p31"/>
              <p:cNvSpPr/>
              <p:nvPr/>
            </p:nvSpPr>
            <p:spPr>
              <a:xfrm rot="10800000" flipH="1">
                <a:off x="8937040" y="441642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7" name="Google Shape;4307;p31"/>
              <p:cNvSpPr/>
              <p:nvPr/>
            </p:nvSpPr>
            <p:spPr>
              <a:xfrm rot="10800000" flipH="1">
                <a:off x="8822481" y="441642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8" name="Google Shape;4308;p31"/>
              <p:cNvSpPr/>
              <p:nvPr/>
            </p:nvSpPr>
            <p:spPr>
              <a:xfrm rot="10800000" flipH="1">
                <a:off x="8593809" y="441642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9" name="Google Shape;4309;p31"/>
              <p:cNvSpPr/>
              <p:nvPr/>
            </p:nvSpPr>
            <p:spPr>
              <a:xfrm rot="10800000" flipH="1">
                <a:off x="8937040" y="552092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0" name="Google Shape;4310;p31"/>
              <p:cNvSpPr/>
              <p:nvPr/>
            </p:nvSpPr>
            <p:spPr>
              <a:xfrm>
                <a:off x="1717671" y="4947353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2" y="2572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1" name="Google Shape;4311;p31"/>
              <p:cNvSpPr/>
              <p:nvPr/>
            </p:nvSpPr>
            <p:spPr>
              <a:xfrm>
                <a:off x="1603146" y="4947353"/>
                <a:ext cx="92544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2" name="Google Shape;4312;p31"/>
              <p:cNvSpPr/>
              <p:nvPr/>
            </p:nvSpPr>
            <p:spPr>
              <a:xfrm>
                <a:off x="1374029" y="4947353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3" name="Google Shape;4313;p31"/>
              <p:cNvSpPr/>
              <p:nvPr/>
            </p:nvSpPr>
            <p:spPr>
              <a:xfrm>
                <a:off x="1259505" y="4947353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4" name="Google Shape;4314;p31"/>
              <p:cNvSpPr/>
              <p:nvPr/>
            </p:nvSpPr>
            <p:spPr>
              <a:xfrm>
                <a:off x="915863" y="4947353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5" name="Google Shape;4315;p31"/>
              <p:cNvSpPr/>
              <p:nvPr/>
            </p:nvSpPr>
            <p:spPr>
              <a:xfrm>
                <a:off x="801304" y="4947353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6" name="Google Shape;4316;p31"/>
              <p:cNvSpPr/>
              <p:nvPr/>
            </p:nvSpPr>
            <p:spPr>
              <a:xfrm>
                <a:off x="686780" y="4947353"/>
                <a:ext cx="92544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7" name="Google Shape;4317;p31"/>
              <p:cNvSpPr/>
              <p:nvPr/>
            </p:nvSpPr>
            <p:spPr>
              <a:xfrm>
                <a:off x="458073" y="4947353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8" name="Google Shape;4318;p31"/>
              <p:cNvSpPr/>
              <p:nvPr/>
            </p:nvSpPr>
            <p:spPr>
              <a:xfrm>
                <a:off x="343514" y="4946942"/>
                <a:ext cx="92167" cy="88470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4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692" y="2584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9" name="Google Shape;4319;p31"/>
              <p:cNvSpPr/>
              <p:nvPr/>
            </p:nvSpPr>
            <p:spPr>
              <a:xfrm>
                <a:off x="228990" y="4947353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0" name="Google Shape;4320;p31"/>
              <p:cNvSpPr/>
              <p:nvPr/>
            </p:nvSpPr>
            <p:spPr>
              <a:xfrm>
                <a:off x="114431" y="4947353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1" name="Google Shape;4321;p31"/>
              <p:cNvSpPr/>
              <p:nvPr/>
            </p:nvSpPr>
            <p:spPr>
              <a:xfrm>
                <a:off x="687156" y="4836869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2" y="2572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2" name="Google Shape;4322;p31"/>
              <p:cNvSpPr/>
              <p:nvPr/>
            </p:nvSpPr>
            <p:spPr>
              <a:xfrm>
                <a:off x="458073" y="4836869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3" name="Google Shape;4323;p31"/>
              <p:cNvSpPr/>
              <p:nvPr/>
            </p:nvSpPr>
            <p:spPr>
              <a:xfrm>
                <a:off x="228990" y="4836869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4" name="Google Shape;4324;p31"/>
              <p:cNvSpPr/>
              <p:nvPr/>
            </p:nvSpPr>
            <p:spPr>
              <a:xfrm>
                <a:off x="114431" y="4836869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5" name="Google Shape;4325;p31"/>
              <p:cNvSpPr/>
              <p:nvPr/>
            </p:nvSpPr>
            <p:spPr>
              <a:xfrm>
                <a:off x="114431" y="4395000"/>
                <a:ext cx="92167" cy="88470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4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691" y="2584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6" name="Google Shape;4326;p31"/>
              <p:cNvSpPr/>
              <p:nvPr/>
            </p:nvSpPr>
            <p:spPr>
              <a:xfrm>
                <a:off x="2292450" y="4947353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2" y="2572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7" name="Google Shape;4327;p31"/>
              <p:cNvSpPr/>
              <p:nvPr/>
            </p:nvSpPr>
            <p:spPr>
              <a:xfrm>
                <a:off x="2177926" y="4946942"/>
                <a:ext cx="92133" cy="88470"/>
              </a:xfrm>
              <a:custGeom>
                <a:avLst/>
                <a:gdLst/>
                <a:ahLst/>
                <a:cxnLst/>
                <a:rect l="l" t="t" r="r" b="b"/>
                <a:pathLst>
                  <a:path w="2691" h="2584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691" y="2584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8" name="Google Shape;4328;p31"/>
              <p:cNvSpPr/>
              <p:nvPr/>
            </p:nvSpPr>
            <p:spPr>
              <a:xfrm>
                <a:off x="2063367" y="4947353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9" name="Google Shape;4329;p31"/>
              <p:cNvSpPr/>
              <p:nvPr/>
            </p:nvSpPr>
            <p:spPr>
              <a:xfrm>
                <a:off x="1948808" y="4947353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0" name="Google Shape;4330;p31"/>
              <p:cNvSpPr/>
              <p:nvPr/>
            </p:nvSpPr>
            <p:spPr>
              <a:xfrm>
                <a:off x="1834284" y="4947353"/>
                <a:ext cx="92544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1" name="Google Shape;4331;p31"/>
              <p:cNvSpPr/>
              <p:nvPr/>
            </p:nvSpPr>
            <p:spPr>
              <a:xfrm>
                <a:off x="2292450" y="4836869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2" y="2572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2" name="Google Shape;4332;p31"/>
              <p:cNvSpPr/>
              <p:nvPr/>
            </p:nvSpPr>
            <p:spPr>
              <a:xfrm>
                <a:off x="2177926" y="4836869"/>
                <a:ext cx="92133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1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3" name="Google Shape;4333;p31"/>
              <p:cNvSpPr/>
              <p:nvPr/>
            </p:nvSpPr>
            <p:spPr>
              <a:xfrm>
                <a:off x="2063367" y="4836869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4" name="Google Shape;4334;p31"/>
              <p:cNvSpPr/>
              <p:nvPr/>
            </p:nvSpPr>
            <p:spPr>
              <a:xfrm>
                <a:off x="1948808" y="4836869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5" name="Google Shape;4335;p31"/>
              <p:cNvSpPr/>
              <p:nvPr/>
            </p:nvSpPr>
            <p:spPr>
              <a:xfrm>
                <a:off x="1834284" y="4836869"/>
                <a:ext cx="92544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6" name="Google Shape;4336;p31"/>
              <p:cNvSpPr/>
              <p:nvPr/>
            </p:nvSpPr>
            <p:spPr>
              <a:xfrm>
                <a:off x="2292450" y="4726384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1"/>
                    </a:moveTo>
                    <a:lnTo>
                      <a:pt x="1" y="2573"/>
                    </a:lnTo>
                    <a:lnTo>
                      <a:pt x="2703" y="2573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7" name="Google Shape;4337;p31"/>
              <p:cNvSpPr/>
              <p:nvPr/>
            </p:nvSpPr>
            <p:spPr>
              <a:xfrm>
                <a:off x="1834284" y="4726384"/>
                <a:ext cx="92544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3" extrusionOk="0">
                    <a:moveTo>
                      <a:pt x="0" y="1"/>
                    </a:moveTo>
                    <a:lnTo>
                      <a:pt x="0" y="2573"/>
                    </a:lnTo>
                    <a:lnTo>
                      <a:pt x="2703" y="2573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8" name="Google Shape;4338;p31"/>
              <p:cNvSpPr/>
              <p:nvPr/>
            </p:nvSpPr>
            <p:spPr>
              <a:xfrm>
                <a:off x="7217172" y="4946942"/>
                <a:ext cx="92544" cy="88470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4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9" name="Google Shape;4339;p31"/>
              <p:cNvSpPr/>
              <p:nvPr/>
            </p:nvSpPr>
            <p:spPr>
              <a:xfrm>
                <a:off x="7102613" y="4947353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0" name="Google Shape;4340;p31"/>
              <p:cNvSpPr/>
              <p:nvPr/>
            </p:nvSpPr>
            <p:spPr>
              <a:xfrm>
                <a:off x="6873530" y="4947353"/>
                <a:ext cx="92544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1" name="Google Shape;4341;p31"/>
              <p:cNvSpPr/>
              <p:nvPr/>
            </p:nvSpPr>
            <p:spPr>
              <a:xfrm>
                <a:off x="6758971" y="4947353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2" name="Google Shape;4342;p31"/>
              <p:cNvSpPr/>
              <p:nvPr/>
            </p:nvSpPr>
            <p:spPr>
              <a:xfrm>
                <a:off x="6415741" y="4947353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3" name="Google Shape;4343;p31"/>
              <p:cNvSpPr/>
              <p:nvPr/>
            </p:nvSpPr>
            <p:spPr>
              <a:xfrm>
                <a:off x="6988055" y="4836869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4" name="Google Shape;4344;p31"/>
              <p:cNvSpPr/>
              <p:nvPr/>
            </p:nvSpPr>
            <p:spPr>
              <a:xfrm>
                <a:off x="6759382" y="4836869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5" name="Google Shape;4345;p31"/>
              <p:cNvSpPr/>
              <p:nvPr/>
            </p:nvSpPr>
            <p:spPr>
              <a:xfrm>
                <a:off x="7217172" y="4726384"/>
                <a:ext cx="92544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3" extrusionOk="0">
                    <a:moveTo>
                      <a:pt x="0" y="1"/>
                    </a:moveTo>
                    <a:lnTo>
                      <a:pt x="0" y="2573"/>
                    </a:lnTo>
                    <a:lnTo>
                      <a:pt x="2703" y="2573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6" name="Google Shape;4346;p31"/>
              <p:cNvSpPr/>
              <p:nvPr/>
            </p:nvSpPr>
            <p:spPr>
              <a:xfrm>
                <a:off x="6988055" y="4726384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1"/>
                    </a:moveTo>
                    <a:lnTo>
                      <a:pt x="1" y="2573"/>
                    </a:lnTo>
                    <a:lnTo>
                      <a:pt x="2704" y="2573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7" name="Google Shape;4347;p31"/>
              <p:cNvSpPr/>
              <p:nvPr/>
            </p:nvSpPr>
            <p:spPr>
              <a:xfrm>
                <a:off x="8936990" y="4947353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8" name="Google Shape;4348;p31"/>
              <p:cNvSpPr/>
              <p:nvPr/>
            </p:nvSpPr>
            <p:spPr>
              <a:xfrm>
                <a:off x="8707907" y="4947353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9" name="Google Shape;4349;p31"/>
              <p:cNvSpPr/>
              <p:nvPr/>
            </p:nvSpPr>
            <p:spPr>
              <a:xfrm>
                <a:off x="8593759" y="4947353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0" name="Google Shape;4350;p31"/>
              <p:cNvSpPr/>
              <p:nvPr/>
            </p:nvSpPr>
            <p:spPr>
              <a:xfrm>
                <a:off x="8250117" y="4947353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1" name="Google Shape;4351;p31"/>
              <p:cNvSpPr/>
              <p:nvPr/>
            </p:nvSpPr>
            <p:spPr>
              <a:xfrm>
                <a:off x="8135559" y="4947353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2" y="2572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2" name="Google Shape;4352;p31"/>
              <p:cNvSpPr/>
              <p:nvPr/>
            </p:nvSpPr>
            <p:spPr>
              <a:xfrm>
                <a:off x="8021034" y="4947353"/>
                <a:ext cx="92544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3" name="Google Shape;4353;p31"/>
              <p:cNvSpPr/>
              <p:nvPr/>
            </p:nvSpPr>
            <p:spPr>
              <a:xfrm>
                <a:off x="7791917" y="4946942"/>
                <a:ext cx="92578" cy="88470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4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704" y="2584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4" name="Google Shape;4354;p31"/>
              <p:cNvSpPr/>
              <p:nvPr/>
            </p:nvSpPr>
            <p:spPr>
              <a:xfrm>
                <a:off x="7677392" y="4947353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5" name="Google Shape;4355;p31"/>
              <p:cNvSpPr/>
              <p:nvPr/>
            </p:nvSpPr>
            <p:spPr>
              <a:xfrm>
                <a:off x="7562834" y="4947353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6" name="Google Shape;4356;p31"/>
              <p:cNvSpPr/>
              <p:nvPr/>
            </p:nvSpPr>
            <p:spPr>
              <a:xfrm>
                <a:off x="7448309" y="4947353"/>
                <a:ext cx="92544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7" name="Google Shape;4357;p31"/>
              <p:cNvSpPr/>
              <p:nvPr/>
            </p:nvSpPr>
            <p:spPr>
              <a:xfrm>
                <a:off x="7333751" y="4946942"/>
                <a:ext cx="92578" cy="88470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4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8" name="Google Shape;4358;p31"/>
              <p:cNvSpPr/>
              <p:nvPr/>
            </p:nvSpPr>
            <p:spPr>
              <a:xfrm>
                <a:off x="8936990" y="4836869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9" name="Google Shape;4359;p31"/>
              <p:cNvSpPr/>
              <p:nvPr/>
            </p:nvSpPr>
            <p:spPr>
              <a:xfrm>
                <a:off x="8822431" y="4836869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0" name="Google Shape;4360;p31"/>
              <p:cNvSpPr/>
              <p:nvPr/>
            </p:nvSpPr>
            <p:spPr>
              <a:xfrm>
                <a:off x="8593759" y="4836869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1" name="Google Shape;4361;p31"/>
              <p:cNvSpPr/>
              <p:nvPr/>
            </p:nvSpPr>
            <p:spPr>
              <a:xfrm>
                <a:off x="8479200" y="4836869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2" y="2572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2" name="Google Shape;4362;p31"/>
              <p:cNvSpPr/>
              <p:nvPr/>
            </p:nvSpPr>
            <p:spPr>
              <a:xfrm>
                <a:off x="8364676" y="4836869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3" name="Google Shape;4363;p31"/>
              <p:cNvSpPr/>
              <p:nvPr/>
            </p:nvSpPr>
            <p:spPr>
              <a:xfrm>
                <a:off x="8250117" y="4836869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4" name="Google Shape;4364;p31"/>
              <p:cNvSpPr/>
              <p:nvPr/>
            </p:nvSpPr>
            <p:spPr>
              <a:xfrm>
                <a:off x="7791917" y="4836869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5" name="Google Shape;4365;p31"/>
              <p:cNvSpPr/>
              <p:nvPr/>
            </p:nvSpPr>
            <p:spPr>
              <a:xfrm>
                <a:off x="7677392" y="4836869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6" name="Google Shape;4366;p31"/>
              <p:cNvSpPr/>
              <p:nvPr/>
            </p:nvSpPr>
            <p:spPr>
              <a:xfrm>
                <a:off x="7562834" y="4836869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7" name="Google Shape;4367;p31"/>
              <p:cNvSpPr/>
              <p:nvPr/>
            </p:nvSpPr>
            <p:spPr>
              <a:xfrm>
                <a:off x="7448309" y="4836869"/>
                <a:ext cx="92544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8" name="Google Shape;4368;p31"/>
              <p:cNvSpPr/>
              <p:nvPr/>
            </p:nvSpPr>
            <p:spPr>
              <a:xfrm>
                <a:off x="8937401" y="4726384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1"/>
                    </a:moveTo>
                    <a:lnTo>
                      <a:pt x="1" y="2573"/>
                    </a:lnTo>
                    <a:lnTo>
                      <a:pt x="2691" y="2573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9" name="Google Shape;4369;p31"/>
              <p:cNvSpPr/>
              <p:nvPr/>
            </p:nvSpPr>
            <p:spPr>
              <a:xfrm>
                <a:off x="8822842" y="4726384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1"/>
                    </a:moveTo>
                    <a:lnTo>
                      <a:pt x="1" y="2573"/>
                    </a:lnTo>
                    <a:lnTo>
                      <a:pt x="2692" y="2573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0" name="Google Shape;4370;p31"/>
              <p:cNvSpPr/>
              <p:nvPr/>
            </p:nvSpPr>
            <p:spPr>
              <a:xfrm>
                <a:off x="8708318" y="4726384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0" y="1"/>
                    </a:moveTo>
                    <a:lnTo>
                      <a:pt x="0" y="2573"/>
                    </a:lnTo>
                    <a:lnTo>
                      <a:pt x="2691" y="2573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1" name="Google Shape;4371;p31"/>
              <p:cNvSpPr/>
              <p:nvPr/>
            </p:nvSpPr>
            <p:spPr>
              <a:xfrm>
                <a:off x="7906476" y="4726384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1"/>
                    </a:moveTo>
                    <a:lnTo>
                      <a:pt x="1" y="2573"/>
                    </a:lnTo>
                    <a:lnTo>
                      <a:pt x="2703" y="2573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2" name="Google Shape;4372;p31"/>
              <p:cNvSpPr/>
              <p:nvPr/>
            </p:nvSpPr>
            <p:spPr>
              <a:xfrm>
                <a:off x="7791917" y="4726384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1"/>
                    </a:moveTo>
                    <a:lnTo>
                      <a:pt x="1" y="2573"/>
                    </a:lnTo>
                    <a:lnTo>
                      <a:pt x="2704" y="2573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3" name="Google Shape;4373;p31"/>
              <p:cNvSpPr/>
              <p:nvPr/>
            </p:nvSpPr>
            <p:spPr>
              <a:xfrm>
                <a:off x="8479200" y="4615934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2" y="2572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4" name="Google Shape;4374;p31"/>
              <p:cNvSpPr/>
              <p:nvPr/>
            </p:nvSpPr>
            <p:spPr>
              <a:xfrm>
                <a:off x="8936990" y="4505450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1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5" name="Google Shape;4375;p31"/>
              <p:cNvSpPr/>
              <p:nvPr/>
            </p:nvSpPr>
            <p:spPr>
              <a:xfrm>
                <a:off x="8822431" y="4395000"/>
                <a:ext cx="92578" cy="88470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4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704" y="2584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6" name="Google Shape;4376;p31"/>
              <p:cNvSpPr/>
              <p:nvPr/>
            </p:nvSpPr>
            <p:spPr>
              <a:xfrm>
                <a:off x="8822842" y="4174031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7" name="Google Shape;4377;p31"/>
              <p:cNvSpPr/>
              <p:nvPr/>
            </p:nvSpPr>
            <p:spPr>
              <a:xfrm>
                <a:off x="8936990" y="4063581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4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8" name="Google Shape;4598;p3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599" name="Google Shape;4599;p34"/>
            <p:cNvSpPr/>
            <p:nvPr/>
          </p:nvSpPr>
          <p:spPr>
            <a:xfrm>
              <a:off x="0" y="0"/>
              <a:ext cx="9144000" cy="5143500"/>
            </a:xfrm>
            <a:prstGeom prst="frame">
              <a:avLst>
                <a:gd name="adj1" fmla="val 1678"/>
              </a:avLst>
            </a:pr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00" name="Google Shape;4600;p34"/>
            <p:cNvGrpSpPr/>
            <p:nvPr/>
          </p:nvGrpSpPr>
          <p:grpSpPr>
            <a:xfrm>
              <a:off x="114432" y="108091"/>
              <a:ext cx="8915137" cy="4927318"/>
              <a:chOff x="114432" y="99771"/>
              <a:chExt cx="8915137" cy="4927318"/>
            </a:xfrm>
          </p:grpSpPr>
          <p:sp>
            <p:nvSpPr>
              <p:cNvPr id="4601" name="Google Shape;4601;p34"/>
              <p:cNvSpPr/>
              <p:nvPr/>
            </p:nvSpPr>
            <p:spPr>
              <a:xfrm>
                <a:off x="1717671" y="493858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4" y="2585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2" name="Google Shape;4602;p34"/>
              <p:cNvSpPr/>
              <p:nvPr/>
            </p:nvSpPr>
            <p:spPr>
              <a:xfrm>
                <a:off x="1488588" y="493858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3" name="Google Shape;4603;p34"/>
              <p:cNvSpPr/>
              <p:nvPr/>
            </p:nvSpPr>
            <p:spPr>
              <a:xfrm>
                <a:off x="1144946" y="493858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4" name="Google Shape;4604;p34"/>
              <p:cNvSpPr/>
              <p:nvPr/>
            </p:nvSpPr>
            <p:spPr>
              <a:xfrm>
                <a:off x="916274" y="493858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5" name="Google Shape;4605;p34"/>
              <p:cNvSpPr/>
              <p:nvPr/>
            </p:nvSpPr>
            <p:spPr>
              <a:xfrm>
                <a:off x="801715" y="493858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6" name="Google Shape;4606;p34"/>
              <p:cNvSpPr/>
              <p:nvPr/>
            </p:nvSpPr>
            <p:spPr>
              <a:xfrm>
                <a:off x="687156" y="493858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7" name="Google Shape;4607;p34"/>
              <p:cNvSpPr/>
              <p:nvPr/>
            </p:nvSpPr>
            <p:spPr>
              <a:xfrm>
                <a:off x="1603147" y="482813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8" name="Google Shape;4608;p34"/>
              <p:cNvSpPr/>
              <p:nvPr/>
            </p:nvSpPr>
            <p:spPr>
              <a:xfrm>
                <a:off x="1374029" y="482813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704" y="2584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9" name="Google Shape;4609;p34"/>
              <p:cNvSpPr/>
              <p:nvPr/>
            </p:nvSpPr>
            <p:spPr>
              <a:xfrm>
                <a:off x="686780" y="482813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0" name="Google Shape;4610;p34"/>
              <p:cNvSpPr/>
              <p:nvPr/>
            </p:nvSpPr>
            <p:spPr>
              <a:xfrm>
                <a:off x="343515" y="482813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692" y="2584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1" name="Google Shape;4611;p34"/>
              <p:cNvSpPr/>
              <p:nvPr/>
            </p:nvSpPr>
            <p:spPr>
              <a:xfrm>
                <a:off x="2636092" y="493858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2" name="Google Shape;4612;p34"/>
              <p:cNvSpPr/>
              <p:nvPr/>
            </p:nvSpPr>
            <p:spPr>
              <a:xfrm>
                <a:off x="2521567" y="4938585"/>
                <a:ext cx="92133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1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691" y="2585"/>
                    </a:lnTo>
                    <a:lnTo>
                      <a:pt x="26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3" name="Google Shape;4613;p34"/>
              <p:cNvSpPr/>
              <p:nvPr/>
            </p:nvSpPr>
            <p:spPr>
              <a:xfrm>
                <a:off x="2521567" y="4828135"/>
                <a:ext cx="92133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1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691" y="2584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4" name="Google Shape;4614;p34"/>
              <p:cNvSpPr/>
              <p:nvPr/>
            </p:nvSpPr>
            <p:spPr>
              <a:xfrm>
                <a:off x="2177926" y="4828135"/>
                <a:ext cx="92133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1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691" y="2584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5" name="Google Shape;4615;p34"/>
              <p:cNvSpPr/>
              <p:nvPr/>
            </p:nvSpPr>
            <p:spPr>
              <a:xfrm>
                <a:off x="7217172" y="493858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6" name="Google Shape;4616;p34"/>
              <p:cNvSpPr/>
              <p:nvPr/>
            </p:nvSpPr>
            <p:spPr>
              <a:xfrm>
                <a:off x="6988055" y="493858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4" y="2585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7" name="Google Shape;4617;p34"/>
              <p:cNvSpPr/>
              <p:nvPr/>
            </p:nvSpPr>
            <p:spPr>
              <a:xfrm>
                <a:off x="7102613" y="482813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8" name="Google Shape;4618;p34"/>
              <p:cNvSpPr/>
              <p:nvPr/>
            </p:nvSpPr>
            <p:spPr>
              <a:xfrm>
                <a:off x="8822842" y="493858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9" name="Google Shape;4619;p34"/>
              <p:cNvSpPr/>
              <p:nvPr/>
            </p:nvSpPr>
            <p:spPr>
              <a:xfrm>
                <a:off x="8479201" y="493858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692" y="2585"/>
                    </a:lnTo>
                    <a:lnTo>
                      <a:pt x="26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0" name="Google Shape;4620;p34"/>
              <p:cNvSpPr/>
              <p:nvPr/>
            </p:nvSpPr>
            <p:spPr>
              <a:xfrm>
                <a:off x="8250118" y="493858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1" name="Google Shape;4621;p34"/>
              <p:cNvSpPr/>
              <p:nvPr/>
            </p:nvSpPr>
            <p:spPr>
              <a:xfrm>
                <a:off x="8135559" y="493858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1"/>
                    </a:moveTo>
                    <a:lnTo>
                      <a:pt x="1" y="2585"/>
                    </a:lnTo>
                    <a:lnTo>
                      <a:pt x="2704" y="2585"/>
                    </a:lnTo>
                    <a:lnTo>
                      <a:pt x="27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2" name="Google Shape;4622;p34"/>
              <p:cNvSpPr/>
              <p:nvPr/>
            </p:nvSpPr>
            <p:spPr>
              <a:xfrm>
                <a:off x="8021034" y="493858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1"/>
                    </a:moveTo>
                    <a:lnTo>
                      <a:pt x="0" y="2585"/>
                    </a:lnTo>
                    <a:lnTo>
                      <a:pt x="2703" y="2585"/>
                    </a:lnTo>
                    <a:lnTo>
                      <a:pt x="27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3" name="Google Shape;4623;p34"/>
              <p:cNvSpPr/>
              <p:nvPr/>
            </p:nvSpPr>
            <p:spPr>
              <a:xfrm>
                <a:off x="8936990" y="482813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1" y="0"/>
                    </a:moveTo>
                    <a:lnTo>
                      <a:pt x="1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4" name="Google Shape;4624;p34"/>
              <p:cNvSpPr/>
              <p:nvPr/>
            </p:nvSpPr>
            <p:spPr>
              <a:xfrm>
                <a:off x="8708318" y="4828135"/>
                <a:ext cx="92167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691" y="2584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5" name="Google Shape;4625;p34"/>
              <p:cNvSpPr/>
              <p:nvPr/>
            </p:nvSpPr>
            <p:spPr>
              <a:xfrm>
                <a:off x="8021034" y="4828135"/>
                <a:ext cx="92544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6" name="Google Shape;4626;p34"/>
              <p:cNvSpPr/>
              <p:nvPr/>
            </p:nvSpPr>
            <p:spPr>
              <a:xfrm>
                <a:off x="7677393" y="4828135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7" name="Google Shape;4627;p34"/>
              <p:cNvSpPr/>
              <p:nvPr/>
            </p:nvSpPr>
            <p:spPr>
              <a:xfrm rot="10800000" flipH="1">
                <a:off x="1603147" y="99771"/>
                <a:ext cx="92544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8" name="Google Shape;4628;p34"/>
              <p:cNvSpPr/>
              <p:nvPr/>
            </p:nvSpPr>
            <p:spPr>
              <a:xfrm rot="10800000" flipH="1">
                <a:off x="1488588" y="99771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9" name="Google Shape;4629;p34"/>
              <p:cNvSpPr/>
              <p:nvPr/>
            </p:nvSpPr>
            <p:spPr>
              <a:xfrm rot="10800000" flipH="1">
                <a:off x="1259505" y="99771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0" name="Google Shape;4630;p34"/>
              <p:cNvSpPr/>
              <p:nvPr/>
            </p:nvSpPr>
            <p:spPr>
              <a:xfrm rot="10800000" flipH="1">
                <a:off x="458073" y="99771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1" name="Google Shape;4631;p34"/>
              <p:cNvSpPr/>
              <p:nvPr/>
            </p:nvSpPr>
            <p:spPr>
              <a:xfrm rot="10800000" flipH="1">
                <a:off x="114432" y="99771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2" name="Google Shape;4632;p34"/>
              <p:cNvSpPr/>
              <p:nvPr/>
            </p:nvSpPr>
            <p:spPr>
              <a:xfrm rot="10800000" flipH="1">
                <a:off x="1603147" y="210221"/>
                <a:ext cx="92544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3" name="Google Shape;4633;p34"/>
              <p:cNvSpPr/>
              <p:nvPr/>
            </p:nvSpPr>
            <p:spPr>
              <a:xfrm rot="10800000" flipH="1">
                <a:off x="1144946" y="210221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4" name="Google Shape;4634;p34"/>
              <p:cNvSpPr/>
              <p:nvPr/>
            </p:nvSpPr>
            <p:spPr>
              <a:xfrm rot="10800000" flipH="1">
                <a:off x="915863" y="210221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5" name="Google Shape;4635;p34"/>
              <p:cNvSpPr/>
              <p:nvPr/>
            </p:nvSpPr>
            <p:spPr>
              <a:xfrm rot="10800000" flipH="1">
                <a:off x="686780" y="210221"/>
                <a:ext cx="92544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6" name="Google Shape;4636;p34"/>
              <p:cNvSpPr/>
              <p:nvPr/>
            </p:nvSpPr>
            <p:spPr>
              <a:xfrm rot="10800000" flipH="1">
                <a:off x="343515" y="210221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2" y="2572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7" name="Google Shape;4637;p34"/>
              <p:cNvSpPr/>
              <p:nvPr/>
            </p:nvSpPr>
            <p:spPr>
              <a:xfrm rot="10800000" flipH="1">
                <a:off x="8936990" y="99771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8" name="Google Shape;4638;p34"/>
              <p:cNvSpPr/>
              <p:nvPr/>
            </p:nvSpPr>
            <p:spPr>
              <a:xfrm rot="10800000" flipH="1">
                <a:off x="8822432" y="99771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9" name="Google Shape;4639;p34"/>
              <p:cNvSpPr/>
              <p:nvPr/>
            </p:nvSpPr>
            <p:spPr>
              <a:xfrm rot="10800000" flipH="1">
                <a:off x="8593759" y="99771"/>
                <a:ext cx="92167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0" name="Google Shape;4640;p34"/>
              <p:cNvSpPr/>
              <p:nvPr/>
            </p:nvSpPr>
            <p:spPr>
              <a:xfrm rot="10800000" flipH="1">
                <a:off x="7791917" y="99771"/>
                <a:ext cx="92578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2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4" y="2572"/>
                    </a:lnTo>
                    <a:lnTo>
                      <a:pt x="27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1" name="Google Shape;4641;p34"/>
              <p:cNvSpPr/>
              <p:nvPr/>
            </p:nvSpPr>
            <p:spPr>
              <a:xfrm rot="10800000" flipH="1">
                <a:off x="7448309" y="99771"/>
                <a:ext cx="92544" cy="88059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2572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2" name="Google Shape;4642;p34"/>
              <p:cNvSpPr/>
              <p:nvPr/>
            </p:nvSpPr>
            <p:spPr>
              <a:xfrm rot="10800000" flipH="1">
                <a:off x="8936990" y="210221"/>
                <a:ext cx="92578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703" y="2572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3" name="Google Shape;4643;p34"/>
              <p:cNvSpPr/>
              <p:nvPr/>
            </p:nvSpPr>
            <p:spPr>
              <a:xfrm rot="10800000" flipH="1">
                <a:off x="8479201" y="210221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2" y="2572"/>
                    </a:lnTo>
                    <a:lnTo>
                      <a:pt x="26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4" name="Google Shape;4644;p34"/>
              <p:cNvSpPr/>
              <p:nvPr/>
            </p:nvSpPr>
            <p:spPr>
              <a:xfrm rot="10800000" flipH="1">
                <a:off x="8250118" y="210221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1" y="0"/>
                    </a:moveTo>
                    <a:lnTo>
                      <a:pt x="1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5" name="Google Shape;4645;p34"/>
              <p:cNvSpPr/>
              <p:nvPr/>
            </p:nvSpPr>
            <p:spPr>
              <a:xfrm rot="10800000" flipH="1">
                <a:off x="8021034" y="210221"/>
                <a:ext cx="92167" cy="88093"/>
              </a:xfrm>
              <a:custGeom>
                <a:avLst/>
                <a:gdLst/>
                <a:ahLst/>
                <a:cxnLst/>
                <a:rect l="l" t="t" r="r" b="b"/>
                <a:pathLst>
                  <a:path w="2692" h="2573" extrusionOk="0">
                    <a:moveTo>
                      <a:pt x="0" y="0"/>
                    </a:moveTo>
                    <a:lnTo>
                      <a:pt x="0" y="2572"/>
                    </a:lnTo>
                    <a:lnTo>
                      <a:pt x="2691" y="2572"/>
                    </a:lnTo>
                    <a:lnTo>
                      <a:pt x="26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6" name="Google Shape;4646;p34"/>
              <p:cNvSpPr/>
              <p:nvPr/>
            </p:nvSpPr>
            <p:spPr>
              <a:xfrm rot="10800000" flipH="1">
                <a:off x="7677393" y="209810"/>
                <a:ext cx="92578" cy="88504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585" extrusionOk="0">
                    <a:moveTo>
                      <a:pt x="0" y="0"/>
                    </a:moveTo>
                    <a:lnTo>
                      <a:pt x="0" y="2584"/>
                    </a:lnTo>
                    <a:lnTo>
                      <a:pt x="2703" y="2584"/>
                    </a:lnTo>
                    <a:lnTo>
                      <a:pt x="270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">
    <p:spTree>
      <p:nvGrpSpPr>
        <p:cNvPr id="1" name="Shape 4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" name="Google Shape;4648;p35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678"/>
            </a:avLst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49" name="Google Shape;4649;p35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650" name="Google Shape;4650;p35"/>
            <p:cNvSpPr/>
            <p:nvPr/>
          </p:nvSpPr>
          <p:spPr>
            <a:xfrm>
              <a:off x="0" y="0"/>
              <a:ext cx="9144000" cy="5143500"/>
            </a:xfrm>
            <a:prstGeom prst="frame">
              <a:avLst>
                <a:gd name="adj1" fmla="val 1678"/>
              </a:avLst>
            </a:pr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51" name="Google Shape;4651;p35"/>
            <p:cNvGrpSpPr/>
            <p:nvPr/>
          </p:nvGrpSpPr>
          <p:grpSpPr>
            <a:xfrm rot="10800000">
              <a:off x="113892" y="108088"/>
              <a:ext cx="8915727" cy="4927324"/>
              <a:chOff x="113892" y="99780"/>
              <a:chExt cx="8915727" cy="4927324"/>
            </a:xfrm>
          </p:grpSpPr>
          <p:grpSp>
            <p:nvGrpSpPr>
              <p:cNvPr id="4652" name="Google Shape;4652;p35"/>
              <p:cNvGrpSpPr/>
              <p:nvPr/>
            </p:nvGrpSpPr>
            <p:grpSpPr>
              <a:xfrm>
                <a:off x="113892" y="99780"/>
                <a:ext cx="8915727" cy="532097"/>
                <a:chOff x="113892" y="99780"/>
                <a:chExt cx="8915727" cy="532097"/>
              </a:xfrm>
            </p:grpSpPr>
            <p:sp>
              <p:nvSpPr>
                <p:cNvPr id="4653" name="Google Shape;4653;p35"/>
                <p:cNvSpPr/>
                <p:nvPr/>
              </p:nvSpPr>
              <p:spPr>
                <a:xfrm rot="10800000" flipH="1">
                  <a:off x="1145221" y="9978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704" y="2585"/>
                      </a:lnTo>
                      <a:lnTo>
                        <a:pt x="270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4" name="Google Shape;4654;p35"/>
                <p:cNvSpPr/>
                <p:nvPr/>
              </p:nvSpPr>
              <p:spPr>
                <a:xfrm rot="10800000" flipH="1">
                  <a:off x="916138" y="9978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703" y="2585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5" name="Google Shape;4655;p35"/>
                <p:cNvSpPr/>
                <p:nvPr/>
              </p:nvSpPr>
              <p:spPr>
                <a:xfrm rot="10800000" flipH="1">
                  <a:off x="572496" y="9978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703" y="2585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6" name="Google Shape;4656;p35"/>
                <p:cNvSpPr/>
                <p:nvPr/>
              </p:nvSpPr>
              <p:spPr>
                <a:xfrm rot="10800000" flipH="1">
                  <a:off x="343386" y="99780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0" y="1"/>
                      </a:moveTo>
                      <a:lnTo>
                        <a:pt x="0" y="2585"/>
                      </a:lnTo>
                      <a:lnTo>
                        <a:pt x="2691" y="2585"/>
                      </a:lnTo>
                      <a:lnTo>
                        <a:pt x="269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7" name="Google Shape;4657;p35"/>
                <p:cNvSpPr/>
                <p:nvPr/>
              </p:nvSpPr>
              <p:spPr>
                <a:xfrm rot="10800000" flipH="1">
                  <a:off x="228827" y="99780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691" y="2585"/>
                      </a:lnTo>
                      <a:lnTo>
                        <a:pt x="269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8" name="Google Shape;4658;p35"/>
                <p:cNvSpPr/>
                <p:nvPr/>
              </p:nvSpPr>
              <p:spPr>
                <a:xfrm rot="10800000" flipH="1">
                  <a:off x="114268" y="99780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692" y="2585"/>
                      </a:lnTo>
                      <a:lnTo>
                        <a:pt x="269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59" name="Google Shape;4659;p35"/>
                <p:cNvSpPr/>
                <p:nvPr/>
              </p:nvSpPr>
              <p:spPr>
                <a:xfrm rot="10800000" flipH="1">
                  <a:off x="1374079" y="21023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0"/>
                      </a:moveTo>
                      <a:lnTo>
                        <a:pt x="1" y="2584"/>
                      </a:lnTo>
                      <a:lnTo>
                        <a:pt x="2704" y="2584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0" name="Google Shape;4660;p35"/>
                <p:cNvSpPr/>
                <p:nvPr/>
              </p:nvSpPr>
              <p:spPr>
                <a:xfrm rot="10800000" flipH="1">
                  <a:off x="113892" y="210230"/>
                  <a:ext cx="92544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85" extrusionOk="0">
                      <a:moveTo>
                        <a:pt x="0" y="0"/>
                      </a:moveTo>
                      <a:lnTo>
                        <a:pt x="0" y="2584"/>
                      </a:lnTo>
                      <a:lnTo>
                        <a:pt x="2703" y="2584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1" name="Google Shape;4661;p35"/>
                <p:cNvSpPr/>
                <p:nvPr/>
              </p:nvSpPr>
              <p:spPr>
                <a:xfrm rot="10800000" flipH="1">
                  <a:off x="343564" y="210230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1" y="0"/>
                      </a:moveTo>
                      <a:lnTo>
                        <a:pt x="1" y="2584"/>
                      </a:lnTo>
                      <a:lnTo>
                        <a:pt x="2692" y="2584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2" name="Google Shape;4662;p35"/>
                <p:cNvSpPr/>
                <p:nvPr/>
              </p:nvSpPr>
              <p:spPr>
                <a:xfrm rot="10800000" flipH="1">
                  <a:off x="458123" y="320714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1" y="1"/>
                      </a:moveTo>
                      <a:lnTo>
                        <a:pt x="1" y="2584"/>
                      </a:lnTo>
                      <a:lnTo>
                        <a:pt x="2691" y="2584"/>
                      </a:lnTo>
                      <a:lnTo>
                        <a:pt x="269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3" name="Google Shape;4663;p35"/>
                <p:cNvSpPr/>
                <p:nvPr/>
              </p:nvSpPr>
              <p:spPr>
                <a:xfrm rot="10800000" flipH="1">
                  <a:off x="229040" y="320714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0" y="1"/>
                      </a:moveTo>
                      <a:lnTo>
                        <a:pt x="0" y="2584"/>
                      </a:lnTo>
                      <a:lnTo>
                        <a:pt x="2691" y="2584"/>
                      </a:lnTo>
                      <a:lnTo>
                        <a:pt x="269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4" name="Google Shape;4664;p35"/>
                <p:cNvSpPr/>
                <p:nvPr/>
              </p:nvSpPr>
              <p:spPr>
                <a:xfrm rot="10800000" flipH="1">
                  <a:off x="114481" y="433334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5" name="Google Shape;4665;p35"/>
                <p:cNvSpPr/>
                <p:nvPr/>
              </p:nvSpPr>
              <p:spPr>
                <a:xfrm rot="10800000" flipH="1">
                  <a:off x="343564" y="543784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2" y="2572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6" name="Google Shape;4666;p35"/>
                <p:cNvSpPr/>
                <p:nvPr/>
              </p:nvSpPr>
              <p:spPr>
                <a:xfrm rot="10800000" flipH="1">
                  <a:off x="7217222" y="99780"/>
                  <a:ext cx="92544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85" extrusionOk="0">
                      <a:moveTo>
                        <a:pt x="0" y="1"/>
                      </a:moveTo>
                      <a:lnTo>
                        <a:pt x="0" y="2585"/>
                      </a:lnTo>
                      <a:lnTo>
                        <a:pt x="2703" y="2585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7" name="Google Shape;4667;p35"/>
                <p:cNvSpPr/>
                <p:nvPr/>
              </p:nvSpPr>
              <p:spPr>
                <a:xfrm rot="10800000" flipH="1">
                  <a:off x="6988105" y="9978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704" y="2585"/>
                      </a:lnTo>
                      <a:lnTo>
                        <a:pt x="270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8" name="Google Shape;4668;p35"/>
                <p:cNvSpPr/>
                <p:nvPr/>
              </p:nvSpPr>
              <p:spPr>
                <a:xfrm rot="10800000" flipH="1">
                  <a:off x="8822892" y="99780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692" y="2585"/>
                      </a:lnTo>
                      <a:lnTo>
                        <a:pt x="269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69" name="Google Shape;4669;p35"/>
                <p:cNvSpPr/>
                <p:nvPr/>
              </p:nvSpPr>
              <p:spPr>
                <a:xfrm rot="10800000" flipH="1">
                  <a:off x="8479250" y="99780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692" y="2585"/>
                      </a:lnTo>
                      <a:lnTo>
                        <a:pt x="269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0" name="Google Shape;4670;p35"/>
                <p:cNvSpPr/>
                <p:nvPr/>
              </p:nvSpPr>
              <p:spPr>
                <a:xfrm rot="10800000" flipH="1">
                  <a:off x="8250167" y="9978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703" y="2585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1" name="Google Shape;4671;p35"/>
                <p:cNvSpPr/>
                <p:nvPr/>
              </p:nvSpPr>
              <p:spPr>
                <a:xfrm rot="10800000" flipH="1">
                  <a:off x="8135609" y="9978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704" y="2585"/>
                      </a:lnTo>
                      <a:lnTo>
                        <a:pt x="270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2" name="Google Shape;4672;p35"/>
                <p:cNvSpPr/>
                <p:nvPr/>
              </p:nvSpPr>
              <p:spPr>
                <a:xfrm rot="10800000" flipH="1">
                  <a:off x="8937040" y="21023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0"/>
                      </a:moveTo>
                      <a:lnTo>
                        <a:pt x="1" y="2584"/>
                      </a:lnTo>
                      <a:lnTo>
                        <a:pt x="2703" y="2584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3" name="Google Shape;4673;p35"/>
                <p:cNvSpPr/>
                <p:nvPr/>
              </p:nvSpPr>
              <p:spPr>
                <a:xfrm rot="10800000" flipH="1">
                  <a:off x="8708368" y="210230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0" y="0"/>
                      </a:moveTo>
                      <a:lnTo>
                        <a:pt x="0" y="2584"/>
                      </a:lnTo>
                      <a:lnTo>
                        <a:pt x="2691" y="2584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4" name="Google Shape;4674;p35"/>
                <p:cNvSpPr/>
                <p:nvPr/>
              </p:nvSpPr>
              <p:spPr>
                <a:xfrm rot="10800000" flipH="1">
                  <a:off x="8021084" y="210230"/>
                  <a:ext cx="92544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85" extrusionOk="0">
                      <a:moveTo>
                        <a:pt x="0" y="0"/>
                      </a:moveTo>
                      <a:lnTo>
                        <a:pt x="0" y="2584"/>
                      </a:lnTo>
                      <a:lnTo>
                        <a:pt x="2703" y="2584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5" name="Google Shape;4675;p35"/>
                <p:cNvSpPr/>
                <p:nvPr/>
              </p:nvSpPr>
              <p:spPr>
                <a:xfrm rot="10800000" flipH="1">
                  <a:off x="7677442" y="210230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0" y="0"/>
                      </a:moveTo>
                      <a:lnTo>
                        <a:pt x="0" y="2584"/>
                      </a:lnTo>
                      <a:lnTo>
                        <a:pt x="2703" y="2584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6" name="Google Shape;4676;p35"/>
                <p:cNvSpPr/>
                <p:nvPr/>
              </p:nvSpPr>
              <p:spPr>
                <a:xfrm rot="10800000" flipH="1">
                  <a:off x="8707957" y="320714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0" y="1"/>
                      </a:moveTo>
                      <a:lnTo>
                        <a:pt x="0" y="2584"/>
                      </a:lnTo>
                      <a:lnTo>
                        <a:pt x="2703" y="2584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7" name="Google Shape;4677;p35"/>
                <p:cNvSpPr/>
                <p:nvPr/>
              </p:nvSpPr>
              <p:spPr>
                <a:xfrm rot="10800000" flipH="1">
                  <a:off x="8937040" y="433334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8" name="Google Shape;4678;p35"/>
                <p:cNvSpPr/>
                <p:nvPr/>
              </p:nvSpPr>
              <p:spPr>
                <a:xfrm rot="10800000" flipH="1">
                  <a:off x="8822481" y="433334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4" y="2572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79" name="Google Shape;4679;p35"/>
                <p:cNvSpPr/>
                <p:nvPr/>
              </p:nvSpPr>
              <p:spPr>
                <a:xfrm rot="10800000" flipH="1">
                  <a:off x="8593809" y="433334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0" name="Google Shape;4680;p35"/>
                <p:cNvSpPr/>
                <p:nvPr/>
              </p:nvSpPr>
              <p:spPr>
                <a:xfrm rot="10800000" flipH="1">
                  <a:off x="8937040" y="543784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681" name="Google Shape;4681;p35"/>
              <p:cNvGrpSpPr/>
              <p:nvPr/>
            </p:nvGrpSpPr>
            <p:grpSpPr>
              <a:xfrm>
                <a:off x="114431" y="4055273"/>
                <a:ext cx="8915137" cy="971831"/>
                <a:chOff x="114431" y="4055273"/>
                <a:chExt cx="8915137" cy="971831"/>
              </a:xfrm>
            </p:grpSpPr>
            <p:sp>
              <p:nvSpPr>
                <p:cNvPr id="4682" name="Google Shape;4682;p35"/>
                <p:cNvSpPr/>
                <p:nvPr/>
              </p:nvSpPr>
              <p:spPr>
                <a:xfrm>
                  <a:off x="1717671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2" y="2572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3" name="Google Shape;4683;p35"/>
                <p:cNvSpPr/>
                <p:nvPr/>
              </p:nvSpPr>
              <p:spPr>
                <a:xfrm>
                  <a:off x="1603146" y="4939045"/>
                  <a:ext cx="92544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4" name="Google Shape;4684;p35"/>
                <p:cNvSpPr/>
                <p:nvPr/>
              </p:nvSpPr>
              <p:spPr>
                <a:xfrm>
                  <a:off x="1374029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4" y="2572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5" name="Google Shape;4685;p35"/>
                <p:cNvSpPr/>
                <p:nvPr/>
              </p:nvSpPr>
              <p:spPr>
                <a:xfrm>
                  <a:off x="1259505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6" name="Google Shape;4686;p35"/>
                <p:cNvSpPr/>
                <p:nvPr/>
              </p:nvSpPr>
              <p:spPr>
                <a:xfrm>
                  <a:off x="915863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7" name="Google Shape;4687;p35"/>
                <p:cNvSpPr/>
                <p:nvPr/>
              </p:nvSpPr>
              <p:spPr>
                <a:xfrm>
                  <a:off x="801304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8" name="Google Shape;4688;p35"/>
                <p:cNvSpPr/>
                <p:nvPr/>
              </p:nvSpPr>
              <p:spPr>
                <a:xfrm>
                  <a:off x="686780" y="4939045"/>
                  <a:ext cx="92544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89" name="Google Shape;4689;p35"/>
                <p:cNvSpPr/>
                <p:nvPr/>
              </p:nvSpPr>
              <p:spPr>
                <a:xfrm>
                  <a:off x="458073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90" name="Google Shape;4690;p35"/>
                <p:cNvSpPr/>
                <p:nvPr/>
              </p:nvSpPr>
              <p:spPr>
                <a:xfrm>
                  <a:off x="343514" y="4938634"/>
                  <a:ext cx="92167" cy="88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4" extrusionOk="0">
                      <a:moveTo>
                        <a:pt x="1" y="0"/>
                      </a:moveTo>
                      <a:lnTo>
                        <a:pt x="1" y="2584"/>
                      </a:lnTo>
                      <a:lnTo>
                        <a:pt x="2692" y="2584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91" name="Google Shape;4691;p35"/>
                <p:cNvSpPr/>
                <p:nvPr/>
              </p:nvSpPr>
              <p:spPr>
                <a:xfrm>
                  <a:off x="228990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92" name="Google Shape;4692;p35"/>
                <p:cNvSpPr/>
                <p:nvPr/>
              </p:nvSpPr>
              <p:spPr>
                <a:xfrm>
                  <a:off x="114431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93" name="Google Shape;4693;p35"/>
                <p:cNvSpPr/>
                <p:nvPr/>
              </p:nvSpPr>
              <p:spPr>
                <a:xfrm>
                  <a:off x="687156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2" y="2572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94" name="Google Shape;4694;p35"/>
                <p:cNvSpPr/>
                <p:nvPr/>
              </p:nvSpPr>
              <p:spPr>
                <a:xfrm>
                  <a:off x="458073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95" name="Google Shape;4695;p35"/>
                <p:cNvSpPr/>
                <p:nvPr/>
              </p:nvSpPr>
              <p:spPr>
                <a:xfrm>
                  <a:off x="228990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96" name="Google Shape;4696;p35"/>
                <p:cNvSpPr/>
                <p:nvPr/>
              </p:nvSpPr>
              <p:spPr>
                <a:xfrm>
                  <a:off x="114431" y="4828561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97" name="Google Shape;4697;p35"/>
                <p:cNvSpPr/>
                <p:nvPr/>
              </p:nvSpPr>
              <p:spPr>
                <a:xfrm>
                  <a:off x="114431" y="4386692"/>
                  <a:ext cx="92167" cy="88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4" extrusionOk="0">
                      <a:moveTo>
                        <a:pt x="1" y="0"/>
                      </a:moveTo>
                      <a:lnTo>
                        <a:pt x="1" y="2584"/>
                      </a:lnTo>
                      <a:lnTo>
                        <a:pt x="2691" y="2584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98" name="Google Shape;4698;p35"/>
                <p:cNvSpPr/>
                <p:nvPr/>
              </p:nvSpPr>
              <p:spPr>
                <a:xfrm>
                  <a:off x="2292450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2" y="2572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99" name="Google Shape;4699;p35"/>
                <p:cNvSpPr/>
                <p:nvPr/>
              </p:nvSpPr>
              <p:spPr>
                <a:xfrm>
                  <a:off x="2177926" y="4938634"/>
                  <a:ext cx="92133" cy="88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1" h="2584" extrusionOk="0">
                      <a:moveTo>
                        <a:pt x="0" y="0"/>
                      </a:moveTo>
                      <a:lnTo>
                        <a:pt x="0" y="2584"/>
                      </a:lnTo>
                      <a:lnTo>
                        <a:pt x="2691" y="2584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00" name="Google Shape;4700;p35"/>
                <p:cNvSpPr/>
                <p:nvPr/>
              </p:nvSpPr>
              <p:spPr>
                <a:xfrm>
                  <a:off x="1834284" y="4939045"/>
                  <a:ext cx="92544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01" name="Google Shape;4701;p35"/>
                <p:cNvSpPr/>
                <p:nvPr/>
              </p:nvSpPr>
              <p:spPr>
                <a:xfrm>
                  <a:off x="2292450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2" y="2572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02" name="Google Shape;4702;p35"/>
                <p:cNvSpPr/>
                <p:nvPr/>
              </p:nvSpPr>
              <p:spPr>
                <a:xfrm>
                  <a:off x="2063367" y="4828561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03" name="Google Shape;4703;p35"/>
                <p:cNvSpPr/>
                <p:nvPr/>
              </p:nvSpPr>
              <p:spPr>
                <a:xfrm>
                  <a:off x="1948808" y="4828561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4" y="2572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04" name="Google Shape;4704;p35"/>
                <p:cNvSpPr/>
                <p:nvPr/>
              </p:nvSpPr>
              <p:spPr>
                <a:xfrm>
                  <a:off x="7217172" y="4938634"/>
                  <a:ext cx="92544" cy="88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84" extrusionOk="0">
                      <a:moveTo>
                        <a:pt x="0" y="0"/>
                      </a:moveTo>
                      <a:lnTo>
                        <a:pt x="0" y="2584"/>
                      </a:lnTo>
                      <a:lnTo>
                        <a:pt x="2703" y="2584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05" name="Google Shape;4705;p35"/>
                <p:cNvSpPr/>
                <p:nvPr/>
              </p:nvSpPr>
              <p:spPr>
                <a:xfrm>
                  <a:off x="7102613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06" name="Google Shape;4706;p35"/>
                <p:cNvSpPr/>
                <p:nvPr/>
              </p:nvSpPr>
              <p:spPr>
                <a:xfrm>
                  <a:off x="6873530" y="4939045"/>
                  <a:ext cx="92544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07" name="Google Shape;4707;p35"/>
                <p:cNvSpPr/>
                <p:nvPr/>
              </p:nvSpPr>
              <p:spPr>
                <a:xfrm>
                  <a:off x="6758971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08" name="Google Shape;4708;p35"/>
                <p:cNvSpPr/>
                <p:nvPr/>
              </p:nvSpPr>
              <p:spPr>
                <a:xfrm>
                  <a:off x="6415741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09" name="Google Shape;4709;p35"/>
                <p:cNvSpPr/>
                <p:nvPr/>
              </p:nvSpPr>
              <p:spPr>
                <a:xfrm>
                  <a:off x="6759382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10" name="Google Shape;4710;p35"/>
                <p:cNvSpPr/>
                <p:nvPr/>
              </p:nvSpPr>
              <p:spPr>
                <a:xfrm>
                  <a:off x="7217172" y="4718076"/>
                  <a:ext cx="92544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73" extrusionOk="0">
                      <a:moveTo>
                        <a:pt x="0" y="1"/>
                      </a:moveTo>
                      <a:lnTo>
                        <a:pt x="0" y="2573"/>
                      </a:lnTo>
                      <a:lnTo>
                        <a:pt x="2703" y="2573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11" name="Google Shape;4711;p35"/>
                <p:cNvSpPr/>
                <p:nvPr/>
              </p:nvSpPr>
              <p:spPr>
                <a:xfrm>
                  <a:off x="8936990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12" name="Google Shape;4712;p35"/>
                <p:cNvSpPr/>
                <p:nvPr/>
              </p:nvSpPr>
              <p:spPr>
                <a:xfrm>
                  <a:off x="8707907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13" name="Google Shape;4713;p35"/>
                <p:cNvSpPr/>
                <p:nvPr/>
              </p:nvSpPr>
              <p:spPr>
                <a:xfrm>
                  <a:off x="8593759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14" name="Google Shape;4714;p35"/>
                <p:cNvSpPr/>
                <p:nvPr/>
              </p:nvSpPr>
              <p:spPr>
                <a:xfrm>
                  <a:off x="8250117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15" name="Google Shape;4715;p35"/>
                <p:cNvSpPr/>
                <p:nvPr/>
              </p:nvSpPr>
              <p:spPr>
                <a:xfrm>
                  <a:off x="8135559" y="4939045"/>
                  <a:ext cx="92167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2" y="2572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16" name="Google Shape;4716;p35"/>
                <p:cNvSpPr/>
                <p:nvPr/>
              </p:nvSpPr>
              <p:spPr>
                <a:xfrm>
                  <a:off x="8021034" y="4939045"/>
                  <a:ext cx="92544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17" name="Google Shape;4717;p35"/>
                <p:cNvSpPr/>
                <p:nvPr/>
              </p:nvSpPr>
              <p:spPr>
                <a:xfrm>
                  <a:off x="7791917" y="4938634"/>
                  <a:ext cx="92578" cy="88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4" extrusionOk="0">
                      <a:moveTo>
                        <a:pt x="1" y="0"/>
                      </a:moveTo>
                      <a:lnTo>
                        <a:pt x="1" y="2584"/>
                      </a:lnTo>
                      <a:lnTo>
                        <a:pt x="2704" y="2584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18" name="Google Shape;4718;p35"/>
                <p:cNvSpPr/>
                <p:nvPr/>
              </p:nvSpPr>
              <p:spPr>
                <a:xfrm>
                  <a:off x="7677392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19" name="Google Shape;4719;p35"/>
                <p:cNvSpPr/>
                <p:nvPr/>
              </p:nvSpPr>
              <p:spPr>
                <a:xfrm>
                  <a:off x="7562834" y="4939045"/>
                  <a:ext cx="92578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2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20" name="Google Shape;4720;p35"/>
                <p:cNvSpPr/>
                <p:nvPr/>
              </p:nvSpPr>
              <p:spPr>
                <a:xfrm>
                  <a:off x="7448309" y="4939045"/>
                  <a:ext cx="92544" cy="880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3" h="2572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21" name="Google Shape;4721;p35"/>
                <p:cNvSpPr/>
                <p:nvPr/>
              </p:nvSpPr>
              <p:spPr>
                <a:xfrm>
                  <a:off x="7333751" y="4938634"/>
                  <a:ext cx="92578" cy="88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4" extrusionOk="0">
                      <a:moveTo>
                        <a:pt x="0" y="0"/>
                      </a:moveTo>
                      <a:lnTo>
                        <a:pt x="0" y="2584"/>
                      </a:lnTo>
                      <a:lnTo>
                        <a:pt x="2703" y="2584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22" name="Google Shape;4722;p35"/>
                <p:cNvSpPr/>
                <p:nvPr/>
              </p:nvSpPr>
              <p:spPr>
                <a:xfrm>
                  <a:off x="8936990" y="4828561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23" name="Google Shape;4723;p35"/>
                <p:cNvSpPr/>
                <p:nvPr/>
              </p:nvSpPr>
              <p:spPr>
                <a:xfrm>
                  <a:off x="8822431" y="4828561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4" y="2572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24" name="Google Shape;4724;p35"/>
                <p:cNvSpPr/>
                <p:nvPr/>
              </p:nvSpPr>
              <p:spPr>
                <a:xfrm>
                  <a:off x="8593759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25" name="Google Shape;4725;p35"/>
                <p:cNvSpPr/>
                <p:nvPr/>
              </p:nvSpPr>
              <p:spPr>
                <a:xfrm>
                  <a:off x="8479200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2" y="2572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26" name="Google Shape;4726;p35"/>
                <p:cNvSpPr/>
                <p:nvPr/>
              </p:nvSpPr>
              <p:spPr>
                <a:xfrm>
                  <a:off x="8364676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27" name="Google Shape;4727;p35"/>
                <p:cNvSpPr/>
                <p:nvPr/>
              </p:nvSpPr>
              <p:spPr>
                <a:xfrm>
                  <a:off x="8250117" y="4828561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1" y="2572"/>
                      </a:lnTo>
                      <a:lnTo>
                        <a:pt x="26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28" name="Google Shape;4728;p35"/>
                <p:cNvSpPr/>
                <p:nvPr/>
              </p:nvSpPr>
              <p:spPr>
                <a:xfrm>
                  <a:off x="7791917" y="4828561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4" y="2572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29" name="Google Shape;4729;p35"/>
                <p:cNvSpPr/>
                <p:nvPr/>
              </p:nvSpPr>
              <p:spPr>
                <a:xfrm>
                  <a:off x="7677392" y="4828561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0" y="0"/>
                      </a:moveTo>
                      <a:lnTo>
                        <a:pt x="0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30" name="Google Shape;4730;p35"/>
                <p:cNvSpPr/>
                <p:nvPr/>
              </p:nvSpPr>
              <p:spPr>
                <a:xfrm>
                  <a:off x="7562834" y="4828561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31" name="Google Shape;4731;p35"/>
                <p:cNvSpPr/>
                <p:nvPr/>
              </p:nvSpPr>
              <p:spPr>
                <a:xfrm>
                  <a:off x="8937401" y="4718076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1"/>
                      </a:moveTo>
                      <a:lnTo>
                        <a:pt x="1" y="2573"/>
                      </a:lnTo>
                      <a:lnTo>
                        <a:pt x="2691" y="2573"/>
                      </a:lnTo>
                      <a:lnTo>
                        <a:pt x="269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32" name="Google Shape;4732;p35"/>
                <p:cNvSpPr/>
                <p:nvPr/>
              </p:nvSpPr>
              <p:spPr>
                <a:xfrm>
                  <a:off x="8708318" y="4718076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0" y="1"/>
                      </a:moveTo>
                      <a:lnTo>
                        <a:pt x="0" y="2573"/>
                      </a:lnTo>
                      <a:lnTo>
                        <a:pt x="2691" y="2573"/>
                      </a:lnTo>
                      <a:lnTo>
                        <a:pt x="269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33" name="Google Shape;4733;p35"/>
                <p:cNvSpPr/>
                <p:nvPr/>
              </p:nvSpPr>
              <p:spPr>
                <a:xfrm>
                  <a:off x="7906476" y="4718076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1"/>
                      </a:moveTo>
                      <a:lnTo>
                        <a:pt x="1" y="2573"/>
                      </a:lnTo>
                      <a:lnTo>
                        <a:pt x="2703" y="2573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34" name="Google Shape;4734;p35"/>
                <p:cNvSpPr/>
                <p:nvPr/>
              </p:nvSpPr>
              <p:spPr>
                <a:xfrm>
                  <a:off x="7791917" y="4718076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1"/>
                      </a:moveTo>
                      <a:lnTo>
                        <a:pt x="1" y="2573"/>
                      </a:lnTo>
                      <a:lnTo>
                        <a:pt x="2704" y="2573"/>
                      </a:lnTo>
                      <a:lnTo>
                        <a:pt x="270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35" name="Google Shape;4735;p35"/>
                <p:cNvSpPr/>
                <p:nvPr/>
              </p:nvSpPr>
              <p:spPr>
                <a:xfrm>
                  <a:off x="8479200" y="4607626"/>
                  <a:ext cx="92167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73" extrusionOk="0">
                      <a:moveTo>
                        <a:pt x="1" y="0"/>
                      </a:moveTo>
                      <a:lnTo>
                        <a:pt x="1" y="2572"/>
                      </a:lnTo>
                      <a:lnTo>
                        <a:pt x="2692" y="2572"/>
                      </a:lnTo>
                      <a:lnTo>
                        <a:pt x="269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36" name="Google Shape;4736;p35"/>
                <p:cNvSpPr/>
                <p:nvPr/>
              </p:nvSpPr>
              <p:spPr>
                <a:xfrm>
                  <a:off x="8936990" y="4497142"/>
                  <a:ext cx="92578" cy="880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73" extrusionOk="0">
                      <a:moveTo>
                        <a:pt x="1" y="1"/>
                      </a:moveTo>
                      <a:lnTo>
                        <a:pt x="1" y="2572"/>
                      </a:lnTo>
                      <a:lnTo>
                        <a:pt x="2703" y="2572"/>
                      </a:lnTo>
                      <a:lnTo>
                        <a:pt x="27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37" name="Google Shape;4737;p35"/>
                <p:cNvSpPr/>
                <p:nvPr/>
              </p:nvSpPr>
              <p:spPr>
                <a:xfrm>
                  <a:off x="8822431" y="4386692"/>
                  <a:ext cx="92578" cy="884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4" extrusionOk="0">
                      <a:moveTo>
                        <a:pt x="1" y="0"/>
                      </a:moveTo>
                      <a:lnTo>
                        <a:pt x="1" y="2584"/>
                      </a:lnTo>
                      <a:lnTo>
                        <a:pt x="2704" y="2584"/>
                      </a:lnTo>
                      <a:lnTo>
                        <a:pt x="270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38" name="Google Shape;4738;p35"/>
                <p:cNvSpPr/>
                <p:nvPr/>
              </p:nvSpPr>
              <p:spPr>
                <a:xfrm>
                  <a:off x="8822842" y="4165723"/>
                  <a:ext cx="92167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2" h="2585" extrusionOk="0">
                      <a:moveTo>
                        <a:pt x="1" y="1"/>
                      </a:moveTo>
                      <a:lnTo>
                        <a:pt x="1" y="2585"/>
                      </a:lnTo>
                      <a:lnTo>
                        <a:pt x="2692" y="2585"/>
                      </a:lnTo>
                      <a:lnTo>
                        <a:pt x="269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39" name="Google Shape;4739;p35"/>
                <p:cNvSpPr/>
                <p:nvPr/>
              </p:nvSpPr>
              <p:spPr>
                <a:xfrm>
                  <a:off x="8936990" y="4055273"/>
                  <a:ext cx="92578" cy="885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4" h="2585" extrusionOk="0">
                      <a:moveTo>
                        <a:pt x="1" y="0"/>
                      </a:moveTo>
                      <a:lnTo>
                        <a:pt x="1" y="2584"/>
                      </a:lnTo>
                      <a:lnTo>
                        <a:pt x="2703" y="2584"/>
                      </a:lnTo>
                      <a:lnTo>
                        <a:pt x="27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47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58775" y="348198"/>
            <a:ext cx="7626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VT323"/>
              <a:buNone/>
              <a:defRPr sz="37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VT323"/>
              <a:buNone/>
              <a:defRPr sz="37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VT323"/>
              <a:buNone/>
              <a:defRPr sz="37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VT323"/>
              <a:buNone/>
              <a:defRPr sz="37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VT323"/>
              <a:buNone/>
              <a:defRPr sz="37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VT323"/>
              <a:buNone/>
              <a:defRPr sz="37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VT323"/>
              <a:buNone/>
              <a:defRPr sz="37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VT323"/>
              <a:buNone/>
              <a:defRPr sz="37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VT323"/>
              <a:buNone/>
              <a:defRPr sz="3700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58775" y="1434450"/>
            <a:ext cx="7626300" cy="31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Mono"/>
              <a:buChar char="●"/>
              <a:defRPr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Mono"/>
              <a:buChar char="○"/>
              <a:defRPr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Mono"/>
              <a:buChar char="■"/>
              <a:defRPr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Mono"/>
              <a:buChar char="●"/>
              <a:defRPr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Mono"/>
              <a:buChar char="○"/>
              <a:defRPr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Mono"/>
              <a:buChar char="■"/>
              <a:defRPr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Mono"/>
              <a:buChar char="●"/>
              <a:defRPr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Mono"/>
              <a:buChar char="○"/>
              <a:defRPr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Mono"/>
              <a:buChar char="■"/>
              <a:defRPr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4" r:id="rId4"/>
    <p:sldLayoutId id="2147483655" r:id="rId5"/>
    <p:sldLayoutId id="2147483656" r:id="rId6"/>
    <p:sldLayoutId id="2147483657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72" r:id="rId16"/>
    <p:sldLayoutId id="2147483677" r:id="rId17"/>
    <p:sldLayoutId id="2147483680" r:id="rId18"/>
    <p:sldLayoutId id="2147483681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4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" name="Google Shape;4741;p36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742" name="Google Shape;4742;p36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gif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microsoft.com/office/2007/relationships/hdphoto" Target="../media/hdphoto3.wdp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microsoft.com/office/2007/relationships/hdphoto" Target="../media/hdphoto4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hdphoto" Target="../media/hdphoto7.wdp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microsoft.com/office/2007/relationships/hdphoto" Target="../media/hdphoto6.wdp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0" Type="http://schemas.microsoft.com/office/2007/relationships/hdphoto" Target="../media/hdphoto8.wdp"/><Relationship Id="rId4" Type="http://schemas.microsoft.com/office/2007/relationships/hdphoto" Target="../media/hdphoto5.wdp"/><Relationship Id="rId9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9" name="Google Shape;4749;p38"/>
          <p:cNvSpPr txBox="1">
            <a:spLocks noGrp="1"/>
          </p:cNvSpPr>
          <p:nvPr>
            <p:ph type="ctrTitle"/>
          </p:nvPr>
        </p:nvSpPr>
        <p:spPr>
          <a:xfrm>
            <a:off x="532153" y="1164037"/>
            <a:ext cx="5451785" cy="103618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Análisis semántico</a:t>
            </a:r>
            <a:endParaRPr sz="5400" dirty="0"/>
          </a:p>
        </p:txBody>
      </p:sp>
      <p:sp>
        <p:nvSpPr>
          <p:cNvPr id="4750" name="Google Shape;4750;p38"/>
          <p:cNvSpPr txBox="1">
            <a:spLocks noGrp="1"/>
          </p:cNvSpPr>
          <p:nvPr>
            <p:ph type="subTitle" idx="1"/>
          </p:nvPr>
        </p:nvSpPr>
        <p:spPr>
          <a:xfrm>
            <a:off x="1944090" y="2310750"/>
            <a:ext cx="2627910" cy="52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julio, 2026</a:t>
            </a:r>
            <a:endParaRPr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E12D7AB-A6DB-B3ED-86DF-99D8E090F7F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910" b="92938" l="9783" r="89674">
                        <a14:foregroundMark x1="68116" y1="90678" x2="68116" y2="90678"/>
                        <a14:foregroundMark x1="58514" y1="91808" x2="58514" y2="91808"/>
                        <a14:foregroundMark x1="88949" y1="69209" x2="88949" y2="69209"/>
                        <a14:foregroundMark x1="68116" y1="92938" x2="68116" y2="92938"/>
                        <a14:foregroundMark x1="9783" y1="88418" x2="9783" y2="88418"/>
                        <a14:foregroundMark x1="63043" y1="7910" x2="63043" y2="7910"/>
                        <a14:backgroundMark x1="89674" y1="6215" x2="90217" y2="3955"/>
                        <a14:backgroundMark x1="91304" y1="3672" x2="91304" y2="3672"/>
                        <a14:backgroundMark x1="88043" y1="5367" x2="88043" y2="3955"/>
                        <a14:backgroundMark x1="95833" y1="5085" x2="95833" y2="5085"/>
                      </a14:backgroundRemoval>
                    </a14:imgEffect>
                  </a14:imgLayer>
                </a14:imgProps>
              </a:ext>
            </a:extLst>
          </a:blip>
          <a:srcRect l="6159" t="4186" r="6335" b="2826"/>
          <a:stretch/>
        </p:blipFill>
        <p:spPr>
          <a:xfrm>
            <a:off x="4945380" y="1668569"/>
            <a:ext cx="3893820" cy="2653566"/>
          </a:xfrm>
          <a:prstGeom prst="rect">
            <a:avLst/>
          </a:prstGeom>
        </p:spPr>
      </p:pic>
      <p:pic>
        <p:nvPicPr>
          <p:cNvPr id="1032" name="Picture 8" descr="🐱‍🏍⚡🌍Injustice 2 Mobile: FireStorm 5 Stars🔥💥🧠🧬⚗ /FireStorm a 5  Estrellas🔥💥🧠🧬⚗ — Hive">
            <a:extLst>
              <a:ext uri="{FF2B5EF4-FFF2-40B4-BE49-F238E27FC236}">
                <a16:creationId xmlns:a16="http://schemas.microsoft.com/office/drawing/2014/main" id="{E968CD9C-6975-F5C9-91D3-453AED023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8621" y="3106783"/>
            <a:ext cx="1325879" cy="1325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🐱‍🏍⚡🌍Injustice 2 Mobile: FireStorm 5 Stars🔥💥🧠🧬⚗ /FireStorm a 5  Estrellas🔥💥🧠🧬⚗ — Hive">
            <a:extLst>
              <a:ext uri="{FF2B5EF4-FFF2-40B4-BE49-F238E27FC236}">
                <a16:creationId xmlns:a16="http://schemas.microsoft.com/office/drawing/2014/main" id="{FE9EFE0D-7486-54DA-2712-9B4642401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811" y="3106783"/>
            <a:ext cx="1325879" cy="1325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🐱‍🏍⚡🌍Injustice 2 Mobile: FireStorm 5 Stars🔥💥🧠🧬⚗ /FireStorm a 5  Estrellas🔥💥🧠🧬⚗ — Hive">
            <a:extLst>
              <a:ext uri="{FF2B5EF4-FFF2-40B4-BE49-F238E27FC236}">
                <a16:creationId xmlns:a16="http://schemas.microsoft.com/office/drawing/2014/main" id="{69ECD7CD-EC86-6EAF-98F2-1D56826A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052" y="3106781"/>
            <a:ext cx="1325879" cy="1325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🐱‍🏍⚡🌍Injustice 2 Mobile: FireStorm 5 Stars🔥💥🧠🧬⚗ /FireStorm a 5  Estrellas🔥💥🧠🧬⚗ — Hive">
            <a:extLst>
              <a:ext uri="{FF2B5EF4-FFF2-40B4-BE49-F238E27FC236}">
                <a16:creationId xmlns:a16="http://schemas.microsoft.com/office/drawing/2014/main" id="{D65FA016-59EA-0398-F6E1-A99C0EA06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151" y="3106775"/>
            <a:ext cx="1325879" cy="1325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🐱‍🏍⚡🌍Injustice 2 Mobile: FireStorm 5 Stars🔥💥🧠🧬⚗ /FireStorm a 5  Estrellas🔥💥🧠🧬⚗ — Hive">
            <a:extLst>
              <a:ext uri="{FF2B5EF4-FFF2-40B4-BE49-F238E27FC236}">
                <a16:creationId xmlns:a16="http://schemas.microsoft.com/office/drawing/2014/main" id="{7B168143-9B60-9467-F8D8-51F599FBF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353" y="3106775"/>
            <a:ext cx="1325879" cy="1325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" name="Google Shape;4761;p40"/>
          <p:cNvSpPr/>
          <p:nvPr/>
        </p:nvSpPr>
        <p:spPr>
          <a:xfrm>
            <a:off x="1333603" y="2154301"/>
            <a:ext cx="492300" cy="492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2" name="Google Shape;4762;p40"/>
          <p:cNvSpPr/>
          <p:nvPr/>
        </p:nvSpPr>
        <p:spPr>
          <a:xfrm>
            <a:off x="1333603" y="3001688"/>
            <a:ext cx="492300" cy="492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3" name="Google Shape;4763;p40"/>
          <p:cNvSpPr/>
          <p:nvPr/>
        </p:nvSpPr>
        <p:spPr>
          <a:xfrm>
            <a:off x="1333603" y="3849088"/>
            <a:ext cx="492300" cy="492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4" name="Google Shape;4764;p40"/>
          <p:cNvSpPr/>
          <p:nvPr/>
        </p:nvSpPr>
        <p:spPr>
          <a:xfrm>
            <a:off x="1333603" y="1326051"/>
            <a:ext cx="492300" cy="492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5" name="Google Shape;4765;p40"/>
          <p:cNvSpPr txBox="1">
            <a:spLocks noGrp="1"/>
          </p:cNvSpPr>
          <p:nvPr>
            <p:ph type="title"/>
          </p:nvPr>
        </p:nvSpPr>
        <p:spPr>
          <a:xfrm>
            <a:off x="758775" y="348198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Agenda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4766" name="Google Shape;4766;p40"/>
          <p:cNvSpPr txBox="1">
            <a:spLocks noGrp="1"/>
          </p:cNvSpPr>
          <p:nvPr>
            <p:ph type="title" idx="2"/>
          </p:nvPr>
        </p:nvSpPr>
        <p:spPr>
          <a:xfrm>
            <a:off x="1166200" y="1326050"/>
            <a:ext cx="827100" cy="4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4767" name="Google Shape;4767;p40"/>
          <p:cNvSpPr txBox="1">
            <a:spLocks noGrp="1"/>
          </p:cNvSpPr>
          <p:nvPr>
            <p:ph type="title" idx="3"/>
          </p:nvPr>
        </p:nvSpPr>
        <p:spPr>
          <a:xfrm>
            <a:off x="1867800" y="1190548"/>
            <a:ext cx="5537400" cy="7543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¿Qué es el análisis semántico?</a:t>
            </a:r>
            <a:endParaRPr dirty="0"/>
          </a:p>
        </p:txBody>
      </p:sp>
      <p:sp>
        <p:nvSpPr>
          <p:cNvPr id="4769" name="Google Shape;4769;p40"/>
          <p:cNvSpPr txBox="1">
            <a:spLocks noGrp="1"/>
          </p:cNvSpPr>
          <p:nvPr>
            <p:ph type="title" idx="5"/>
          </p:nvPr>
        </p:nvSpPr>
        <p:spPr>
          <a:xfrm>
            <a:off x="1166200" y="2167038"/>
            <a:ext cx="827100" cy="4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770" name="Google Shape;4770;p40"/>
          <p:cNvSpPr txBox="1">
            <a:spLocks noGrp="1"/>
          </p:cNvSpPr>
          <p:nvPr>
            <p:ph type="title" idx="6"/>
          </p:nvPr>
        </p:nvSpPr>
        <p:spPr>
          <a:xfrm>
            <a:off x="1867800" y="2031573"/>
            <a:ext cx="5537400" cy="76071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¿Qué es un tipo de dato?</a:t>
            </a:r>
            <a:endParaRPr dirty="0"/>
          </a:p>
        </p:txBody>
      </p:sp>
      <p:sp>
        <p:nvSpPr>
          <p:cNvPr id="4772" name="Google Shape;4772;p40"/>
          <p:cNvSpPr txBox="1">
            <a:spLocks noGrp="1"/>
          </p:cNvSpPr>
          <p:nvPr>
            <p:ph type="title" idx="8"/>
          </p:nvPr>
        </p:nvSpPr>
        <p:spPr>
          <a:xfrm>
            <a:off x="1166200" y="3008063"/>
            <a:ext cx="827100" cy="4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4773" name="Google Shape;4773;p40"/>
          <p:cNvSpPr txBox="1">
            <a:spLocks noGrp="1"/>
          </p:cNvSpPr>
          <p:nvPr>
            <p:ph type="title" idx="9"/>
          </p:nvPr>
        </p:nvSpPr>
        <p:spPr>
          <a:xfrm>
            <a:off x="1867800" y="2872599"/>
            <a:ext cx="5537400" cy="7543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¿Qué es estático y qué es dinámico?</a:t>
            </a:r>
            <a:endParaRPr dirty="0"/>
          </a:p>
        </p:txBody>
      </p:sp>
      <p:sp>
        <p:nvSpPr>
          <p:cNvPr id="4775" name="Google Shape;4775;p40"/>
          <p:cNvSpPr txBox="1">
            <a:spLocks noGrp="1"/>
          </p:cNvSpPr>
          <p:nvPr>
            <p:ph type="title" idx="14"/>
          </p:nvPr>
        </p:nvSpPr>
        <p:spPr>
          <a:xfrm>
            <a:off x="1166200" y="3849088"/>
            <a:ext cx="827100" cy="4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4776" name="Google Shape;4776;p40"/>
          <p:cNvSpPr txBox="1">
            <a:spLocks noGrp="1"/>
          </p:cNvSpPr>
          <p:nvPr>
            <p:ph type="title" idx="15"/>
          </p:nvPr>
        </p:nvSpPr>
        <p:spPr>
          <a:xfrm>
            <a:off x="1867800" y="3713624"/>
            <a:ext cx="5537400" cy="7543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¿Qué es un error en tiempo de ejecución?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61" grpId="0" animBg="1"/>
      <p:bldP spid="4762" grpId="0" animBg="1"/>
      <p:bldP spid="4763" grpId="0" animBg="1"/>
      <p:bldP spid="4764" grpId="0" animBg="1"/>
      <p:bldP spid="4766" grpId="0"/>
      <p:bldP spid="4767" grpId="0"/>
      <p:bldP spid="4769" grpId="0"/>
      <p:bldP spid="4770" grpId="0"/>
      <p:bldP spid="4772" grpId="0"/>
      <p:bldP spid="4773" grpId="0"/>
      <p:bldP spid="4775" grpId="0"/>
      <p:bldP spid="477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" name="Google Shape;4761;p40"/>
          <p:cNvSpPr/>
          <p:nvPr/>
        </p:nvSpPr>
        <p:spPr>
          <a:xfrm>
            <a:off x="1333603" y="2154301"/>
            <a:ext cx="492300" cy="492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2" name="Google Shape;4762;p40"/>
          <p:cNvSpPr/>
          <p:nvPr/>
        </p:nvSpPr>
        <p:spPr>
          <a:xfrm>
            <a:off x="1333603" y="3001688"/>
            <a:ext cx="492300" cy="492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3" name="Google Shape;4763;p40"/>
          <p:cNvSpPr/>
          <p:nvPr/>
        </p:nvSpPr>
        <p:spPr>
          <a:xfrm>
            <a:off x="1333603" y="3849088"/>
            <a:ext cx="492300" cy="492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4" name="Google Shape;4764;p40"/>
          <p:cNvSpPr/>
          <p:nvPr/>
        </p:nvSpPr>
        <p:spPr>
          <a:xfrm>
            <a:off x="1333603" y="1326051"/>
            <a:ext cx="492300" cy="492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5" name="Google Shape;4765;p40"/>
          <p:cNvSpPr txBox="1">
            <a:spLocks noGrp="1"/>
          </p:cNvSpPr>
          <p:nvPr>
            <p:ph type="title"/>
          </p:nvPr>
        </p:nvSpPr>
        <p:spPr>
          <a:xfrm>
            <a:off x="758775" y="348198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Agenda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4766" name="Google Shape;4766;p40"/>
          <p:cNvSpPr txBox="1">
            <a:spLocks noGrp="1"/>
          </p:cNvSpPr>
          <p:nvPr>
            <p:ph type="title" idx="2"/>
          </p:nvPr>
        </p:nvSpPr>
        <p:spPr>
          <a:xfrm>
            <a:off x="1166200" y="1326050"/>
            <a:ext cx="827100" cy="4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4767" name="Google Shape;4767;p40"/>
          <p:cNvSpPr txBox="1">
            <a:spLocks noGrp="1"/>
          </p:cNvSpPr>
          <p:nvPr>
            <p:ph type="title" idx="3"/>
          </p:nvPr>
        </p:nvSpPr>
        <p:spPr>
          <a:xfrm>
            <a:off x="1867800" y="1190548"/>
            <a:ext cx="5537400" cy="7543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Lenguajes tipados y lenguajes no tipados</a:t>
            </a:r>
            <a:endParaRPr dirty="0"/>
          </a:p>
        </p:txBody>
      </p:sp>
      <p:sp>
        <p:nvSpPr>
          <p:cNvPr id="4769" name="Google Shape;4769;p40"/>
          <p:cNvSpPr txBox="1">
            <a:spLocks noGrp="1"/>
          </p:cNvSpPr>
          <p:nvPr>
            <p:ph type="title" idx="5"/>
          </p:nvPr>
        </p:nvSpPr>
        <p:spPr>
          <a:xfrm>
            <a:off x="1166200" y="2167038"/>
            <a:ext cx="827100" cy="4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4770" name="Google Shape;4770;p40"/>
          <p:cNvSpPr txBox="1">
            <a:spLocks noGrp="1"/>
          </p:cNvSpPr>
          <p:nvPr>
            <p:ph type="title" idx="6"/>
          </p:nvPr>
        </p:nvSpPr>
        <p:spPr>
          <a:xfrm>
            <a:off x="1867800" y="2031573"/>
            <a:ext cx="5537400" cy="76071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¿Qué es un sistema de tipos?</a:t>
            </a:r>
            <a:endParaRPr dirty="0"/>
          </a:p>
        </p:txBody>
      </p:sp>
      <p:sp>
        <p:nvSpPr>
          <p:cNvPr id="4772" name="Google Shape;4772;p40"/>
          <p:cNvSpPr txBox="1">
            <a:spLocks noGrp="1"/>
          </p:cNvSpPr>
          <p:nvPr>
            <p:ph type="title" idx="8"/>
          </p:nvPr>
        </p:nvSpPr>
        <p:spPr>
          <a:xfrm>
            <a:off x="1166200" y="3008063"/>
            <a:ext cx="827100" cy="4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sp>
        <p:nvSpPr>
          <p:cNvPr id="4773" name="Google Shape;4773;p40"/>
          <p:cNvSpPr txBox="1">
            <a:spLocks noGrp="1"/>
          </p:cNvSpPr>
          <p:nvPr>
            <p:ph type="title" idx="9"/>
          </p:nvPr>
        </p:nvSpPr>
        <p:spPr>
          <a:xfrm>
            <a:off x="1867800" y="2872599"/>
            <a:ext cx="5537400" cy="7543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Lenguajes seguros y lenguajes no seguros</a:t>
            </a:r>
            <a:endParaRPr dirty="0"/>
          </a:p>
        </p:txBody>
      </p:sp>
      <p:sp>
        <p:nvSpPr>
          <p:cNvPr id="4775" name="Google Shape;4775;p40"/>
          <p:cNvSpPr txBox="1">
            <a:spLocks noGrp="1"/>
          </p:cNvSpPr>
          <p:nvPr>
            <p:ph type="title" idx="14"/>
          </p:nvPr>
        </p:nvSpPr>
        <p:spPr>
          <a:xfrm>
            <a:off x="1166200" y="3849088"/>
            <a:ext cx="827100" cy="4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sp>
        <p:nvSpPr>
          <p:cNvPr id="4776" name="Google Shape;4776;p40"/>
          <p:cNvSpPr txBox="1">
            <a:spLocks noGrp="1"/>
          </p:cNvSpPr>
          <p:nvPr>
            <p:ph type="title" idx="15"/>
          </p:nvPr>
        </p:nvSpPr>
        <p:spPr>
          <a:xfrm>
            <a:off x="1867800" y="3713624"/>
            <a:ext cx="5537400" cy="7543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Otra clasificación de los lenguajes de programación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01396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61" grpId="0" animBg="1"/>
      <p:bldP spid="4762" grpId="0" animBg="1"/>
      <p:bldP spid="4763" grpId="0" animBg="1"/>
      <p:bldP spid="4764" grpId="0" animBg="1"/>
      <p:bldP spid="4766" grpId="0"/>
      <p:bldP spid="4767" grpId="0"/>
      <p:bldP spid="4769" grpId="0"/>
      <p:bldP spid="4770" grpId="0"/>
      <p:bldP spid="4772" grpId="0"/>
      <p:bldP spid="4773" grpId="0"/>
      <p:bldP spid="4775" grpId="0"/>
      <p:bldP spid="477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" name="Google Shape;4761;p40"/>
          <p:cNvSpPr/>
          <p:nvPr/>
        </p:nvSpPr>
        <p:spPr>
          <a:xfrm>
            <a:off x="1333603" y="2154301"/>
            <a:ext cx="492300" cy="492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2" name="Google Shape;4762;p40"/>
          <p:cNvSpPr/>
          <p:nvPr/>
        </p:nvSpPr>
        <p:spPr>
          <a:xfrm>
            <a:off x="1333603" y="3001688"/>
            <a:ext cx="492300" cy="492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3" name="Google Shape;4763;p40"/>
          <p:cNvSpPr/>
          <p:nvPr/>
        </p:nvSpPr>
        <p:spPr>
          <a:xfrm>
            <a:off x="1333603" y="3849088"/>
            <a:ext cx="492300" cy="492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4" name="Google Shape;4764;p40"/>
          <p:cNvSpPr/>
          <p:nvPr/>
        </p:nvSpPr>
        <p:spPr>
          <a:xfrm>
            <a:off x="1333603" y="1326051"/>
            <a:ext cx="492300" cy="492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5" name="Google Shape;4765;p40"/>
          <p:cNvSpPr txBox="1">
            <a:spLocks noGrp="1"/>
          </p:cNvSpPr>
          <p:nvPr>
            <p:ph type="title"/>
          </p:nvPr>
        </p:nvSpPr>
        <p:spPr>
          <a:xfrm>
            <a:off x="758775" y="348198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Agenda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4766" name="Google Shape;4766;p40"/>
          <p:cNvSpPr txBox="1">
            <a:spLocks noGrp="1"/>
          </p:cNvSpPr>
          <p:nvPr>
            <p:ph type="title" idx="2"/>
          </p:nvPr>
        </p:nvSpPr>
        <p:spPr>
          <a:xfrm>
            <a:off x="1166200" y="1326050"/>
            <a:ext cx="827100" cy="4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09</a:t>
            </a:r>
            <a:endParaRPr dirty="0"/>
          </a:p>
        </p:txBody>
      </p:sp>
      <p:sp>
        <p:nvSpPr>
          <p:cNvPr id="4767" name="Google Shape;4767;p40"/>
          <p:cNvSpPr txBox="1">
            <a:spLocks noGrp="1"/>
          </p:cNvSpPr>
          <p:nvPr>
            <p:ph type="title" idx="3"/>
          </p:nvPr>
        </p:nvSpPr>
        <p:spPr>
          <a:xfrm>
            <a:off x="1867800" y="1190548"/>
            <a:ext cx="5537400" cy="7543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Relación entre tipado, no tipado, seguro y no seguro</a:t>
            </a:r>
            <a:endParaRPr dirty="0"/>
          </a:p>
        </p:txBody>
      </p:sp>
      <p:sp>
        <p:nvSpPr>
          <p:cNvPr id="4769" name="Google Shape;4769;p40"/>
          <p:cNvSpPr txBox="1">
            <a:spLocks noGrp="1"/>
          </p:cNvSpPr>
          <p:nvPr>
            <p:ph type="title" idx="5"/>
          </p:nvPr>
        </p:nvSpPr>
        <p:spPr>
          <a:xfrm>
            <a:off x="1166200" y="2167038"/>
            <a:ext cx="827100" cy="4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10</a:t>
            </a:r>
            <a:endParaRPr dirty="0"/>
          </a:p>
        </p:txBody>
      </p:sp>
      <p:sp>
        <p:nvSpPr>
          <p:cNvPr id="4770" name="Google Shape;4770;p40"/>
          <p:cNvSpPr txBox="1">
            <a:spLocks noGrp="1"/>
          </p:cNvSpPr>
          <p:nvPr>
            <p:ph type="title" idx="6"/>
          </p:nvPr>
        </p:nvSpPr>
        <p:spPr>
          <a:xfrm>
            <a:off x="1867800" y="2031573"/>
            <a:ext cx="5537400" cy="76071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¿Deben los lenguajes ser tipados?</a:t>
            </a:r>
            <a:endParaRPr dirty="0"/>
          </a:p>
        </p:txBody>
      </p:sp>
      <p:sp>
        <p:nvSpPr>
          <p:cNvPr id="4772" name="Google Shape;4772;p40"/>
          <p:cNvSpPr txBox="1">
            <a:spLocks noGrp="1"/>
          </p:cNvSpPr>
          <p:nvPr>
            <p:ph type="title" idx="8"/>
          </p:nvPr>
        </p:nvSpPr>
        <p:spPr>
          <a:xfrm>
            <a:off x="1166200" y="3008063"/>
            <a:ext cx="827100" cy="4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11</a:t>
            </a:r>
            <a:endParaRPr dirty="0"/>
          </a:p>
        </p:txBody>
      </p:sp>
      <p:sp>
        <p:nvSpPr>
          <p:cNvPr id="4773" name="Google Shape;4773;p40"/>
          <p:cNvSpPr txBox="1">
            <a:spLocks noGrp="1"/>
          </p:cNvSpPr>
          <p:nvPr>
            <p:ph type="title" idx="9"/>
          </p:nvPr>
        </p:nvSpPr>
        <p:spPr>
          <a:xfrm>
            <a:off x="1867800" y="2872599"/>
            <a:ext cx="5537400" cy="7543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¿Deben los lenguajes ser seguros?</a:t>
            </a:r>
            <a:endParaRPr dirty="0"/>
          </a:p>
        </p:txBody>
      </p:sp>
      <p:sp>
        <p:nvSpPr>
          <p:cNvPr id="4775" name="Google Shape;4775;p40"/>
          <p:cNvSpPr txBox="1">
            <a:spLocks noGrp="1"/>
          </p:cNvSpPr>
          <p:nvPr>
            <p:ph type="title" idx="14"/>
          </p:nvPr>
        </p:nvSpPr>
        <p:spPr>
          <a:xfrm>
            <a:off x="1166200" y="3849088"/>
            <a:ext cx="827100" cy="4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12</a:t>
            </a:r>
            <a:endParaRPr dirty="0"/>
          </a:p>
        </p:txBody>
      </p:sp>
      <p:sp>
        <p:nvSpPr>
          <p:cNvPr id="4776" name="Google Shape;4776;p40"/>
          <p:cNvSpPr txBox="1">
            <a:spLocks noGrp="1"/>
          </p:cNvSpPr>
          <p:nvPr>
            <p:ph type="title" idx="15"/>
          </p:nvPr>
        </p:nvSpPr>
        <p:spPr>
          <a:xfrm>
            <a:off x="1867800" y="3713624"/>
            <a:ext cx="5537400" cy="7543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Opinión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958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61" grpId="0" animBg="1"/>
      <p:bldP spid="4762" grpId="0" animBg="1"/>
      <p:bldP spid="4763" grpId="0" animBg="1"/>
      <p:bldP spid="4764" grpId="0" animBg="1"/>
      <p:bldP spid="4766" grpId="0"/>
      <p:bldP spid="4767" grpId="0"/>
      <p:bldP spid="4769" grpId="0"/>
      <p:bldP spid="4770" grpId="0"/>
      <p:bldP spid="4772" grpId="0"/>
      <p:bldP spid="4773" grpId="0"/>
      <p:bldP spid="4775" grpId="0"/>
      <p:bldP spid="477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" name="Google Shape;4761;p40"/>
          <p:cNvSpPr/>
          <p:nvPr/>
        </p:nvSpPr>
        <p:spPr>
          <a:xfrm>
            <a:off x="1333603" y="2154301"/>
            <a:ext cx="492300" cy="492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2" name="Google Shape;4762;p40"/>
          <p:cNvSpPr/>
          <p:nvPr/>
        </p:nvSpPr>
        <p:spPr>
          <a:xfrm>
            <a:off x="1333603" y="3001688"/>
            <a:ext cx="492300" cy="492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3" name="Google Shape;4763;p40"/>
          <p:cNvSpPr/>
          <p:nvPr/>
        </p:nvSpPr>
        <p:spPr>
          <a:xfrm>
            <a:off x="1333603" y="3849088"/>
            <a:ext cx="492300" cy="492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4" name="Google Shape;4764;p40"/>
          <p:cNvSpPr/>
          <p:nvPr/>
        </p:nvSpPr>
        <p:spPr>
          <a:xfrm>
            <a:off x="1333603" y="1326051"/>
            <a:ext cx="492300" cy="492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5" name="Google Shape;4765;p40"/>
          <p:cNvSpPr txBox="1">
            <a:spLocks noGrp="1"/>
          </p:cNvSpPr>
          <p:nvPr>
            <p:ph type="title"/>
          </p:nvPr>
        </p:nvSpPr>
        <p:spPr>
          <a:xfrm>
            <a:off x="758775" y="348198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Agenda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4766" name="Google Shape;4766;p40"/>
          <p:cNvSpPr txBox="1">
            <a:spLocks noGrp="1"/>
          </p:cNvSpPr>
          <p:nvPr>
            <p:ph type="title" idx="2"/>
          </p:nvPr>
        </p:nvSpPr>
        <p:spPr>
          <a:xfrm>
            <a:off x="1166200" y="1326050"/>
            <a:ext cx="827100" cy="4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GT" dirty="0"/>
              <a:t>13</a:t>
            </a:r>
            <a:endParaRPr dirty="0"/>
          </a:p>
        </p:txBody>
      </p:sp>
      <p:sp>
        <p:nvSpPr>
          <p:cNvPr id="4767" name="Google Shape;4767;p40"/>
          <p:cNvSpPr txBox="1">
            <a:spLocks noGrp="1"/>
          </p:cNvSpPr>
          <p:nvPr>
            <p:ph type="title" idx="3"/>
          </p:nvPr>
        </p:nvSpPr>
        <p:spPr>
          <a:xfrm>
            <a:off x="1867800" y="1190548"/>
            <a:ext cx="5537400" cy="7543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¿Qué es un analizador semántico?</a:t>
            </a:r>
            <a:endParaRPr dirty="0"/>
          </a:p>
        </p:txBody>
      </p:sp>
      <p:sp>
        <p:nvSpPr>
          <p:cNvPr id="4769" name="Google Shape;4769;p40"/>
          <p:cNvSpPr txBox="1">
            <a:spLocks noGrp="1"/>
          </p:cNvSpPr>
          <p:nvPr>
            <p:ph type="title" idx="5"/>
          </p:nvPr>
        </p:nvSpPr>
        <p:spPr>
          <a:xfrm>
            <a:off x="1166200" y="2167038"/>
            <a:ext cx="827100" cy="4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14</a:t>
            </a:r>
            <a:endParaRPr dirty="0"/>
          </a:p>
        </p:txBody>
      </p:sp>
      <p:sp>
        <p:nvSpPr>
          <p:cNvPr id="4770" name="Google Shape;4770;p40"/>
          <p:cNvSpPr txBox="1">
            <a:spLocks noGrp="1"/>
          </p:cNvSpPr>
          <p:nvPr>
            <p:ph type="title" idx="6"/>
          </p:nvPr>
        </p:nvSpPr>
        <p:spPr>
          <a:xfrm>
            <a:off x="1867800" y="2031573"/>
            <a:ext cx="5537400" cy="76071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Pasos para crear un sistema de tipos</a:t>
            </a:r>
            <a:endParaRPr dirty="0"/>
          </a:p>
        </p:txBody>
      </p:sp>
      <p:sp>
        <p:nvSpPr>
          <p:cNvPr id="4772" name="Google Shape;4772;p40"/>
          <p:cNvSpPr txBox="1">
            <a:spLocks noGrp="1"/>
          </p:cNvSpPr>
          <p:nvPr>
            <p:ph type="title" idx="8"/>
          </p:nvPr>
        </p:nvSpPr>
        <p:spPr>
          <a:xfrm>
            <a:off x="1166200" y="3008063"/>
            <a:ext cx="827100" cy="4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15</a:t>
            </a:r>
            <a:endParaRPr dirty="0"/>
          </a:p>
        </p:txBody>
      </p:sp>
      <p:sp>
        <p:nvSpPr>
          <p:cNvPr id="4773" name="Google Shape;4773;p40"/>
          <p:cNvSpPr txBox="1">
            <a:spLocks noGrp="1"/>
          </p:cNvSpPr>
          <p:nvPr>
            <p:ph type="title" idx="9"/>
          </p:nvPr>
        </p:nvSpPr>
        <p:spPr>
          <a:xfrm>
            <a:off x="1867800" y="2872599"/>
            <a:ext cx="5537400" cy="7543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¿Cómo escribir correctamente las reglas de tipos?</a:t>
            </a:r>
            <a:endParaRPr dirty="0"/>
          </a:p>
        </p:txBody>
      </p:sp>
      <p:sp>
        <p:nvSpPr>
          <p:cNvPr id="4775" name="Google Shape;4775;p40"/>
          <p:cNvSpPr txBox="1">
            <a:spLocks noGrp="1"/>
          </p:cNvSpPr>
          <p:nvPr>
            <p:ph type="title" idx="14"/>
          </p:nvPr>
        </p:nvSpPr>
        <p:spPr>
          <a:xfrm>
            <a:off x="1166200" y="3849088"/>
            <a:ext cx="827100" cy="4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16</a:t>
            </a:r>
            <a:endParaRPr dirty="0"/>
          </a:p>
        </p:txBody>
      </p:sp>
      <p:sp>
        <p:nvSpPr>
          <p:cNvPr id="4776" name="Google Shape;4776;p40"/>
          <p:cNvSpPr txBox="1">
            <a:spLocks noGrp="1"/>
          </p:cNvSpPr>
          <p:nvPr>
            <p:ph type="title" idx="15"/>
          </p:nvPr>
        </p:nvSpPr>
        <p:spPr>
          <a:xfrm>
            <a:off x="1867800" y="3713624"/>
            <a:ext cx="5537400" cy="7543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Ejemplos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5835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61" grpId="0" animBg="1"/>
      <p:bldP spid="4762" grpId="0" animBg="1"/>
      <p:bldP spid="4763" grpId="0" animBg="1"/>
      <p:bldP spid="4764" grpId="0" animBg="1"/>
      <p:bldP spid="4766" grpId="0"/>
      <p:bldP spid="4767" grpId="0"/>
      <p:bldP spid="4769" grpId="0"/>
      <p:bldP spid="4770" grpId="0"/>
      <p:bldP spid="4772" grpId="0"/>
      <p:bldP spid="4773" grpId="0"/>
      <p:bldP spid="4775" grpId="0"/>
      <p:bldP spid="477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" name="Google Shape;4761;p40"/>
          <p:cNvSpPr/>
          <p:nvPr/>
        </p:nvSpPr>
        <p:spPr>
          <a:xfrm>
            <a:off x="1333603" y="2154301"/>
            <a:ext cx="492300" cy="492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2" name="Google Shape;4762;p40"/>
          <p:cNvSpPr/>
          <p:nvPr/>
        </p:nvSpPr>
        <p:spPr>
          <a:xfrm>
            <a:off x="1333603" y="3001688"/>
            <a:ext cx="492300" cy="492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3" name="Google Shape;4763;p40"/>
          <p:cNvSpPr/>
          <p:nvPr/>
        </p:nvSpPr>
        <p:spPr>
          <a:xfrm>
            <a:off x="1333603" y="3849088"/>
            <a:ext cx="492300" cy="492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4" name="Google Shape;4764;p40"/>
          <p:cNvSpPr/>
          <p:nvPr/>
        </p:nvSpPr>
        <p:spPr>
          <a:xfrm>
            <a:off x="1333603" y="1326051"/>
            <a:ext cx="492300" cy="492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5" name="Google Shape;4765;p40"/>
          <p:cNvSpPr txBox="1">
            <a:spLocks noGrp="1"/>
          </p:cNvSpPr>
          <p:nvPr>
            <p:ph type="title"/>
          </p:nvPr>
        </p:nvSpPr>
        <p:spPr>
          <a:xfrm>
            <a:off x="758775" y="348198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Agenda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4766" name="Google Shape;4766;p40"/>
          <p:cNvSpPr txBox="1">
            <a:spLocks noGrp="1"/>
          </p:cNvSpPr>
          <p:nvPr>
            <p:ph type="title" idx="2"/>
          </p:nvPr>
        </p:nvSpPr>
        <p:spPr>
          <a:xfrm>
            <a:off x="1166200" y="1326050"/>
            <a:ext cx="827100" cy="4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GT" dirty="0"/>
              <a:t>17</a:t>
            </a:r>
            <a:endParaRPr dirty="0"/>
          </a:p>
        </p:txBody>
      </p:sp>
      <p:sp>
        <p:nvSpPr>
          <p:cNvPr id="4767" name="Google Shape;4767;p40"/>
          <p:cNvSpPr txBox="1">
            <a:spLocks noGrp="1"/>
          </p:cNvSpPr>
          <p:nvPr>
            <p:ph type="title" idx="3"/>
          </p:nvPr>
        </p:nvSpPr>
        <p:spPr>
          <a:xfrm>
            <a:off x="1867800" y="1190548"/>
            <a:ext cx="5537400" cy="7543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¿Pero cómo lo programo?</a:t>
            </a:r>
            <a:endParaRPr dirty="0"/>
          </a:p>
        </p:txBody>
      </p:sp>
      <p:sp>
        <p:nvSpPr>
          <p:cNvPr id="4769" name="Google Shape;4769;p40"/>
          <p:cNvSpPr txBox="1">
            <a:spLocks noGrp="1"/>
          </p:cNvSpPr>
          <p:nvPr>
            <p:ph type="title" idx="5"/>
          </p:nvPr>
        </p:nvSpPr>
        <p:spPr>
          <a:xfrm>
            <a:off x="1166200" y="2167038"/>
            <a:ext cx="827100" cy="4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18</a:t>
            </a:r>
            <a:endParaRPr dirty="0"/>
          </a:p>
        </p:txBody>
      </p:sp>
      <p:sp>
        <p:nvSpPr>
          <p:cNvPr id="4770" name="Google Shape;4770;p40"/>
          <p:cNvSpPr txBox="1">
            <a:spLocks noGrp="1"/>
          </p:cNvSpPr>
          <p:nvPr>
            <p:ph type="title" idx="6"/>
          </p:nvPr>
        </p:nvSpPr>
        <p:spPr>
          <a:xfrm>
            <a:off x="1867800" y="2031573"/>
            <a:ext cx="5537400" cy="76071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Ejemplos</a:t>
            </a:r>
            <a:endParaRPr dirty="0"/>
          </a:p>
        </p:txBody>
      </p:sp>
      <p:sp>
        <p:nvSpPr>
          <p:cNvPr id="4772" name="Google Shape;4772;p40"/>
          <p:cNvSpPr txBox="1">
            <a:spLocks noGrp="1"/>
          </p:cNvSpPr>
          <p:nvPr>
            <p:ph type="title" idx="8"/>
          </p:nvPr>
        </p:nvSpPr>
        <p:spPr>
          <a:xfrm>
            <a:off x="1166200" y="3008063"/>
            <a:ext cx="827100" cy="4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19</a:t>
            </a:r>
            <a:endParaRPr dirty="0"/>
          </a:p>
        </p:txBody>
      </p:sp>
      <p:sp>
        <p:nvSpPr>
          <p:cNvPr id="4773" name="Google Shape;4773;p40"/>
          <p:cNvSpPr txBox="1">
            <a:spLocks noGrp="1"/>
          </p:cNvSpPr>
          <p:nvPr>
            <p:ph type="title" idx="9"/>
          </p:nvPr>
        </p:nvSpPr>
        <p:spPr>
          <a:xfrm>
            <a:off x="1867800" y="2872599"/>
            <a:ext cx="5537400" cy="7543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¿Por qué no simplemente programar el analizador semántico?</a:t>
            </a:r>
            <a:endParaRPr dirty="0"/>
          </a:p>
        </p:txBody>
      </p:sp>
      <p:sp>
        <p:nvSpPr>
          <p:cNvPr id="4775" name="Google Shape;4775;p40"/>
          <p:cNvSpPr txBox="1">
            <a:spLocks noGrp="1"/>
          </p:cNvSpPr>
          <p:nvPr>
            <p:ph type="title" idx="14"/>
          </p:nvPr>
        </p:nvSpPr>
        <p:spPr>
          <a:xfrm>
            <a:off x="1166200" y="3849088"/>
            <a:ext cx="827100" cy="44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20</a:t>
            </a:r>
            <a:endParaRPr dirty="0"/>
          </a:p>
        </p:txBody>
      </p:sp>
      <p:sp>
        <p:nvSpPr>
          <p:cNvPr id="4776" name="Google Shape;4776;p40"/>
          <p:cNvSpPr txBox="1">
            <a:spLocks noGrp="1"/>
          </p:cNvSpPr>
          <p:nvPr>
            <p:ph type="title" idx="15"/>
          </p:nvPr>
        </p:nvSpPr>
        <p:spPr>
          <a:xfrm>
            <a:off x="1867800" y="3713624"/>
            <a:ext cx="5537400" cy="7543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¿Preguntas?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0286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61" grpId="0" animBg="1"/>
      <p:bldP spid="4762" grpId="0" animBg="1"/>
      <p:bldP spid="4763" grpId="0" animBg="1"/>
      <p:bldP spid="4764" grpId="0" animBg="1"/>
      <p:bldP spid="4766" grpId="0"/>
      <p:bldP spid="4767" grpId="0"/>
      <p:bldP spid="4769" grpId="0"/>
      <p:bldP spid="4770" grpId="0"/>
      <p:bldP spid="4772" grpId="0"/>
      <p:bldP spid="4773" grpId="0"/>
      <p:bldP spid="4775" grpId="0"/>
      <p:bldP spid="477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GIF bomb - animated GIF on GIFER">
            <a:extLst>
              <a:ext uri="{FF2B5EF4-FFF2-40B4-BE49-F238E27FC236}">
                <a16:creationId xmlns:a16="http://schemas.microsoft.com/office/drawing/2014/main" id="{35500C26-B3F1-4848-A9E3-46B9AC684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769" y="102435"/>
            <a:ext cx="4244841" cy="4244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5016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5" name="Google Shape;5025;p48"/>
          <p:cNvSpPr/>
          <p:nvPr/>
        </p:nvSpPr>
        <p:spPr>
          <a:xfrm>
            <a:off x="1431546" y="1202825"/>
            <a:ext cx="810300" cy="810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6" name="Google Shape;5026;p48"/>
          <p:cNvSpPr txBox="1">
            <a:spLocks noGrp="1"/>
          </p:cNvSpPr>
          <p:nvPr>
            <p:ph type="title"/>
          </p:nvPr>
        </p:nvSpPr>
        <p:spPr>
          <a:xfrm>
            <a:off x="1338775" y="2013125"/>
            <a:ext cx="3887100" cy="20077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¿Qué es el análisis semántico?</a:t>
            </a:r>
            <a:endParaRPr dirty="0"/>
          </a:p>
        </p:txBody>
      </p:sp>
      <p:sp>
        <p:nvSpPr>
          <p:cNvPr id="5028" name="Google Shape;5028;p48"/>
          <p:cNvSpPr txBox="1">
            <a:spLocks noGrp="1"/>
          </p:cNvSpPr>
          <p:nvPr>
            <p:ph type="title" idx="2"/>
          </p:nvPr>
        </p:nvSpPr>
        <p:spPr>
          <a:xfrm>
            <a:off x="1267750" y="1252375"/>
            <a:ext cx="1137900" cy="6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5029" name="Google Shape;5029;p48"/>
          <p:cNvGrpSpPr/>
          <p:nvPr/>
        </p:nvGrpSpPr>
        <p:grpSpPr>
          <a:xfrm>
            <a:off x="5955278" y="1202832"/>
            <a:ext cx="2063974" cy="2768659"/>
            <a:chOff x="2315450" y="1217550"/>
            <a:chExt cx="1275475" cy="1710950"/>
          </a:xfrm>
        </p:grpSpPr>
        <p:sp>
          <p:nvSpPr>
            <p:cNvPr id="5030" name="Google Shape;5030;p48"/>
            <p:cNvSpPr/>
            <p:nvPr/>
          </p:nvSpPr>
          <p:spPr>
            <a:xfrm>
              <a:off x="2315450" y="2873100"/>
              <a:ext cx="57775" cy="55400"/>
            </a:xfrm>
            <a:custGeom>
              <a:avLst/>
              <a:gdLst/>
              <a:ahLst/>
              <a:cxnLst/>
              <a:rect l="l" t="t" r="r" b="b"/>
              <a:pathLst>
                <a:path w="2311" h="2216" extrusionOk="0">
                  <a:moveTo>
                    <a:pt x="1" y="1"/>
                  </a:moveTo>
                  <a:lnTo>
                    <a:pt x="1" y="2215"/>
                  </a:lnTo>
                  <a:lnTo>
                    <a:pt x="2311" y="2215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1" name="Google Shape;5031;p48"/>
            <p:cNvSpPr/>
            <p:nvPr/>
          </p:nvSpPr>
          <p:spPr>
            <a:xfrm>
              <a:off x="2315450" y="2804350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1" y="0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2" name="Google Shape;5032;p48"/>
            <p:cNvSpPr/>
            <p:nvPr/>
          </p:nvSpPr>
          <p:spPr>
            <a:xfrm>
              <a:off x="2315450" y="273527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4"/>
                  </a:lnTo>
                  <a:lnTo>
                    <a:pt x="2311" y="2204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3" name="Google Shape;5033;p48"/>
            <p:cNvSpPr/>
            <p:nvPr/>
          </p:nvSpPr>
          <p:spPr>
            <a:xfrm>
              <a:off x="2315750" y="2666225"/>
              <a:ext cx="57475" cy="55100"/>
            </a:xfrm>
            <a:custGeom>
              <a:avLst/>
              <a:gdLst/>
              <a:ahLst/>
              <a:cxnLst/>
              <a:rect l="l" t="t" r="r" b="b"/>
              <a:pathLst>
                <a:path w="2299" h="2204" extrusionOk="0">
                  <a:moveTo>
                    <a:pt x="1" y="1"/>
                  </a:moveTo>
                  <a:lnTo>
                    <a:pt x="1" y="2203"/>
                  </a:lnTo>
                  <a:lnTo>
                    <a:pt x="2299" y="2203"/>
                  </a:lnTo>
                  <a:lnTo>
                    <a:pt x="22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4" name="Google Shape;5034;p48"/>
            <p:cNvSpPr/>
            <p:nvPr/>
          </p:nvSpPr>
          <p:spPr>
            <a:xfrm>
              <a:off x="2315750" y="2597175"/>
              <a:ext cx="57475" cy="55400"/>
            </a:xfrm>
            <a:custGeom>
              <a:avLst/>
              <a:gdLst/>
              <a:ahLst/>
              <a:cxnLst/>
              <a:rect l="l" t="t" r="r" b="b"/>
              <a:pathLst>
                <a:path w="2299" h="2216" extrusionOk="0">
                  <a:moveTo>
                    <a:pt x="1" y="1"/>
                  </a:moveTo>
                  <a:lnTo>
                    <a:pt x="1" y="2215"/>
                  </a:lnTo>
                  <a:lnTo>
                    <a:pt x="2299" y="2215"/>
                  </a:lnTo>
                  <a:lnTo>
                    <a:pt x="22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5" name="Google Shape;5035;p48"/>
            <p:cNvSpPr/>
            <p:nvPr/>
          </p:nvSpPr>
          <p:spPr>
            <a:xfrm>
              <a:off x="2315750" y="2528425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1" y="0"/>
                  </a:moveTo>
                  <a:lnTo>
                    <a:pt x="1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6" name="Google Shape;5036;p48"/>
            <p:cNvSpPr/>
            <p:nvPr/>
          </p:nvSpPr>
          <p:spPr>
            <a:xfrm>
              <a:off x="2315450" y="245935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4"/>
                  </a:lnTo>
                  <a:lnTo>
                    <a:pt x="2311" y="2204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7" name="Google Shape;5037;p48"/>
            <p:cNvSpPr/>
            <p:nvPr/>
          </p:nvSpPr>
          <p:spPr>
            <a:xfrm>
              <a:off x="2315450" y="239030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8" name="Google Shape;5038;p48"/>
            <p:cNvSpPr/>
            <p:nvPr/>
          </p:nvSpPr>
          <p:spPr>
            <a:xfrm>
              <a:off x="2315450" y="2321250"/>
              <a:ext cx="57775" cy="55375"/>
            </a:xfrm>
            <a:custGeom>
              <a:avLst/>
              <a:gdLst/>
              <a:ahLst/>
              <a:cxnLst/>
              <a:rect l="l" t="t" r="r" b="b"/>
              <a:pathLst>
                <a:path w="2311" h="2215" extrusionOk="0">
                  <a:moveTo>
                    <a:pt x="1" y="0"/>
                  </a:moveTo>
                  <a:lnTo>
                    <a:pt x="1" y="2215"/>
                  </a:lnTo>
                  <a:lnTo>
                    <a:pt x="2311" y="2215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9" name="Google Shape;5039;p48"/>
            <p:cNvSpPr/>
            <p:nvPr/>
          </p:nvSpPr>
          <p:spPr>
            <a:xfrm>
              <a:off x="2315750" y="2252200"/>
              <a:ext cx="57475" cy="55375"/>
            </a:xfrm>
            <a:custGeom>
              <a:avLst/>
              <a:gdLst/>
              <a:ahLst/>
              <a:cxnLst/>
              <a:rect l="l" t="t" r="r" b="b"/>
              <a:pathLst>
                <a:path w="2299" h="2215" extrusionOk="0">
                  <a:moveTo>
                    <a:pt x="1" y="0"/>
                  </a:moveTo>
                  <a:lnTo>
                    <a:pt x="1" y="2215"/>
                  </a:lnTo>
                  <a:lnTo>
                    <a:pt x="2299" y="2215"/>
                  </a:lnTo>
                  <a:lnTo>
                    <a:pt x="22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0" name="Google Shape;5040;p48"/>
            <p:cNvSpPr/>
            <p:nvPr/>
          </p:nvSpPr>
          <p:spPr>
            <a:xfrm>
              <a:off x="2315750" y="2183425"/>
              <a:ext cx="57475" cy="55100"/>
            </a:xfrm>
            <a:custGeom>
              <a:avLst/>
              <a:gdLst/>
              <a:ahLst/>
              <a:cxnLst/>
              <a:rect l="l" t="t" r="r" b="b"/>
              <a:pathLst>
                <a:path w="2299" h="2204" extrusionOk="0">
                  <a:moveTo>
                    <a:pt x="1" y="1"/>
                  </a:moveTo>
                  <a:lnTo>
                    <a:pt x="1" y="2204"/>
                  </a:lnTo>
                  <a:lnTo>
                    <a:pt x="2299" y="2204"/>
                  </a:lnTo>
                  <a:lnTo>
                    <a:pt x="22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1" name="Google Shape;5041;p48"/>
            <p:cNvSpPr/>
            <p:nvPr/>
          </p:nvSpPr>
          <p:spPr>
            <a:xfrm>
              <a:off x="2315750" y="211437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2" name="Google Shape;5042;p48"/>
            <p:cNvSpPr/>
            <p:nvPr/>
          </p:nvSpPr>
          <p:spPr>
            <a:xfrm>
              <a:off x="2315450" y="2045325"/>
              <a:ext cx="57775" cy="55375"/>
            </a:xfrm>
            <a:custGeom>
              <a:avLst/>
              <a:gdLst/>
              <a:ahLst/>
              <a:cxnLst/>
              <a:rect l="l" t="t" r="r" b="b"/>
              <a:pathLst>
                <a:path w="2311" h="2215" extrusionOk="0">
                  <a:moveTo>
                    <a:pt x="1" y="0"/>
                  </a:moveTo>
                  <a:lnTo>
                    <a:pt x="1" y="2215"/>
                  </a:lnTo>
                  <a:lnTo>
                    <a:pt x="2311" y="2215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3" name="Google Shape;5043;p48"/>
            <p:cNvSpPr/>
            <p:nvPr/>
          </p:nvSpPr>
          <p:spPr>
            <a:xfrm>
              <a:off x="2315450" y="1976575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1" y="0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4" name="Google Shape;5044;p48"/>
            <p:cNvSpPr/>
            <p:nvPr/>
          </p:nvSpPr>
          <p:spPr>
            <a:xfrm>
              <a:off x="2315450" y="190750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5" name="Google Shape;5045;p48"/>
            <p:cNvSpPr/>
            <p:nvPr/>
          </p:nvSpPr>
          <p:spPr>
            <a:xfrm>
              <a:off x="2315750" y="183845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6" name="Google Shape;5046;p48"/>
            <p:cNvSpPr/>
            <p:nvPr/>
          </p:nvSpPr>
          <p:spPr>
            <a:xfrm>
              <a:off x="2315750" y="1769400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1" y="0"/>
                  </a:moveTo>
                  <a:lnTo>
                    <a:pt x="1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7" name="Google Shape;5047;p48"/>
            <p:cNvSpPr/>
            <p:nvPr/>
          </p:nvSpPr>
          <p:spPr>
            <a:xfrm>
              <a:off x="2315750" y="1700350"/>
              <a:ext cx="57775" cy="55375"/>
            </a:xfrm>
            <a:custGeom>
              <a:avLst/>
              <a:gdLst/>
              <a:ahLst/>
              <a:cxnLst/>
              <a:rect l="l" t="t" r="r" b="b"/>
              <a:pathLst>
                <a:path w="2311" h="2215" extrusionOk="0">
                  <a:moveTo>
                    <a:pt x="1" y="0"/>
                  </a:moveTo>
                  <a:lnTo>
                    <a:pt x="1" y="2215"/>
                  </a:lnTo>
                  <a:lnTo>
                    <a:pt x="2310" y="2215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8" name="Google Shape;5048;p48"/>
            <p:cNvSpPr/>
            <p:nvPr/>
          </p:nvSpPr>
          <p:spPr>
            <a:xfrm>
              <a:off x="2315450" y="163157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9" name="Google Shape;5049;p48"/>
            <p:cNvSpPr/>
            <p:nvPr/>
          </p:nvSpPr>
          <p:spPr>
            <a:xfrm>
              <a:off x="2315450" y="156252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0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0" name="Google Shape;5050;p48"/>
            <p:cNvSpPr/>
            <p:nvPr/>
          </p:nvSpPr>
          <p:spPr>
            <a:xfrm>
              <a:off x="2315450" y="1493475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1" y="0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1" name="Google Shape;5051;p48"/>
            <p:cNvSpPr/>
            <p:nvPr/>
          </p:nvSpPr>
          <p:spPr>
            <a:xfrm>
              <a:off x="2315750" y="1424400"/>
              <a:ext cx="57475" cy="55400"/>
            </a:xfrm>
            <a:custGeom>
              <a:avLst/>
              <a:gdLst/>
              <a:ahLst/>
              <a:cxnLst/>
              <a:rect l="l" t="t" r="r" b="b"/>
              <a:pathLst>
                <a:path w="2299" h="2216" extrusionOk="0">
                  <a:moveTo>
                    <a:pt x="1" y="1"/>
                  </a:moveTo>
                  <a:lnTo>
                    <a:pt x="1" y="2216"/>
                  </a:lnTo>
                  <a:lnTo>
                    <a:pt x="2299" y="2216"/>
                  </a:lnTo>
                  <a:lnTo>
                    <a:pt x="22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2" name="Google Shape;5052;p48"/>
            <p:cNvSpPr/>
            <p:nvPr/>
          </p:nvSpPr>
          <p:spPr>
            <a:xfrm>
              <a:off x="2315750" y="135565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3" name="Google Shape;5053;p48"/>
            <p:cNvSpPr/>
            <p:nvPr/>
          </p:nvSpPr>
          <p:spPr>
            <a:xfrm>
              <a:off x="2315750" y="128660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0"/>
                  </a:moveTo>
                  <a:lnTo>
                    <a:pt x="1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4" name="Google Shape;5054;p48"/>
            <p:cNvSpPr/>
            <p:nvPr/>
          </p:nvSpPr>
          <p:spPr>
            <a:xfrm>
              <a:off x="2315450" y="1217550"/>
              <a:ext cx="57775" cy="55375"/>
            </a:xfrm>
            <a:custGeom>
              <a:avLst/>
              <a:gdLst/>
              <a:ahLst/>
              <a:cxnLst/>
              <a:rect l="l" t="t" r="r" b="b"/>
              <a:pathLst>
                <a:path w="2311" h="2215" extrusionOk="0">
                  <a:moveTo>
                    <a:pt x="1" y="0"/>
                  </a:moveTo>
                  <a:lnTo>
                    <a:pt x="1" y="2215"/>
                  </a:lnTo>
                  <a:lnTo>
                    <a:pt x="2311" y="2215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5" name="Google Shape;5055;p48"/>
            <p:cNvSpPr/>
            <p:nvPr/>
          </p:nvSpPr>
          <p:spPr>
            <a:xfrm>
              <a:off x="3460250" y="2873100"/>
              <a:ext cx="57475" cy="55100"/>
            </a:xfrm>
            <a:custGeom>
              <a:avLst/>
              <a:gdLst/>
              <a:ahLst/>
              <a:cxnLst/>
              <a:rect l="l" t="t" r="r" b="b"/>
              <a:pathLst>
                <a:path w="2299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298" y="2203"/>
                  </a:lnTo>
                  <a:lnTo>
                    <a:pt x="2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6" name="Google Shape;5056;p48"/>
            <p:cNvSpPr/>
            <p:nvPr/>
          </p:nvSpPr>
          <p:spPr>
            <a:xfrm>
              <a:off x="3388500" y="2873100"/>
              <a:ext cx="57775" cy="55400"/>
            </a:xfrm>
            <a:custGeom>
              <a:avLst/>
              <a:gdLst/>
              <a:ahLst/>
              <a:cxnLst/>
              <a:rect l="l" t="t" r="r" b="b"/>
              <a:pathLst>
                <a:path w="2311" h="2216" extrusionOk="0">
                  <a:moveTo>
                    <a:pt x="1" y="1"/>
                  </a:moveTo>
                  <a:lnTo>
                    <a:pt x="1" y="2215"/>
                  </a:lnTo>
                  <a:lnTo>
                    <a:pt x="2311" y="2215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7" name="Google Shape;5057;p48"/>
            <p:cNvSpPr/>
            <p:nvPr/>
          </p:nvSpPr>
          <p:spPr>
            <a:xfrm>
              <a:off x="3317075" y="287310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8" name="Google Shape;5058;p48"/>
            <p:cNvSpPr/>
            <p:nvPr/>
          </p:nvSpPr>
          <p:spPr>
            <a:xfrm>
              <a:off x="3173900" y="287310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9" name="Google Shape;5059;p48"/>
            <p:cNvSpPr/>
            <p:nvPr/>
          </p:nvSpPr>
          <p:spPr>
            <a:xfrm>
              <a:off x="3102450" y="2873100"/>
              <a:ext cx="57775" cy="55400"/>
            </a:xfrm>
            <a:custGeom>
              <a:avLst/>
              <a:gdLst/>
              <a:ahLst/>
              <a:cxnLst/>
              <a:rect l="l" t="t" r="r" b="b"/>
              <a:pathLst>
                <a:path w="2311" h="2216" extrusionOk="0">
                  <a:moveTo>
                    <a:pt x="1" y="1"/>
                  </a:moveTo>
                  <a:lnTo>
                    <a:pt x="1" y="2215"/>
                  </a:lnTo>
                  <a:lnTo>
                    <a:pt x="2311" y="2215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0" name="Google Shape;5060;p48"/>
            <p:cNvSpPr/>
            <p:nvPr/>
          </p:nvSpPr>
          <p:spPr>
            <a:xfrm>
              <a:off x="3031025" y="2873100"/>
              <a:ext cx="57775" cy="55400"/>
            </a:xfrm>
            <a:custGeom>
              <a:avLst/>
              <a:gdLst/>
              <a:ahLst/>
              <a:cxnLst/>
              <a:rect l="l" t="t" r="r" b="b"/>
              <a:pathLst>
                <a:path w="2311" h="2216" extrusionOk="0">
                  <a:moveTo>
                    <a:pt x="0" y="1"/>
                  </a:moveTo>
                  <a:lnTo>
                    <a:pt x="0" y="2215"/>
                  </a:lnTo>
                  <a:lnTo>
                    <a:pt x="2310" y="2215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1" name="Google Shape;5061;p48"/>
            <p:cNvSpPr/>
            <p:nvPr/>
          </p:nvSpPr>
          <p:spPr>
            <a:xfrm>
              <a:off x="2959275" y="287310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2" name="Google Shape;5062;p48"/>
            <p:cNvSpPr/>
            <p:nvPr/>
          </p:nvSpPr>
          <p:spPr>
            <a:xfrm>
              <a:off x="2887850" y="2873100"/>
              <a:ext cx="57775" cy="55400"/>
            </a:xfrm>
            <a:custGeom>
              <a:avLst/>
              <a:gdLst/>
              <a:ahLst/>
              <a:cxnLst/>
              <a:rect l="l" t="t" r="r" b="b"/>
              <a:pathLst>
                <a:path w="2311" h="2216" extrusionOk="0">
                  <a:moveTo>
                    <a:pt x="0" y="1"/>
                  </a:moveTo>
                  <a:lnTo>
                    <a:pt x="0" y="2215"/>
                  </a:lnTo>
                  <a:lnTo>
                    <a:pt x="2310" y="2215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3" name="Google Shape;5063;p48"/>
            <p:cNvSpPr/>
            <p:nvPr/>
          </p:nvSpPr>
          <p:spPr>
            <a:xfrm>
              <a:off x="2816400" y="287310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4" name="Google Shape;5064;p48"/>
            <p:cNvSpPr/>
            <p:nvPr/>
          </p:nvSpPr>
          <p:spPr>
            <a:xfrm>
              <a:off x="2744675" y="2873100"/>
              <a:ext cx="57775" cy="55400"/>
            </a:xfrm>
            <a:custGeom>
              <a:avLst/>
              <a:gdLst/>
              <a:ahLst/>
              <a:cxnLst/>
              <a:rect l="l" t="t" r="r" b="b"/>
              <a:pathLst>
                <a:path w="2311" h="2216" extrusionOk="0">
                  <a:moveTo>
                    <a:pt x="1" y="1"/>
                  </a:moveTo>
                  <a:lnTo>
                    <a:pt x="1" y="2215"/>
                  </a:lnTo>
                  <a:lnTo>
                    <a:pt x="2310" y="2215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5" name="Google Shape;5065;p48"/>
            <p:cNvSpPr/>
            <p:nvPr/>
          </p:nvSpPr>
          <p:spPr>
            <a:xfrm>
              <a:off x="2673250" y="2873100"/>
              <a:ext cx="57750" cy="55400"/>
            </a:xfrm>
            <a:custGeom>
              <a:avLst/>
              <a:gdLst/>
              <a:ahLst/>
              <a:cxnLst/>
              <a:rect l="l" t="t" r="r" b="b"/>
              <a:pathLst>
                <a:path w="2310" h="2216" extrusionOk="0">
                  <a:moveTo>
                    <a:pt x="0" y="1"/>
                  </a:moveTo>
                  <a:lnTo>
                    <a:pt x="0" y="2215"/>
                  </a:lnTo>
                  <a:lnTo>
                    <a:pt x="2310" y="2215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6" name="Google Shape;5066;p48"/>
            <p:cNvSpPr/>
            <p:nvPr/>
          </p:nvSpPr>
          <p:spPr>
            <a:xfrm>
              <a:off x="2673250" y="2804350"/>
              <a:ext cx="57750" cy="55075"/>
            </a:xfrm>
            <a:custGeom>
              <a:avLst/>
              <a:gdLst/>
              <a:ahLst/>
              <a:cxnLst/>
              <a:rect l="l" t="t" r="r" b="b"/>
              <a:pathLst>
                <a:path w="2310" h="2203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7" name="Google Shape;5067;p48"/>
            <p:cNvSpPr/>
            <p:nvPr/>
          </p:nvSpPr>
          <p:spPr>
            <a:xfrm>
              <a:off x="2601800" y="2873100"/>
              <a:ext cx="57775" cy="55400"/>
            </a:xfrm>
            <a:custGeom>
              <a:avLst/>
              <a:gdLst/>
              <a:ahLst/>
              <a:cxnLst/>
              <a:rect l="l" t="t" r="r" b="b"/>
              <a:pathLst>
                <a:path w="2311" h="2216" extrusionOk="0">
                  <a:moveTo>
                    <a:pt x="1" y="1"/>
                  </a:moveTo>
                  <a:lnTo>
                    <a:pt x="1" y="2215"/>
                  </a:lnTo>
                  <a:lnTo>
                    <a:pt x="2310" y="2215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8" name="Google Shape;5068;p48"/>
            <p:cNvSpPr/>
            <p:nvPr/>
          </p:nvSpPr>
          <p:spPr>
            <a:xfrm>
              <a:off x="2530075" y="2873100"/>
              <a:ext cx="57750" cy="55400"/>
            </a:xfrm>
            <a:custGeom>
              <a:avLst/>
              <a:gdLst/>
              <a:ahLst/>
              <a:cxnLst/>
              <a:rect l="l" t="t" r="r" b="b"/>
              <a:pathLst>
                <a:path w="2310" h="2216" extrusionOk="0">
                  <a:moveTo>
                    <a:pt x="0" y="1"/>
                  </a:moveTo>
                  <a:lnTo>
                    <a:pt x="0" y="2215"/>
                  </a:lnTo>
                  <a:lnTo>
                    <a:pt x="2310" y="2215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9" name="Google Shape;5069;p48"/>
            <p:cNvSpPr/>
            <p:nvPr/>
          </p:nvSpPr>
          <p:spPr>
            <a:xfrm>
              <a:off x="2458625" y="2873100"/>
              <a:ext cx="57775" cy="55400"/>
            </a:xfrm>
            <a:custGeom>
              <a:avLst/>
              <a:gdLst/>
              <a:ahLst/>
              <a:cxnLst/>
              <a:rect l="l" t="t" r="r" b="b"/>
              <a:pathLst>
                <a:path w="2311" h="2216" extrusionOk="0">
                  <a:moveTo>
                    <a:pt x="1" y="1"/>
                  </a:moveTo>
                  <a:lnTo>
                    <a:pt x="1" y="2215"/>
                  </a:lnTo>
                  <a:lnTo>
                    <a:pt x="2310" y="2215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0" name="Google Shape;5070;p48"/>
            <p:cNvSpPr/>
            <p:nvPr/>
          </p:nvSpPr>
          <p:spPr>
            <a:xfrm>
              <a:off x="2387200" y="2873100"/>
              <a:ext cx="57750" cy="55400"/>
            </a:xfrm>
            <a:custGeom>
              <a:avLst/>
              <a:gdLst/>
              <a:ahLst/>
              <a:cxnLst/>
              <a:rect l="l" t="t" r="r" b="b"/>
              <a:pathLst>
                <a:path w="2310" h="2216" extrusionOk="0">
                  <a:moveTo>
                    <a:pt x="0" y="1"/>
                  </a:moveTo>
                  <a:lnTo>
                    <a:pt x="0" y="2215"/>
                  </a:lnTo>
                  <a:lnTo>
                    <a:pt x="2310" y="2215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1" name="Google Shape;5071;p48"/>
            <p:cNvSpPr/>
            <p:nvPr/>
          </p:nvSpPr>
          <p:spPr>
            <a:xfrm>
              <a:off x="3460250" y="2804050"/>
              <a:ext cx="57475" cy="55375"/>
            </a:xfrm>
            <a:custGeom>
              <a:avLst/>
              <a:gdLst/>
              <a:ahLst/>
              <a:cxnLst/>
              <a:rect l="l" t="t" r="r" b="b"/>
              <a:pathLst>
                <a:path w="2299" h="2215" extrusionOk="0">
                  <a:moveTo>
                    <a:pt x="0" y="0"/>
                  </a:moveTo>
                  <a:lnTo>
                    <a:pt x="0" y="2215"/>
                  </a:lnTo>
                  <a:lnTo>
                    <a:pt x="2298" y="2215"/>
                  </a:lnTo>
                  <a:lnTo>
                    <a:pt x="2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2" name="Google Shape;5072;p48"/>
            <p:cNvSpPr/>
            <p:nvPr/>
          </p:nvSpPr>
          <p:spPr>
            <a:xfrm>
              <a:off x="3317075" y="2804050"/>
              <a:ext cx="57775" cy="55375"/>
            </a:xfrm>
            <a:custGeom>
              <a:avLst/>
              <a:gdLst/>
              <a:ahLst/>
              <a:cxnLst/>
              <a:rect l="l" t="t" r="r" b="b"/>
              <a:pathLst>
                <a:path w="2311" h="2215" extrusionOk="0">
                  <a:moveTo>
                    <a:pt x="0" y="0"/>
                  </a:moveTo>
                  <a:lnTo>
                    <a:pt x="0" y="2215"/>
                  </a:lnTo>
                  <a:lnTo>
                    <a:pt x="2310" y="2215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3" name="Google Shape;5073;p48"/>
            <p:cNvSpPr/>
            <p:nvPr/>
          </p:nvSpPr>
          <p:spPr>
            <a:xfrm>
              <a:off x="3388500" y="2804350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1" y="0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4" name="Google Shape;5074;p48"/>
            <p:cNvSpPr/>
            <p:nvPr/>
          </p:nvSpPr>
          <p:spPr>
            <a:xfrm>
              <a:off x="3245625" y="2804350"/>
              <a:ext cx="57475" cy="55075"/>
            </a:xfrm>
            <a:custGeom>
              <a:avLst/>
              <a:gdLst/>
              <a:ahLst/>
              <a:cxnLst/>
              <a:rect l="l" t="t" r="r" b="b"/>
              <a:pathLst>
                <a:path w="2299" h="2203" extrusionOk="0">
                  <a:moveTo>
                    <a:pt x="1" y="0"/>
                  </a:moveTo>
                  <a:lnTo>
                    <a:pt x="1" y="2203"/>
                  </a:lnTo>
                  <a:lnTo>
                    <a:pt x="2299" y="2203"/>
                  </a:lnTo>
                  <a:lnTo>
                    <a:pt x="22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5" name="Google Shape;5075;p48"/>
            <p:cNvSpPr/>
            <p:nvPr/>
          </p:nvSpPr>
          <p:spPr>
            <a:xfrm>
              <a:off x="3173900" y="2804050"/>
              <a:ext cx="57775" cy="55375"/>
            </a:xfrm>
            <a:custGeom>
              <a:avLst/>
              <a:gdLst/>
              <a:ahLst/>
              <a:cxnLst/>
              <a:rect l="l" t="t" r="r" b="b"/>
              <a:pathLst>
                <a:path w="2311" h="2215" extrusionOk="0">
                  <a:moveTo>
                    <a:pt x="0" y="0"/>
                  </a:moveTo>
                  <a:lnTo>
                    <a:pt x="0" y="2215"/>
                  </a:lnTo>
                  <a:lnTo>
                    <a:pt x="2310" y="2215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6" name="Google Shape;5076;p48"/>
            <p:cNvSpPr/>
            <p:nvPr/>
          </p:nvSpPr>
          <p:spPr>
            <a:xfrm>
              <a:off x="3102450" y="2804350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1" y="0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7" name="Google Shape;5077;p48"/>
            <p:cNvSpPr/>
            <p:nvPr/>
          </p:nvSpPr>
          <p:spPr>
            <a:xfrm>
              <a:off x="3245625" y="2873100"/>
              <a:ext cx="57475" cy="55400"/>
            </a:xfrm>
            <a:custGeom>
              <a:avLst/>
              <a:gdLst/>
              <a:ahLst/>
              <a:cxnLst/>
              <a:rect l="l" t="t" r="r" b="b"/>
              <a:pathLst>
                <a:path w="2299" h="2216" extrusionOk="0">
                  <a:moveTo>
                    <a:pt x="1" y="1"/>
                  </a:moveTo>
                  <a:lnTo>
                    <a:pt x="1" y="2215"/>
                  </a:lnTo>
                  <a:lnTo>
                    <a:pt x="2299" y="2215"/>
                  </a:lnTo>
                  <a:lnTo>
                    <a:pt x="22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8" name="Google Shape;5078;p48"/>
            <p:cNvSpPr/>
            <p:nvPr/>
          </p:nvSpPr>
          <p:spPr>
            <a:xfrm>
              <a:off x="3031025" y="2804350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9" name="Google Shape;5079;p48"/>
            <p:cNvSpPr/>
            <p:nvPr/>
          </p:nvSpPr>
          <p:spPr>
            <a:xfrm>
              <a:off x="2959275" y="2804050"/>
              <a:ext cx="57775" cy="55375"/>
            </a:xfrm>
            <a:custGeom>
              <a:avLst/>
              <a:gdLst/>
              <a:ahLst/>
              <a:cxnLst/>
              <a:rect l="l" t="t" r="r" b="b"/>
              <a:pathLst>
                <a:path w="2311" h="2215" extrusionOk="0">
                  <a:moveTo>
                    <a:pt x="1" y="0"/>
                  </a:moveTo>
                  <a:lnTo>
                    <a:pt x="1" y="2215"/>
                  </a:lnTo>
                  <a:lnTo>
                    <a:pt x="2311" y="2215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0" name="Google Shape;5080;p48"/>
            <p:cNvSpPr/>
            <p:nvPr/>
          </p:nvSpPr>
          <p:spPr>
            <a:xfrm>
              <a:off x="2887850" y="2804350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1" name="Google Shape;5081;p48"/>
            <p:cNvSpPr/>
            <p:nvPr/>
          </p:nvSpPr>
          <p:spPr>
            <a:xfrm>
              <a:off x="2816400" y="2804050"/>
              <a:ext cx="57775" cy="55375"/>
            </a:xfrm>
            <a:custGeom>
              <a:avLst/>
              <a:gdLst/>
              <a:ahLst/>
              <a:cxnLst/>
              <a:rect l="l" t="t" r="r" b="b"/>
              <a:pathLst>
                <a:path w="2311" h="2215" extrusionOk="0">
                  <a:moveTo>
                    <a:pt x="1" y="0"/>
                  </a:moveTo>
                  <a:lnTo>
                    <a:pt x="1" y="2215"/>
                  </a:lnTo>
                  <a:lnTo>
                    <a:pt x="2311" y="2215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2" name="Google Shape;5082;p48"/>
            <p:cNvSpPr/>
            <p:nvPr/>
          </p:nvSpPr>
          <p:spPr>
            <a:xfrm>
              <a:off x="2744675" y="2804350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1" y="0"/>
                  </a:moveTo>
                  <a:lnTo>
                    <a:pt x="1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3" name="Google Shape;5083;p48"/>
            <p:cNvSpPr/>
            <p:nvPr/>
          </p:nvSpPr>
          <p:spPr>
            <a:xfrm>
              <a:off x="2601800" y="2804350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1" y="0"/>
                  </a:moveTo>
                  <a:lnTo>
                    <a:pt x="1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4" name="Google Shape;5084;p48"/>
            <p:cNvSpPr/>
            <p:nvPr/>
          </p:nvSpPr>
          <p:spPr>
            <a:xfrm>
              <a:off x="2530075" y="2804350"/>
              <a:ext cx="57750" cy="55075"/>
            </a:xfrm>
            <a:custGeom>
              <a:avLst/>
              <a:gdLst/>
              <a:ahLst/>
              <a:cxnLst/>
              <a:rect l="l" t="t" r="r" b="b"/>
              <a:pathLst>
                <a:path w="2310" h="2203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5" name="Google Shape;5085;p48"/>
            <p:cNvSpPr/>
            <p:nvPr/>
          </p:nvSpPr>
          <p:spPr>
            <a:xfrm>
              <a:off x="2458625" y="2804350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1" y="0"/>
                  </a:moveTo>
                  <a:lnTo>
                    <a:pt x="1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6" name="Google Shape;5086;p48"/>
            <p:cNvSpPr/>
            <p:nvPr/>
          </p:nvSpPr>
          <p:spPr>
            <a:xfrm>
              <a:off x="2387200" y="2804350"/>
              <a:ext cx="57750" cy="55075"/>
            </a:xfrm>
            <a:custGeom>
              <a:avLst/>
              <a:gdLst/>
              <a:ahLst/>
              <a:cxnLst/>
              <a:rect l="l" t="t" r="r" b="b"/>
              <a:pathLst>
                <a:path w="2310" h="2203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7" name="Google Shape;5087;p48"/>
            <p:cNvSpPr/>
            <p:nvPr/>
          </p:nvSpPr>
          <p:spPr>
            <a:xfrm>
              <a:off x="3460250" y="2735275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1"/>
                  </a:moveTo>
                  <a:lnTo>
                    <a:pt x="0" y="2204"/>
                  </a:lnTo>
                  <a:lnTo>
                    <a:pt x="2310" y="2204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8" name="Google Shape;5088;p48"/>
            <p:cNvSpPr/>
            <p:nvPr/>
          </p:nvSpPr>
          <p:spPr>
            <a:xfrm>
              <a:off x="2387200" y="2735275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1"/>
                  </a:moveTo>
                  <a:lnTo>
                    <a:pt x="0" y="2204"/>
                  </a:lnTo>
                  <a:lnTo>
                    <a:pt x="2310" y="2204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9" name="Google Shape;5089;p48"/>
            <p:cNvSpPr/>
            <p:nvPr/>
          </p:nvSpPr>
          <p:spPr>
            <a:xfrm>
              <a:off x="3532875" y="2873100"/>
              <a:ext cx="57775" cy="55400"/>
            </a:xfrm>
            <a:custGeom>
              <a:avLst/>
              <a:gdLst/>
              <a:ahLst/>
              <a:cxnLst/>
              <a:rect l="l" t="t" r="r" b="b"/>
              <a:pathLst>
                <a:path w="2311" h="2216" extrusionOk="0">
                  <a:moveTo>
                    <a:pt x="0" y="1"/>
                  </a:moveTo>
                  <a:lnTo>
                    <a:pt x="0" y="2215"/>
                  </a:lnTo>
                  <a:lnTo>
                    <a:pt x="2310" y="2215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0" name="Google Shape;5090;p48"/>
            <p:cNvSpPr/>
            <p:nvPr/>
          </p:nvSpPr>
          <p:spPr>
            <a:xfrm>
              <a:off x="3532875" y="2804350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1" name="Google Shape;5091;p48"/>
            <p:cNvSpPr/>
            <p:nvPr/>
          </p:nvSpPr>
          <p:spPr>
            <a:xfrm>
              <a:off x="3532875" y="273527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0" y="1"/>
                  </a:moveTo>
                  <a:lnTo>
                    <a:pt x="0" y="2204"/>
                  </a:lnTo>
                  <a:lnTo>
                    <a:pt x="2310" y="2204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2" name="Google Shape;5092;p48"/>
            <p:cNvSpPr/>
            <p:nvPr/>
          </p:nvSpPr>
          <p:spPr>
            <a:xfrm>
              <a:off x="3460250" y="2666225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3" name="Google Shape;5093;p48"/>
            <p:cNvSpPr/>
            <p:nvPr/>
          </p:nvSpPr>
          <p:spPr>
            <a:xfrm>
              <a:off x="2387200" y="2666225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4" name="Google Shape;5094;p48"/>
            <p:cNvSpPr/>
            <p:nvPr/>
          </p:nvSpPr>
          <p:spPr>
            <a:xfrm>
              <a:off x="3460250" y="2597175"/>
              <a:ext cx="57750" cy="55400"/>
            </a:xfrm>
            <a:custGeom>
              <a:avLst/>
              <a:gdLst/>
              <a:ahLst/>
              <a:cxnLst/>
              <a:rect l="l" t="t" r="r" b="b"/>
              <a:pathLst>
                <a:path w="2310" h="2216" extrusionOk="0">
                  <a:moveTo>
                    <a:pt x="0" y="1"/>
                  </a:moveTo>
                  <a:lnTo>
                    <a:pt x="0" y="2215"/>
                  </a:lnTo>
                  <a:lnTo>
                    <a:pt x="2310" y="2215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5" name="Google Shape;5095;p48"/>
            <p:cNvSpPr/>
            <p:nvPr/>
          </p:nvSpPr>
          <p:spPr>
            <a:xfrm>
              <a:off x="2387200" y="2597175"/>
              <a:ext cx="57750" cy="55400"/>
            </a:xfrm>
            <a:custGeom>
              <a:avLst/>
              <a:gdLst/>
              <a:ahLst/>
              <a:cxnLst/>
              <a:rect l="l" t="t" r="r" b="b"/>
              <a:pathLst>
                <a:path w="2310" h="2216" extrusionOk="0">
                  <a:moveTo>
                    <a:pt x="0" y="1"/>
                  </a:moveTo>
                  <a:lnTo>
                    <a:pt x="0" y="2215"/>
                  </a:lnTo>
                  <a:lnTo>
                    <a:pt x="2310" y="2215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6" name="Google Shape;5096;p48"/>
            <p:cNvSpPr/>
            <p:nvPr/>
          </p:nvSpPr>
          <p:spPr>
            <a:xfrm>
              <a:off x="3460250" y="2528425"/>
              <a:ext cx="57750" cy="55075"/>
            </a:xfrm>
            <a:custGeom>
              <a:avLst/>
              <a:gdLst/>
              <a:ahLst/>
              <a:cxnLst/>
              <a:rect l="l" t="t" r="r" b="b"/>
              <a:pathLst>
                <a:path w="2310" h="2203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7" name="Google Shape;5097;p48"/>
            <p:cNvSpPr/>
            <p:nvPr/>
          </p:nvSpPr>
          <p:spPr>
            <a:xfrm>
              <a:off x="2387200" y="2528425"/>
              <a:ext cx="57750" cy="55075"/>
            </a:xfrm>
            <a:custGeom>
              <a:avLst/>
              <a:gdLst/>
              <a:ahLst/>
              <a:cxnLst/>
              <a:rect l="l" t="t" r="r" b="b"/>
              <a:pathLst>
                <a:path w="2310" h="2203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8" name="Google Shape;5098;p48"/>
            <p:cNvSpPr/>
            <p:nvPr/>
          </p:nvSpPr>
          <p:spPr>
            <a:xfrm>
              <a:off x="3533175" y="2666225"/>
              <a:ext cx="57475" cy="55100"/>
            </a:xfrm>
            <a:custGeom>
              <a:avLst/>
              <a:gdLst/>
              <a:ahLst/>
              <a:cxnLst/>
              <a:rect l="l" t="t" r="r" b="b"/>
              <a:pathLst>
                <a:path w="2299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298" y="2203"/>
                  </a:lnTo>
                  <a:lnTo>
                    <a:pt x="2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9" name="Google Shape;5099;p48"/>
            <p:cNvSpPr/>
            <p:nvPr/>
          </p:nvSpPr>
          <p:spPr>
            <a:xfrm>
              <a:off x="3533175" y="2597175"/>
              <a:ext cx="57475" cy="55400"/>
            </a:xfrm>
            <a:custGeom>
              <a:avLst/>
              <a:gdLst/>
              <a:ahLst/>
              <a:cxnLst/>
              <a:rect l="l" t="t" r="r" b="b"/>
              <a:pathLst>
                <a:path w="2299" h="2216" extrusionOk="0">
                  <a:moveTo>
                    <a:pt x="0" y="1"/>
                  </a:moveTo>
                  <a:lnTo>
                    <a:pt x="0" y="2215"/>
                  </a:lnTo>
                  <a:lnTo>
                    <a:pt x="2298" y="2215"/>
                  </a:lnTo>
                  <a:lnTo>
                    <a:pt x="2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0" name="Google Shape;5100;p48"/>
            <p:cNvSpPr/>
            <p:nvPr/>
          </p:nvSpPr>
          <p:spPr>
            <a:xfrm>
              <a:off x="3533175" y="2528425"/>
              <a:ext cx="57750" cy="55075"/>
            </a:xfrm>
            <a:custGeom>
              <a:avLst/>
              <a:gdLst/>
              <a:ahLst/>
              <a:cxnLst/>
              <a:rect l="l" t="t" r="r" b="b"/>
              <a:pathLst>
                <a:path w="2310" h="2203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1" name="Google Shape;5101;p48"/>
            <p:cNvSpPr/>
            <p:nvPr/>
          </p:nvSpPr>
          <p:spPr>
            <a:xfrm>
              <a:off x="3460250" y="2459350"/>
              <a:ext cx="57475" cy="55100"/>
            </a:xfrm>
            <a:custGeom>
              <a:avLst/>
              <a:gdLst/>
              <a:ahLst/>
              <a:cxnLst/>
              <a:rect l="l" t="t" r="r" b="b"/>
              <a:pathLst>
                <a:path w="2299" h="2204" extrusionOk="0">
                  <a:moveTo>
                    <a:pt x="0" y="1"/>
                  </a:moveTo>
                  <a:lnTo>
                    <a:pt x="0" y="2204"/>
                  </a:lnTo>
                  <a:lnTo>
                    <a:pt x="2298" y="2204"/>
                  </a:lnTo>
                  <a:lnTo>
                    <a:pt x="2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2" name="Google Shape;5102;p48"/>
            <p:cNvSpPr/>
            <p:nvPr/>
          </p:nvSpPr>
          <p:spPr>
            <a:xfrm>
              <a:off x="3173900" y="245935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0" y="1"/>
                  </a:moveTo>
                  <a:lnTo>
                    <a:pt x="0" y="2204"/>
                  </a:lnTo>
                  <a:lnTo>
                    <a:pt x="2310" y="2204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3" name="Google Shape;5103;p48"/>
            <p:cNvSpPr/>
            <p:nvPr/>
          </p:nvSpPr>
          <p:spPr>
            <a:xfrm>
              <a:off x="3102450" y="245935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4"/>
                  </a:lnTo>
                  <a:lnTo>
                    <a:pt x="2311" y="2204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4" name="Google Shape;5104;p48"/>
            <p:cNvSpPr/>
            <p:nvPr/>
          </p:nvSpPr>
          <p:spPr>
            <a:xfrm>
              <a:off x="3031025" y="245935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0" y="1"/>
                  </a:moveTo>
                  <a:lnTo>
                    <a:pt x="0" y="2204"/>
                  </a:lnTo>
                  <a:lnTo>
                    <a:pt x="2310" y="2204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5" name="Google Shape;5105;p48"/>
            <p:cNvSpPr/>
            <p:nvPr/>
          </p:nvSpPr>
          <p:spPr>
            <a:xfrm>
              <a:off x="2959275" y="245935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4"/>
                  </a:lnTo>
                  <a:lnTo>
                    <a:pt x="2311" y="2204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6" name="Google Shape;5106;p48"/>
            <p:cNvSpPr/>
            <p:nvPr/>
          </p:nvSpPr>
          <p:spPr>
            <a:xfrm>
              <a:off x="2887850" y="245935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0" y="1"/>
                  </a:moveTo>
                  <a:lnTo>
                    <a:pt x="0" y="2204"/>
                  </a:lnTo>
                  <a:lnTo>
                    <a:pt x="2310" y="2204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7" name="Google Shape;5107;p48"/>
            <p:cNvSpPr/>
            <p:nvPr/>
          </p:nvSpPr>
          <p:spPr>
            <a:xfrm>
              <a:off x="2816400" y="245935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4"/>
                  </a:lnTo>
                  <a:lnTo>
                    <a:pt x="2311" y="2204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8" name="Google Shape;5108;p48"/>
            <p:cNvSpPr/>
            <p:nvPr/>
          </p:nvSpPr>
          <p:spPr>
            <a:xfrm>
              <a:off x="2744675" y="245935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4"/>
                  </a:lnTo>
                  <a:lnTo>
                    <a:pt x="2310" y="2204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9" name="Google Shape;5109;p48"/>
            <p:cNvSpPr/>
            <p:nvPr/>
          </p:nvSpPr>
          <p:spPr>
            <a:xfrm>
              <a:off x="2673250" y="2459350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1"/>
                  </a:moveTo>
                  <a:lnTo>
                    <a:pt x="0" y="2204"/>
                  </a:lnTo>
                  <a:lnTo>
                    <a:pt x="2310" y="2204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0" name="Google Shape;5110;p48"/>
            <p:cNvSpPr/>
            <p:nvPr/>
          </p:nvSpPr>
          <p:spPr>
            <a:xfrm>
              <a:off x="2673250" y="2390300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1" name="Google Shape;5111;p48"/>
            <p:cNvSpPr/>
            <p:nvPr/>
          </p:nvSpPr>
          <p:spPr>
            <a:xfrm>
              <a:off x="2601800" y="245935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4"/>
                  </a:lnTo>
                  <a:lnTo>
                    <a:pt x="2310" y="2204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2" name="Google Shape;5112;p48"/>
            <p:cNvSpPr/>
            <p:nvPr/>
          </p:nvSpPr>
          <p:spPr>
            <a:xfrm>
              <a:off x="2387200" y="2459350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1"/>
                  </a:moveTo>
                  <a:lnTo>
                    <a:pt x="0" y="2204"/>
                  </a:lnTo>
                  <a:lnTo>
                    <a:pt x="2310" y="2204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3" name="Google Shape;5113;p48"/>
            <p:cNvSpPr/>
            <p:nvPr/>
          </p:nvSpPr>
          <p:spPr>
            <a:xfrm>
              <a:off x="3460250" y="2390300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4" name="Google Shape;5114;p48"/>
            <p:cNvSpPr/>
            <p:nvPr/>
          </p:nvSpPr>
          <p:spPr>
            <a:xfrm>
              <a:off x="3245625" y="239030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5" name="Google Shape;5115;p48"/>
            <p:cNvSpPr/>
            <p:nvPr/>
          </p:nvSpPr>
          <p:spPr>
            <a:xfrm>
              <a:off x="3173900" y="239030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6" name="Google Shape;5116;p48"/>
            <p:cNvSpPr/>
            <p:nvPr/>
          </p:nvSpPr>
          <p:spPr>
            <a:xfrm>
              <a:off x="3102450" y="239030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7" name="Google Shape;5117;p48"/>
            <p:cNvSpPr/>
            <p:nvPr/>
          </p:nvSpPr>
          <p:spPr>
            <a:xfrm>
              <a:off x="3245625" y="2459350"/>
              <a:ext cx="57475" cy="55100"/>
            </a:xfrm>
            <a:custGeom>
              <a:avLst/>
              <a:gdLst/>
              <a:ahLst/>
              <a:cxnLst/>
              <a:rect l="l" t="t" r="r" b="b"/>
              <a:pathLst>
                <a:path w="2299" h="2204" extrusionOk="0">
                  <a:moveTo>
                    <a:pt x="1" y="1"/>
                  </a:moveTo>
                  <a:lnTo>
                    <a:pt x="1" y="2204"/>
                  </a:lnTo>
                  <a:lnTo>
                    <a:pt x="2299" y="2204"/>
                  </a:lnTo>
                  <a:lnTo>
                    <a:pt x="22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8" name="Google Shape;5118;p48"/>
            <p:cNvSpPr/>
            <p:nvPr/>
          </p:nvSpPr>
          <p:spPr>
            <a:xfrm>
              <a:off x="3031025" y="239030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9" name="Google Shape;5119;p48"/>
            <p:cNvSpPr/>
            <p:nvPr/>
          </p:nvSpPr>
          <p:spPr>
            <a:xfrm>
              <a:off x="2959275" y="239030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0" name="Google Shape;5120;p48"/>
            <p:cNvSpPr/>
            <p:nvPr/>
          </p:nvSpPr>
          <p:spPr>
            <a:xfrm>
              <a:off x="2887850" y="239030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1" name="Google Shape;5121;p48"/>
            <p:cNvSpPr/>
            <p:nvPr/>
          </p:nvSpPr>
          <p:spPr>
            <a:xfrm>
              <a:off x="2816400" y="239030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2" name="Google Shape;5122;p48"/>
            <p:cNvSpPr/>
            <p:nvPr/>
          </p:nvSpPr>
          <p:spPr>
            <a:xfrm>
              <a:off x="2744975" y="2390300"/>
              <a:ext cx="57475" cy="55100"/>
            </a:xfrm>
            <a:custGeom>
              <a:avLst/>
              <a:gdLst/>
              <a:ahLst/>
              <a:cxnLst/>
              <a:rect l="l" t="t" r="r" b="b"/>
              <a:pathLst>
                <a:path w="2299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298" y="2203"/>
                  </a:lnTo>
                  <a:lnTo>
                    <a:pt x="2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3" name="Google Shape;5123;p48"/>
            <p:cNvSpPr/>
            <p:nvPr/>
          </p:nvSpPr>
          <p:spPr>
            <a:xfrm>
              <a:off x="2601800" y="239030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4" name="Google Shape;5124;p48"/>
            <p:cNvSpPr/>
            <p:nvPr/>
          </p:nvSpPr>
          <p:spPr>
            <a:xfrm>
              <a:off x="2387200" y="2390300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5" name="Google Shape;5125;p48"/>
            <p:cNvSpPr/>
            <p:nvPr/>
          </p:nvSpPr>
          <p:spPr>
            <a:xfrm>
              <a:off x="3460250" y="2321250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6" name="Google Shape;5126;p48"/>
            <p:cNvSpPr/>
            <p:nvPr/>
          </p:nvSpPr>
          <p:spPr>
            <a:xfrm>
              <a:off x="2387200" y="2321250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7" name="Google Shape;5127;p48"/>
            <p:cNvSpPr/>
            <p:nvPr/>
          </p:nvSpPr>
          <p:spPr>
            <a:xfrm>
              <a:off x="3532875" y="245935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0" y="1"/>
                  </a:moveTo>
                  <a:lnTo>
                    <a:pt x="0" y="2204"/>
                  </a:lnTo>
                  <a:lnTo>
                    <a:pt x="2310" y="2204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8" name="Google Shape;5128;p48"/>
            <p:cNvSpPr/>
            <p:nvPr/>
          </p:nvSpPr>
          <p:spPr>
            <a:xfrm>
              <a:off x="3532875" y="239030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9" name="Google Shape;5129;p48"/>
            <p:cNvSpPr/>
            <p:nvPr/>
          </p:nvSpPr>
          <p:spPr>
            <a:xfrm>
              <a:off x="3532875" y="2321250"/>
              <a:ext cx="57775" cy="55375"/>
            </a:xfrm>
            <a:custGeom>
              <a:avLst/>
              <a:gdLst/>
              <a:ahLst/>
              <a:cxnLst/>
              <a:rect l="l" t="t" r="r" b="b"/>
              <a:pathLst>
                <a:path w="2311" h="2215" extrusionOk="0">
                  <a:moveTo>
                    <a:pt x="0" y="0"/>
                  </a:moveTo>
                  <a:lnTo>
                    <a:pt x="0" y="2215"/>
                  </a:lnTo>
                  <a:lnTo>
                    <a:pt x="2310" y="2215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0" name="Google Shape;5130;p48"/>
            <p:cNvSpPr/>
            <p:nvPr/>
          </p:nvSpPr>
          <p:spPr>
            <a:xfrm>
              <a:off x="3460250" y="2252200"/>
              <a:ext cx="57750" cy="55375"/>
            </a:xfrm>
            <a:custGeom>
              <a:avLst/>
              <a:gdLst/>
              <a:ahLst/>
              <a:cxnLst/>
              <a:rect l="l" t="t" r="r" b="b"/>
              <a:pathLst>
                <a:path w="2310" h="2215" extrusionOk="0">
                  <a:moveTo>
                    <a:pt x="0" y="0"/>
                  </a:moveTo>
                  <a:lnTo>
                    <a:pt x="0" y="2215"/>
                  </a:lnTo>
                  <a:lnTo>
                    <a:pt x="2310" y="2215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1" name="Google Shape;5131;p48"/>
            <p:cNvSpPr/>
            <p:nvPr/>
          </p:nvSpPr>
          <p:spPr>
            <a:xfrm>
              <a:off x="3174200" y="2252500"/>
              <a:ext cx="57475" cy="55075"/>
            </a:xfrm>
            <a:custGeom>
              <a:avLst/>
              <a:gdLst/>
              <a:ahLst/>
              <a:cxnLst/>
              <a:rect l="l" t="t" r="r" b="b"/>
              <a:pathLst>
                <a:path w="2299" h="2203" extrusionOk="0">
                  <a:moveTo>
                    <a:pt x="0" y="0"/>
                  </a:moveTo>
                  <a:lnTo>
                    <a:pt x="0" y="2203"/>
                  </a:lnTo>
                  <a:lnTo>
                    <a:pt x="2298" y="2203"/>
                  </a:lnTo>
                  <a:lnTo>
                    <a:pt x="2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2" name="Google Shape;5132;p48"/>
            <p:cNvSpPr/>
            <p:nvPr/>
          </p:nvSpPr>
          <p:spPr>
            <a:xfrm>
              <a:off x="3102450" y="2252200"/>
              <a:ext cx="57775" cy="55375"/>
            </a:xfrm>
            <a:custGeom>
              <a:avLst/>
              <a:gdLst/>
              <a:ahLst/>
              <a:cxnLst/>
              <a:rect l="l" t="t" r="r" b="b"/>
              <a:pathLst>
                <a:path w="2311" h="2215" extrusionOk="0">
                  <a:moveTo>
                    <a:pt x="1" y="0"/>
                  </a:moveTo>
                  <a:lnTo>
                    <a:pt x="1" y="2215"/>
                  </a:lnTo>
                  <a:lnTo>
                    <a:pt x="2311" y="2215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3" name="Google Shape;5133;p48"/>
            <p:cNvSpPr/>
            <p:nvPr/>
          </p:nvSpPr>
          <p:spPr>
            <a:xfrm>
              <a:off x="3031025" y="2252200"/>
              <a:ext cx="57775" cy="55375"/>
            </a:xfrm>
            <a:custGeom>
              <a:avLst/>
              <a:gdLst/>
              <a:ahLst/>
              <a:cxnLst/>
              <a:rect l="l" t="t" r="r" b="b"/>
              <a:pathLst>
                <a:path w="2311" h="2215" extrusionOk="0">
                  <a:moveTo>
                    <a:pt x="0" y="0"/>
                  </a:moveTo>
                  <a:lnTo>
                    <a:pt x="0" y="2215"/>
                  </a:lnTo>
                  <a:lnTo>
                    <a:pt x="2310" y="2215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4" name="Google Shape;5134;p48"/>
            <p:cNvSpPr/>
            <p:nvPr/>
          </p:nvSpPr>
          <p:spPr>
            <a:xfrm>
              <a:off x="2959575" y="2252200"/>
              <a:ext cx="57775" cy="55375"/>
            </a:xfrm>
            <a:custGeom>
              <a:avLst/>
              <a:gdLst/>
              <a:ahLst/>
              <a:cxnLst/>
              <a:rect l="l" t="t" r="r" b="b"/>
              <a:pathLst>
                <a:path w="2311" h="2215" extrusionOk="0">
                  <a:moveTo>
                    <a:pt x="1" y="0"/>
                  </a:moveTo>
                  <a:lnTo>
                    <a:pt x="1" y="2215"/>
                  </a:lnTo>
                  <a:lnTo>
                    <a:pt x="2311" y="2215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5" name="Google Shape;5135;p48"/>
            <p:cNvSpPr/>
            <p:nvPr/>
          </p:nvSpPr>
          <p:spPr>
            <a:xfrm>
              <a:off x="2887850" y="2252200"/>
              <a:ext cx="57775" cy="55375"/>
            </a:xfrm>
            <a:custGeom>
              <a:avLst/>
              <a:gdLst/>
              <a:ahLst/>
              <a:cxnLst/>
              <a:rect l="l" t="t" r="r" b="b"/>
              <a:pathLst>
                <a:path w="2311" h="2215" extrusionOk="0">
                  <a:moveTo>
                    <a:pt x="0" y="0"/>
                  </a:moveTo>
                  <a:lnTo>
                    <a:pt x="0" y="2215"/>
                  </a:lnTo>
                  <a:lnTo>
                    <a:pt x="2310" y="2215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6" name="Google Shape;5136;p48"/>
            <p:cNvSpPr/>
            <p:nvPr/>
          </p:nvSpPr>
          <p:spPr>
            <a:xfrm>
              <a:off x="2816400" y="2252200"/>
              <a:ext cx="57775" cy="55375"/>
            </a:xfrm>
            <a:custGeom>
              <a:avLst/>
              <a:gdLst/>
              <a:ahLst/>
              <a:cxnLst/>
              <a:rect l="l" t="t" r="r" b="b"/>
              <a:pathLst>
                <a:path w="2311" h="2215" extrusionOk="0">
                  <a:moveTo>
                    <a:pt x="1" y="0"/>
                  </a:moveTo>
                  <a:lnTo>
                    <a:pt x="1" y="2215"/>
                  </a:lnTo>
                  <a:lnTo>
                    <a:pt x="2311" y="2215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7" name="Google Shape;5137;p48"/>
            <p:cNvSpPr/>
            <p:nvPr/>
          </p:nvSpPr>
          <p:spPr>
            <a:xfrm>
              <a:off x="2744975" y="2252500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8" name="Google Shape;5138;p48"/>
            <p:cNvSpPr/>
            <p:nvPr/>
          </p:nvSpPr>
          <p:spPr>
            <a:xfrm>
              <a:off x="2673250" y="2252200"/>
              <a:ext cx="57750" cy="55375"/>
            </a:xfrm>
            <a:custGeom>
              <a:avLst/>
              <a:gdLst/>
              <a:ahLst/>
              <a:cxnLst/>
              <a:rect l="l" t="t" r="r" b="b"/>
              <a:pathLst>
                <a:path w="2310" h="2215" extrusionOk="0">
                  <a:moveTo>
                    <a:pt x="0" y="0"/>
                  </a:moveTo>
                  <a:lnTo>
                    <a:pt x="0" y="2215"/>
                  </a:lnTo>
                  <a:lnTo>
                    <a:pt x="2310" y="2215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9" name="Google Shape;5139;p48"/>
            <p:cNvSpPr/>
            <p:nvPr/>
          </p:nvSpPr>
          <p:spPr>
            <a:xfrm>
              <a:off x="2673250" y="2183425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1"/>
                  </a:moveTo>
                  <a:lnTo>
                    <a:pt x="0" y="2204"/>
                  </a:lnTo>
                  <a:lnTo>
                    <a:pt x="2310" y="2204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0" name="Google Shape;5140;p48"/>
            <p:cNvSpPr/>
            <p:nvPr/>
          </p:nvSpPr>
          <p:spPr>
            <a:xfrm>
              <a:off x="2601800" y="2252500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1" y="0"/>
                  </a:moveTo>
                  <a:lnTo>
                    <a:pt x="1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1" name="Google Shape;5141;p48"/>
            <p:cNvSpPr/>
            <p:nvPr/>
          </p:nvSpPr>
          <p:spPr>
            <a:xfrm>
              <a:off x="2387200" y="2252200"/>
              <a:ext cx="57750" cy="55375"/>
            </a:xfrm>
            <a:custGeom>
              <a:avLst/>
              <a:gdLst/>
              <a:ahLst/>
              <a:cxnLst/>
              <a:rect l="l" t="t" r="r" b="b"/>
              <a:pathLst>
                <a:path w="2310" h="2215" extrusionOk="0">
                  <a:moveTo>
                    <a:pt x="0" y="0"/>
                  </a:moveTo>
                  <a:lnTo>
                    <a:pt x="0" y="2215"/>
                  </a:lnTo>
                  <a:lnTo>
                    <a:pt x="2310" y="2215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2" name="Google Shape;5142;p48"/>
            <p:cNvSpPr/>
            <p:nvPr/>
          </p:nvSpPr>
          <p:spPr>
            <a:xfrm>
              <a:off x="3460250" y="2183425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1"/>
                  </a:moveTo>
                  <a:lnTo>
                    <a:pt x="0" y="2204"/>
                  </a:lnTo>
                  <a:lnTo>
                    <a:pt x="2310" y="2204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3" name="Google Shape;5143;p48"/>
            <p:cNvSpPr/>
            <p:nvPr/>
          </p:nvSpPr>
          <p:spPr>
            <a:xfrm>
              <a:off x="3245625" y="218342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4"/>
                  </a:lnTo>
                  <a:lnTo>
                    <a:pt x="2311" y="2204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4" name="Google Shape;5144;p48"/>
            <p:cNvSpPr/>
            <p:nvPr/>
          </p:nvSpPr>
          <p:spPr>
            <a:xfrm>
              <a:off x="3174200" y="2183425"/>
              <a:ext cx="57475" cy="55100"/>
            </a:xfrm>
            <a:custGeom>
              <a:avLst/>
              <a:gdLst/>
              <a:ahLst/>
              <a:cxnLst/>
              <a:rect l="l" t="t" r="r" b="b"/>
              <a:pathLst>
                <a:path w="2299" h="2204" extrusionOk="0">
                  <a:moveTo>
                    <a:pt x="0" y="1"/>
                  </a:moveTo>
                  <a:lnTo>
                    <a:pt x="0" y="2204"/>
                  </a:lnTo>
                  <a:lnTo>
                    <a:pt x="2298" y="2204"/>
                  </a:lnTo>
                  <a:lnTo>
                    <a:pt x="2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5" name="Google Shape;5145;p48"/>
            <p:cNvSpPr/>
            <p:nvPr/>
          </p:nvSpPr>
          <p:spPr>
            <a:xfrm>
              <a:off x="3102450" y="218342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4"/>
                  </a:lnTo>
                  <a:lnTo>
                    <a:pt x="2311" y="2204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6" name="Google Shape;5146;p48"/>
            <p:cNvSpPr/>
            <p:nvPr/>
          </p:nvSpPr>
          <p:spPr>
            <a:xfrm>
              <a:off x="3245625" y="2252200"/>
              <a:ext cx="57775" cy="55375"/>
            </a:xfrm>
            <a:custGeom>
              <a:avLst/>
              <a:gdLst/>
              <a:ahLst/>
              <a:cxnLst/>
              <a:rect l="l" t="t" r="r" b="b"/>
              <a:pathLst>
                <a:path w="2311" h="2215" extrusionOk="0">
                  <a:moveTo>
                    <a:pt x="1" y="0"/>
                  </a:moveTo>
                  <a:lnTo>
                    <a:pt x="1" y="2215"/>
                  </a:lnTo>
                  <a:lnTo>
                    <a:pt x="2311" y="2215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7" name="Google Shape;5147;p48"/>
            <p:cNvSpPr/>
            <p:nvPr/>
          </p:nvSpPr>
          <p:spPr>
            <a:xfrm>
              <a:off x="3031025" y="218342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0" y="1"/>
                  </a:moveTo>
                  <a:lnTo>
                    <a:pt x="0" y="2204"/>
                  </a:lnTo>
                  <a:lnTo>
                    <a:pt x="2310" y="2204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8" name="Google Shape;5148;p48"/>
            <p:cNvSpPr/>
            <p:nvPr/>
          </p:nvSpPr>
          <p:spPr>
            <a:xfrm>
              <a:off x="2959575" y="218342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4"/>
                  </a:lnTo>
                  <a:lnTo>
                    <a:pt x="2311" y="2204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9" name="Google Shape;5149;p48"/>
            <p:cNvSpPr/>
            <p:nvPr/>
          </p:nvSpPr>
          <p:spPr>
            <a:xfrm>
              <a:off x="2887850" y="218342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0" y="1"/>
                  </a:moveTo>
                  <a:lnTo>
                    <a:pt x="0" y="2204"/>
                  </a:lnTo>
                  <a:lnTo>
                    <a:pt x="2310" y="2204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0" name="Google Shape;5150;p48"/>
            <p:cNvSpPr/>
            <p:nvPr/>
          </p:nvSpPr>
          <p:spPr>
            <a:xfrm>
              <a:off x="2816400" y="218342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4"/>
                  </a:lnTo>
                  <a:lnTo>
                    <a:pt x="2311" y="2204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1" name="Google Shape;5151;p48"/>
            <p:cNvSpPr/>
            <p:nvPr/>
          </p:nvSpPr>
          <p:spPr>
            <a:xfrm>
              <a:off x="2744975" y="218342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0" y="1"/>
                  </a:moveTo>
                  <a:lnTo>
                    <a:pt x="0" y="2204"/>
                  </a:lnTo>
                  <a:lnTo>
                    <a:pt x="2310" y="2204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2" name="Google Shape;5152;p48"/>
            <p:cNvSpPr/>
            <p:nvPr/>
          </p:nvSpPr>
          <p:spPr>
            <a:xfrm>
              <a:off x="2601800" y="218342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4"/>
                  </a:lnTo>
                  <a:lnTo>
                    <a:pt x="2310" y="2204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3" name="Google Shape;5153;p48"/>
            <p:cNvSpPr/>
            <p:nvPr/>
          </p:nvSpPr>
          <p:spPr>
            <a:xfrm>
              <a:off x="2387200" y="2183425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1"/>
                  </a:moveTo>
                  <a:lnTo>
                    <a:pt x="0" y="2204"/>
                  </a:lnTo>
                  <a:lnTo>
                    <a:pt x="2310" y="2204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4" name="Google Shape;5154;p48"/>
            <p:cNvSpPr/>
            <p:nvPr/>
          </p:nvSpPr>
          <p:spPr>
            <a:xfrm>
              <a:off x="3460250" y="2114375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5" name="Google Shape;5155;p48"/>
            <p:cNvSpPr/>
            <p:nvPr/>
          </p:nvSpPr>
          <p:spPr>
            <a:xfrm>
              <a:off x="2387200" y="2114375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6" name="Google Shape;5156;p48"/>
            <p:cNvSpPr/>
            <p:nvPr/>
          </p:nvSpPr>
          <p:spPr>
            <a:xfrm>
              <a:off x="3533175" y="2252200"/>
              <a:ext cx="57475" cy="55375"/>
            </a:xfrm>
            <a:custGeom>
              <a:avLst/>
              <a:gdLst/>
              <a:ahLst/>
              <a:cxnLst/>
              <a:rect l="l" t="t" r="r" b="b"/>
              <a:pathLst>
                <a:path w="2299" h="2215" extrusionOk="0">
                  <a:moveTo>
                    <a:pt x="0" y="0"/>
                  </a:moveTo>
                  <a:lnTo>
                    <a:pt x="0" y="2215"/>
                  </a:lnTo>
                  <a:lnTo>
                    <a:pt x="2298" y="2215"/>
                  </a:lnTo>
                  <a:lnTo>
                    <a:pt x="2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7" name="Google Shape;5157;p48"/>
            <p:cNvSpPr/>
            <p:nvPr/>
          </p:nvSpPr>
          <p:spPr>
            <a:xfrm>
              <a:off x="3533175" y="2183425"/>
              <a:ext cx="57475" cy="55100"/>
            </a:xfrm>
            <a:custGeom>
              <a:avLst/>
              <a:gdLst/>
              <a:ahLst/>
              <a:cxnLst/>
              <a:rect l="l" t="t" r="r" b="b"/>
              <a:pathLst>
                <a:path w="2299" h="2204" extrusionOk="0">
                  <a:moveTo>
                    <a:pt x="0" y="1"/>
                  </a:moveTo>
                  <a:lnTo>
                    <a:pt x="0" y="2204"/>
                  </a:lnTo>
                  <a:lnTo>
                    <a:pt x="2298" y="2204"/>
                  </a:lnTo>
                  <a:lnTo>
                    <a:pt x="2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8" name="Google Shape;5158;p48"/>
            <p:cNvSpPr/>
            <p:nvPr/>
          </p:nvSpPr>
          <p:spPr>
            <a:xfrm>
              <a:off x="3533175" y="2114375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9" name="Google Shape;5159;p48"/>
            <p:cNvSpPr/>
            <p:nvPr/>
          </p:nvSpPr>
          <p:spPr>
            <a:xfrm>
              <a:off x="3460250" y="2045325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0" name="Google Shape;5160;p48"/>
            <p:cNvSpPr/>
            <p:nvPr/>
          </p:nvSpPr>
          <p:spPr>
            <a:xfrm>
              <a:off x="3173900" y="204532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1" name="Google Shape;5161;p48"/>
            <p:cNvSpPr/>
            <p:nvPr/>
          </p:nvSpPr>
          <p:spPr>
            <a:xfrm>
              <a:off x="3102450" y="204532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0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2" name="Google Shape;5162;p48"/>
            <p:cNvSpPr/>
            <p:nvPr/>
          </p:nvSpPr>
          <p:spPr>
            <a:xfrm>
              <a:off x="3031025" y="204532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3" name="Google Shape;5163;p48"/>
            <p:cNvSpPr/>
            <p:nvPr/>
          </p:nvSpPr>
          <p:spPr>
            <a:xfrm>
              <a:off x="2959575" y="2045325"/>
              <a:ext cx="57475" cy="55100"/>
            </a:xfrm>
            <a:custGeom>
              <a:avLst/>
              <a:gdLst/>
              <a:ahLst/>
              <a:cxnLst/>
              <a:rect l="l" t="t" r="r" b="b"/>
              <a:pathLst>
                <a:path w="2299" h="2204" extrusionOk="0">
                  <a:moveTo>
                    <a:pt x="1" y="0"/>
                  </a:moveTo>
                  <a:lnTo>
                    <a:pt x="1" y="2203"/>
                  </a:lnTo>
                  <a:lnTo>
                    <a:pt x="2299" y="2203"/>
                  </a:lnTo>
                  <a:lnTo>
                    <a:pt x="22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4" name="Google Shape;5164;p48"/>
            <p:cNvSpPr/>
            <p:nvPr/>
          </p:nvSpPr>
          <p:spPr>
            <a:xfrm>
              <a:off x="2887850" y="2045325"/>
              <a:ext cx="57775" cy="55375"/>
            </a:xfrm>
            <a:custGeom>
              <a:avLst/>
              <a:gdLst/>
              <a:ahLst/>
              <a:cxnLst/>
              <a:rect l="l" t="t" r="r" b="b"/>
              <a:pathLst>
                <a:path w="2311" h="2215" extrusionOk="0">
                  <a:moveTo>
                    <a:pt x="0" y="0"/>
                  </a:moveTo>
                  <a:lnTo>
                    <a:pt x="0" y="2215"/>
                  </a:lnTo>
                  <a:lnTo>
                    <a:pt x="2310" y="2215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5" name="Google Shape;5165;p48"/>
            <p:cNvSpPr/>
            <p:nvPr/>
          </p:nvSpPr>
          <p:spPr>
            <a:xfrm>
              <a:off x="2816400" y="204532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0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6" name="Google Shape;5166;p48"/>
            <p:cNvSpPr/>
            <p:nvPr/>
          </p:nvSpPr>
          <p:spPr>
            <a:xfrm>
              <a:off x="2744975" y="2045325"/>
              <a:ext cx="57475" cy="55375"/>
            </a:xfrm>
            <a:custGeom>
              <a:avLst/>
              <a:gdLst/>
              <a:ahLst/>
              <a:cxnLst/>
              <a:rect l="l" t="t" r="r" b="b"/>
              <a:pathLst>
                <a:path w="2299" h="2215" extrusionOk="0">
                  <a:moveTo>
                    <a:pt x="0" y="0"/>
                  </a:moveTo>
                  <a:lnTo>
                    <a:pt x="0" y="2215"/>
                  </a:lnTo>
                  <a:lnTo>
                    <a:pt x="2298" y="2215"/>
                  </a:lnTo>
                  <a:lnTo>
                    <a:pt x="2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7" name="Google Shape;5167;p48"/>
            <p:cNvSpPr/>
            <p:nvPr/>
          </p:nvSpPr>
          <p:spPr>
            <a:xfrm>
              <a:off x="2673250" y="2045325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8" name="Google Shape;5168;p48"/>
            <p:cNvSpPr/>
            <p:nvPr/>
          </p:nvSpPr>
          <p:spPr>
            <a:xfrm>
              <a:off x="2673250" y="1976275"/>
              <a:ext cx="57750" cy="55375"/>
            </a:xfrm>
            <a:custGeom>
              <a:avLst/>
              <a:gdLst/>
              <a:ahLst/>
              <a:cxnLst/>
              <a:rect l="l" t="t" r="r" b="b"/>
              <a:pathLst>
                <a:path w="2310" h="2215" extrusionOk="0">
                  <a:moveTo>
                    <a:pt x="0" y="0"/>
                  </a:moveTo>
                  <a:lnTo>
                    <a:pt x="0" y="2215"/>
                  </a:lnTo>
                  <a:lnTo>
                    <a:pt x="2310" y="2215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9" name="Google Shape;5169;p48"/>
            <p:cNvSpPr/>
            <p:nvPr/>
          </p:nvSpPr>
          <p:spPr>
            <a:xfrm>
              <a:off x="2601800" y="204532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0"/>
                  </a:moveTo>
                  <a:lnTo>
                    <a:pt x="1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0" name="Google Shape;5170;p48"/>
            <p:cNvSpPr/>
            <p:nvPr/>
          </p:nvSpPr>
          <p:spPr>
            <a:xfrm>
              <a:off x="2387200" y="2045325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1" name="Google Shape;5171;p48"/>
            <p:cNvSpPr/>
            <p:nvPr/>
          </p:nvSpPr>
          <p:spPr>
            <a:xfrm>
              <a:off x="3460250" y="1976275"/>
              <a:ext cx="57475" cy="55375"/>
            </a:xfrm>
            <a:custGeom>
              <a:avLst/>
              <a:gdLst/>
              <a:ahLst/>
              <a:cxnLst/>
              <a:rect l="l" t="t" r="r" b="b"/>
              <a:pathLst>
                <a:path w="2299" h="2215" extrusionOk="0">
                  <a:moveTo>
                    <a:pt x="0" y="0"/>
                  </a:moveTo>
                  <a:lnTo>
                    <a:pt x="0" y="2215"/>
                  </a:lnTo>
                  <a:lnTo>
                    <a:pt x="2298" y="2215"/>
                  </a:lnTo>
                  <a:lnTo>
                    <a:pt x="2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2" name="Google Shape;5172;p48"/>
            <p:cNvSpPr/>
            <p:nvPr/>
          </p:nvSpPr>
          <p:spPr>
            <a:xfrm>
              <a:off x="3245625" y="1976575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1" y="0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3" name="Google Shape;5173;p48"/>
            <p:cNvSpPr/>
            <p:nvPr/>
          </p:nvSpPr>
          <p:spPr>
            <a:xfrm>
              <a:off x="3173900" y="1976275"/>
              <a:ext cx="57775" cy="55375"/>
            </a:xfrm>
            <a:custGeom>
              <a:avLst/>
              <a:gdLst/>
              <a:ahLst/>
              <a:cxnLst/>
              <a:rect l="l" t="t" r="r" b="b"/>
              <a:pathLst>
                <a:path w="2311" h="2215" extrusionOk="0">
                  <a:moveTo>
                    <a:pt x="0" y="0"/>
                  </a:moveTo>
                  <a:lnTo>
                    <a:pt x="0" y="2215"/>
                  </a:lnTo>
                  <a:lnTo>
                    <a:pt x="2310" y="2215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4" name="Google Shape;5174;p48"/>
            <p:cNvSpPr/>
            <p:nvPr/>
          </p:nvSpPr>
          <p:spPr>
            <a:xfrm>
              <a:off x="3102450" y="1976575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1" y="0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5" name="Google Shape;5175;p48"/>
            <p:cNvSpPr/>
            <p:nvPr/>
          </p:nvSpPr>
          <p:spPr>
            <a:xfrm>
              <a:off x="3245625" y="2045325"/>
              <a:ext cx="57775" cy="55375"/>
            </a:xfrm>
            <a:custGeom>
              <a:avLst/>
              <a:gdLst/>
              <a:ahLst/>
              <a:cxnLst/>
              <a:rect l="l" t="t" r="r" b="b"/>
              <a:pathLst>
                <a:path w="2311" h="2215" extrusionOk="0">
                  <a:moveTo>
                    <a:pt x="1" y="0"/>
                  </a:moveTo>
                  <a:lnTo>
                    <a:pt x="1" y="2215"/>
                  </a:lnTo>
                  <a:lnTo>
                    <a:pt x="2311" y="2215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6" name="Google Shape;5176;p48"/>
            <p:cNvSpPr/>
            <p:nvPr/>
          </p:nvSpPr>
          <p:spPr>
            <a:xfrm>
              <a:off x="3031025" y="1976275"/>
              <a:ext cx="57775" cy="55375"/>
            </a:xfrm>
            <a:custGeom>
              <a:avLst/>
              <a:gdLst/>
              <a:ahLst/>
              <a:cxnLst/>
              <a:rect l="l" t="t" r="r" b="b"/>
              <a:pathLst>
                <a:path w="2311" h="2215" extrusionOk="0">
                  <a:moveTo>
                    <a:pt x="0" y="0"/>
                  </a:moveTo>
                  <a:lnTo>
                    <a:pt x="0" y="2215"/>
                  </a:lnTo>
                  <a:lnTo>
                    <a:pt x="2310" y="2215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7" name="Google Shape;5177;p48"/>
            <p:cNvSpPr/>
            <p:nvPr/>
          </p:nvSpPr>
          <p:spPr>
            <a:xfrm>
              <a:off x="2959275" y="1976275"/>
              <a:ext cx="57775" cy="55375"/>
            </a:xfrm>
            <a:custGeom>
              <a:avLst/>
              <a:gdLst/>
              <a:ahLst/>
              <a:cxnLst/>
              <a:rect l="l" t="t" r="r" b="b"/>
              <a:pathLst>
                <a:path w="2311" h="2215" extrusionOk="0">
                  <a:moveTo>
                    <a:pt x="1" y="0"/>
                  </a:moveTo>
                  <a:lnTo>
                    <a:pt x="1" y="2215"/>
                  </a:lnTo>
                  <a:lnTo>
                    <a:pt x="2311" y="2215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8" name="Google Shape;5178;p48"/>
            <p:cNvSpPr/>
            <p:nvPr/>
          </p:nvSpPr>
          <p:spPr>
            <a:xfrm>
              <a:off x="2887850" y="1976575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9" name="Google Shape;5179;p48"/>
            <p:cNvSpPr/>
            <p:nvPr/>
          </p:nvSpPr>
          <p:spPr>
            <a:xfrm>
              <a:off x="2816400" y="1976275"/>
              <a:ext cx="57775" cy="55375"/>
            </a:xfrm>
            <a:custGeom>
              <a:avLst/>
              <a:gdLst/>
              <a:ahLst/>
              <a:cxnLst/>
              <a:rect l="l" t="t" r="r" b="b"/>
              <a:pathLst>
                <a:path w="2311" h="2215" extrusionOk="0">
                  <a:moveTo>
                    <a:pt x="1" y="0"/>
                  </a:moveTo>
                  <a:lnTo>
                    <a:pt x="1" y="2215"/>
                  </a:lnTo>
                  <a:lnTo>
                    <a:pt x="2311" y="2215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0" name="Google Shape;5180;p48"/>
            <p:cNvSpPr/>
            <p:nvPr/>
          </p:nvSpPr>
          <p:spPr>
            <a:xfrm>
              <a:off x="2744675" y="1976575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1" y="0"/>
                  </a:moveTo>
                  <a:lnTo>
                    <a:pt x="1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1" name="Google Shape;5181;p48"/>
            <p:cNvSpPr/>
            <p:nvPr/>
          </p:nvSpPr>
          <p:spPr>
            <a:xfrm>
              <a:off x="2601800" y="1976275"/>
              <a:ext cx="57775" cy="55375"/>
            </a:xfrm>
            <a:custGeom>
              <a:avLst/>
              <a:gdLst/>
              <a:ahLst/>
              <a:cxnLst/>
              <a:rect l="l" t="t" r="r" b="b"/>
              <a:pathLst>
                <a:path w="2311" h="2215" extrusionOk="0">
                  <a:moveTo>
                    <a:pt x="1" y="0"/>
                  </a:moveTo>
                  <a:lnTo>
                    <a:pt x="1" y="2215"/>
                  </a:lnTo>
                  <a:lnTo>
                    <a:pt x="2310" y="2215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2" name="Google Shape;5182;p48"/>
            <p:cNvSpPr/>
            <p:nvPr/>
          </p:nvSpPr>
          <p:spPr>
            <a:xfrm>
              <a:off x="2387200" y="1976275"/>
              <a:ext cx="57750" cy="55375"/>
            </a:xfrm>
            <a:custGeom>
              <a:avLst/>
              <a:gdLst/>
              <a:ahLst/>
              <a:cxnLst/>
              <a:rect l="l" t="t" r="r" b="b"/>
              <a:pathLst>
                <a:path w="2310" h="2215" extrusionOk="0">
                  <a:moveTo>
                    <a:pt x="0" y="0"/>
                  </a:moveTo>
                  <a:lnTo>
                    <a:pt x="0" y="2215"/>
                  </a:lnTo>
                  <a:lnTo>
                    <a:pt x="2310" y="2215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3" name="Google Shape;5183;p48"/>
            <p:cNvSpPr/>
            <p:nvPr/>
          </p:nvSpPr>
          <p:spPr>
            <a:xfrm>
              <a:off x="3460250" y="1907500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4" name="Google Shape;5184;p48"/>
            <p:cNvSpPr/>
            <p:nvPr/>
          </p:nvSpPr>
          <p:spPr>
            <a:xfrm>
              <a:off x="2387200" y="1907500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5" name="Google Shape;5185;p48"/>
            <p:cNvSpPr/>
            <p:nvPr/>
          </p:nvSpPr>
          <p:spPr>
            <a:xfrm>
              <a:off x="3532875" y="2045325"/>
              <a:ext cx="57775" cy="55375"/>
            </a:xfrm>
            <a:custGeom>
              <a:avLst/>
              <a:gdLst/>
              <a:ahLst/>
              <a:cxnLst/>
              <a:rect l="l" t="t" r="r" b="b"/>
              <a:pathLst>
                <a:path w="2311" h="2215" extrusionOk="0">
                  <a:moveTo>
                    <a:pt x="0" y="0"/>
                  </a:moveTo>
                  <a:lnTo>
                    <a:pt x="0" y="2215"/>
                  </a:lnTo>
                  <a:lnTo>
                    <a:pt x="2310" y="2215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6" name="Google Shape;5186;p48"/>
            <p:cNvSpPr/>
            <p:nvPr/>
          </p:nvSpPr>
          <p:spPr>
            <a:xfrm>
              <a:off x="3532875" y="1976575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7" name="Google Shape;5187;p48"/>
            <p:cNvSpPr/>
            <p:nvPr/>
          </p:nvSpPr>
          <p:spPr>
            <a:xfrm>
              <a:off x="3532875" y="190750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8" name="Google Shape;5188;p48"/>
            <p:cNvSpPr/>
            <p:nvPr/>
          </p:nvSpPr>
          <p:spPr>
            <a:xfrm>
              <a:off x="3460250" y="1838450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9" name="Google Shape;5189;p48"/>
            <p:cNvSpPr/>
            <p:nvPr/>
          </p:nvSpPr>
          <p:spPr>
            <a:xfrm>
              <a:off x="3174200" y="183845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0" name="Google Shape;5190;p48"/>
            <p:cNvSpPr/>
            <p:nvPr/>
          </p:nvSpPr>
          <p:spPr>
            <a:xfrm>
              <a:off x="3102450" y="183845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1" name="Google Shape;5191;p48"/>
            <p:cNvSpPr/>
            <p:nvPr/>
          </p:nvSpPr>
          <p:spPr>
            <a:xfrm>
              <a:off x="3031025" y="183845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2" name="Google Shape;5192;p48"/>
            <p:cNvSpPr/>
            <p:nvPr/>
          </p:nvSpPr>
          <p:spPr>
            <a:xfrm>
              <a:off x="2959575" y="183845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3" name="Google Shape;5193;p48"/>
            <p:cNvSpPr/>
            <p:nvPr/>
          </p:nvSpPr>
          <p:spPr>
            <a:xfrm>
              <a:off x="2887850" y="183845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4" name="Google Shape;5194;p48"/>
            <p:cNvSpPr/>
            <p:nvPr/>
          </p:nvSpPr>
          <p:spPr>
            <a:xfrm>
              <a:off x="2816400" y="183845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5" name="Google Shape;5195;p48"/>
            <p:cNvSpPr/>
            <p:nvPr/>
          </p:nvSpPr>
          <p:spPr>
            <a:xfrm>
              <a:off x="2744975" y="183845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6" name="Google Shape;5196;p48"/>
            <p:cNvSpPr/>
            <p:nvPr/>
          </p:nvSpPr>
          <p:spPr>
            <a:xfrm>
              <a:off x="2673525" y="1838450"/>
              <a:ext cx="57475" cy="55100"/>
            </a:xfrm>
            <a:custGeom>
              <a:avLst/>
              <a:gdLst/>
              <a:ahLst/>
              <a:cxnLst/>
              <a:rect l="l" t="t" r="r" b="b"/>
              <a:pathLst>
                <a:path w="2299" h="2204" extrusionOk="0">
                  <a:moveTo>
                    <a:pt x="1" y="1"/>
                  </a:moveTo>
                  <a:lnTo>
                    <a:pt x="1" y="2203"/>
                  </a:lnTo>
                  <a:lnTo>
                    <a:pt x="2299" y="2203"/>
                  </a:lnTo>
                  <a:lnTo>
                    <a:pt x="22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7" name="Google Shape;5197;p48"/>
            <p:cNvSpPr/>
            <p:nvPr/>
          </p:nvSpPr>
          <p:spPr>
            <a:xfrm>
              <a:off x="2673250" y="1769400"/>
              <a:ext cx="57750" cy="55075"/>
            </a:xfrm>
            <a:custGeom>
              <a:avLst/>
              <a:gdLst/>
              <a:ahLst/>
              <a:cxnLst/>
              <a:rect l="l" t="t" r="r" b="b"/>
              <a:pathLst>
                <a:path w="2310" h="2203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8" name="Google Shape;5198;p48"/>
            <p:cNvSpPr/>
            <p:nvPr/>
          </p:nvSpPr>
          <p:spPr>
            <a:xfrm>
              <a:off x="2601800" y="183845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9" name="Google Shape;5199;p48"/>
            <p:cNvSpPr/>
            <p:nvPr/>
          </p:nvSpPr>
          <p:spPr>
            <a:xfrm>
              <a:off x="2387200" y="1838450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0" name="Google Shape;5200;p48"/>
            <p:cNvSpPr/>
            <p:nvPr/>
          </p:nvSpPr>
          <p:spPr>
            <a:xfrm>
              <a:off x="3460250" y="1769400"/>
              <a:ext cx="57750" cy="55075"/>
            </a:xfrm>
            <a:custGeom>
              <a:avLst/>
              <a:gdLst/>
              <a:ahLst/>
              <a:cxnLst/>
              <a:rect l="l" t="t" r="r" b="b"/>
              <a:pathLst>
                <a:path w="2310" h="2203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1" name="Google Shape;5201;p48"/>
            <p:cNvSpPr/>
            <p:nvPr/>
          </p:nvSpPr>
          <p:spPr>
            <a:xfrm>
              <a:off x="3245625" y="1769400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1" y="0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2" name="Google Shape;5202;p48"/>
            <p:cNvSpPr/>
            <p:nvPr/>
          </p:nvSpPr>
          <p:spPr>
            <a:xfrm>
              <a:off x="3174200" y="1769400"/>
              <a:ext cx="57475" cy="55375"/>
            </a:xfrm>
            <a:custGeom>
              <a:avLst/>
              <a:gdLst/>
              <a:ahLst/>
              <a:cxnLst/>
              <a:rect l="l" t="t" r="r" b="b"/>
              <a:pathLst>
                <a:path w="2299" h="2215" extrusionOk="0">
                  <a:moveTo>
                    <a:pt x="0" y="0"/>
                  </a:moveTo>
                  <a:lnTo>
                    <a:pt x="0" y="2215"/>
                  </a:lnTo>
                  <a:lnTo>
                    <a:pt x="2298" y="2215"/>
                  </a:lnTo>
                  <a:lnTo>
                    <a:pt x="2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3" name="Google Shape;5203;p48"/>
            <p:cNvSpPr/>
            <p:nvPr/>
          </p:nvSpPr>
          <p:spPr>
            <a:xfrm>
              <a:off x="3102450" y="1769400"/>
              <a:ext cx="57775" cy="55375"/>
            </a:xfrm>
            <a:custGeom>
              <a:avLst/>
              <a:gdLst/>
              <a:ahLst/>
              <a:cxnLst/>
              <a:rect l="l" t="t" r="r" b="b"/>
              <a:pathLst>
                <a:path w="2311" h="2215" extrusionOk="0">
                  <a:moveTo>
                    <a:pt x="1" y="0"/>
                  </a:moveTo>
                  <a:lnTo>
                    <a:pt x="1" y="2215"/>
                  </a:lnTo>
                  <a:lnTo>
                    <a:pt x="2311" y="2215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4" name="Google Shape;5204;p48"/>
            <p:cNvSpPr/>
            <p:nvPr/>
          </p:nvSpPr>
          <p:spPr>
            <a:xfrm>
              <a:off x="3245625" y="183845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5" name="Google Shape;5205;p48"/>
            <p:cNvSpPr/>
            <p:nvPr/>
          </p:nvSpPr>
          <p:spPr>
            <a:xfrm>
              <a:off x="3031025" y="1769400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6" name="Google Shape;5206;p48"/>
            <p:cNvSpPr/>
            <p:nvPr/>
          </p:nvSpPr>
          <p:spPr>
            <a:xfrm>
              <a:off x="2959575" y="1769400"/>
              <a:ext cx="57775" cy="55375"/>
            </a:xfrm>
            <a:custGeom>
              <a:avLst/>
              <a:gdLst/>
              <a:ahLst/>
              <a:cxnLst/>
              <a:rect l="l" t="t" r="r" b="b"/>
              <a:pathLst>
                <a:path w="2311" h="2215" extrusionOk="0">
                  <a:moveTo>
                    <a:pt x="1" y="0"/>
                  </a:moveTo>
                  <a:lnTo>
                    <a:pt x="1" y="2215"/>
                  </a:lnTo>
                  <a:lnTo>
                    <a:pt x="2311" y="2215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7" name="Google Shape;5207;p48"/>
            <p:cNvSpPr/>
            <p:nvPr/>
          </p:nvSpPr>
          <p:spPr>
            <a:xfrm>
              <a:off x="2887850" y="1769400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8" name="Google Shape;5208;p48"/>
            <p:cNvSpPr/>
            <p:nvPr/>
          </p:nvSpPr>
          <p:spPr>
            <a:xfrm>
              <a:off x="2816400" y="1769400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1" y="0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9" name="Google Shape;5209;p48"/>
            <p:cNvSpPr/>
            <p:nvPr/>
          </p:nvSpPr>
          <p:spPr>
            <a:xfrm>
              <a:off x="2744975" y="1769400"/>
              <a:ext cx="57775" cy="55375"/>
            </a:xfrm>
            <a:custGeom>
              <a:avLst/>
              <a:gdLst/>
              <a:ahLst/>
              <a:cxnLst/>
              <a:rect l="l" t="t" r="r" b="b"/>
              <a:pathLst>
                <a:path w="2311" h="2215" extrusionOk="0">
                  <a:moveTo>
                    <a:pt x="0" y="0"/>
                  </a:moveTo>
                  <a:lnTo>
                    <a:pt x="0" y="2215"/>
                  </a:lnTo>
                  <a:lnTo>
                    <a:pt x="2310" y="2215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0" name="Google Shape;5210;p48"/>
            <p:cNvSpPr/>
            <p:nvPr/>
          </p:nvSpPr>
          <p:spPr>
            <a:xfrm>
              <a:off x="2601800" y="1769400"/>
              <a:ext cx="57775" cy="55375"/>
            </a:xfrm>
            <a:custGeom>
              <a:avLst/>
              <a:gdLst/>
              <a:ahLst/>
              <a:cxnLst/>
              <a:rect l="l" t="t" r="r" b="b"/>
              <a:pathLst>
                <a:path w="2311" h="2215" extrusionOk="0">
                  <a:moveTo>
                    <a:pt x="1" y="0"/>
                  </a:moveTo>
                  <a:lnTo>
                    <a:pt x="1" y="2215"/>
                  </a:lnTo>
                  <a:lnTo>
                    <a:pt x="2310" y="2215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1" name="Google Shape;5211;p48"/>
            <p:cNvSpPr/>
            <p:nvPr/>
          </p:nvSpPr>
          <p:spPr>
            <a:xfrm>
              <a:off x="2387200" y="1769400"/>
              <a:ext cx="57750" cy="55375"/>
            </a:xfrm>
            <a:custGeom>
              <a:avLst/>
              <a:gdLst/>
              <a:ahLst/>
              <a:cxnLst/>
              <a:rect l="l" t="t" r="r" b="b"/>
              <a:pathLst>
                <a:path w="2310" h="2215" extrusionOk="0">
                  <a:moveTo>
                    <a:pt x="0" y="0"/>
                  </a:moveTo>
                  <a:lnTo>
                    <a:pt x="0" y="2215"/>
                  </a:lnTo>
                  <a:lnTo>
                    <a:pt x="2310" y="2215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2" name="Google Shape;5212;p48"/>
            <p:cNvSpPr/>
            <p:nvPr/>
          </p:nvSpPr>
          <p:spPr>
            <a:xfrm>
              <a:off x="3460250" y="1700350"/>
              <a:ext cx="57750" cy="55375"/>
            </a:xfrm>
            <a:custGeom>
              <a:avLst/>
              <a:gdLst/>
              <a:ahLst/>
              <a:cxnLst/>
              <a:rect l="l" t="t" r="r" b="b"/>
              <a:pathLst>
                <a:path w="2310" h="2215" extrusionOk="0">
                  <a:moveTo>
                    <a:pt x="0" y="0"/>
                  </a:moveTo>
                  <a:lnTo>
                    <a:pt x="0" y="2215"/>
                  </a:lnTo>
                  <a:lnTo>
                    <a:pt x="2310" y="2215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3" name="Google Shape;5213;p48"/>
            <p:cNvSpPr/>
            <p:nvPr/>
          </p:nvSpPr>
          <p:spPr>
            <a:xfrm>
              <a:off x="2387200" y="1700625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1"/>
                  </a:moveTo>
                  <a:lnTo>
                    <a:pt x="0" y="2204"/>
                  </a:lnTo>
                  <a:lnTo>
                    <a:pt x="2310" y="2204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4" name="Google Shape;5214;p48"/>
            <p:cNvSpPr/>
            <p:nvPr/>
          </p:nvSpPr>
          <p:spPr>
            <a:xfrm>
              <a:off x="3533175" y="1838450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5" name="Google Shape;5215;p48"/>
            <p:cNvSpPr/>
            <p:nvPr/>
          </p:nvSpPr>
          <p:spPr>
            <a:xfrm>
              <a:off x="3533175" y="1769400"/>
              <a:ext cx="57750" cy="55075"/>
            </a:xfrm>
            <a:custGeom>
              <a:avLst/>
              <a:gdLst/>
              <a:ahLst/>
              <a:cxnLst/>
              <a:rect l="l" t="t" r="r" b="b"/>
              <a:pathLst>
                <a:path w="2310" h="2203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6" name="Google Shape;5216;p48"/>
            <p:cNvSpPr/>
            <p:nvPr/>
          </p:nvSpPr>
          <p:spPr>
            <a:xfrm>
              <a:off x="3533175" y="1700350"/>
              <a:ext cx="57750" cy="55375"/>
            </a:xfrm>
            <a:custGeom>
              <a:avLst/>
              <a:gdLst/>
              <a:ahLst/>
              <a:cxnLst/>
              <a:rect l="l" t="t" r="r" b="b"/>
              <a:pathLst>
                <a:path w="2310" h="2215" extrusionOk="0">
                  <a:moveTo>
                    <a:pt x="0" y="0"/>
                  </a:moveTo>
                  <a:lnTo>
                    <a:pt x="0" y="2215"/>
                  </a:lnTo>
                  <a:lnTo>
                    <a:pt x="2310" y="2215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7" name="Google Shape;5217;p48"/>
            <p:cNvSpPr/>
            <p:nvPr/>
          </p:nvSpPr>
          <p:spPr>
            <a:xfrm>
              <a:off x="3460250" y="1631275"/>
              <a:ext cx="57475" cy="55400"/>
            </a:xfrm>
            <a:custGeom>
              <a:avLst/>
              <a:gdLst/>
              <a:ahLst/>
              <a:cxnLst/>
              <a:rect l="l" t="t" r="r" b="b"/>
              <a:pathLst>
                <a:path w="2299" h="2216" extrusionOk="0">
                  <a:moveTo>
                    <a:pt x="0" y="1"/>
                  </a:moveTo>
                  <a:lnTo>
                    <a:pt x="0" y="2215"/>
                  </a:lnTo>
                  <a:lnTo>
                    <a:pt x="2298" y="2215"/>
                  </a:lnTo>
                  <a:lnTo>
                    <a:pt x="2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8" name="Google Shape;5218;p48"/>
            <p:cNvSpPr/>
            <p:nvPr/>
          </p:nvSpPr>
          <p:spPr>
            <a:xfrm>
              <a:off x="3173900" y="1631275"/>
              <a:ext cx="57775" cy="55400"/>
            </a:xfrm>
            <a:custGeom>
              <a:avLst/>
              <a:gdLst/>
              <a:ahLst/>
              <a:cxnLst/>
              <a:rect l="l" t="t" r="r" b="b"/>
              <a:pathLst>
                <a:path w="2311" h="2216" extrusionOk="0">
                  <a:moveTo>
                    <a:pt x="0" y="1"/>
                  </a:moveTo>
                  <a:lnTo>
                    <a:pt x="0" y="2215"/>
                  </a:lnTo>
                  <a:lnTo>
                    <a:pt x="2310" y="2215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9" name="Google Shape;5219;p48"/>
            <p:cNvSpPr/>
            <p:nvPr/>
          </p:nvSpPr>
          <p:spPr>
            <a:xfrm>
              <a:off x="3102450" y="163157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0" name="Google Shape;5220;p48"/>
            <p:cNvSpPr/>
            <p:nvPr/>
          </p:nvSpPr>
          <p:spPr>
            <a:xfrm>
              <a:off x="3031025" y="163157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1" name="Google Shape;5221;p48"/>
            <p:cNvSpPr/>
            <p:nvPr/>
          </p:nvSpPr>
          <p:spPr>
            <a:xfrm>
              <a:off x="2959275" y="163157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2" name="Google Shape;5222;p48"/>
            <p:cNvSpPr/>
            <p:nvPr/>
          </p:nvSpPr>
          <p:spPr>
            <a:xfrm>
              <a:off x="2887850" y="163157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3" name="Google Shape;5223;p48"/>
            <p:cNvSpPr/>
            <p:nvPr/>
          </p:nvSpPr>
          <p:spPr>
            <a:xfrm>
              <a:off x="2816400" y="163157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4" name="Google Shape;5224;p48"/>
            <p:cNvSpPr/>
            <p:nvPr/>
          </p:nvSpPr>
          <p:spPr>
            <a:xfrm>
              <a:off x="2744675" y="163157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5" name="Google Shape;5225;p48"/>
            <p:cNvSpPr/>
            <p:nvPr/>
          </p:nvSpPr>
          <p:spPr>
            <a:xfrm>
              <a:off x="2673250" y="1631575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6" name="Google Shape;5226;p48"/>
            <p:cNvSpPr/>
            <p:nvPr/>
          </p:nvSpPr>
          <p:spPr>
            <a:xfrm>
              <a:off x="2673250" y="1562525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7" name="Google Shape;5227;p48"/>
            <p:cNvSpPr/>
            <p:nvPr/>
          </p:nvSpPr>
          <p:spPr>
            <a:xfrm>
              <a:off x="2601800" y="163157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8" name="Google Shape;5228;p48"/>
            <p:cNvSpPr/>
            <p:nvPr/>
          </p:nvSpPr>
          <p:spPr>
            <a:xfrm>
              <a:off x="2387200" y="1631575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9" name="Google Shape;5229;p48"/>
            <p:cNvSpPr/>
            <p:nvPr/>
          </p:nvSpPr>
          <p:spPr>
            <a:xfrm>
              <a:off x="3459950" y="156252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0" name="Google Shape;5230;p48"/>
            <p:cNvSpPr/>
            <p:nvPr/>
          </p:nvSpPr>
          <p:spPr>
            <a:xfrm>
              <a:off x="3245625" y="1562525"/>
              <a:ext cx="57475" cy="55100"/>
            </a:xfrm>
            <a:custGeom>
              <a:avLst/>
              <a:gdLst/>
              <a:ahLst/>
              <a:cxnLst/>
              <a:rect l="l" t="t" r="r" b="b"/>
              <a:pathLst>
                <a:path w="2299" h="2204" extrusionOk="0">
                  <a:moveTo>
                    <a:pt x="1" y="0"/>
                  </a:moveTo>
                  <a:lnTo>
                    <a:pt x="1" y="2203"/>
                  </a:lnTo>
                  <a:lnTo>
                    <a:pt x="2299" y="2203"/>
                  </a:lnTo>
                  <a:lnTo>
                    <a:pt x="22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1" name="Google Shape;5231;p48"/>
            <p:cNvSpPr/>
            <p:nvPr/>
          </p:nvSpPr>
          <p:spPr>
            <a:xfrm>
              <a:off x="3173900" y="156252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2" name="Google Shape;5232;p48"/>
            <p:cNvSpPr/>
            <p:nvPr/>
          </p:nvSpPr>
          <p:spPr>
            <a:xfrm>
              <a:off x="3102450" y="156252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0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3" name="Google Shape;5233;p48"/>
            <p:cNvSpPr/>
            <p:nvPr/>
          </p:nvSpPr>
          <p:spPr>
            <a:xfrm>
              <a:off x="3245625" y="163157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1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4" name="Google Shape;5234;p48"/>
            <p:cNvSpPr/>
            <p:nvPr/>
          </p:nvSpPr>
          <p:spPr>
            <a:xfrm>
              <a:off x="3031025" y="1562525"/>
              <a:ext cx="57475" cy="55100"/>
            </a:xfrm>
            <a:custGeom>
              <a:avLst/>
              <a:gdLst/>
              <a:ahLst/>
              <a:cxnLst/>
              <a:rect l="l" t="t" r="r" b="b"/>
              <a:pathLst>
                <a:path w="2299" h="2204" extrusionOk="0">
                  <a:moveTo>
                    <a:pt x="0" y="0"/>
                  </a:moveTo>
                  <a:lnTo>
                    <a:pt x="0" y="2203"/>
                  </a:lnTo>
                  <a:lnTo>
                    <a:pt x="2298" y="2203"/>
                  </a:lnTo>
                  <a:lnTo>
                    <a:pt x="2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5" name="Google Shape;5235;p48"/>
            <p:cNvSpPr/>
            <p:nvPr/>
          </p:nvSpPr>
          <p:spPr>
            <a:xfrm>
              <a:off x="2959275" y="156252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0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6" name="Google Shape;5236;p48"/>
            <p:cNvSpPr/>
            <p:nvPr/>
          </p:nvSpPr>
          <p:spPr>
            <a:xfrm>
              <a:off x="2887850" y="156252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7" name="Google Shape;5237;p48"/>
            <p:cNvSpPr/>
            <p:nvPr/>
          </p:nvSpPr>
          <p:spPr>
            <a:xfrm>
              <a:off x="2816400" y="156252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0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8" name="Google Shape;5238;p48"/>
            <p:cNvSpPr/>
            <p:nvPr/>
          </p:nvSpPr>
          <p:spPr>
            <a:xfrm>
              <a:off x="2744675" y="156252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0"/>
                  </a:moveTo>
                  <a:lnTo>
                    <a:pt x="1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9" name="Google Shape;5239;p48"/>
            <p:cNvSpPr/>
            <p:nvPr/>
          </p:nvSpPr>
          <p:spPr>
            <a:xfrm>
              <a:off x="2601800" y="156252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0"/>
                  </a:moveTo>
                  <a:lnTo>
                    <a:pt x="1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0" name="Google Shape;5240;p48"/>
            <p:cNvSpPr/>
            <p:nvPr/>
          </p:nvSpPr>
          <p:spPr>
            <a:xfrm>
              <a:off x="2387200" y="1562525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1" name="Google Shape;5241;p48"/>
            <p:cNvSpPr/>
            <p:nvPr/>
          </p:nvSpPr>
          <p:spPr>
            <a:xfrm>
              <a:off x="3460250" y="1493475"/>
              <a:ext cx="57475" cy="55075"/>
            </a:xfrm>
            <a:custGeom>
              <a:avLst/>
              <a:gdLst/>
              <a:ahLst/>
              <a:cxnLst/>
              <a:rect l="l" t="t" r="r" b="b"/>
              <a:pathLst>
                <a:path w="2299" h="2203" extrusionOk="0">
                  <a:moveTo>
                    <a:pt x="0" y="0"/>
                  </a:moveTo>
                  <a:lnTo>
                    <a:pt x="0" y="2203"/>
                  </a:lnTo>
                  <a:lnTo>
                    <a:pt x="2298" y="2203"/>
                  </a:lnTo>
                  <a:lnTo>
                    <a:pt x="2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2" name="Google Shape;5242;p48"/>
            <p:cNvSpPr/>
            <p:nvPr/>
          </p:nvSpPr>
          <p:spPr>
            <a:xfrm>
              <a:off x="2387200" y="1493475"/>
              <a:ext cx="57750" cy="55075"/>
            </a:xfrm>
            <a:custGeom>
              <a:avLst/>
              <a:gdLst/>
              <a:ahLst/>
              <a:cxnLst/>
              <a:rect l="l" t="t" r="r" b="b"/>
              <a:pathLst>
                <a:path w="2310" h="2203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3" name="Google Shape;5243;p48"/>
            <p:cNvSpPr/>
            <p:nvPr/>
          </p:nvSpPr>
          <p:spPr>
            <a:xfrm>
              <a:off x="3532875" y="163157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4" name="Google Shape;5244;p48"/>
            <p:cNvSpPr/>
            <p:nvPr/>
          </p:nvSpPr>
          <p:spPr>
            <a:xfrm>
              <a:off x="3532875" y="1562525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5" name="Google Shape;5245;p48"/>
            <p:cNvSpPr/>
            <p:nvPr/>
          </p:nvSpPr>
          <p:spPr>
            <a:xfrm>
              <a:off x="3532875" y="1493475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6" name="Google Shape;5246;p48"/>
            <p:cNvSpPr/>
            <p:nvPr/>
          </p:nvSpPr>
          <p:spPr>
            <a:xfrm>
              <a:off x="3460250" y="1424400"/>
              <a:ext cx="57750" cy="55400"/>
            </a:xfrm>
            <a:custGeom>
              <a:avLst/>
              <a:gdLst/>
              <a:ahLst/>
              <a:cxnLst/>
              <a:rect l="l" t="t" r="r" b="b"/>
              <a:pathLst>
                <a:path w="2310" h="2216" extrusionOk="0">
                  <a:moveTo>
                    <a:pt x="0" y="1"/>
                  </a:moveTo>
                  <a:lnTo>
                    <a:pt x="0" y="2216"/>
                  </a:lnTo>
                  <a:lnTo>
                    <a:pt x="2310" y="2216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7" name="Google Shape;5247;p48"/>
            <p:cNvSpPr/>
            <p:nvPr/>
          </p:nvSpPr>
          <p:spPr>
            <a:xfrm>
              <a:off x="2387200" y="1424400"/>
              <a:ext cx="57750" cy="55400"/>
            </a:xfrm>
            <a:custGeom>
              <a:avLst/>
              <a:gdLst/>
              <a:ahLst/>
              <a:cxnLst/>
              <a:rect l="l" t="t" r="r" b="b"/>
              <a:pathLst>
                <a:path w="2310" h="2216" extrusionOk="0">
                  <a:moveTo>
                    <a:pt x="0" y="1"/>
                  </a:moveTo>
                  <a:lnTo>
                    <a:pt x="0" y="2216"/>
                  </a:lnTo>
                  <a:lnTo>
                    <a:pt x="2310" y="2216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8" name="Google Shape;5248;p48"/>
            <p:cNvSpPr/>
            <p:nvPr/>
          </p:nvSpPr>
          <p:spPr>
            <a:xfrm>
              <a:off x="3460250" y="1355650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9" name="Google Shape;5249;p48"/>
            <p:cNvSpPr/>
            <p:nvPr/>
          </p:nvSpPr>
          <p:spPr>
            <a:xfrm>
              <a:off x="3102450" y="128660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0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0" name="Google Shape;5250;p48"/>
            <p:cNvSpPr/>
            <p:nvPr/>
          </p:nvSpPr>
          <p:spPr>
            <a:xfrm>
              <a:off x="3174200" y="128660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1" name="Google Shape;5251;p48"/>
            <p:cNvSpPr/>
            <p:nvPr/>
          </p:nvSpPr>
          <p:spPr>
            <a:xfrm>
              <a:off x="2744975" y="128660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2" name="Google Shape;5252;p48"/>
            <p:cNvSpPr/>
            <p:nvPr/>
          </p:nvSpPr>
          <p:spPr>
            <a:xfrm>
              <a:off x="2387200" y="1355650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3" name="Google Shape;5253;p48"/>
            <p:cNvSpPr/>
            <p:nvPr/>
          </p:nvSpPr>
          <p:spPr>
            <a:xfrm>
              <a:off x="3460250" y="1286600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4" name="Google Shape;5254;p48"/>
            <p:cNvSpPr/>
            <p:nvPr/>
          </p:nvSpPr>
          <p:spPr>
            <a:xfrm>
              <a:off x="3388800" y="1286600"/>
              <a:ext cx="57475" cy="55100"/>
            </a:xfrm>
            <a:custGeom>
              <a:avLst/>
              <a:gdLst/>
              <a:ahLst/>
              <a:cxnLst/>
              <a:rect l="l" t="t" r="r" b="b"/>
              <a:pathLst>
                <a:path w="2299" h="2204" extrusionOk="0">
                  <a:moveTo>
                    <a:pt x="1" y="0"/>
                  </a:moveTo>
                  <a:lnTo>
                    <a:pt x="1" y="2203"/>
                  </a:lnTo>
                  <a:lnTo>
                    <a:pt x="2299" y="2203"/>
                  </a:lnTo>
                  <a:lnTo>
                    <a:pt x="22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5" name="Google Shape;5255;p48"/>
            <p:cNvSpPr/>
            <p:nvPr/>
          </p:nvSpPr>
          <p:spPr>
            <a:xfrm>
              <a:off x="3317075" y="128660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6" name="Google Shape;5256;p48"/>
            <p:cNvSpPr/>
            <p:nvPr/>
          </p:nvSpPr>
          <p:spPr>
            <a:xfrm>
              <a:off x="3245625" y="128660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0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7" name="Google Shape;5257;p48"/>
            <p:cNvSpPr/>
            <p:nvPr/>
          </p:nvSpPr>
          <p:spPr>
            <a:xfrm>
              <a:off x="3174200" y="128660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8" name="Google Shape;5258;p48"/>
            <p:cNvSpPr/>
            <p:nvPr/>
          </p:nvSpPr>
          <p:spPr>
            <a:xfrm>
              <a:off x="3031025" y="128660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9" name="Google Shape;5259;p48"/>
            <p:cNvSpPr/>
            <p:nvPr/>
          </p:nvSpPr>
          <p:spPr>
            <a:xfrm>
              <a:off x="2959575" y="128660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0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0" name="Google Shape;5260;p48"/>
            <p:cNvSpPr/>
            <p:nvPr/>
          </p:nvSpPr>
          <p:spPr>
            <a:xfrm>
              <a:off x="2887850" y="128660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1" name="Google Shape;5261;p48"/>
            <p:cNvSpPr/>
            <p:nvPr/>
          </p:nvSpPr>
          <p:spPr>
            <a:xfrm>
              <a:off x="2816400" y="128660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0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2" name="Google Shape;5262;p48"/>
            <p:cNvSpPr/>
            <p:nvPr/>
          </p:nvSpPr>
          <p:spPr>
            <a:xfrm>
              <a:off x="2673250" y="1286600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3" name="Google Shape;5263;p48"/>
            <p:cNvSpPr/>
            <p:nvPr/>
          </p:nvSpPr>
          <p:spPr>
            <a:xfrm>
              <a:off x="2601800" y="1286600"/>
              <a:ext cx="57775" cy="55100"/>
            </a:xfrm>
            <a:custGeom>
              <a:avLst/>
              <a:gdLst/>
              <a:ahLst/>
              <a:cxnLst/>
              <a:rect l="l" t="t" r="r" b="b"/>
              <a:pathLst>
                <a:path w="2311" h="2204" extrusionOk="0">
                  <a:moveTo>
                    <a:pt x="1" y="0"/>
                  </a:moveTo>
                  <a:lnTo>
                    <a:pt x="1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4" name="Google Shape;5264;p48"/>
            <p:cNvSpPr/>
            <p:nvPr/>
          </p:nvSpPr>
          <p:spPr>
            <a:xfrm>
              <a:off x="2530375" y="1286600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5" name="Google Shape;5265;p48"/>
            <p:cNvSpPr/>
            <p:nvPr/>
          </p:nvSpPr>
          <p:spPr>
            <a:xfrm>
              <a:off x="2458925" y="1286600"/>
              <a:ext cx="57475" cy="55100"/>
            </a:xfrm>
            <a:custGeom>
              <a:avLst/>
              <a:gdLst/>
              <a:ahLst/>
              <a:cxnLst/>
              <a:rect l="l" t="t" r="r" b="b"/>
              <a:pathLst>
                <a:path w="2299" h="2204" extrusionOk="0">
                  <a:moveTo>
                    <a:pt x="1" y="0"/>
                  </a:moveTo>
                  <a:lnTo>
                    <a:pt x="1" y="2203"/>
                  </a:lnTo>
                  <a:lnTo>
                    <a:pt x="2298" y="2203"/>
                  </a:lnTo>
                  <a:lnTo>
                    <a:pt x="2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6" name="Google Shape;5266;p48"/>
            <p:cNvSpPr/>
            <p:nvPr/>
          </p:nvSpPr>
          <p:spPr>
            <a:xfrm>
              <a:off x="2387200" y="1286600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7" name="Google Shape;5267;p48"/>
            <p:cNvSpPr/>
            <p:nvPr/>
          </p:nvSpPr>
          <p:spPr>
            <a:xfrm>
              <a:off x="3533175" y="1424400"/>
              <a:ext cx="57475" cy="55400"/>
            </a:xfrm>
            <a:custGeom>
              <a:avLst/>
              <a:gdLst/>
              <a:ahLst/>
              <a:cxnLst/>
              <a:rect l="l" t="t" r="r" b="b"/>
              <a:pathLst>
                <a:path w="2299" h="2216" extrusionOk="0">
                  <a:moveTo>
                    <a:pt x="0" y="1"/>
                  </a:moveTo>
                  <a:lnTo>
                    <a:pt x="0" y="2216"/>
                  </a:lnTo>
                  <a:lnTo>
                    <a:pt x="2298" y="2216"/>
                  </a:lnTo>
                  <a:lnTo>
                    <a:pt x="2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8" name="Google Shape;5268;p48"/>
            <p:cNvSpPr/>
            <p:nvPr/>
          </p:nvSpPr>
          <p:spPr>
            <a:xfrm>
              <a:off x="3533175" y="1355650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1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9" name="Google Shape;5269;p48"/>
            <p:cNvSpPr/>
            <p:nvPr/>
          </p:nvSpPr>
          <p:spPr>
            <a:xfrm>
              <a:off x="3533175" y="1286600"/>
              <a:ext cx="57750" cy="55100"/>
            </a:xfrm>
            <a:custGeom>
              <a:avLst/>
              <a:gdLst/>
              <a:ahLst/>
              <a:cxnLst/>
              <a:rect l="l" t="t" r="r" b="b"/>
              <a:pathLst>
                <a:path w="2310" h="2204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0" name="Google Shape;5270;p48"/>
            <p:cNvSpPr/>
            <p:nvPr/>
          </p:nvSpPr>
          <p:spPr>
            <a:xfrm>
              <a:off x="3460250" y="1217550"/>
              <a:ext cx="57750" cy="55075"/>
            </a:xfrm>
            <a:custGeom>
              <a:avLst/>
              <a:gdLst/>
              <a:ahLst/>
              <a:cxnLst/>
              <a:rect l="l" t="t" r="r" b="b"/>
              <a:pathLst>
                <a:path w="2310" h="2203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1" name="Google Shape;5271;p48"/>
            <p:cNvSpPr/>
            <p:nvPr/>
          </p:nvSpPr>
          <p:spPr>
            <a:xfrm>
              <a:off x="3388500" y="1217550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1" y="0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2" name="Google Shape;5272;p48"/>
            <p:cNvSpPr/>
            <p:nvPr/>
          </p:nvSpPr>
          <p:spPr>
            <a:xfrm>
              <a:off x="3317075" y="1217550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3" name="Google Shape;5273;p48"/>
            <p:cNvSpPr/>
            <p:nvPr/>
          </p:nvSpPr>
          <p:spPr>
            <a:xfrm>
              <a:off x="3173900" y="1217550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4" name="Google Shape;5274;p48"/>
            <p:cNvSpPr/>
            <p:nvPr/>
          </p:nvSpPr>
          <p:spPr>
            <a:xfrm>
              <a:off x="3102450" y="1217550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1" y="0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5" name="Google Shape;5275;p48"/>
            <p:cNvSpPr/>
            <p:nvPr/>
          </p:nvSpPr>
          <p:spPr>
            <a:xfrm>
              <a:off x="3031025" y="1217550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6" name="Google Shape;5276;p48"/>
            <p:cNvSpPr/>
            <p:nvPr/>
          </p:nvSpPr>
          <p:spPr>
            <a:xfrm>
              <a:off x="2959275" y="1217550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1" y="0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7" name="Google Shape;5277;p48"/>
            <p:cNvSpPr/>
            <p:nvPr/>
          </p:nvSpPr>
          <p:spPr>
            <a:xfrm>
              <a:off x="2887850" y="1217550"/>
              <a:ext cx="57775" cy="55375"/>
            </a:xfrm>
            <a:custGeom>
              <a:avLst/>
              <a:gdLst/>
              <a:ahLst/>
              <a:cxnLst/>
              <a:rect l="l" t="t" r="r" b="b"/>
              <a:pathLst>
                <a:path w="2311" h="2215" extrusionOk="0">
                  <a:moveTo>
                    <a:pt x="0" y="0"/>
                  </a:moveTo>
                  <a:lnTo>
                    <a:pt x="0" y="2215"/>
                  </a:lnTo>
                  <a:lnTo>
                    <a:pt x="2310" y="2215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8" name="Google Shape;5278;p48"/>
            <p:cNvSpPr/>
            <p:nvPr/>
          </p:nvSpPr>
          <p:spPr>
            <a:xfrm>
              <a:off x="2816400" y="1217550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1" y="0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9" name="Google Shape;5279;p48"/>
            <p:cNvSpPr/>
            <p:nvPr/>
          </p:nvSpPr>
          <p:spPr>
            <a:xfrm>
              <a:off x="2744975" y="1217550"/>
              <a:ext cx="57475" cy="55375"/>
            </a:xfrm>
            <a:custGeom>
              <a:avLst/>
              <a:gdLst/>
              <a:ahLst/>
              <a:cxnLst/>
              <a:rect l="l" t="t" r="r" b="b"/>
              <a:pathLst>
                <a:path w="2299" h="2215" extrusionOk="0">
                  <a:moveTo>
                    <a:pt x="0" y="0"/>
                  </a:moveTo>
                  <a:lnTo>
                    <a:pt x="0" y="2215"/>
                  </a:lnTo>
                  <a:lnTo>
                    <a:pt x="2298" y="2215"/>
                  </a:lnTo>
                  <a:lnTo>
                    <a:pt x="2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0" name="Google Shape;5280;p48"/>
            <p:cNvSpPr/>
            <p:nvPr/>
          </p:nvSpPr>
          <p:spPr>
            <a:xfrm>
              <a:off x="2673250" y="1217550"/>
              <a:ext cx="57750" cy="55075"/>
            </a:xfrm>
            <a:custGeom>
              <a:avLst/>
              <a:gdLst/>
              <a:ahLst/>
              <a:cxnLst/>
              <a:rect l="l" t="t" r="r" b="b"/>
              <a:pathLst>
                <a:path w="2310" h="2203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1" name="Google Shape;5281;p48"/>
            <p:cNvSpPr/>
            <p:nvPr/>
          </p:nvSpPr>
          <p:spPr>
            <a:xfrm>
              <a:off x="2601800" y="1217550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1" y="0"/>
                  </a:moveTo>
                  <a:lnTo>
                    <a:pt x="1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2" name="Google Shape;5282;p48"/>
            <p:cNvSpPr/>
            <p:nvPr/>
          </p:nvSpPr>
          <p:spPr>
            <a:xfrm>
              <a:off x="2530375" y="1217550"/>
              <a:ext cx="57450" cy="55075"/>
            </a:xfrm>
            <a:custGeom>
              <a:avLst/>
              <a:gdLst/>
              <a:ahLst/>
              <a:cxnLst/>
              <a:rect l="l" t="t" r="r" b="b"/>
              <a:pathLst>
                <a:path w="2298" h="2203" extrusionOk="0">
                  <a:moveTo>
                    <a:pt x="0" y="0"/>
                  </a:moveTo>
                  <a:lnTo>
                    <a:pt x="0" y="2203"/>
                  </a:lnTo>
                  <a:lnTo>
                    <a:pt x="2298" y="2203"/>
                  </a:lnTo>
                  <a:lnTo>
                    <a:pt x="2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3" name="Google Shape;5283;p48"/>
            <p:cNvSpPr/>
            <p:nvPr/>
          </p:nvSpPr>
          <p:spPr>
            <a:xfrm>
              <a:off x="2458625" y="1217550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1" y="0"/>
                  </a:moveTo>
                  <a:lnTo>
                    <a:pt x="1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4" name="Google Shape;5284;p48"/>
            <p:cNvSpPr/>
            <p:nvPr/>
          </p:nvSpPr>
          <p:spPr>
            <a:xfrm>
              <a:off x="2387200" y="1217550"/>
              <a:ext cx="57750" cy="55075"/>
            </a:xfrm>
            <a:custGeom>
              <a:avLst/>
              <a:gdLst/>
              <a:ahLst/>
              <a:cxnLst/>
              <a:rect l="l" t="t" r="r" b="b"/>
              <a:pathLst>
                <a:path w="2310" h="2203" extrusionOk="0">
                  <a:moveTo>
                    <a:pt x="0" y="0"/>
                  </a:moveTo>
                  <a:lnTo>
                    <a:pt x="0" y="2203"/>
                  </a:lnTo>
                  <a:lnTo>
                    <a:pt x="2310" y="2203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5" name="Google Shape;5285;p48"/>
            <p:cNvSpPr/>
            <p:nvPr/>
          </p:nvSpPr>
          <p:spPr>
            <a:xfrm>
              <a:off x="3245625" y="1217550"/>
              <a:ext cx="57775" cy="55075"/>
            </a:xfrm>
            <a:custGeom>
              <a:avLst/>
              <a:gdLst/>
              <a:ahLst/>
              <a:cxnLst/>
              <a:rect l="l" t="t" r="r" b="b"/>
              <a:pathLst>
                <a:path w="2311" h="2203" extrusionOk="0">
                  <a:moveTo>
                    <a:pt x="1" y="0"/>
                  </a:moveTo>
                  <a:lnTo>
                    <a:pt x="1" y="2203"/>
                  </a:lnTo>
                  <a:lnTo>
                    <a:pt x="2311" y="2203"/>
                  </a:lnTo>
                  <a:lnTo>
                    <a:pt x="231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6" name="Google Shape;5286;p48"/>
            <p:cNvSpPr/>
            <p:nvPr/>
          </p:nvSpPr>
          <p:spPr>
            <a:xfrm>
              <a:off x="3532875" y="1217550"/>
              <a:ext cx="57775" cy="55375"/>
            </a:xfrm>
            <a:custGeom>
              <a:avLst/>
              <a:gdLst/>
              <a:ahLst/>
              <a:cxnLst/>
              <a:rect l="l" t="t" r="r" b="b"/>
              <a:pathLst>
                <a:path w="2311" h="2215" extrusionOk="0">
                  <a:moveTo>
                    <a:pt x="0" y="0"/>
                  </a:moveTo>
                  <a:lnTo>
                    <a:pt x="0" y="2215"/>
                  </a:lnTo>
                  <a:lnTo>
                    <a:pt x="2310" y="2215"/>
                  </a:lnTo>
                  <a:lnTo>
                    <a:pt x="2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34798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4" name="Google Shape;6754;p84"/>
          <p:cNvSpPr/>
          <p:nvPr/>
        </p:nvSpPr>
        <p:spPr>
          <a:xfrm>
            <a:off x="6504308" y="1202825"/>
            <a:ext cx="810300" cy="810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6" name="Google Shape;6756;p84"/>
          <p:cNvSpPr txBox="1">
            <a:spLocks noGrp="1"/>
          </p:cNvSpPr>
          <p:nvPr>
            <p:ph type="title"/>
          </p:nvPr>
        </p:nvSpPr>
        <p:spPr>
          <a:xfrm>
            <a:off x="3555175" y="1817730"/>
            <a:ext cx="3887100" cy="19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¿Qué es un tipo de dato?</a:t>
            </a:r>
            <a:endParaRPr dirty="0"/>
          </a:p>
        </p:txBody>
      </p:sp>
      <p:sp>
        <p:nvSpPr>
          <p:cNvPr id="6757" name="Google Shape;6757;p84"/>
          <p:cNvSpPr txBox="1">
            <a:spLocks noGrp="1"/>
          </p:cNvSpPr>
          <p:nvPr>
            <p:ph type="title" idx="2"/>
          </p:nvPr>
        </p:nvSpPr>
        <p:spPr>
          <a:xfrm>
            <a:off x="6340512" y="1252375"/>
            <a:ext cx="1137900" cy="6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5" name="Google Shape;8130;p118">
            <a:extLst>
              <a:ext uri="{FF2B5EF4-FFF2-40B4-BE49-F238E27FC236}">
                <a16:creationId xmlns:a16="http://schemas.microsoft.com/office/drawing/2014/main" id="{92C4D36A-A9B9-DA1C-0C34-8D4EC2C74453}"/>
              </a:ext>
            </a:extLst>
          </p:cNvPr>
          <p:cNvGrpSpPr/>
          <p:nvPr/>
        </p:nvGrpSpPr>
        <p:grpSpPr>
          <a:xfrm>
            <a:off x="1549080" y="1642387"/>
            <a:ext cx="1254409" cy="1254292"/>
            <a:chOff x="5009100" y="-2026475"/>
            <a:chExt cx="268225" cy="268200"/>
          </a:xfrm>
          <a:solidFill>
            <a:srgbClr val="FF0000"/>
          </a:solidFill>
        </p:grpSpPr>
        <p:sp>
          <p:nvSpPr>
            <p:cNvPr id="6" name="Google Shape;8132;p118">
              <a:extLst>
                <a:ext uri="{FF2B5EF4-FFF2-40B4-BE49-F238E27FC236}">
                  <a16:creationId xmlns:a16="http://schemas.microsoft.com/office/drawing/2014/main" id="{D1158CAA-050E-4AD3-2DB9-A37F971F4B8B}"/>
                </a:ext>
              </a:extLst>
            </p:cNvPr>
            <p:cNvSpPr/>
            <p:nvPr/>
          </p:nvSpPr>
          <p:spPr>
            <a:xfrm>
              <a:off x="5049300" y="-2006550"/>
              <a:ext cx="40200" cy="20275"/>
            </a:xfrm>
            <a:custGeom>
              <a:avLst/>
              <a:gdLst/>
              <a:ahLst/>
              <a:cxnLst/>
              <a:rect l="l" t="t" r="r" b="b"/>
              <a:pathLst>
                <a:path w="1608" h="811" extrusionOk="0">
                  <a:moveTo>
                    <a:pt x="0" y="1"/>
                  </a:moveTo>
                  <a:lnTo>
                    <a:pt x="0" y="811"/>
                  </a:lnTo>
                  <a:lnTo>
                    <a:pt x="1607" y="811"/>
                  </a:lnTo>
                  <a:lnTo>
                    <a:pt x="16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133;p118">
              <a:extLst>
                <a:ext uri="{FF2B5EF4-FFF2-40B4-BE49-F238E27FC236}">
                  <a16:creationId xmlns:a16="http://schemas.microsoft.com/office/drawing/2014/main" id="{81CA7B49-197A-3210-764E-98C38888A215}"/>
                </a:ext>
              </a:extLst>
            </p:cNvPr>
            <p:cNvSpPr/>
            <p:nvPr/>
          </p:nvSpPr>
          <p:spPr>
            <a:xfrm>
              <a:off x="5089475" y="-2026475"/>
              <a:ext cx="107475" cy="19950"/>
            </a:xfrm>
            <a:custGeom>
              <a:avLst/>
              <a:gdLst/>
              <a:ahLst/>
              <a:cxnLst/>
              <a:rect l="l" t="t" r="r" b="b"/>
              <a:pathLst>
                <a:path w="4299" h="798" extrusionOk="0">
                  <a:moveTo>
                    <a:pt x="0" y="0"/>
                  </a:moveTo>
                  <a:lnTo>
                    <a:pt x="0" y="798"/>
                  </a:lnTo>
                  <a:lnTo>
                    <a:pt x="4299" y="798"/>
                  </a:lnTo>
                  <a:lnTo>
                    <a:pt x="429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134;p118">
              <a:extLst>
                <a:ext uri="{FF2B5EF4-FFF2-40B4-BE49-F238E27FC236}">
                  <a16:creationId xmlns:a16="http://schemas.microsoft.com/office/drawing/2014/main" id="{7E19FA9B-9674-0D25-AB4B-39D608A52B52}"/>
                </a:ext>
              </a:extLst>
            </p:cNvPr>
            <p:cNvSpPr/>
            <p:nvPr/>
          </p:nvSpPr>
          <p:spPr>
            <a:xfrm>
              <a:off x="5089475" y="-1778525"/>
              <a:ext cx="107475" cy="20250"/>
            </a:xfrm>
            <a:custGeom>
              <a:avLst/>
              <a:gdLst/>
              <a:ahLst/>
              <a:cxnLst/>
              <a:rect l="l" t="t" r="r" b="b"/>
              <a:pathLst>
                <a:path w="4299" h="810" extrusionOk="0">
                  <a:moveTo>
                    <a:pt x="0" y="0"/>
                  </a:moveTo>
                  <a:lnTo>
                    <a:pt x="0" y="810"/>
                  </a:lnTo>
                  <a:lnTo>
                    <a:pt x="4299" y="810"/>
                  </a:lnTo>
                  <a:lnTo>
                    <a:pt x="429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135;p118">
              <a:extLst>
                <a:ext uri="{FF2B5EF4-FFF2-40B4-BE49-F238E27FC236}">
                  <a16:creationId xmlns:a16="http://schemas.microsoft.com/office/drawing/2014/main" id="{76B39ED3-66E2-75EE-8451-904587098892}"/>
                </a:ext>
              </a:extLst>
            </p:cNvPr>
            <p:cNvSpPr/>
            <p:nvPr/>
          </p:nvSpPr>
          <p:spPr>
            <a:xfrm>
              <a:off x="5196925" y="-2006550"/>
              <a:ext cx="40200" cy="20275"/>
            </a:xfrm>
            <a:custGeom>
              <a:avLst/>
              <a:gdLst/>
              <a:ahLst/>
              <a:cxnLst/>
              <a:rect l="l" t="t" r="r" b="b"/>
              <a:pathLst>
                <a:path w="1608" h="811" extrusionOk="0">
                  <a:moveTo>
                    <a:pt x="1" y="1"/>
                  </a:moveTo>
                  <a:lnTo>
                    <a:pt x="1" y="811"/>
                  </a:lnTo>
                  <a:lnTo>
                    <a:pt x="1608" y="811"/>
                  </a:lnTo>
                  <a:lnTo>
                    <a:pt x="160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8136;p118">
              <a:extLst>
                <a:ext uri="{FF2B5EF4-FFF2-40B4-BE49-F238E27FC236}">
                  <a16:creationId xmlns:a16="http://schemas.microsoft.com/office/drawing/2014/main" id="{279B9A72-2CF0-9983-9568-1F1B6A75DA1D}"/>
                </a:ext>
              </a:extLst>
            </p:cNvPr>
            <p:cNvSpPr/>
            <p:nvPr/>
          </p:nvSpPr>
          <p:spPr>
            <a:xfrm>
              <a:off x="5237100" y="-1986300"/>
              <a:ext cx="20275" cy="40200"/>
            </a:xfrm>
            <a:custGeom>
              <a:avLst/>
              <a:gdLst/>
              <a:ahLst/>
              <a:cxnLst/>
              <a:rect l="l" t="t" r="r" b="b"/>
              <a:pathLst>
                <a:path w="811" h="1608" extrusionOk="0">
                  <a:moveTo>
                    <a:pt x="1" y="1"/>
                  </a:moveTo>
                  <a:lnTo>
                    <a:pt x="1" y="1608"/>
                  </a:lnTo>
                  <a:lnTo>
                    <a:pt x="811" y="1608"/>
                  </a:lnTo>
                  <a:lnTo>
                    <a:pt x="8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8137;p118">
              <a:extLst>
                <a:ext uri="{FF2B5EF4-FFF2-40B4-BE49-F238E27FC236}">
                  <a16:creationId xmlns:a16="http://schemas.microsoft.com/office/drawing/2014/main" id="{A22224B8-D375-ED10-BE5E-E1078622412B}"/>
                </a:ext>
              </a:extLst>
            </p:cNvPr>
            <p:cNvSpPr/>
            <p:nvPr/>
          </p:nvSpPr>
          <p:spPr>
            <a:xfrm>
              <a:off x="5257350" y="-1946125"/>
              <a:ext cx="19975" cy="107475"/>
            </a:xfrm>
            <a:custGeom>
              <a:avLst/>
              <a:gdLst/>
              <a:ahLst/>
              <a:cxnLst/>
              <a:rect l="l" t="t" r="r" b="b"/>
              <a:pathLst>
                <a:path w="799" h="4299" extrusionOk="0">
                  <a:moveTo>
                    <a:pt x="1" y="1"/>
                  </a:moveTo>
                  <a:lnTo>
                    <a:pt x="1" y="4299"/>
                  </a:lnTo>
                  <a:lnTo>
                    <a:pt x="798" y="4299"/>
                  </a:lnTo>
                  <a:lnTo>
                    <a:pt x="7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8139;p118">
              <a:extLst>
                <a:ext uri="{FF2B5EF4-FFF2-40B4-BE49-F238E27FC236}">
                  <a16:creationId xmlns:a16="http://schemas.microsoft.com/office/drawing/2014/main" id="{7F34F47D-44A5-8159-EC45-8252B94A3E72}"/>
                </a:ext>
              </a:extLst>
            </p:cNvPr>
            <p:cNvSpPr/>
            <p:nvPr/>
          </p:nvSpPr>
          <p:spPr>
            <a:xfrm>
              <a:off x="5029350" y="-1986300"/>
              <a:ext cx="19975" cy="40200"/>
            </a:xfrm>
            <a:custGeom>
              <a:avLst/>
              <a:gdLst/>
              <a:ahLst/>
              <a:cxnLst/>
              <a:rect l="l" t="t" r="r" b="b"/>
              <a:pathLst>
                <a:path w="799" h="1608" extrusionOk="0">
                  <a:moveTo>
                    <a:pt x="0" y="1"/>
                  </a:moveTo>
                  <a:lnTo>
                    <a:pt x="0" y="1608"/>
                  </a:lnTo>
                  <a:lnTo>
                    <a:pt x="798" y="1608"/>
                  </a:lnTo>
                  <a:lnTo>
                    <a:pt x="7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140;p118">
              <a:extLst>
                <a:ext uri="{FF2B5EF4-FFF2-40B4-BE49-F238E27FC236}">
                  <a16:creationId xmlns:a16="http://schemas.microsoft.com/office/drawing/2014/main" id="{F097BC43-12AC-5216-4428-26CF1A01355F}"/>
                </a:ext>
              </a:extLst>
            </p:cNvPr>
            <p:cNvSpPr/>
            <p:nvPr/>
          </p:nvSpPr>
          <p:spPr>
            <a:xfrm>
              <a:off x="5009100" y="-1946125"/>
              <a:ext cx="20275" cy="107475"/>
            </a:xfrm>
            <a:custGeom>
              <a:avLst/>
              <a:gdLst/>
              <a:ahLst/>
              <a:cxnLst/>
              <a:rect l="l" t="t" r="r" b="b"/>
              <a:pathLst>
                <a:path w="811" h="4299" extrusionOk="0">
                  <a:moveTo>
                    <a:pt x="1" y="1"/>
                  </a:moveTo>
                  <a:lnTo>
                    <a:pt x="1" y="4299"/>
                  </a:lnTo>
                  <a:lnTo>
                    <a:pt x="810" y="4299"/>
                  </a:lnTo>
                  <a:lnTo>
                    <a:pt x="81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141;p118">
              <a:extLst>
                <a:ext uri="{FF2B5EF4-FFF2-40B4-BE49-F238E27FC236}">
                  <a16:creationId xmlns:a16="http://schemas.microsoft.com/office/drawing/2014/main" id="{4B0F54B5-E46C-C054-0C2C-21E5A7F8D56C}"/>
                </a:ext>
              </a:extLst>
            </p:cNvPr>
            <p:cNvSpPr/>
            <p:nvPr/>
          </p:nvSpPr>
          <p:spPr>
            <a:xfrm>
              <a:off x="5029350" y="-1838675"/>
              <a:ext cx="19975" cy="40225"/>
            </a:xfrm>
            <a:custGeom>
              <a:avLst/>
              <a:gdLst/>
              <a:ahLst/>
              <a:cxnLst/>
              <a:rect l="l" t="t" r="r" b="b"/>
              <a:pathLst>
                <a:path w="799" h="1609" extrusionOk="0">
                  <a:moveTo>
                    <a:pt x="0" y="1"/>
                  </a:moveTo>
                  <a:lnTo>
                    <a:pt x="0" y="1608"/>
                  </a:lnTo>
                  <a:lnTo>
                    <a:pt x="798" y="1608"/>
                  </a:lnTo>
                  <a:lnTo>
                    <a:pt x="7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142;p118">
              <a:extLst>
                <a:ext uri="{FF2B5EF4-FFF2-40B4-BE49-F238E27FC236}">
                  <a16:creationId xmlns:a16="http://schemas.microsoft.com/office/drawing/2014/main" id="{B1547E5E-73BE-7FC6-29BC-36813282B563}"/>
                </a:ext>
              </a:extLst>
            </p:cNvPr>
            <p:cNvSpPr/>
            <p:nvPr/>
          </p:nvSpPr>
          <p:spPr>
            <a:xfrm>
              <a:off x="5049300" y="-1798475"/>
              <a:ext cx="40200" cy="20250"/>
            </a:xfrm>
            <a:custGeom>
              <a:avLst/>
              <a:gdLst/>
              <a:ahLst/>
              <a:cxnLst/>
              <a:rect l="l" t="t" r="r" b="b"/>
              <a:pathLst>
                <a:path w="1608" h="810" extrusionOk="0">
                  <a:moveTo>
                    <a:pt x="0" y="0"/>
                  </a:moveTo>
                  <a:lnTo>
                    <a:pt x="0" y="810"/>
                  </a:lnTo>
                  <a:lnTo>
                    <a:pt x="1607" y="810"/>
                  </a:lnTo>
                  <a:lnTo>
                    <a:pt x="16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8148;p118">
              <a:extLst>
                <a:ext uri="{FF2B5EF4-FFF2-40B4-BE49-F238E27FC236}">
                  <a16:creationId xmlns:a16="http://schemas.microsoft.com/office/drawing/2014/main" id="{C2B59EAC-256A-50D7-7BAE-C1D2C2CF86FB}"/>
                </a:ext>
              </a:extLst>
            </p:cNvPr>
            <p:cNvSpPr/>
            <p:nvPr/>
          </p:nvSpPr>
          <p:spPr>
            <a:xfrm>
              <a:off x="5237075" y="-1838675"/>
              <a:ext cx="20275" cy="40500"/>
            </a:xfrm>
            <a:custGeom>
              <a:avLst/>
              <a:gdLst/>
              <a:ahLst/>
              <a:cxnLst/>
              <a:rect l="l" t="t" r="r" b="b"/>
              <a:pathLst>
                <a:path w="811" h="1620" extrusionOk="0">
                  <a:moveTo>
                    <a:pt x="1" y="0"/>
                  </a:moveTo>
                  <a:lnTo>
                    <a:pt x="1" y="1619"/>
                  </a:lnTo>
                  <a:lnTo>
                    <a:pt x="811" y="1619"/>
                  </a:lnTo>
                  <a:lnTo>
                    <a:pt x="81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8149;p118">
              <a:extLst>
                <a:ext uri="{FF2B5EF4-FFF2-40B4-BE49-F238E27FC236}">
                  <a16:creationId xmlns:a16="http://schemas.microsoft.com/office/drawing/2014/main" id="{B11288EE-AB16-FC52-23F1-32495F56D2FB}"/>
                </a:ext>
              </a:extLst>
            </p:cNvPr>
            <p:cNvSpPr/>
            <p:nvPr/>
          </p:nvSpPr>
          <p:spPr>
            <a:xfrm>
              <a:off x="5195927" y="-1796614"/>
              <a:ext cx="40200" cy="19975"/>
            </a:xfrm>
            <a:custGeom>
              <a:avLst/>
              <a:gdLst/>
              <a:ahLst/>
              <a:cxnLst/>
              <a:rect l="l" t="t" r="r" b="b"/>
              <a:pathLst>
                <a:path w="1608" h="799" extrusionOk="0">
                  <a:moveTo>
                    <a:pt x="1" y="0"/>
                  </a:moveTo>
                  <a:lnTo>
                    <a:pt x="1" y="798"/>
                  </a:lnTo>
                  <a:lnTo>
                    <a:pt x="1608" y="798"/>
                  </a:lnTo>
                  <a:lnTo>
                    <a:pt x="160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8130;p118">
            <a:extLst>
              <a:ext uri="{FF2B5EF4-FFF2-40B4-BE49-F238E27FC236}">
                <a16:creationId xmlns:a16="http://schemas.microsoft.com/office/drawing/2014/main" id="{D550D560-3ED8-2B17-CE8F-EDF10F093008}"/>
              </a:ext>
            </a:extLst>
          </p:cNvPr>
          <p:cNvGrpSpPr/>
          <p:nvPr/>
        </p:nvGrpSpPr>
        <p:grpSpPr>
          <a:xfrm>
            <a:off x="2129575" y="2136941"/>
            <a:ext cx="1254409" cy="1254292"/>
            <a:chOff x="5009100" y="-2026475"/>
            <a:chExt cx="268225" cy="268200"/>
          </a:xfrm>
          <a:solidFill>
            <a:srgbClr val="0070C0"/>
          </a:solidFill>
        </p:grpSpPr>
        <p:sp>
          <p:nvSpPr>
            <p:cNvPr id="19" name="Google Shape;8132;p118">
              <a:extLst>
                <a:ext uri="{FF2B5EF4-FFF2-40B4-BE49-F238E27FC236}">
                  <a16:creationId xmlns:a16="http://schemas.microsoft.com/office/drawing/2014/main" id="{FA9FF592-F403-222A-D6EB-D4F979CCFBD1}"/>
                </a:ext>
              </a:extLst>
            </p:cNvPr>
            <p:cNvSpPr/>
            <p:nvPr/>
          </p:nvSpPr>
          <p:spPr>
            <a:xfrm>
              <a:off x="5049300" y="-2006550"/>
              <a:ext cx="40200" cy="20275"/>
            </a:xfrm>
            <a:custGeom>
              <a:avLst/>
              <a:gdLst/>
              <a:ahLst/>
              <a:cxnLst/>
              <a:rect l="l" t="t" r="r" b="b"/>
              <a:pathLst>
                <a:path w="1608" h="811" extrusionOk="0">
                  <a:moveTo>
                    <a:pt x="0" y="1"/>
                  </a:moveTo>
                  <a:lnTo>
                    <a:pt x="0" y="811"/>
                  </a:lnTo>
                  <a:lnTo>
                    <a:pt x="1607" y="811"/>
                  </a:lnTo>
                  <a:lnTo>
                    <a:pt x="16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133;p118">
              <a:extLst>
                <a:ext uri="{FF2B5EF4-FFF2-40B4-BE49-F238E27FC236}">
                  <a16:creationId xmlns:a16="http://schemas.microsoft.com/office/drawing/2014/main" id="{E55ED3D8-2579-D397-B914-82125BF3DE24}"/>
                </a:ext>
              </a:extLst>
            </p:cNvPr>
            <p:cNvSpPr/>
            <p:nvPr/>
          </p:nvSpPr>
          <p:spPr>
            <a:xfrm>
              <a:off x="5089475" y="-2026475"/>
              <a:ext cx="107475" cy="19950"/>
            </a:xfrm>
            <a:custGeom>
              <a:avLst/>
              <a:gdLst/>
              <a:ahLst/>
              <a:cxnLst/>
              <a:rect l="l" t="t" r="r" b="b"/>
              <a:pathLst>
                <a:path w="4299" h="798" extrusionOk="0">
                  <a:moveTo>
                    <a:pt x="0" y="0"/>
                  </a:moveTo>
                  <a:lnTo>
                    <a:pt x="0" y="798"/>
                  </a:lnTo>
                  <a:lnTo>
                    <a:pt x="4299" y="798"/>
                  </a:lnTo>
                  <a:lnTo>
                    <a:pt x="429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134;p118">
              <a:extLst>
                <a:ext uri="{FF2B5EF4-FFF2-40B4-BE49-F238E27FC236}">
                  <a16:creationId xmlns:a16="http://schemas.microsoft.com/office/drawing/2014/main" id="{430CC309-769D-8707-FA70-5DB0D5CCD80D}"/>
                </a:ext>
              </a:extLst>
            </p:cNvPr>
            <p:cNvSpPr/>
            <p:nvPr/>
          </p:nvSpPr>
          <p:spPr>
            <a:xfrm>
              <a:off x="5089475" y="-1778525"/>
              <a:ext cx="107475" cy="20250"/>
            </a:xfrm>
            <a:custGeom>
              <a:avLst/>
              <a:gdLst/>
              <a:ahLst/>
              <a:cxnLst/>
              <a:rect l="l" t="t" r="r" b="b"/>
              <a:pathLst>
                <a:path w="4299" h="810" extrusionOk="0">
                  <a:moveTo>
                    <a:pt x="0" y="0"/>
                  </a:moveTo>
                  <a:lnTo>
                    <a:pt x="0" y="810"/>
                  </a:lnTo>
                  <a:lnTo>
                    <a:pt x="4299" y="810"/>
                  </a:lnTo>
                  <a:lnTo>
                    <a:pt x="429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8135;p118">
              <a:extLst>
                <a:ext uri="{FF2B5EF4-FFF2-40B4-BE49-F238E27FC236}">
                  <a16:creationId xmlns:a16="http://schemas.microsoft.com/office/drawing/2014/main" id="{279D505B-9A2F-C9BB-8649-D445549B4687}"/>
                </a:ext>
              </a:extLst>
            </p:cNvPr>
            <p:cNvSpPr/>
            <p:nvPr/>
          </p:nvSpPr>
          <p:spPr>
            <a:xfrm>
              <a:off x="5196925" y="-2006550"/>
              <a:ext cx="40200" cy="20275"/>
            </a:xfrm>
            <a:custGeom>
              <a:avLst/>
              <a:gdLst/>
              <a:ahLst/>
              <a:cxnLst/>
              <a:rect l="l" t="t" r="r" b="b"/>
              <a:pathLst>
                <a:path w="1608" h="811" extrusionOk="0">
                  <a:moveTo>
                    <a:pt x="1" y="1"/>
                  </a:moveTo>
                  <a:lnTo>
                    <a:pt x="1" y="811"/>
                  </a:lnTo>
                  <a:lnTo>
                    <a:pt x="1608" y="811"/>
                  </a:lnTo>
                  <a:lnTo>
                    <a:pt x="160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136;p118">
              <a:extLst>
                <a:ext uri="{FF2B5EF4-FFF2-40B4-BE49-F238E27FC236}">
                  <a16:creationId xmlns:a16="http://schemas.microsoft.com/office/drawing/2014/main" id="{DAD84E47-4C6B-189D-DBA9-BEF454681293}"/>
                </a:ext>
              </a:extLst>
            </p:cNvPr>
            <p:cNvSpPr/>
            <p:nvPr/>
          </p:nvSpPr>
          <p:spPr>
            <a:xfrm>
              <a:off x="5237100" y="-1986300"/>
              <a:ext cx="20275" cy="40200"/>
            </a:xfrm>
            <a:custGeom>
              <a:avLst/>
              <a:gdLst/>
              <a:ahLst/>
              <a:cxnLst/>
              <a:rect l="l" t="t" r="r" b="b"/>
              <a:pathLst>
                <a:path w="811" h="1608" extrusionOk="0">
                  <a:moveTo>
                    <a:pt x="1" y="1"/>
                  </a:moveTo>
                  <a:lnTo>
                    <a:pt x="1" y="1608"/>
                  </a:lnTo>
                  <a:lnTo>
                    <a:pt x="811" y="1608"/>
                  </a:lnTo>
                  <a:lnTo>
                    <a:pt x="8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8137;p118">
              <a:extLst>
                <a:ext uri="{FF2B5EF4-FFF2-40B4-BE49-F238E27FC236}">
                  <a16:creationId xmlns:a16="http://schemas.microsoft.com/office/drawing/2014/main" id="{E5BF6370-9D00-1969-3F19-EDBBD0CE4177}"/>
                </a:ext>
              </a:extLst>
            </p:cNvPr>
            <p:cNvSpPr/>
            <p:nvPr/>
          </p:nvSpPr>
          <p:spPr>
            <a:xfrm>
              <a:off x="5257350" y="-1946125"/>
              <a:ext cx="19975" cy="107475"/>
            </a:xfrm>
            <a:custGeom>
              <a:avLst/>
              <a:gdLst/>
              <a:ahLst/>
              <a:cxnLst/>
              <a:rect l="l" t="t" r="r" b="b"/>
              <a:pathLst>
                <a:path w="799" h="4299" extrusionOk="0">
                  <a:moveTo>
                    <a:pt x="1" y="1"/>
                  </a:moveTo>
                  <a:lnTo>
                    <a:pt x="1" y="4299"/>
                  </a:lnTo>
                  <a:lnTo>
                    <a:pt x="798" y="4299"/>
                  </a:lnTo>
                  <a:lnTo>
                    <a:pt x="7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139;p118">
              <a:extLst>
                <a:ext uri="{FF2B5EF4-FFF2-40B4-BE49-F238E27FC236}">
                  <a16:creationId xmlns:a16="http://schemas.microsoft.com/office/drawing/2014/main" id="{80E62B68-7B38-3E71-4A85-DF1DAEA64608}"/>
                </a:ext>
              </a:extLst>
            </p:cNvPr>
            <p:cNvSpPr/>
            <p:nvPr/>
          </p:nvSpPr>
          <p:spPr>
            <a:xfrm>
              <a:off x="5029350" y="-1986300"/>
              <a:ext cx="19975" cy="40200"/>
            </a:xfrm>
            <a:custGeom>
              <a:avLst/>
              <a:gdLst/>
              <a:ahLst/>
              <a:cxnLst/>
              <a:rect l="l" t="t" r="r" b="b"/>
              <a:pathLst>
                <a:path w="799" h="1608" extrusionOk="0">
                  <a:moveTo>
                    <a:pt x="0" y="1"/>
                  </a:moveTo>
                  <a:lnTo>
                    <a:pt x="0" y="1608"/>
                  </a:lnTo>
                  <a:lnTo>
                    <a:pt x="798" y="1608"/>
                  </a:lnTo>
                  <a:lnTo>
                    <a:pt x="7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140;p118">
              <a:extLst>
                <a:ext uri="{FF2B5EF4-FFF2-40B4-BE49-F238E27FC236}">
                  <a16:creationId xmlns:a16="http://schemas.microsoft.com/office/drawing/2014/main" id="{EE7E4C0C-B094-661F-343C-C1D1FE026EFF}"/>
                </a:ext>
              </a:extLst>
            </p:cNvPr>
            <p:cNvSpPr/>
            <p:nvPr/>
          </p:nvSpPr>
          <p:spPr>
            <a:xfrm>
              <a:off x="5009100" y="-1946125"/>
              <a:ext cx="20275" cy="107475"/>
            </a:xfrm>
            <a:custGeom>
              <a:avLst/>
              <a:gdLst/>
              <a:ahLst/>
              <a:cxnLst/>
              <a:rect l="l" t="t" r="r" b="b"/>
              <a:pathLst>
                <a:path w="811" h="4299" extrusionOk="0">
                  <a:moveTo>
                    <a:pt x="1" y="1"/>
                  </a:moveTo>
                  <a:lnTo>
                    <a:pt x="1" y="4299"/>
                  </a:lnTo>
                  <a:lnTo>
                    <a:pt x="810" y="4299"/>
                  </a:lnTo>
                  <a:lnTo>
                    <a:pt x="81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141;p118">
              <a:extLst>
                <a:ext uri="{FF2B5EF4-FFF2-40B4-BE49-F238E27FC236}">
                  <a16:creationId xmlns:a16="http://schemas.microsoft.com/office/drawing/2014/main" id="{56C41DEC-2695-99D1-C305-2D2AB67F4096}"/>
                </a:ext>
              </a:extLst>
            </p:cNvPr>
            <p:cNvSpPr/>
            <p:nvPr/>
          </p:nvSpPr>
          <p:spPr>
            <a:xfrm>
              <a:off x="5029350" y="-1838675"/>
              <a:ext cx="19975" cy="40225"/>
            </a:xfrm>
            <a:custGeom>
              <a:avLst/>
              <a:gdLst/>
              <a:ahLst/>
              <a:cxnLst/>
              <a:rect l="l" t="t" r="r" b="b"/>
              <a:pathLst>
                <a:path w="799" h="1609" extrusionOk="0">
                  <a:moveTo>
                    <a:pt x="0" y="1"/>
                  </a:moveTo>
                  <a:lnTo>
                    <a:pt x="0" y="1608"/>
                  </a:lnTo>
                  <a:lnTo>
                    <a:pt x="798" y="1608"/>
                  </a:lnTo>
                  <a:lnTo>
                    <a:pt x="7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142;p118">
              <a:extLst>
                <a:ext uri="{FF2B5EF4-FFF2-40B4-BE49-F238E27FC236}">
                  <a16:creationId xmlns:a16="http://schemas.microsoft.com/office/drawing/2014/main" id="{97F5C322-C4FB-2DE6-8E04-4C8856BE8A40}"/>
                </a:ext>
              </a:extLst>
            </p:cNvPr>
            <p:cNvSpPr/>
            <p:nvPr/>
          </p:nvSpPr>
          <p:spPr>
            <a:xfrm>
              <a:off x="5049300" y="-1798475"/>
              <a:ext cx="40200" cy="20250"/>
            </a:xfrm>
            <a:custGeom>
              <a:avLst/>
              <a:gdLst/>
              <a:ahLst/>
              <a:cxnLst/>
              <a:rect l="l" t="t" r="r" b="b"/>
              <a:pathLst>
                <a:path w="1608" h="810" extrusionOk="0">
                  <a:moveTo>
                    <a:pt x="0" y="0"/>
                  </a:moveTo>
                  <a:lnTo>
                    <a:pt x="0" y="810"/>
                  </a:lnTo>
                  <a:lnTo>
                    <a:pt x="1607" y="810"/>
                  </a:lnTo>
                  <a:lnTo>
                    <a:pt x="16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148;p118">
              <a:extLst>
                <a:ext uri="{FF2B5EF4-FFF2-40B4-BE49-F238E27FC236}">
                  <a16:creationId xmlns:a16="http://schemas.microsoft.com/office/drawing/2014/main" id="{D9D5F579-25B7-FCC4-B38B-78A4BAAD742F}"/>
                </a:ext>
              </a:extLst>
            </p:cNvPr>
            <p:cNvSpPr/>
            <p:nvPr/>
          </p:nvSpPr>
          <p:spPr>
            <a:xfrm>
              <a:off x="5237075" y="-1838675"/>
              <a:ext cx="20275" cy="40500"/>
            </a:xfrm>
            <a:custGeom>
              <a:avLst/>
              <a:gdLst/>
              <a:ahLst/>
              <a:cxnLst/>
              <a:rect l="l" t="t" r="r" b="b"/>
              <a:pathLst>
                <a:path w="811" h="1620" extrusionOk="0">
                  <a:moveTo>
                    <a:pt x="1" y="0"/>
                  </a:moveTo>
                  <a:lnTo>
                    <a:pt x="1" y="1619"/>
                  </a:lnTo>
                  <a:lnTo>
                    <a:pt x="811" y="1619"/>
                  </a:lnTo>
                  <a:lnTo>
                    <a:pt x="81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149;p118">
              <a:extLst>
                <a:ext uri="{FF2B5EF4-FFF2-40B4-BE49-F238E27FC236}">
                  <a16:creationId xmlns:a16="http://schemas.microsoft.com/office/drawing/2014/main" id="{B4DB3946-03D3-A33A-A8D9-8F0612AFAAA8}"/>
                </a:ext>
              </a:extLst>
            </p:cNvPr>
            <p:cNvSpPr/>
            <p:nvPr/>
          </p:nvSpPr>
          <p:spPr>
            <a:xfrm>
              <a:off x="5195927" y="-1796614"/>
              <a:ext cx="40200" cy="19975"/>
            </a:xfrm>
            <a:custGeom>
              <a:avLst/>
              <a:gdLst/>
              <a:ahLst/>
              <a:cxnLst/>
              <a:rect l="l" t="t" r="r" b="b"/>
              <a:pathLst>
                <a:path w="1608" h="799" extrusionOk="0">
                  <a:moveTo>
                    <a:pt x="1" y="0"/>
                  </a:moveTo>
                  <a:lnTo>
                    <a:pt x="1" y="798"/>
                  </a:lnTo>
                  <a:lnTo>
                    <a:pt x="1608" y="798"/>
                  </a:lnTo>
                  <a:lnTo>
                    <a:pt x="160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3" name="Google Shape;7213;p88"/>
          <p:cNvSpPr/>
          <p:nvPr/>
        </p:nvSpPr>
        <p:spPr>
          <a:xfrm>
            <a:off x="4169488" y="1202825"/>
            <a:ext cx="810300" cy="810300"/>
          </a:xfrm>
          <a:prstGeom prst="rect">
            <a:avLst/>
          </a:prstGeom>
          <a:solidFill>
            <a:srgbClr val="0A0C0C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5" name="Google Shape;7215;p88"/>
          <p:cNvSpPr txBox="1"/>
          <p:nvPr/>
        </p:nvSpPr>
        <p:spPr>
          <a:xfrm>
            <a:off x="1208101" y="1817725"/>
            <a:ext cx="6730800" cy="19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olidFill>
                  <a:srgbClr val="0A0C0C"/>
                </a:solidFill>
                <a:latin typeface="VT323"/>
                <a:ea typeface="VT323"/>
                <a:cs typeface="VT323"/>
                <a:sym typeface="VT323"/>
              </a:rPr>
              <a:t>¿Qué es estático y qué es dinámico?</a:t>
            </a:r>
            <a:endParaRPr sz="4400" dirty="0">
              <a:solidFill>
                <a:srgbClr val="0A0C0C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7216" name="Google Shape;7216;p88"/>
          <p:cNvSpPr txBox="1"/>
          <p:nvPr/>
        </p:nvSpPr>
        <p:spPr>
          <a:xfrm>
            <a:off x="3863053" y="1252375"/>
            <a:ext cx="14232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74B993"/>
                </a:solidFill>
                <a:latin typeface="VT323"/>
                <a:ea typeface="VT323"/>
                <a:cs typeface="VT323"/>
                <a:sym typeface="VT323"/>
              </a:rPr>
              <a:t>03</a:t>
            </a:r>
            <a:endParaRPr sz="6000">
              <a:solidFill>
                <a:srgbClr val="74B993"/>
              </a:solidFill>
              <a:latin typeface="VT323"/>
              <a:ea typeface="VT323"/>
              <a:cs typeface="VT323"/>
              <a:sym typeface="VT323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5" name="Google Shape;7405;p93"/>
          <p:cNvSpPr/>
          <p:nvPr/>
        </p:nvSpPr>
        <p:spPr>
          <a:xfrm>
            <a:off x="1431546" y="1202825"/>
            <a:ext cx="810300" cy="810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6" name="Google Shape;7406;p93"/>
          <p:cNvSpPr txBox="1">
            <a:spLocks noGrp="1"/>
          </p:cNvSpPr>
          <p:nvPr>
            <p:ph type="title"/>
          </p:nvPr>
        </p:nvSpPr>
        <p:spPr>
          <a:xfrm>
            <a:off x="1338775" y="2008694"/>
            <a:ext cx="3887100" cy="201216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¿Qué es un error en tiempo de ejecución?</a:t>
            </a:r>
            <a:endParaRPr dirty="0"/>
          </a:p>
        </p:txBody>
      </p:sp>
      <p:sp>
        <p:nvSpPr>
          <p:cNvPr id="7408" name="Google Shape;7408;p93"/>
          <p:cNvSpPr txBox="1">
            <a:spLocks noGrp="1"/>
          </p:cNvSpPr>
          <p:nvPr>
            <p:ph type="title" idx="2"/>
          </p:nvPr>
        </p:nvSpPr>
        <p:spPr>
          <a:xfrm>
            <a:off x="1267750" y="1252375"/>
            <a:ext cx="1137900" cy="6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138" name="Google Shape;7899;p115">
            <a:extLst>
              <a:ext uri="{FF2B5EF4-FFF2-40B4-BE49-F238E27FC236}">
                <a16:creationId xmlns:a16="http://schemas.microsoft.com/office/drawing/2014/main" id="{78BD8D54-7C71-3111-E0C2-CFBE33945555}"/>
              </a:ext>
            </a:extLst>
          </p:cNvPr>
          <p:cNvGrpSpPr/>
          <p:nvPr/>
        </p:nvGrpSpPr>
        <p:grpSpPr>
          <a:xfrm>
            <a:off x="6405940" y="2213295"/>
            <a:ext cx="1084885" cy="738258"/>
            <a:chOff x="1190625" y="964250"/>
            <a:chExt cx="5229650" cy="3777375"/>
          </a:xfrm>
        </p:grpSpPr>
        <p:sp>
          <p:nvSpPr>
            <p:cNvPr id="139" name="Google Shape;7900;p115">
              <a:extLst>
                <a:ext uri="{FF2B5EF4-FFF2-40B4-BE49-F238E27FC236}">
                  <a16:creationId xmlns:a16="http://schemas.microsoft.com/office/drawing/2014/main" id="{42D20A77-3593-7485-9F16-0550B87CCCF2}"/>
                </a:ext>
              </a:extLst>
            </p:cNvPr>
            <p:cNvSpPr/>
            <p:nvPr/>
          </p:nvSpPr>
          <p:spPr>
            <a:xfrm>
              <a:off x="1190625" y="1431400"/>
              <a:ext cx="5229650" cy="2845375"/>
            </a:xfrm>
            <a:custGeom>
              <a:avLst/>
              <a:gdLst/>
              <a:ahLst/>
              <a:cxnLst/>
              <a:rect l="l" t="t" r="r" b="b"/>
              <a:pathLst>
                <a:path w="209186" h="113815" extrusionOk="0">
                  <a:moveTo>
                    <a:pt x="73952" y="37098"/>
                  </a:moveTo>
                  <a:cubicBezTo>
                    <a:pt x="75258" y="37098"/>
                    <a:pt x="76717" y="38769"/>
                    <a:pt x="76717" y="40075"/>
                  </a:cubicBezTo>
                  <a:cubicBezTo>
                    <a:pt x="76717" y="44785"/>
                    <a:pt x="76717" y="49464"/>
                    <a:pt x="76717" y="54234"/>
                  </a:cubicBezTo>
                  <a:cubicBezTo>
                    <a:pt x="76717" y="55510"/>
                    <a:pt x="75258" y="55692"/>
                    <a:pt x="73952" y="55692"/>
                  </a:cubicBezTo>
                  <a:lnTo>
                    <a:pt x="59763" y="55692"/>
                  </a:lnTo>
                  <a:cubicBezTo>
                    <a:pt x="58487" y="55692"/>
                    <a:pt x="58122" y="55510"/>
                    <a:pt x="58122" y="54234"/>
                  </a:cubicBezTo>
                  <a:lnTo>
                    <a:pt x="58122" y="40045"/>
                  </a:lnTo>
                  <a:cubicBezTo>
                    <a:pt x="58122" y="38769"/>
                    <a:pt x="58487" y="37098"/>
                    <a:pt x="59763" y="37098"/>
                  </a:cubicBezTo>
                  <a:close/>
                  <a:moveTo>
                    <a:pt x="149422" y="37098"/>
                  </a:moveTo>
                  <a:cubicBezTo>
                    <a:pt x="150699" y="37098"/>
                    <a:pt x="151094" y="38799"/>
                    <a:pt x="151094" y="40075"/>
                  </a:cubicBezTo>
                  <a:lnTo>
                    <a:pt x="151094" y="54264"/>
                  </a:lnTo>
                  <a:cubicBezTo>
                    <a:pt x="151094" y="55540"/>
                    <a:pt x="150699" y="55692"/>
                    <a:pt x="149422" y="55692"/>
                  </a:cubicBezTo>
                  <a:lnTo>
                    <a:pt x="135234" y="55692"/>
                  </a:lnTo>
                  <a:cubicBezTo>
                    <a:pt x="133958" y="55692"/>
                    <a:pt x="132499" y="55540"/>
                    <a:pt x="132499" y="54264"/>
                  </a:cubicBezTo>
                  <a:lnTo>
                    <a:pt x="132499" y="40075"/>
                  </a:lnTo>
                  <a:cubicBezTo>
                    <a:pt x="132499" y="38799"/>
                    <a:pt x="133958" y="37098"/>
                    <a:pt x="135234" y="37098"/>
                  </a:cubicBezTo>
                  <a:close/>
                  <a:moveTo>
                    <a:pt x="60279" y="0"/>
                  </a:moveTo>
                  <a:cubicBezTo>
                    <a:pt x="58973" y="0"/>
                    <a:pt x="58092" y="1033"/>
                    <a:pt x="58092" y="2309"/>
                  </a:cubicBezTo>
                  <a:lnTo>
                    <a:pt x="58092" y="16711"/>
                  </a:lnTo>
                  <a:cubicBezTo>
                    <a:pt x="58092" y="17987"/>
                    <a:pt x="56451" y="18503"/>
                    <a:pt x="55175" y="18503"/>
                  </a:cubicBezTo>
                  <a:lnTo>
                    <a:pt x="40895" y="18503"/>
                  </a:lnTo>
                  <a:cubicBezTo>
                    <a:pt x="39619" y="18503"/>
                    <a:pt x="39498" y="20083"/>
                    <a:pt x="39498" y="21359"/>
                  </a:cubicBezTo>
                  <a:lnTo>
                    <a:pt x="39498" y="35548"/>
                  </a:lnTo>
                  <a:cubicBezTo>
                    <a:pt x="39498" y="36855"/>
                    <a:pt x="37523" y="37098"/>
                    <a:pt x="36247" y="37098"/>
                  </a:cubicBezTo>
                  <a:lnTo>
                    <a:pt x="22028" y="37098"/>
                  </a:lnTo>
                  <a:cubicBezTo>
                    <a:pt x="20721" y="37098"/>
                    <a:pt x="18594" y="38921"/>
                    <a:pt x="18594" y="40197"/>
                  </a:cubicBezTo>
                  <a:lnTo>
                    <a:pt x="18594" y="54446"/>
                  </a:lnTo>
                  <a:cubicBezTo>
                    <a:pt x="18594" y="55664"/>
                    <a:pt x="18650" y="55692"/>
                    <a:pt x="17545" y="55692"/>
                  </a:cubicBezTo>
                  <a:cubicBezTo>
                    <a:pt x="17492" y="55692"/>
                    <a:pt x="17437" y="55692"/>
                    <a:pt x="17379" y="55692"/>
                  </a:cubicBezTo>
                  <a:lnTo>
                    <a:pt x="3372" y="55692"/>
                  </a:lnTo>
                  <a:cubicBezTo>
                    <a:pt x="2066" y="55692"/>
                    <a:pt x="0" y="57788"/>
                    <a:pt x="0" y="59095"/>
                  </a:cubicBezTo>
                  <a:lnTo>
                    <a:pt x="0" y="110624"/>
                  </a:lnTo>
                  <a:cubicBezTo>
                    <a:pt x="0" y="111930"/>
                    <a:pt x="2066" y="113814"/>
                    <a:pt x="3372" y="113814"/>
                  </a:cubicBezTo>
                  <a:lnTo>
                    <a:pt x="17349" y="113814"/>
                  </a:lnTo>
                  <a:cubicBezTo>
                    <a:pt x="18655" y="113814"/>
                    <a:pt x="18594" y="111900"/>
                    <a:pt x="18594" y="110624"/>
                  </a:cubicBezTo>
                  <a:lnTo>
                    <a:pt x="18594" y="77811"/>
                  </a:lnTo>
                  <a:cubicBezTo>
                    <a:pt x="18594" y="76694"/>
                    <a:pt x="20223" y="76624"/>
                    <a:pt x="21485" y="76624"/>
                  </a:cubicBezTo>
                  <a:cubicBezTo>
                    <a:pt x="21665" y="76624"/>
                    <a:pt x="21838" y="76626"/>
                    <a:pt x="21997" y="76626"/>
                  </a:cubicBezTo>
                  <a:lnTo>
                    <a:pt x="36368" y="76626"/>
                  </a:lnTo>
                  <a:cubicBezTo>
                    <a:pt x="36531" y="76626"/>
                    <a:pt x="36703" y="76624"/>
                    <a:pt x="36879" y="76624"/>
                  </a:cubicBezTo>
                  <a:cubicBezTo>
                    <a:pt x="38109" y="76624"/>
                    <a:pt x="39528" y="76694"/>
                    <a:pt x="39528" y="77811"/>
                  </a:cubicBezTo>
                  <a:lnTo>
                    <a:pt x="39528" y="110837"/>
                  </a:lnTo>
                  <a:cubicBezTo>
                    <a:pt x="39528" y="112113"/>
                    <a:pt x="40136" y="113146"/>
                    <a:pt x="41442" y="113146"/>
                  </a:cubicBezTo>
                  <a:cubicBezTo>
                    <a:pt x="46212" y="113146"/>
                    <a:pt x="51013" y="113176"/>
                    <a:pt x="55600" y="113207"/>
                  </a:cubicBezTo>
                  <a:cubicBezTo>
                    <a:pt x="56907" y="113207"/>
                    <a:pt x="58122" y="112174"/>
                    <a:pt x="58122" y="110897"/>
                  </a:cubicBezTo>
                  <a:lnTo>
                    <a:pt x="58122" y="96709"/>
                  </a:lnTo>
                  <a:cubicBezTo>
                    <a:pt x="58122" y="95433"/>
                    <a:pt x="58396" y="95220"/>
                    <a:pt x="59672" y="95220"/>
                  </a:cubicBezTo>
                  <a:lnTo>
                    <a:pt x="149514" y="95220"/>
                  </a:lnTo>
                  <a:cubicBezTo>
                    <a:pt x="150790" y="95220"/>
                    <a:pt x="151853" y="95858"/>
                    <a:pt x="151853" y="97134"/>
                  </a:cubicBezTo>
                  <a:cubicBezTo>
                    <a:pt x="151853" y="101904"/>
                    <a:pt x="151823" y="106705"/>
                    <a:pt x="151792" y="111353"/>
                  </a:cubicBezTo>
                  <a:cubicBezTo>
                    <a:pt x="151792" y="112629"/>
                    <a:pt x="152825" y="113814"/>
                    <a:pt x="154101" y="113814"/>
                  </a:cubicBezTo>
                  <a:lnTo>
                    <a:pt x="168260" y="113814"/>
                  </a:lnTo>
                  <a:cubicBezTo>
                    <a:pt x="169536" y="113814"/>
                    <a:pt x="169657" y="112113"/>
                    <a:pt x="169657" y="110837"/>
                  </a:cubicBezTo>
                  <a:lnTo>
                    <a:pt x="169657" y="77841"/>
                  </a:lnTo>
                  <a:cubicBezTo>
                    <a:pt x="169657" y="76676"/>
                    <a:pt x="171278" y="76625"/>
                    <a:pt x="172555" y="76625"/>
                  </a:cubicBezTo>
                  <a:cubicBezTo>
                    <a:pt x="172676" y="76625"/>
                    <a:pt x="172795" y="76626"/>
                    <a:pt x="172908" y="76626"/>
                  </a:cubicBezTo>
                  <a:lnTo>
                    <a:pt x="187340" y="76626"/>
                  </a:lnTo>
                  <a:cubicBezTo>
                    <a:pt x="187451" y="76626"/>
                    <a:pt x="187567" y="76625"/>
                    <a:pt x="187687" y="76625"/>
                  </a:cubicBezTo>
                  <a:cubicBezTo>
                    <a:pt x="188945" y="76625"/>
                    <a:pt x="190591" y="76676"/>
                    <a:pt x="190591" y="77841"/>
                  </a:cubicBezTo>
                  <a:lnTo>
                    <a:pt x="190591" y="110624"/>
                  </a:lnTo>
                  <a:cubicBezTo>
                    <a:pt x="190591" y="111900"/>
                    <a:pt x="190713" y="113814"/>
                    <a:pt x="191989" y="113814"/>
                  </a:cubicBezTo>
                  <a:lnTo>
                    <a:pt x="205813" y="113814"/>
                  </a:lnTo>
                  <a:cubicBezTo>
                    <a:pt x="207119" y="113814"/>
                    <a:pt x="209185" y="111900"/>
                    <a:pt x="209185" y="110624"/>
                  </a:cubicBezTo>
                  <a:lnTo>
                    <a:pt x="209185" y="58973"/>
                  </a:lnTo>
                  <a:cubicBezTo>
                    <a:pt x="209185" y="57697"/>
                    <a:pt x="207119" y="55692"/>
                    <a:pt x="205813" y="55692"/>
                  </a:cubicBezTo>
                  <a:lnTo>
                    <a:pt x="191685" y="55692"/>
                  </a:lnTo>
                  <a:cubicBezTo>
                    <a:pt x="190409" y="55692"/>
                    <a:pt x="188282" y="55631"/>
                    <a:pt x="188282" y="54325"/>
                  </a:cubicBezTo>
                  <a:lnTo>
                    <a:pt x="188282" y="40075"/>
                  </a:lnTo>
                  <a:cubicBezTo>
                    <a:pt x="188282" y="38799"/>
                    <a:pt x="188312" y="37098"/>
                    <a:pt x="187036" y="37098"/>
                  </a:cubicBezTo>
                  <a:lnTo>
                    <a:pt x="172848" y="37098"/>
                  </a:lnTo>
                  <a:cubicBezTo>
                    <a:pt x="171572" y="37098"/>
                    <a:pt x="169657" y="36703"/>
                    <a:pt x="169657" y="35427"/>
                  </a:cubicBezTo>
                  <a:lnTo>
                    <a:pt x="169657" y="21238"/>
                  </a:lnTo>
                  <a:cubicBezTo>
                    <a:pt x="169657" y="19962"/>
                    <a:pt x="169475" y="18503"/>
                    <a:pt x="168199" y="18503"/>
                  </a:cubicBezTo>
                  <a:lnTo>
                    <a:pt x="154041" y="18503"/>
                  </a:lnTo>
                  <a:cubicBezTo>
                    <a:pt x="152765" y="18503"/>
                    <a:pt x="151063" y="17865"/>
                    <a:pt x="151063" y="16589"/>
                  </a:cubicBezTo>
                  <a:lnTo>
                    <a:pt x="151063" y="2309"/>
                  </a:lnTo>
                  <a:cubicBezTo>
                    <a:pt x="151063" y="1052"/>
                    <a:pt x="150384" y="30"/>
                    <a:pt x="149143" y="30"/>
                  </a:cubicBezTo>
                  <a:cubicBezTo>
                    <a:pt x="149125" y="30"/>
                    <a:pt x="149107" y="30"/>
                    <a:pt x="149088" y="31"/>
                  </a:cubicBezTo>
                  <a:cubicBezTo>
                    <a:pt x="144440" y="61"/>
                    <a:pt x="139700" y="61"/>
                    <a:pt x="134869" y="61"/>
                  </a:cubicBezTo>
                  <a:cubicBezTo>
                    <a:pt x="133593" y="61"/>
                    <a:pt x="132499" y="1094"/>
                    <a:pt x="132499" y="2401"/>
                  </a:cubicBezTo>
                  <a:lnTo>
                    <a:pt x="132499" y="16529"/>
                  </a:lnTo>
                  <a:cubicBezTo>
                    <a:pt x="132469" y="17805"/>
                    <a:pt x="131892" y="18503"/>
                    <a:pt x="130616" y="18503"/>
                  </a:cubicBezTo>
                  <a:lnTo>
                    <a:pt x="78448" y="18503"/>
                  </a:lnTo>
                  <a:cubicBezTo>
                    <a:pt x="77172" y="18503"/>
                    <a:pt x="76686" y="17805"/>
                    <a:pt x="76686" y="16529"/>
                  </a:cubicBezTo>
                  <a:lnTo>
                    <a:pt x="76686" y="2370"/>
                  </a:lnTo>
                  <a:cubicBezTo>
                    <a:pt x="76686" y="1094"/>
                    <a:pt x="75380" y="61"/>
                    <a:pt x="74104" y="61"/>
                  </a:cubicBezTo>
                  <a:cubicBezTo>
                    <a:pt x="69333" y="61"/>
                    <a:pt x="64867" y="61"/>
                    <a:pt x="602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7901;p115">
              <a:extLst>
                <a:ext uri="{FF2B5EF4-FFF2-40B4-BE49-F238E27FC236}">
                  <a16:creationId xmlns:a16="http://schemas.microsoft.com/office/drawing/2014/main" id="{57C05306-08D3-1CAC-EA81-3999D36AC63B}"/>
                </a:ext>
              </a:extLst>
            </p:cNvPr>
            <p:cNvSpPr/>
            <p:nvPr/>
          </p:nvSpPr>
          <p:spPr>
            <a:xfrm>
              <a:off x="2625450" y="4262300"/>
              <a:ext cx="947950" cy="479325"/>
            </a:xfrm>
            <a:custGeom>
              <a:avLst/>
              <a:gdLst/>
              <a:ahLst/>
              <a:cxnLst/>
              <a:rect l="l" t="t" r="r" b="b"/>
              <a:pathLst>
                <a:path w="37918" h="19173" extrusionOk="0">
                  <a:moveTo>
                    <a:pt x="2340" y="1"/>
                  </a:moveTo>
                  <a:cubicBezTo>
                    <a:pt x="1033" y="1"/>
                    <a:pt x="0" y="1034"/>
                    <a:pt x="0" y="2310"/>
                  </a:cubicBezTo>
                  <a:cubicBezTo>
                    <a:pt x="30" y="6959"/>
                    <a:pt x="30" y="11911"/>
                    <a:pt x="30" y="16560"/>
                  </a:cubicBezTo>
                  <a:cubicBezTo>
                    <a:pt x="30" y="17836"/>
                    <a:pt x="1063" y="19172"/>
                    <a:pt x="2340" y="19172"/>
                  </a:cubicBezTo>
                  <a:lnTo>
                    <a:pt x="35214" y="19172"/>
                  </a:lnTo>
                  <a:cubicBezTo>
                    <a:pt x="36520" y="19172"/>
                    <a:pt x="37918" y="17562"/>
                    <a:pt x="37918" y="16286"/>
                  </a:cubicBezTo>
                  <a:lnTo>
                    <a:pt x="37918" y="2401"/>
                  </a:lnTo>
                  <a:cubicBezTo>
                    <a:pt x="37918" y="1125"/>
                    <a:pt x="36672" y="92"/>
                    <a:pt x="35396" y="92"/>
                  </a:cubicBezTo>
                  <a:lnTo>
                    <a:pt x="24944" y="92"/>
                  </a:lnTo>
                  <a:cubicBezTo>
                    <a:pt x="17409" y="62"/>
                    <a:pt x="9844" y="31"/>
                    <a:pt x="23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7902;p115">
              <a:extLst>
                <a:ext uri="{FF2B5EF4-FFF2-40B4-BE49-F238E27FC236}">
                  <a16:creationId xmlns:a16="http://schemas.microsoft.com/office/drawing/2014/main" id="{FE734576-42CF-DB2F-1CDA-3BF7655CF70B}"/>
                </a:ext>
              </a:extLst>
            </p:cNvPr>
            <p:cNvSpPr/>
            <p:nvPr/>
          </p:nvSpPr>
          <p:spPr>
            <a:xfrm>
              <a:off x="4038250" y="4263050"/>
              <a:ext cx="929725" cy="478575"/>
            </a:xfrm>
            <a:custGeom>
              <a:avLst/>
              <a:gdLst/>
              <a:ahLst/>
              <a:cxnLst/>
              <a:rect l="l" t="t" r="r" b="b"/>
              <a:pathLst>
                <a:path w="37189" h="19143" extrusionOk="0">
                  <a:moveTo>
                    <a:pt x="36457" y="1"/>
                  </a:moveTo>
                  <a:cubicBezTo>
                    <a:pt x="36448" y="1"/>
                    <a:pt x="36439" y="1"/>
                    <a:pt x="36429" y="1"/>
                  </a:cubicBezTo>
                  <a:cubicBezTo>
                    <a:pt x="36064" y="32"/>
                    <a:pt x="35882" y="305"/>
                    <a:pt x="35517" y="305"/>
                  </a:cubicBezTo>
                  <a:cubicBezTo>
                    <a:pt x="24428" y="305"/>
                    <a:pt x="13551" y="548"/>
                    <a:pt x="2491" y="548"/>
                  </a:cubicBezTo>
                  <a:lnTo>
                    <a:pt x="1428" y="548"/>
                  </a:lnTo>
                  <a:cubicBezTo>
                    <a:pt x="851" y="548"/>
                    <a:pt x="0" y="1095"/>
                    <a:pt x="0" y="2371"/>
                  </a:cubicBezTo>
                  <a:lnTo>
                    <a:pt x="0" y="16287"/>
                  </a:lnTo>
                  <a:cubicBezTo>
                    <a:pt x="0" y="17563"/>
                    <a:pt x="1428" y="19142"/>
                    <a:pt x="2704" y="19142"/>
                  </a:cubicBezTo>
                  <a:lnTo>
                    <a:pt x="35548" y="19142"/>
                  </a:lnTo>
                  <a:cubicBezTo>
                    <a:pt x="36824" y="19142"/>
                    <a:pt x="37158" y="17563"/>
                    <a:pt x="37158" y="16287"/>
                  </a:cubicBezTo>
                  <a:lnTo>
                    <a:pt x="37158" y="2219"/>
                  </a:lnTo>
                  <a:cubicBezTo>
                    <a:pt x="37188" y="933"/>
                    <a:pt x="37041" y="1"/>
                    <a:pt x="36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7903;p115">
              <a:extLst>
                <a:ext uri="{FF2B5EF4-FFF2-40B4-BE49-F238E27FC236}">
                  <a16:creationId xmlns:a16="http://schemas.microsoft.com/office/drawing/2014/main" id="{26933297-CAB6-688C-0281-26A3E2633216}"/>
                </a:ext>
              </a:extLst>
            </p:cNvPr>
            <p:cNvSpPr/>
            <p:nvPr/>
          </p:nvSpPr>
          <p:spPr>
            <a:xfrm>
              <a:off x="2178800" y="964250"/>
              <a:ext cx="448950" cy="464900"/>
            </a:xfrm>
            <a:custGeom>
              <a:avLst/>
              <a:gdLst/>
              <a:ahLst/>
              <a:cxnLst/>
              <a:rect l="l" t="t" r="r" b="b"/>
              <a:pathLst>
                <a:path w="17958" h="18596" extrusionOk="0">
                  <a:moveTo>
                    <a:pt x="1581" y="1"/>
                  </a:moveTo>
                  <a:cubicBezTo>
                    <a:pt x="274" y="1"/>
                    <a:pt x="1" y="1095"/>
                    <a:pt x="1" y="2371"/>
                  </a:cubicBezTo>
                  <a:lnTo>
                    <a:pt x="1" y="16347"/>
                  </a:lnTo>
                  <a:cubicBezTo>
                    <a:pt x="1" y="17623"/>
                    <a:pt x="274" y="18595"/>
                    <a:pt x="1581" y="18595"/>
                  </a:cubicBezTo>
                  <a:lnTo>
                    <a:pt x="15648" y="18595"/>
                  </a:lnTo>
                  <a:cubicBezTo>
                    <a:pt x="16924" y="18595"/>
                    <a:pt x="17957" y="17593"/>
                    <a:pt x="17957" y="16316"/>
                  </a:cubicBezTo>
                  <a:cubicBezTo>
                    <a:pt x="17896" y="11668"/>
                    <a:pt x="17896" y="6989"/>
                    <a:pt x="17896" y="2340"/>
                  </a:cubicBezTo>
                  <a:cubicBezTo>
                    <a:pt x="17896" y="1064"/>
                    <a:pt x="16863" y="1"/>
                    <a:pt x="155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7904;p115">
              <a:extLst>
                <a:ext uri="{FF2B5EF4-FFF2-40B4-BE49-F238E27FC236}">
                  <a16:creationId xmlns:a16="http://schemas.microsoft.com/office/drawing/2014/main" id="{BE2FAE71-B275-E60E-044E-198A6BCB482C}"/>
                </a:ext>
              </a:extLst>
            </p:cNvPr>
            <p:cNvSpPr/>
            <p:nvPr/>
          </p:nvSpPr>
          <p:spPr>
            <a:xfrm>
              <a:off x="4967950" y="964250"/>
              <a:ext cx="464875" cy="467950"/>
            </a:xfrm>
            <a:custGeom>
              <a:avLst/>
              <a:gdLst/>
              <a:ahLst/>
              <a:cxnLst/>
              <a:rect l="l" t="t" r="r" b="b"/>
              <a:pathLst>
                <a:path w="18595" h="18718" extrusionOk="0">
                  <a:moveTo>
                    <a:pt x="3008" y="1"/>
                  </a:moveTo>
                  <a:cubicBezTo>
                    <a:pt x="1732" y="1"/>
                    <a:pt x="1" y="1064"/>
                    <a:pt x="1" y="2340"/>
                  </a:cubicBezTo>
                  <a:lnTo>
                    <a:pt x="1" y="16438"/>
                  </a:lnTo>
                  <a:cubicBezTo>
                    <a:pt x="1" y="17696"/>
                    <a:pt x="1329" y="18717"/>
                    <a:pt x="2618" y="18717"/>
                  </a:cubicBezTo>
                  <a:cubicBezTo>
                    <a:pt x="2637" y="18717"/>
                    <a:pt x="2655" y="18717"/>
                    <a:pt x="2674" y="18717"/>
                  </a:cubicBezTo>
                  <a:cubicBezTo>
                    <a:pt x="7323" y="18686"/>
                    <a:pt x="11789" y="18686"/>
                    <a:pt x="16438" y="18686"/>
                  </a:cubicBezTo>
                  <a:cubicBezTo>
                    <a:pt x="17744" y="18686"/>
                    <a:pt x="18595" y="17653"/>
                    <a:pt x="18595" y="16347"/>
                  </a:cubicBezTo>
                  <a:lnTo>
                    <a:pt x="18595" y="2340"/>
                  </a:lnTo>
                  <a:cubicBezTo>
                    <a:pt x="18595" y="1064"/>
                    <a:pt x="18261" y="1"/>
                    <a:pt x="169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076" name="Picture 4" descr="Bug Reports (@bug_reports) / Twitter">
            <a:extLst>
              <a:ext uri="{FF2B5EF4-FFF2-40B4-BE49-F238E27FC236}">
                <a16:creationId xmlns:a16="http://schemas.microsoft.com/office/drawing/2014/main" id="{91DAE7B5-6899-D1E9-2E85-5D4B85AF6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4275" y="1429348"/>
            <a:ext cx="2284803" cy="2284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4519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" name="Google Shape;5642;p57"/>
          <p:cNvSpPr txBox="1">
            <a:spLocks noGrp="1"/>
          </p:cNvSpPr>
          <p:nvPr>
            <p:ph type="title" idx="3"/>
          </p:nvPr>
        </p:nvSpPr>
        <p:spPr>
          <a:xfrm>
            <a:off x="1011900" y="2925882"/>
            <a:ext cx="3161700" cy="5316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Lenguaje tipado</a:t>
            </a:r>
            <a:endParaRPr dirty="0"/>
          </a:p>
        </p:txBody>
      </p:sp>
      <p:sp>
        <p:nvSpPr>
          <p:cNvPr id="5643" name="Google Shape;5643;p57"/>
          <p:cNvSpPr txBox="1">
            <a:spLocks noGrp="1"/>
          </p:cNvSpPr>
          <p:nvPr>
            <p:ph type="title" idx="4"/>
          </p:nvPr>
        </p:nvSpPr>
        <p:spPr>
          <a:xfrm>
            <a:off x="4970400" y="2925882"/>
            <a:ext cx="3161700" cy="5316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Lenguaje no tipado</a:t>
            </a:r>
            <a:endParaRPr dirty="0"/>
          </a:p>
        </p:txBody>
      </p:sp>
      <p:sp>
        <p:nvSpPr>
          <p:cNvPr id="8" name="Google Shape;7405;p93">
            <a:extLst>
              <a:ext uri="{FF2B5EF4-FFF2-40B4-BE49-F238E27FC236}">
                <a16:creationId xmlns:a16="http://schemas.microsoft.com/office/drawing/2014/main" id="{AD6F4753-6D2F-C95C-050D-4463A8DAA33F}"/>
              </a:ext>
            </a:extLst>
          </p:cNvPr>
          <p:cNvSpPr/>
          <p:nvPr/>
        </p:nvSpPr>
        <p:spPr>
          <a:xfrm>
            <a:off x="4173600" y="1277682"/>
            <a:ext cx="810300" cy="810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408;p93">
            <a:extLst>
              <a:ext uri="{FF2B5EF4-FFF2-40B4-BE49-F238E27FC236}">
                <a16:creationId xmlns:a16="http://schemas.microsoft.com/office/drawing/2014/main" id="{DC16CC1A-64F6-1D99-CC96-C8811DF1BA53}"/>
              </a:ext>
            </a:extLst>
          </p:cNvPr>
          <p:cNvSpPr txBox="1">
            <a:spLocks/>
          </p:cNvSpPr>
          <p:nvPr/>
        </p:nvSpPr>
        <p:spPr>
          <a:xfrm>
            <a:off x="4009804" y="1327232"/>
            <a:ext cx="11379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Mono"/>
              <a:buChar char="■"/>
              <a:defRPr sz="14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●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●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9pPr>
          </a:lstStyle>
          <a:p>
            <a:pPr marL="0" indent="0">
              <a:buFont typeface="Fira Mono"/>
              <a:buNone/>
            </a:pPr>
            <a:r>
              <a:rPr lang="en" sz="6000" dirty="0">
                <a:solidFill>
                  <a:schemeClr val="bg1"/>
                </a:solidFill>
                <a:latin typeface="VT323" panose="020B0604020202020204" charset="0"/>
              </a:rPr>
              <a:t>05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4" name="Google Shape;6754;p84"/>
          <p:cNvSpPr/>
          <p:nvPr/>
        </p:nvSpPr>
        <p:spPr>
          <a:xfrm>
            <a:off x="6504308" y="1202825"/>
            <a:ext cx="810300" cy="810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6" name="Google Shape;6756;p84"/>
          <p:cNvSpPr txBox="1">
            <a:spLocks noGrp="1"/>
          </p:cNvSpPr>
          <p:nvPr>
            <p:ph type="title"/>
          </p:nvPr>
        </p:nvSpPr>
        <p:spPr>
          <a:xfrm>
            <a:off x="3555175" y="2013125"/>
            <a:ext cx="3887100" cy="20077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¿Qué es un sistema de tipos?</a:t>
            </a:r>
            <a:endParaRPr dirty="0"/>
          </a:p>
        </p:txBody>
      </p:sp>
      <p:sp>
        <p:nvSpPr>
          <p:cNvPr id="6757" name="Google Shape;6757;p84"/>
          <p:cNvSpPr txBox="1">
            <a:spLocks noGrp="1"/>
          </p:cNvSpPr>
          <p:nvPr>
            <p:ph type="title" idx="2"/>
          </p:nvPr>
        </p:nvSpPr>
        <p:spPr>
          <a:xfrm>
            <a:off x="6340512" y="1252375"/>
            <a:ext cx="1137900" cy="6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pic>
        <p:nvPicPr>
          <p:cNvPr id="5124" name="Picture 4" descr="Hoja de papel y lápiz de: ilustración de stock 1876692247 | Shutterstock">
            <a:extLst>
              <a:ext uri="{FF2B5EF4-FFF2-40B4-BE49-F238E27FC236}">
                <a16:creationId xmlns:a16="http://schemas.microsoft.com/office/drawing/2014/main" id="{EAEF3A91-FF57-3EB2-0D9F-AE1E9EB3F4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0769" y1="36786" x2="40769" y2="36786"/>
                        <a14:foregroundMark x1="40385" y1="62857" x2="40385" y2="628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877" t="16473" r="10895" b="18759"/>
          <a:stretch/>
        </p:blipFill>
        <p:spPr bwMode="auto">
          <a:xfrm>
            <a:off x="1005840" y="2133600"/>
            <a:ext cx="2202180" cy="2156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" name="Google Shape;5642;p57"/>
          <p:cNvSpPr txBox="1">
            <a:spLocks noGrp="1"/>
          </p:cNvSpPr>
          <p:nvPr>
            <p:ph type="title" idx="3"/>
          </p:nvPr>
        </p:nvSpPr>
        <p:spPr>
          <a:xfrm>
            <a:off x="1011900" y="2925882"/>
            <a:ext cx="3161700" cy="5316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Lenguaje tipado</a:t>
            </a:r>
            <a:endParaRPr dirty="0"/>
          </a:p>
        </p:txBody>
      </p:sp>
      <p:sp>
        <p:nvSpPr>
          <p:cNvPr id="5643" name="Google Shape;5643;p57"/>
          <p:cNvSpPr txBox="1">
            <a:spLocks noGrp="1"/>
          </p:cNvSpPr>
          <p:nvPr>
            <p:ph type="title" idx="4"/>
          </p:nvPr>
        </p:nvSpPr>
        <p:spPr>
          <a:xfrm>
            <a:off x="4970400" y="2925882"/>
            <a:ext cx="3161700" cy="5316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Lenguaje no tipado</a:t>
            </a:r>
            <a:endParaRPr dirty="0"/>
          </a:p>
        </p:txBody>
      </p:sp>
      <p:sp>
        <p:nvSpPr>
          <p:cNvPr id="8" name="Google Shape;7405;p93">
            <a:extLst>
              <a:ext uri="{FF2B5EF4-FFF2-40B4-BE49-F238E27FC236}">
                <a16:creationId xmlns:a16="http://schemas.microsoft.com/office/drawing/2014/main" id="{AD6F4753-6D2F-C95C-050D-4463A8DAA33F}"/>
              </a:ext>
            </a:extLst>
          </p:cNvPr>
          <p:cNvSpPr/>
          <p:nvPr/>
        </p:nvSpPr>
        <p:spPr>
          <a:xfrm>
            <a:off x="4173600" y="1277682"/>
            <a:ext cx="810300" cy="810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408;p93">
            <a:extLst>
              <a:ext uri="{FF2B5EF4-FFF2-40B4-BE49-F238E27FC236}">
                <a16:creationId xmlns:a16="http://schemas.microsoft.com/office/drawing/2014/main" id="{DC16CC1A-64F6-1D99-CC96-C8811DF1BA53}"/>
              </a:ext>
            </a:extLst>
          </p:cNvPr>
          <p:cNvSpPr txBox="1">
            <a:spLocks/>
          </p:cNvSpPr>
          <p:nvPr/>
        </p:nvSpPr>
        <p:spPr>
          <a:xfrm>
            <a:off x="4009804" y="1327232"/>
            <a:ext cx="11379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Mono"/>
              <a:buChar char="■"/>
              <a:defRPr sz="14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●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●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9pPr>
          </a:lstStyle>
          <a:p>
            <a:pPr marL="0" indent="0">
              <a:buFont typeface="Fira Mono"/>
              <a:buNone/>
            </a:pPr>
            <a:r>
              <a:rPr lang="en" sz="6000" dirty="0">
                <a:solidFill>
                  <a:schemeClr val="bg1"/>
                </a:solidFill>
                <a:latin typeface="VT323" panose="020B060402020202020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088564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5" name="Google Shape;5995;p67"/>
          <p:cNvSpPr txBox="1">
            <a:spLocks noGrp="1"/>
          </p:cNvSpPr>
          <p:nvPr>
            <p:ph type="title" idx="2"/>
          </p:nvPr>
        </p:nvSpPr>
        <p:spPr>
          <a:xfrm>
            <a:off x="3237450" y="1503275"/>
            <a:ext cx="2669100" cy="5316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Lenguaje seguro</a:t>
            </a:r>
            <a:endParaRPr dirty="0"/>
          </a:p>
        </p:txBody>
      </p:sp>
      <p:sp>
        <p:nvSpPr>
          <p:cNvPr id="5999" name="Google Shape;5999;p67"/>
          <p:cNvSpPr txBox="1">
            <a:spLocks noGrp="1"/>
          </p:cNvSpPr>
          <p:nvPr>
            <p:ph type="title" idx="6"/>
          </p:nvPr>
        </p:nvSpPr>
        <p:spPr>
          <a:xfrm>
            <a:off x="3237450" y="3078875"/>
            <a:ext cx="2669100" cy="5316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Lenguaje no seguro</a:t>
            </a:r>
            <a:endParaRPr dirty="0"/>
          </a:p>
        </p:txBody>
      </p:sp>
      <p:sp>
        <p:nvSpPr>
          <p:cNvPr id="29" name="Google Shape;7405;p93">
            <a:extLst>
              <a:ext uri="{FF2B5EF4-FFF2-40B4-BE49-F238E27FC236}">
                <a16:creationId xmlns:a16="http://schemas.microsoft.com/office/drawing/2014/main" id="{893D0968-5814-4AC9-4679-E74EABFCAC6A}"/>
              </a:ext>
            </a:extLst>
          </p:cNvPr>
          <p:cNvSpPr/>
          <p:nvPr/>
        </p:nvSpPr>
        <p:spPr>
          <a:xfrm>
            <a:off x="1391655" y="2166600"/>
            <a:ext cx="810300" cy="810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7408;p93">
            <a:extLst>
              <a:ext uri="{FF2B5EF4-FFF2-40B4-BE49-F238E27FC236}">
                <a16:creationId xmlns:a16="http://schemas.microsoft.com/office/drawing/2014/main" id="{A8CB08F0-B7C5-7A27-2843-E94CE9B561F9}"/>
              </a:ext>
            </a:extLst>
          </p:cNvPr>
          <p:cNvSpPr txBox="1">
            <a:spLocks/>
          </p:cNvSpPr>
          <p:nvPr/>
        </p:nvSpPr>
        <p:spPr>
          <a:xfrm>
            <a:off x="1227859" y="2216150"/>
            <a:ext cx="11379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Mono"/>
              <a:buChar char="■"/>
              <a:defRPr sz="14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●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●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9pPr>
          </a:lstStyle>
          <a:p>
            <a:pPr marL="0" indent="0">
              <a:buFont typeface="Fira Mono"/>
              <a:buNone/>
            </a:pPr>
            <a:r>
              <a:rPr lang="en" sz="6000" dirty="0">
                <a:solidFill>
                  <a:schemeClr val="bg1"/>
                </a:solidFill>
                <a:latin typeface="VT323" panose="020B0604020202020204" charset="0"/>
              </a:rPr>
              <a:t>07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2" name="Google Shape;5712;p62"/>
          <p:cNvSpPr txBox="1">
            <a:spLocks noGrp="1"/>
          </p:cNvSpPr>
          <p:nvPr>
            <p:ph type="title"/>
          </p:nvPr>
        </p:nvSpPr>
        <p:spPr>
          <a:xfrm>
            <a:off x="755517" y="1253381"/>
            <a:ext cx="7626300" cy="7863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2800" dirty="0"/>
              <a:t>Otra clasificación de los lenguajes de programación</a:t>
            </a:r>
            <a:endParaRPr sz="2800" dirty="0"/>
          </a:p>
        </p:txBody>
      </p:sp>
      <p:sp>
        <p:nvSpPr>
          <p:cNvPr id="5713" name="Google Shape;5713;p62"/>
          <p:cNvSpPr txBox="1">
            <a:spLocks noGrp="1"/>
          </p:cNvSpPr>
          <p:nvPr>
            <p:ph type="subTitle" idx="4294967295"/>
          </p:nvPr>
        </p:nvSpPr>
        <p:spPr>
          <a:xfrm>
            <a:off x="2834738" y="2226992"/>
            <a:ext cx="1665900" cy="7863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Java</a:t>
            </a:r>
            <a:endParaRPr sz="2500" dirty="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5714" name="Google Shape;5714;p62"/>
          <p:cNvSpPr txBox="1">
            <a:spLocks noGrp="1"/>
          </p:cNvSpPr>
          <p:nvPr>
            <p:ph type="subTitle" idx="4294967295"/>
          </p:nvPr>
        </p:nvSpPr>
        <p:spPr>
          <a:xfrm>
            <a:off x="767025" y="3304942"/>
            <a:ext cx="1995000" cy="7863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latin typeface="VT323" panose="020B0604020202020204" charset="0"/>
              </a:rPr>
              <a:t>No seguro y tipado</a:t>
            </a:r>
            <a:endParaRPr sz="2500" dirty="0">
              <a:latin typeface="VT323" panose="020B0604020202020204" charset="0"/>
            </a:endParaRPr>
          </a:p>
        </p:txBody>
      </p:sp>
      <p:sp>
        <p:nvSpPr>
          <p:cNvPr id="5715" name="Google Shape;5715;p62"/>
          <p:cNvSpPr txBox="1">
            <a:spLocks noGrp="1"/>
          </p:cNvSpPr>
          <p:nvPr>
            <p:ph type="subTitle" idx="4294967295"/>
          </p:nvPr>
        </p:nvSpPr>
        <p:spPr>
          <a:xfrm>
            <a:off x="4646500" y="2226992"/>
            <a:ext cx="1665900" cy="7863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LISP</a:t>
            </a:r>
            <a:endParaRPr sz="2500" dirty="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5716" name="Google Shape;5716;p62"/>
          <p:cNvSpPr txBox="1">
            <a:spLocks noGrp="1"/>
          </p:cNvSpPr>
          <p:nvPr>
            <p:ph type="subTitle" idx="4294967295"/>
          </p:nvPr>
        </p:nvSpPr>
        <p:spPr>
          <a:xfrm>
            <a:off x="2831588" y="3304942"/>
            <a:ext cx="1669050" cy="7863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C</a:t>
            </a:r>
            <a:endParaRPr sz="2500" dirty="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5717" name="Google Shape;5717;p62"/>
          <p:cNvSpPr txBox="1">
            <a:spLocks noGrp="1"/>
          </p:cNvSpPr>
          <p:nvPr>
            <p:ph type="subTitle" idx="4294967295"/>
          </p:nvPr>
        </p:nvSpPr>
        <p:spPr>
          <a:xfrm>
            <a:off x="4646500" y="3304942"/>
            <a:ext cx="1665900" cy="7863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rPr>
              <a:t>Assembler</a:t>
            </a:r>
            <a:endParaRPr sz="2500" dirty="0">
              <a:solidFill>
                <a:schemeClr val="lt1"/>
              </a:solidFill>
              <a:latin typeface="VT323"/>
              <a:ea typeface="VT323"/>
              <a:cs typeface="VT323"/>
              <a:sym typeface="VT323"/>
            </a:endParaRPr>
          </a:p>
        </p:txBody>
      </p:sp>
      <p:sp>
        <p:nvSpPr>
          <p:cNvPr id="5749" name="Google Shape;5749;p62"/>
          <p:cNvSpPr txBox="1">
            <a:spLocks noGrp="1"/>
          </p:cNvSpPr>
          <p:nvPr>
            <p:ph type="subTitle" idx="4294967295"/>
          </p:nvPr>
        </p:nvSpPr>
        <p:spPr>
          <a:xfrm>
            <a:off x="767025" y="2226991"/>
            <a:ext cx="1995000" cy="7863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latin typeface="VT323" panose="020B0604020202020204" charset="0"/>
              </a:rPr>
              <a:t>Seguro y tipado</a:t>
            </a:r>
            <a:endParaRPr sz="2500" dirty="0">
              <a:latin typeface="VT323" panose="020B0604020202020204" charset="0"/>
            </a:endParaRPr>
          </a:p>
        </p:txBody>
      </p:sp>
      <p:sp>
        <p:nvSpPr>
          <p:cNvPr id="5750" name="Google Shape;5750;p62"/>
          <p:cNvSpPr txBox="1">
            <a:spLocks noGrp="1"/>
          </p:cNvSpPr>
          <p:nvPr>
            <p:ph type="subTitle" idx="4294967295"/>
          </p:nvPr>
        </p:nvSpPr>
        <p:spPr>
          <a:xfrm>
            <a:off x="6390075" y="3304942"/>
            <a:ext cx="1995000" cy="7863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latin typeface="VT323" panose="020B0604020202020204" charset="0"/>
              </a:rPr>
              <a:t>No seguro y no tipado</a:t>
            </a:r>
            <a:endParaRPr sz="2500" dirty="0">
              <a:latin typeface="VT323" panose="020B0604020202020204" charset="0"/>
            </a:endParaRPr>
          </a:p>
        </p:txBody>
      </p:sp>
      <p:sp>
        <p:nvSpPr>
          <p:cNvPr id="5751" name="Google Shape;5751;p62"/>
          <p:cNvSpPr txBox="1">
            <a:spLocks noGrp="1"/>
          </p:cNvSpPr>
          <p:nvPr>
            <p:ph type="subTitle" idx="4294967295"/>
          </p:nvPr>
        </p:nvSpPr>
        <p:spPr>
          <a:xfrm>
            <a:off x="6390075" y="2226991"/>
            <a:ext cx="1995000" cy="7863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latin typeface="VT323" panose="020B0604020202020204" charset="0"/>
              </a:rPr>
              <a:t>Seguro y no tipado</a:t>
            </a:r>
            <a:endParaRPr sz="2500" dirty="0">
              <a:latin typeface="VT323" panose="020B0604020202020204" charset="0"/>
            </a:endParaRPr>
          </a:p>
        </p:txBody>
      </p:sp>
      <p:sp>
        <p:nvSpPr>
          <p:cNvPr id="16" name="Google Shape;7405;p93">
            <a:extLst>
              <a:ext uri="{FF2B5EF4-FFF2-40B4-BE49-F238E27FC236}">
                <a16:creationId xmlns:a16="http://schemas.microsoft.com/office/drawing/2014/main" id="{DB0F8583-265C-EE75-B401-9689DFE71C67}"/>
              </a:ext>
            </a:extLst>
          </p:cNvPr>
          <p:cNvSpPr/>
          <p:nvPr/>
        </p:nvSpPr>
        <p:spPr>
          <a:xfrm>
            <a:off x="4166850" y="443081"/>
            <a:ext cx="810300" cy="810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7408;p93">
            <a:extLst>
              <a:ext uri="{FF2B5EF4-FFF2-40B4-BE49-F238E27FC236}">
                <a16:creationId xmlns:a16="http://schemas.microsoft.com/office/drawing/2014/main" id="{06820D68-5B11-6C63-CABD-A7AB717F1B7A}"/>
              </a:ext>
            </a:extLst>
          </p:cNvPr>
          <p:cNvSpPr txBox="1">
            <a:spLocks/>
          </p:cNvSpPr>
          <p:nvPr/>
        </p:nvSpPr>
        <p:spPr>
          <a:xfrm>
            <a:off x="4003054" y="492631"/>
            <a:ext cx="11379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Mono"/>
              <a:buChar char="■"/>
              <a:defRPr sz="14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●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●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9pPr>
          </a:lstStyle>
          <a:p>
            <a:pPr marL="0" indent="0">
              <a:buFont typeface="Fira Mono"/>
              <a:buNone/>
            </a:pPr>
            <a:r>
              <a:rPr lang="en" sz="6000" dirty="0">
                <a:solidFill>
                  <a:schemeClr val="bg1"/>
                </a:solidFill>
                <a:latin typeface="VT323" panose="020B0604020202020204" charset="0"/>
              </a:rPr>
              <a:t>08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14" grpId="0" build="p"/>
      <p:bldP spid="5749" grpId="0" build="p"/>
      <p:bldP spid="5750" grpId="0" build="p"/>
      <p:bldP spid="5751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5" name="Google Shape;5995;p67"/>
          <p:cNvSpPr txBox="1">
            <a:spLocks noGrp="1"/>
          </p:cNvSpPr>
          <p:nvPr>
            <p:ph type="title" idx="2"/>
          </p:nvPr>
        </p:nvSpPr>
        <p:spPr>
          <a:xfrm>
            <a:off x="3237450" y="1503275"/>
            <a:ext cx="2669100" cy="5316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Lenguaje seguro</a:t>
            </a:r>
            <a:endParaRPr dirty="0"/>
          </a:p>
        </p:txBody>
      </p:sp>
      <p:sp>
        <p:nvSpPr>
          <p:cNvPr id="5999" name="Google Shape;5999;p67"/>
          <p:cNvSpPr txBox="1">
            <a:spLocks noGrp="1"/>
          </p:cNvSpPr>
          <p:nvPr>
            <p:ph type="title" idx="6"/>
          </p:nvPr>
        </p:nvSpPr>
        <p:spPr>
          <a:xfrm>
            <a:off x="3237450" y="3078875"/>
            <a:ext cx="2669100" cy="5316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Lenguaje no seguro</a:t>
            </a:r>
            <a:endParaRPr dirty="0"/>
          </a:p>
        </p:txBody>
      </p:sp>
      <p:sp>
        <p:nvSpPr>
          <p:cNvPr id="29" name="Google Shape;7405;p93">
            <a:extLst>
              <a:ext uri="{FF2B5EF4-FFF2-40B4-BE49-F238E27FC236}">
                <a16:creationId xmlns:a16="http://schemas.microsoft.com/office/drawing/2014/main" id="{893D0968-5814-4AC9-4679-E74EABFCAC6A}"/>
              </a:ext>
            </a:extLst>
          </p:cNvPr>
          <p:cNvSpPr/>
          <p:nvPr/>
        </p:nvSpPr>
        <p:spPr>
          <a:xfrm>
            <a:off x="7571517" y="3669261"/>
            <a:ext cx="810300" cy="810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7408;p93">
            <a:extLst>
              <a:ext uri="{FF2B5EF4-FFF2-40B4-BE49-F238E27FC236}">
                <a16:creationId xmlns:a16="http://schemas.microsoft.com/office/drawing/2014/main" id="{A8CB08F0-B7C5-7A27-2843-E94CE9B561F9}"/>
              </a:ext>
            </a:extLst>
          </p:cNvPr>
          <p:cNvSpPr txBox="1">
            <a:spLocks/>
          </p:cNvSpPr>
          <p:nvPr/>
        </p:nvSpPr>
        <p:spPr>
          <a:xfrm>
            <a:off x="7407721" y="3718811"/>
            <a:ext cx="11379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Mono"/>
              <a:buChar char="■"/>
              <a:defRPr sz="14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●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●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9pPr>
          </a:lstStyle>
          <a:p>
            <a:pPr marL="0" indent="0">
              <a:buFont typeface="Fira Mono"/>
              <a:buNone/>
            </a:pPr>
            <a:r>
              <a:rPr lang="en" sz="6000" dirty="0">
                <a:solidFill>
                  <a:schemeClr val="bg1"/>
                </a:solidFill>
                <a:latin typeface="VT323" panose="020B0604020202020204" charset="0"/>
              </a:rPr>
              <a:t>09</a:t>
            </a:r>
          </a:p>
        </p:txBody>
      </p:sp>
      <p:sp>
        <p:nvSpPr>
          <p:cNvPr id="6" name="Google Shape;5642;p57">
            <a:extLst>
              <a:ext uri="{FF2B5EF4-FFF2-40B4-BE49-F238E27FC236}">
                <a16:creationId xmlns:a16="http://schemas.microsoft.com/office/drawing/2014/main" id="{AE284F7A-A3B9-D260-CC0F-6B4B792498D5}"/>
              </a:ext>
            </a:extLst>
          </p:cNvPr>
          <p:cNvSpPr txBox="1">
            <a:spLocks/>
          </p:cNvSpPr>
          <p:nvPr/>
        </p:nvSpPr>
        <p:spPr>
          <a:xfrm>
            <a:off x="1011900" y="2291075"/>
            <a:ext cx="3161700" cy="5316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algn="ctr">
              <a:buClr>
                <a:schemeClr val="dk1"/>
              </a:buClr>
              <a:buSzPts val="2000"/>
              <a:buFont typeface="VT323"/>
              <a:buNone/>
              <a:defRPr sz="2500">
                <a:solidFill>
                  <a:schemeClr val="lt1"/>
                </a:solidFill>
                <a:latin typeface="VT323"/>
                <a:ea typeface="VT323"/>
                <a:cs typeface="VT323"/>
              </a:defRPr>
            </a:lvl1pPr>
            <a:lvl2pPr algn="ctr">
              <a:buClr>
                <a:schemeClr val="dk1"/>
              </a:buClr>
              <a:buSzPts val="2000"/>
              <a:buFont typeface="VT323"/>
              <a:buNone/>
              <a:defRPr sz="2000">
                <a:solidFill>
                  <a:schemeClr val="dk1"/>
                </a:solidFill>
                <a:latin typeface="VT323"/>
                <a:ea typeface="VT323"/>
                <a:cs typeface="VT323"/>
              </a:defRPr>
            </a:lvl2pPr>
            <a:lvl3pPr algn="ctr">
              <a:buClr>
                <a:schemeClr val="dk1"/>
              </a:buClr>
              <a:buSzPts val="2000"/>
              <a:buFont typeface="VT323"/>
              <a:buNone/>
              <a:defRPr sz="2000">
                <a:solidFill>
                  <a:schemeClr val="dk1"/>
                </a:solidFill>
                <a:latin typeface="VT323"/>
                <a:ea typeface="VT323"/>
                <a:cs typeface="VT323"/>
              </a:defRPr>
            </a:lvl3pPr>
            <a:lvl4pPr algn="ctr">
              <a:buClr>
                <a:schemeClr val="dk1"/>
              </a:buClr>
              <a:buSzPts val="2000"/>
              <a:buFont typeface="VT323"/>
              <a:buNone/>
              <a:defRPr sz="2000">
                <a:solidFill>
                  <a:schemeClr val="dk1"/>
                </a:solidFill>
                <a:latin typeface="VT323"/>
                <a:ea typeface="VT323"/>
                <a:cs typeface="VT323"/>
              </a:defRPr>
            </a:lvl4pPr>
            <a:lvl5pPr algn="ctr">
              <a:buClr>
                <a:schemeClr val="dk1"/>
              </a:buClr>
              <a:buSzPts val="2000"/>
              <a:buFont typeface="VT323"/>
              <a:buNone/>
              <a:defRPr sz="2000">
                <a:solidFill>
                  <a:schemeClr val="dk1"/>
                </a:solidFill>
                <a:latin typeface="VT323"/>
                <a:ea typeface="VT323"/>
                <a:cs typeface="VT323"/>
              </a:defRPr>
            </a:lvl5pPr>
            <a:lvl6pPr algn="ctr">
              <a:buClr>
                <a:schemeClr val="dk1"/>
              </a:buClr>
              <a:buSzPts val="2000"/>
              <a:buFont typeface="VT323"/>
              <a:buNone/>
              <a:defRPr sz="2000">
                <a:solidFill>
                  <a:schemeClr val="dk1"/>
                </a:solidFill>
                <a:latin typeface="VT323"/>
                <a:ea typeface="VT323"/>
                <a:cs typeface="VT323"/>
              </a:defRPr>
            </a:lvl6pPr>
            <a:lvl7pPr algn="ctr">
              <a:buClr>
                <a:schemeClr val="dk1"/>
              </a:buClr>
              <a:buSzPts val="2000"/>
              <a:buFont typeface="VT323"/>
              <a:buNone/>
              <a:defRPr sz="2000">
                <a:solidFill>
                  <a:schemeClr val="dk1"/>
                </a:solidFill>
                <a:latin typeface="VT323"/>
                <a:ea typeface="VT323"/>
                <a:cs typeface="VT323"/>
              </a:defRPr>
            </a:lvl7pPr>
            <a:lvl8pPr algn="ctr">
              <a:buClr>
                <a:schemeClr val="dk1"/>
              </a:buClr>
              <a:buSzPts val="2000"/>
              <a:buFont typeface="VT323"/>
              <a:buNone/>
              <a:defRPr sz="2000">
                <a:solidFill>
                  <a:schemeClr val="dk1"/>
                </a:solidFill>
                <a:latin typeface="VT323"/>
                <a:ea typeface="VT323"/>
                <a:cs typeface="VT323"/>
              </a:defRPr>
            </a:lvl8pPr>
            <a:lvl9pPr algn="ctr">
              <a:buClr>
                <a:schemeClr val="dk1"/>
              </a:buClr>
              <a:buSzPts val="2000"/>
              <a:buFont typeface="VT323"/>
              <a:buNone/>
              <a:defRPr sz="2000">
                <a:solidFill>
                  <a:schemeClr val="dk1"/>
                </a:solidFill>
                <a:latin typeface="VT323"/>
                <a:ea typeface="VT323"/>
                <a:cs typeface="VT323"/>
              </a:defRPr>
            </a:lvl9pPr>
          </a:lstStyle>
          <a:p>
            <a:r>
              <a:rPr lang="es-GT" dirty="0"/>
              <a:t>Lenguaje tipado</a:t>
            </a:r>
          </a:p>
        </p:txBody>
      </p:sp>
      <p:sp>
        <p:nvSpPr>
          <p:cNvPr id="7" name="Google Shape;5643;p57">
            <a:extLst>
              <a:ext uri="{FF2B5EF4-FFF2-40B4-BE49-F238E27FC236}">
                <a16:creationId xmlns:a16="http://schemas.microsoft.com/office/drawing/2014/main" id="{B639A994-108F-CFFA-DAD9-FE338E81A68C}"/>
              </a:ext>
            </a:extLst>
          </p:cNvPr>
          <p:cNvSpPr txBox="1">
            <a:spLocks/>
          </p:cNvSpPr>
          <p:nvPr/>
        </p:nvSpPr>
        <p:spPr>
          <a:xfrm>
            <a:off x="4970400" y="2291075"/>
            <a:ext cx="3161700" cy="5316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T323"/>
              <a:buNone/>
              <a:defRPr sz="2500" b="0" i="0" u="none" strike="noStrike" cap="none">
                <a:solidFill>
                  <a:schemeClr val="lt1"/>
                </a:solidFill>
                <a:latin typeface="VT323"/>
                <a:ea typeface="VT323"/>
                <a:cs typeface="VT323"/>
                <a:sym typeface="VT323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T323"/>
              <a:buNone/>
              <a:defRPr sz="20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T323"/>
              <a:buNone/>
              <a:defRPr sz="20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T323"/>
              <a:buNone/>
              <a:defRPr sz="20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T323"/>
              <a:buNone/>
              <a:defRPr sz="20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T323"/>
              <a:buNone/>
              <a:defRPr sz="20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T323"/>
              <a:buNone/>
              <a:defRPr sz="20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T323"/>
              <a:buNone/>
              <a:defRPr sz="20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T323"/>
              <a:buNone/>
              <a:defRPr sz="20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>
            <a:r>
              <a:rPr lang="es-GT" dirty="0"/>
              <a:t>Lenguaje no tipado</a:t>
            </a:r>
          </a:p>
        </p:txBody>
      </p:sp>
      <p:sp>
        <p:nvSpPr>
          <p:cNvPr id="8" name="Google Shape;5712;p62">
            <a:extLst>
              <a:ext uri="{FF2B5EF4-FFF2-40B4-BE49-F238E27FC236}">
                <a16:creationId xmlns:a16="http://schemas.microsoft.com/office/drawing/2014/main" id="{E03181FF-6410-FFE5-BC22-7615DA24C5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55517" y="589624"/>
            <a:ext cx="7626300" cy="78630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GT" sz="2800" dirty="0"/>
              <a:t>Relación entre tipado, no tipado, seguro y no seguro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3418551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6" name="Google Shape;4806;p45"/>
          <p:cNvSpPr txBox="1">
            <a:spLocks noGrp="1"/>
          </p:cNvSpPr>
          <p:nvPr>
            <p:ph type="title"/>
          </p:nvPr>
        </p:nvSpPr>
        <p:spPr>
          <a:xfrm>
            <a:off x="1011424" y="1286123"/>
            <a:ext cx="4045199" cy="118169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¿Deben los lenguajes ser tipados?</a:t>
            </a:r>
            <a:endParaRPr dirty="0"/>
          </a:p>
        </p:txBody>
      </p:sp>
      <p:sp>
        <p:nvSpPr>
          <p:cNvPr id="10" name="Google Shape;4806;p45">
            <a:extLst>
              <a:ext uri="{FF2B5EF4-FFF2-40B4-BE49-F238E27FC236}">
                <a16:creationId xmlns:a16="http://schemas.microsoft.com/office/drawing/2014/main" id="{C1D91D9E-5647-3EFC-5525-01FED0CA0E40}"/>
              </a:ext>
            </a:extLst>
          </p:cNvPr>
          <p:cNvSpPr txBox="1">
            <a:spLocks/>
          </p:cNvSpPr>
          <p:nvPr/>
        </p:nvSpPr>
        <p:spPr>
          <a:xfrm>
            <a:off x="5867400" y="2678430"/>
            <a:ext cx="2263139" cy="1817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VT323"/>
              <a:buNone/>
              <a:defRPr sz="37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VT323"/>
              <a:buNone/>
              <a:defRPr sz="4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VT323"/>
              <a:buNone/>
              <a:defRPr sz="4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VT323"/>
              <a:buNone/>
              <a:defRPr sz="4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VT323"/>
              <a:buNone/>
              <a:defRPr sz="4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VT323"/>
              <a:buNone/>
              <a:defRPr sz="4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VT323"/>
              <a:buNone/>
              <a:defRPr sz="4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VT323"/>
              <a:buNone/>
              <a:defRPr sz="4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VT323"/>
              <a:buNone/>
              <a:defRPr sz="4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>
            <a:r>
              <a:rPr lang="es-ES" sz="19900" dirty="0">
                <a:solidFill>
                  <a:srgbClr val="0070C0"/>
                </a:solidFill>
              </a:rPr>
              <a:t>¿?</a:t>
            </a:r>
          </a:p>
        </p:txBody>
      </p:sp>
      <p:sp>
        <p:nvSpPr>
          <p:cNvPr id="4" name="Google Shape;7405;p93">
            <a:extLst>
              <a:ext uri="{FF2B5EF4-FFF2-40B4-BE49-F238E27FC236}">
                <a16:creationId xmlns:a16="http://schemas.microsoft.com/office/drawing/2014/main" id="{A953ACE2-00AF-1F9E-C7B2-5EA93044502A}"/>
              </a:ext>
            </a:extLst>
          </p:cNvPr>
          <p:cNvSpPr/>
          <p:nvPr/>
        </p:nvSpPr>
        <p:spPr>
          <a:xfrm>
            <a:off x="7478527" y="880973"/>
            <a:ext cx="810300" cy="810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7408;p93">
            <a:extLst>
              <a:ext uri="{FF2B5EF4-FFF2-40B4-BE49-F238E27FC236}">
                <a16:creationId xmlns:a16="http://schemas.microsoft.com/office/drawing/2014/main" id="{04AB4CF8-5D65-2C89-7D73-4BC83E2D1ADF}"/>
              </a:ext>
            </a:extLst>
          </p:cNvPr>
          <p:cNvSpPr txBox="1">
            <a:spLocks/>
          </p:cNvSpPr>
          <p:nvPr/>
        </p:nvSpPr>
        <p:spPr>
          <a:xfrm>
            <a:off x="7314731" y="930523"/>
            <a:ext cx="11379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Mono"/>
              <a:buChar char="■"/>
              <a:defRPr sz="14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●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●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9pPr>
          </a:lstStyle>
          <a:p>
            <a:pPr marL="0" indent="0">
              <a:buFont typeface="Fira Mono"/>
              <a:buNone/>
            </a:pPr>
            <a:r>
              <a:rPr lang="en" sz="6000" dirty="0">
                <a:solidFill>
                  <a:schemeClr val="bg1"/>
                </a:solidFill>
                <a:latin typeface="VT323" panose="020B0604020202020204" charset="0"/>
              </a:rPr>
              <a:t>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1" name="Google Shape;5291;p49"/>
          <p:cNvSpPr txBox="1">
            <a:spLocks noGrp="1"/>
          </p:cNvSpPr>
          <p:nvPr>
            <p:ph type="title"/>
          </p:nvPr>
        </p:nvSpPr>
        <p:spPr>
          <a:xfrm>
            <a:off x="3045417" y="1137263"/>
            <a:ext cx="4884208" cy="118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¿Deben los lenguajes ser seguros?</a:t>
            </a:r>
            <a:endParaRPr dirty="0"/>
          </a:p>
        </p:txBody>
      </p:sp>
      <p:sp>
        <p:nvSpPr>
          <p:cNvPr id="5292" name="Google Shape;5292;p49"/>
          <p:cNvSpPr txBox="1">
            <a:spLocks noGrp="1"/>
          </p:cNvSpPr>
          <p:nvPr>
            <p:ph type="subTitle" idx="1"/>
          </p:nvPr>
        </p:nvSpPr>
        <p:spPr>
          <a:xfrm>
            <a:off x="3045417" y="2459978"/>
            <a:ext cx="4884208" cy="17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latin typeface="VT323" panose="020B0604020202020204" charset="0"/>
              </a:rPr>
              <a:t>Menor seguridad = mejor rendimiento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sz="2000" dirty="0">
              <a:latin typeface="VT323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latin typeface="VT323" panose="020B0604020202020204" charset="0"/>
              </a:rPr>
              <a:t>Mayor seguridad = menor tiempo de desarrollo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sz="2000" dirty="0">
              <a:latin typeface="VT323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latin typeface="VT323" panose="020B0604020202020204" charset="0"/>
              </a:rPr>
              <a:t>Rendimiento vs tiempo de desarrollo</a:t>
            </a:r>
            <a:endParaRPr sz="2000" dirty="0">
              <a:latin typeface="VT323" panose="020B0604020202020204" charset="0"/>
            </a:endParaRPr>
          </a:p>
        </p:txBody>
      </p:sp>
      <p:pic>
        <p:nvPicPr>
          <p:cNvPr id="6146" name="Picture 2" descr="671 vectores de Lock game asset - Vectores, imágenes y arte vectorial de  stock | Shutterstock">
            <a:extLst>
              <a:ext uri="{FF2B5EF4-FFF2-40B4-BE49-F238E27FC236}">
                <a16:creationId xmlns:a16="http://schemas.microsoft.com/office/drawing/2014/main" id="{7E8838C4-1C76-4AE9-C86A-D9BF0FE086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backgroundMark x1="28846" y1="70357" x2="28846" y2="70357"/>
                        <a14:backgroundMark x1="69615" y1="68929" x2="69615" y2="68929"/>
                        <a14:backgroundMark x1="69615" y1="44643" x2="69615" y2="44643"/>
                        <a14:backgroundMark x1="27692" y1="46071" x2="27692" y2="46071"/>
                        <a14:backgroundMark x1="28846" y1="43214" x2="28846" y2="432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077" t="22857" r="25192" b="25357"/>
          <a:stretch/>
        </p:blipFill>
        <p:spPr bwMode="auto">
          <a:xfrm>
            <a:off x="711163" y="1991306"/>
            <a:ext cx="2079307" cy="2241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7405;p93">
            <a:extLst>
              <a:ext uri="{FF2B5EF4-FFF2-40B4-BE49-F238E27FC236}">
                <a16:creationId xmlns:a16="http://schemas.microsoft.com/office/drawing/2014/main" id="{7E613742-C8A4-2A78-0E39-64BC21BC7EAF}"/>
              </a:ext>
            </a:extLst>
          </p:cNvPr>
          <p:cNvSpPr/>
          <p:nvPr/>
        </p:nvSpPr>
        <p:spPr>
          <a:xfrm>
            <a:off x="597280" y="995804"/>
            <a:ext cx="810300" cy="810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7408;p93">
            <a:extLst>
              <a:ext uri="{FF2B5EF4-FFF2-40B4-BE49-F238E27FC236}">
                <a16:creationId xmlns:a16="http://schemas.microsoft.com/office/drawing/2014/main" id="{BB9D6B14-F8F0-2BE2-0740-8E66D8844D00}"/>
              </a:ext>
            </a:extLst>
          </p:cNvPr>
          <p:cNvSpPr txBox="1">
            <a:spLocks/>
          </p:cNvSpPr>
          <p:nvPr/>
        </p:nvSpPr>
        <p:spPr>
          <a:xfrm>
            <a:off x="433484" y="1045354"/>
            <a:ext cx="11379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Mono"/>
              <a:buChar char="■"/>
              <a:defRPr sz="14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●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●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9pPr>
          </a:lstStyle>
          <a:p>
            <a:pPr marL="0" indent="0">
              <a:buFont typeface="Fira Mono"/>
              <a:buNone/>
            </a:pPr>
            <a:r>
              <a:rPr lang="en" sz="6000" dirty="0">
                <a:solidFill>
                  <a:schemeClr val="bg1"/>
                </a:solidFill>
                <a:latin typeface="VT323" panose="020B0604020202020204" charset="0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3" name="Google Shape;7793;p104"/>
          <p:cNvSpPr txBox="1">
            <a:spLocks noGrp="1"/>
          </p:cNvSpPr>
          <p:nvPr>
            <p:ph type="title"/>
          </p:nvPr>
        </p:nvSpPr>
        <p:spPr>
          <a:xfrm>
            <a:off x="665000" y="3322325"/>
            <a:ext cx="3961200" cy="11448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274300" tIns="91425" rIns="18287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Opinión</a:t>
            </a:r>
            <a:endParaRPr dirty="0"/>
          </a:p>
        </p:txBody>
      </p:sp>
      <p:sp>
        <p:nvSpPr>
          <p:cNvPr id="4" name="Google Shape;7405;p93">
            <a:extLst>
              <a:ext uri="{FF2B5EF4-FFF2-40B4-BE49-F238E27FC236}">
                <a16:creationId xmlns:a16="http://schemas.microsoft.com/office/drawing/2014/main" id="{350DAFE4-2E90-15B2-EF6F-37D0C8735DCF}"/>
              </a:ext>
            </a:extLst>
          </p:cNvPr>
          <p:cNvSpPr/>
          <p:nvPr/>
        </p:nvSpPr>
        <p:spPr>
          <a:xfrm>
            <a:off x="7587015" y="771079"/>
            <a:ext cx="810300" cy="810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7408;p93">
            <a:extLst>
              <a:ext uri="{FF2B5EF4-FFF2-40B4-BE49-F238E27FC236}">
                <a16:creationId xmlns:a16="http://schemas.microsoft.com/office/drawing/2014/main" id="{A4B25169-2E9F-FD0B-4A10-937576072C3B}"/>
              </a:ext>
            </a:extLst>
          </p:cNvPr>
          <p:cNvSpPr txBox="1">
            <a:spLocks/>
          </p:cNvSpPr>
          <p:nvPr/>
        </p:nvSpPr>
        <p:spPr>
          <a:xfrm>
            <a:off x="7423219" y="820629"/>
            <a:ext cx="11379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Mono"/>
              <a:buChar char="■"/>
              <a:defRPr sz="14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●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●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9pPr>
          </a:lstStyle>
          <a:p>
            <a:pPr marL="0" indent="0">
              <a:buFont typeface="Fira Mono"/>
              <a:buNone/>
            </a:pPr>
            <a:r>
              <a:rPr lang="en" sz="6000" dirty="0">
                <a:solidFill>
                  <a:schemeClr val="bg1"/>
                </a:solidFill>
                <a:latin typeface="VT323" panose="020B0604020202020204" charset="0"/>
              </a:rPr>
              <a:t>12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E9F79921-BB66-D8F2-F343-594EF1099148}"/>
              </a:ext>
            </a:extLst>
          </p:cNvPr>
          <p:cNvSpPr txBox="1"/>
          <p:nvPr/>
        </p:nvSpPr>
        <p:spPr>
          <a:xfrm>
            <a:off x="5605077" y="1372569"/>
            <a:ext cx="316992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sz="11500" dirty="0">
                <a:solidFill>
                  <a:schemeClr val="dk1"/>
                </a:solidFill>
                <a:latin typeface="VT323"/>
                <a:sym typeface="VT323"/>
              </a:rPr>
              <a:t>¿   ?</a:t>
            </a:r>
          </a:p>
        </p:txBody>
      </p:sp>
      <p:sp>
        <p:nvSpPr>
          <p:cNvPr id="5026" name="Google Shape;5026;p48"/>
          <p:cNvSpPr txBox="1">
            <a:spLocks noGrp="1"/>
          </p:cNvSpPr>
          <p:nvPr>
            <p:ph type="title"/>
          </p:nvPr>
        </p:nvSpPr>
        <p:spPr>
          <a:xfrm>
            <a:off x="852267" y="552334"/>
            <a:ext cx="7439465" cy="89643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¿Qué es un analizador semántico?</a:t>
            </a:r>
            <a:endParaRPr dirty="0"/>
          </a:p>
        </p:txBody>
      </p:sp>
      <p:pic>
        <p:nvPicPr>
          <p:cNvPr id="7172" name="Picture 4" descr="Pixel art 8-bit color, 8 BIT, game, angle, text png | PNGWing">
            <a:extLst>
              <a:ext uri="{FF2B5EF4-FFF2-40B4-BE49-F238E27FC236}">
                <a16:creationId xmlns:a16="http://schemas.microsoft.com/office/drawing/2014/main" id="{90615A98-6C7F-9EC3-AC51-93183CE9A6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400" b="94600" l="10000" r="90000">
                        <a14:foregroundMark x1="37717" y1="30000" x2="37717" y2="30000"/>
                        <a14:foregroundMark x1="45109" y1="19200" x2="45109" y2="19200"/>
                        <a14:foregroundMark x1="61739" y1="46400" x2="61739" y2="46400"/>
                        <a14:foregroundMark x1="54565" y1="6400" x2="54565" y2="6400"/>
                        <a14:foregroundMark x1="54783" y1="94600" x2="54783" y2="946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8570" r="22162"/>
          <a:stretch/>
        </p:blipFill>
        <p:spPr bwMode="auto">
          <a:xfrm>
            <a:off x="820463" y="1385586"/>
            <a:ext cx="1764202" cy="194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4C0A043-10A2-ECFC-EFEC-77812B38EC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61149" y1="52500" x2="61149" y2="52500"/>
                        <a14:foregroundMark x1="57471" y1="50278" x2="57471" y2="50278"/>
                        <a14:foregroundMark x1="55632" y1="52500" x2="55632" y2="52500"/>
                        <a14:foregroundMark x1="57471" y1="55000" x2="57471" y2="55000"/>
                        <a14:foregroundMark x1="57931" y1="52778" x2="57931" y2="52778"/>
                        <a14:foregroundMark x1="59540" y1="48056" x2="59540" y2="48056"/>
                        <a14:foregroundMark x1="61149" y1="50556" x2="61149" y2="50556"/>
                        <a14:foregroundMark x1="63218" y1="52222" x2="63218" y2="52222"/>
                        <a14:foregroundMark x1="65517" y1="55000" x2="65517" y2="55000"/>
                        <a14:foregroundMark x1="60000" y1="58333" x2="60000" y2="58333"/>
                        <a14:foregroundMark x1="62069" y1="60556" x2="62069" y2="60556"/>
                        <a14:foregroundMark x1="72184" y1="48056" x2="72184" y2="48056"/>
                        <a14:foregroundMark x1="83908" y1="42500" x2="83908" y2="42500"/>
                        <a14:foregroundMark x1="69655" y1="60833" x2="69655" y2="60833"/>
                        <a14:foregroundMark x1="69885" y1="56389" x2="69885" y2="56389"/>
                        <a14:foregroundMark x1="62759" y1="56667" x2="62759" y2="56667"/>
                        <a14:foregroundMark x1="77701" y1="48611" x2="77701" y2="48611"/>
                        <a14:foregroundMark x1="80690" y1="42222" x2="80690" y2="422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90614" y="1575484"/>
            <a:ext cx="2198846" cy="1819735"/>
          </a:xfrm>
          <a:prstGeom prst="rect">
            <a:avLst/>
          </a:prstGeom>
        </p:spPr>
      </p:pic>
      <p:pic>
        <p:nvPicPr>
          <p:cNvPr id="7180" name="Picture 12" descr="1,283 imágenes de 8 bit arrow - Imágenes, fotos y vectores de stock |  Shutterstock">
            <a:extLst>
              <a:ext uri="{FF2B5EF4-FFF2-40B4-BE49-F238E27FC236}">
                <a16:creationId xmlns:a16="http://schemas.microsoft.com/office/drawing/2014/main" id="{7C7D86F8-C98B-E841-CBD7-B0E6DBAED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9231" r="91154">
                        <a14:foregroundMark x1="91538" y1="38571" x2="91538" y2="38571"/>
                        <a14:foregroundMark x1="9231" y1="47143" x2="9231" y2="471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2254014" y="1963426"/>
            <a:ext cx="912686" cy="982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Picture 12" descr="1,283 imágenes de 8 bit arrow - Imágenes, fotos y vectores de stock |  Shutterstock">
            <a:extLst>
              <a:ext uri="{FF2B5EF4-FFF2-40B4-BE49-F238E27FC236}">
                <a16:creationId xmlns:a16="http://schemas.microsoft.com/office/drawing/2014/main" id="{FB76010D-CF5F-4D0E-BE0F-000A97D6F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9231" r="91154">
                        <a14:foregroundMark x1="91538" y1="38571" x2="91538" y2="38571"/>
                        <a14:foregroundMark x1="9231" y1="47143" x2="9231" y2="471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4653774" y="1988830"/>
            <a:ext cx="912686" cy="982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2" name="Picture 14" descr="8-Bits &amp; Pieces - Ground Art Print by JustDrewIt | Society6">
            <a:extLst>
              <a:ext uri="{FF2B5EF4-FFF2-40B4-BE49-F238E27FC236}">
                <a16:creationId xmlns:a16="http://schemas.microsoft.com/office/drawing/2014/main" id="{291686D6-6DD8-F122-9EFB-3114A51A7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507" y="1585206"/>
            <a:ext cx="1546860" cy="1546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6" name="Picture 18" descr="Sokobang Push Box - Aplicaciones en Google Play">
            <a:extLst>
              <a:ext uri="{FF2B5EF4-FFF2-40B4-BE49-F238E27FC236}">
                <a16:creationId xmlns:a16="http://schemas.microsoft.com/office/drawing/2014/main" id="{01DE5F01-9D6F-990F-EC79-0F6C2C3A8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277" y="3613161"/>
            <a:ext cx="849566" cy="849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upo 11">
            <a:extLst>
              <a:ext uri="{FF2B5EF4-FFF2-40B4-BE49-F238E27FC236}">
                <a16:creationId xmlns:a16="http://schemas.microsoft.com/office/drawing/2014/main" id="{C8D89239-5B02-D968-2A12-239A58700EAE}"/>
              </a:ext>
            </a:extLst>
          </p:cNvPr>
          <p:cNvGrpSpPr/>
          <p:nvPr/>
        </p:nvGrpSpPr>
        <p:grpSpPr>
          <a:xfrm rot="2513160">
            <a:off x="3817243" y="3062591"/>
            <a:ext cx="1218006" cy="1052234"/>
            <a:chOff x="2549481" y="3593209"/>
            <a:chExt cx="1218006" cy="1052234"/>
          </a:xfrm>
        </p:grpSpPr>
        <p:pic>
          <p:nvPicPr>
            <p:cNvPr id="283" name="Picture 12" descr="1,283 imágenes de 8 bit arrow - Imágenes, fotos y vectores de stock |  Shutterstock">
              <a:extLst>
                <a:ext uri="{FF2B5EF4-FFF2-40B4-BE49-F238E27FC236}">
                  <a16:creationId xmlns:a16="http://schemas.microsoft.com/office/drawing/2014/main" id="{04AB3EAC-7287-559D-1BD0-367609E2994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9231" r="91154">
                          <a14:foregroundMark x1="91538" y1="38571" x2="91538" y2="38571"/>
                          <a14:foregroundMark x1="9231" y1="47143" x2="9231" y2="471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2373"/>
            <a:stretch/>
          </p:blipFill>
          <p:spPr bwMode="auto">
            <a:xfrm rot="10800000">
              <a:off x="3150267" y="3593209"/>
              <a:ext cx="617220" cy="9828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5" name="Picture 12" descr="1,283 imágenes de 8 bit arrow - Imágenes, fotos y vectores de stock |  Shutterstock">
              <a:extLst>
                <a:ext uri="{FF2B5EF4-FFF2-40B4-BE49-F238E27FC236}">
                  <a16:creationId xmlns:a16="http://schemas.microsoft.com/office/drawing/2014/main" id="{DBB40003-FDE1-EF2D-4AA8-F1C1F91AF2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9231" r="91154">
                          <a14:foregroundMark x1="91538" y1="38571" x2="91538" y2="38571"/>
                          <a14:foregroundMark x1="9231" y1="47143" x2="9231" y2="4714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2373"/>
            <a:stretch/>
          </p:blipFill>
          <p:spPr bwMode="auto">
            <a:xfrm>
              <a:off x="2549481" y="3662550"/>
              <a:ext cx="617220" cy="9828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Google Shape;7213;p88">
            <a:extLst>
              <a:ext uri="{FF2B5EF4-FFF2-40B4-BE49-F238E27FC236}">
                <a16:creationId xmlns:a16="http://schemas.microsoft.com/office/drawing/2014/main" id="{7CB020E4-E822-BED2-B6C9-1EA0591DF90B}"/>
              </a:ext>
            </a:extLst>
          </p:cNvPr>
          <p:cNvSpPr/>
          <p:nvPr/>
        </p:nvSpPr>
        <p:spPr>
          <a:xfrm>
            <a:off x="7884295" y="3395219"/>
            <a:ext cx="810300" cy="810300"/>
          </a:xfrm>
          <a:prstGeom prst="rect">
            <a:avLst/>
          </a:prstGeom>
          <a:solidFill>
            <a:srgbClr val="0A0C0C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7216;p88">
            <a:extLst>
              <a:ext uri="{FF2B5EF4-FFF2-40B4-BE49-F238E27FC236}">
                <a16:creationId xmlns:a16="http://schemas.microsoft.com/office/drawing/2014/main" id="{2E481DA9-BB2C-9AEE-3087-A1BA7EC030B5}"/>
              </a:ext>
            </a:extLst>
          </p:cNvPr>
          <p:cNvSpPr txBox="1"/>
          <p:nvPr/>
        </p:nvSpPr>
        <p:spPr>
          <a:xfrm>
            <a:off x="7577860" y="3444769"/>
            <a:ext cx="14232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solidFill>
                  <a:srgbClr val="74B993"/>
                </a:solidFill>
                <a:latin typeface="VT323"/>
                <a:ea typeface="VT323"/>
                <a:cs typeface="VT323"/>
                <a:sym typeface="VT323"/>
              </a:rPr>
              <a:t>13</a:t>
            </a:r>
            <a:endParaRPr sz="6000" dirty="0">
              <a:solidFill>
                <a:srgbClr val="74B993"/>
              </a:solidFill>
              <a:latin typeface="VT323"/>
              <a:ea typeface="VT323"/>
              <a:cs typeface="VT323"/>
              <a:sym typeface="VT323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4" name="Google Shape;4794;p43"/>
          <p:cNvSpPr txBox="1">
            <a:spLocks noGrp="1"/>
          </p:cNvSpPr>
          <p:nvPr>
            <p:ph type="title"/>
          </p:nvPr>
        </p:nvSpPr>
        <p:spPr>
          <a:xfrm>
            <a:off x="2166200" y="1166930"/>
            <a:ext cx="4811600" cy="56079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Pasos para crear un sistema de tipos</a:t>
            </a:r>
            <a:endParaRPr dirty="0"/>
          </a:p>
        </p:txBody>
      </p:sp>
      <p:sp>
        <p:nvSpPr>
          <p:cNvPr id="4" name="Google Shape;5292;p49">
            <a:extLst>
              <a:ext uri="{FF2B5EF4-FFF2-40B4-BE49-F238E27FC236}">
                <a16:creationId xmlns:a16="http://schemas.microsoft.com/office/drawing/2014/main" id="{F97ACBC2-1B2D-CF34-9331-EF1395D41DF2}"/>
              </a:ext>
            </a:extLst>
          </p:cNvPr>
          <p:cNvSpPr txBox="1">
            <a:spLocks/>
          </p:cNvSpPr>
          <p:nvPr/>
        </p:nvSpPr>
        <p:spPr>
          <a:xfrm>
            <a:off x="2717988" y="2071358"/>
            <a:ext cx="3708023" cy="17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" sz="2500" dirty="0">
                <a:latin typeface="VT323" panose="020B0604020202020204" charset="0"/>
              </a:rPr>
              <a:t>Definir tipos de datos</a:t>
            </a:r>
            <a:endParaRPr lang="es-ES" sz="2500" dirty="0">
              <a:latin typeface="VT323" panose="020B060402020202020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" sz="2500" dirty="0">
                <a:latin typeface="VT323" panose="020B0604020202020204" charset="0"/>
              </a:rPr>
              <a:t>Definir reglas de tipos</a:t>
            </a:r>
            <a:endParaRPr lang="es-ES" sz="2500" dirty="0">
              <a:latin typeface="VT323" panose="020B060402020202020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" sz="2500" dirty="0">
                <a:latin typeface="VT323" panose="020B0604020202020204" charset="0"/>
              </a:rPr>
              <a:t>Definir reglas de ámbito</a:t>
            </a:r>
            <a:endParaRPr lang="es-ES" sz="2500" dirty="0">
              <a:latin typeface="VT323" panose="020B0604020202020204" charset="0"/>
            </a:endParaRPr>
          </a:p>
        </p:txBody>
      </p:sp>
      <p:sp>
        <p:nvSpPr>
          <p:cNvPr id="5" name="Google Shape;7405;p93">
            <a:extLst>
              <a:ext uri="{FF2B5EF4-FFF2-40B4-BE49-F238E27FC236}">
                <a16:creationId xmlns:a16="http://schemas.microsoft.com/office/drawing/2014/main" id="{D8A5CF25-A673-917F-ABAA-CD1742F264FF}"/>
              </a:ext>
            </a:extLst>
          </p:cNvPr>
          <p:cNvSpPr/>
          <p:nvPr/>
        </p:nvSpPr>
        <p:spPr>
          <a:xfrm>
            <a:off x="845252" y="3770000"/>
            <a:ext cx="810300" cy="810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7408;p93">
            <a:extLst>
              <a:ext uri="{FF2B5EF4-FFF2-40B4-BE49-F238E27FC236}">
                <a16:creationId xmlns:a16="http://schemas.microsoft.com/office/drawing/2014/main" id="{D83FEDC8-7B00-F7BA-88B5-B210A1A8365D}"/>
              </a:ext>
            </a:extLst>
          </p:cNvPr>
          <p:cNvSpPr txBox="1">
            <a:spLocks/>
          </p:cNvSpPr>
          <p:nvPr/>
        </p:nvSpPr>
        <p:spPr>
          <a:xfrm>
            <a:off x="681456" y="3819550"/>
            <a:ext cx="11379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Mono"/>
              <a:buChar char="■"/>
              <a:defRPr sz="14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●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●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9pPr>
          </a:lstStyle>
          <a:p>
            <a:pPr marL="0" indent="0">
              <a:buFont typeface="Fira Mono"/>
              <a:buNone/>
            </a:pPr>
            <a:r>
              <a:rPr lang="en" sz="6000" dirty="0">
                <a:solidFill>
                  <a:schemeClr val="bg1"/>
                </a:solidFill>
                <a:latin typeface="VT323" panose="020B060402020202020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317949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1" name="Google Shape;5291;p49"/>
          <p:cNvSpPr txBox="1">
            <a:spLocks noGrp="1"/>
          </p:cNvSpPr>
          <p:nvPr>
            <p:ph type="title"/>
          </p:nvPr>
        </p:nvSpPr>
        <p:spPr>
          <a:xfrm>
            <a:off x="965327" y="771503"/>
            <a:ext cx="7213345" cy="118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¿Cómo escribir correctamente las reglas de tipos?</a:t>
            </a:r>
            <a:endParaRPr dirty="0"/>
          </a:p>
        </p:txBody>
      </p:sp>
      <p:sp>
        <p:nvSpPr>
          <p:cNvPr id="5292" name="Google Shape;5292;p49"/>
          <p:cNvSpPr txBox="1">
            <a:spLocks noGrp="1"/>
          </p:cNvSpPr>
          <p:nvPr>
            <p:ph type="subTitle" idx="1"/>
          </p:nvPr>
        </p:nvSpPr>
        <p:spPr>
          <a:xfrm>
            <a:off x="965327" y="2254238"/>
            <a:ext cx="7213344" cy="17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sz="2500" dirty="0">
              <a:latin typeface="VT323" panose="020B0604020202020204" charset="0"/>
            </a:endParaRPr>
          </a:p>
          <a:p>
            <a:pPr marL="0" lvl="0" indent="0" algn="ctr"/>
            <a:r>
              <a:rPr lang="az-Cyrl-AZ" sz="2500" dirty="0"/>
              <a:t>Г </a:t>
            </a:r>
            <a:r>
              <a:rPr lang="el-GR" sz="2500" dirty="0"/>
              <a:t>Ͱ</a:t>
            </a:r>
            <a:r>
              <a:rPr lang="es-GT" sz="2500" dirty="0">
                <a:latin typeface="VT323" panose="020B0604020202020204" charset="0"/>
              </a:rPr>
              <a:t> M : A</a:t>
            </a:r>
          </a:p>
          <a:p>
            <a:pPr marL="0" lvl="0" indent="0" algn="ctr"/>
            <a:endParaRPr lang="es-GT" sz="2500" dirty="0">
              <a:latin typeface="VT323" panose="020B0604020202020204" charset="0"/>
            </a:endParaRPr>
          </a:p>
          <a:p>
            <a:pPr marL="0" lvl="0" indent="0" algn="ctr"/>
            <a:r>
              <a:rPr lang="es-GT" sz="2500" dirty="0">
                <a:latin typeface="VT323" panose="020B0604020202020204" charset="0"/>
              </a:rPr>
              <a:t>Ø </a:t>
            </a:r>
            <a:r>
              <a:rPr lang="el-GR" sz="2500" dirty="0"/>
              <a:t>Ͱ</a:t>
            </a:r>
            <a:r>
              <a:rPr lang="es-GT" sz="2500" dirty="0">
                <a:latin typeface="VT323" panose="020B0604020202020204" charset="0"/>
              </a:rPr>
              <a:t> N : B</a:t>
            </a:r>
            <a:endParaRPr sz="2500" dirty="0">
              <a:latin typeface="VT323" panose="020B0604020202020204" charset="0"/>
            </a:endParaRPr>
          </a:p>
        </p:txBody>
      </p:sp>
      <p:sp>
        <p:nvSpPr>
          <p:cNvPr id="4" name="Google Shape;7405;p93">
            <a:extLst>
              <a:ext uri="{FF2B5EF4-FFF2-40B4-BE49-F238E27FC236}">
                <a16:creationId xmlns:a16="http://schemas.microsoft.com/office/drawing/2014/main" id="{ACC06B9F-6495-05BC-1C9F-79A2C4CC0BAC}"/>
              </a:ext>
            </a:extLst>
          </p:cNvPr>
          <p:cNvSpPr/>
          <p:nvPr/>
        </p:nvSpPr>
        <p:spPr>
          <a:xfrm>
            <a:off x="473294" y="3398997"/>
            <a:ext cx="810300" cy="810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7408;p93">
            <a:extLst>
              <a:ext uri="{FF2B5EF4-FFF2-40B4-BE49-F238E27FC236}">
                <a16:creationId xmlns:a16="http://schemas.microsoft.com/office/drawing/2014/main" id="{AB84C3FE-AD98-51FE-BD12-3B35BA8D5D90}"/>
              </a:ext>
            </a:extLst>
          </p:cNvPr>
          <p:cNvSpPr txBox="1">
            <a:spLocks/>
          </p:cNvSpPr>
          <p:nvPr/>
        </p:nvSpPr>
        <p:spPr>
          <a:xfrm>
            <a:off x="309498" y="3448547"/>
            <a:ext cx="11379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Mono"/>
              <a:buChar char="■"/>
              <a:defRPr sz="14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●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●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9pPr>
          </a:lstStyle>
          <a:p>
            <a:pPr marL="0" indent="0">
              <a:buFont typeface="Fira Mono"/>
              <a:buNone/>
            </a:pPr>
            <a:r>
              <a:rPr lang="en" sz="6000" dirty="0">
                <a:solidFill>
                  <a:schemeClr val="bg1"/>
                </a:solidFill>
                <a:latin typeface="VT323" panose="020B060402020202020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847964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46A8CD99-CF2A-87A9-4EF7-6FCD0C9B0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50" y="907585"/>
            <a:ext cx="6042900" cy="2829900"/>
          </a:xfrm>
        </p:spPr>
        <p:txBody>
          <a:bodyPr/>
          <a:lstStyle/>
          <a:p>
            <a:r>
              <a:rPr lang="es-GT" dirty="0"/>
              <a:t>Ejemplos</a:t>
            </a:r>
          </a:p>
        </p:txBody>
      </p:sp>
      <p:pic>
        <p:nvPicPr>
          <p:cNvPr id="13316" name="Picture 4" descr="Yoonie &quot;Por Que Tu?&quot; (Cap 3) | •BLACKPINK• Amino">
            <a:extLst>
              <a:ext uri="{FF2B5EF4-FFF2-40B4-BE49-F238E27FC236}">
                <a16:creationId xmlns:a16="http://schemas.microsoft.com/office/drawing/2014/main" id="{BC670C4C-AE1E-35E4-EF73-1EC992E81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45" y="1370035"/>
            <a:ext cx="188595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Yoonie &quot;Por Que Tu?&quot; (Cap 3) | •BLACKPINK• Amino">
            <a:extLst>
              <a:ext uri="{FF2B5EF4-FFF2-40B4-BE49-F238E27FC236}">
                <a16:creationId xmlns:a16="http://schemas.microsoft.com/office/drawing/2014/main" id="{B092BB85-0ADD-0CE8-C8CE-C0DC5BD1CE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1805" y="1370035"/>
            <a:ext cx="188595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Google Shape;7405;p93">
            <a:extLst>
              <a:ext uri="{FF2B5EF4-FFF2-40B4-BE49-F238E27FC236}">
                <a16:creationId xmlns:a16="http://schemas.microsoft.com/office/drawing/2014/main" id="{8E54CC38-DD37-CDAA-2581-B159C49F1B7F}"/>
              </a:ext>
            </a:extLst>
          </p:cNvPr>
          <p:cNvSpPr/>
          <p:nvPr/>
        </p:nvSpPr>
        <p:spPr>
          <a:xfrm>
            <a:off x="4166846" y="3505300"/>
            <a:ext cx="810300" cy="810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408;p93">
            <a:extLst>
              <a:ext uri="{FF2B5EF4-FFF2-40B4-BE49-F238E27FC236}">
                <a16:creationId xmlns:a16="http://schemas.microsoft.com/office/drawing/2014/main" id="{2B8B6572-63F6-123C-0881-E04743CDE3CE}"/>
              </a:ext>
            </a:extLst>
          </p:cNvPr>
          <p:cNvSpPr txBox="1">
            <a:spLocks/>
          </p:cNvSpPr>
          <p:nvPr/>
        </p:nvSpPr>
        <p:spPr>
          <a:xfrm>
            <a:off x="4003050" y="3554850"/>
            <a:ext cx="11379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Mono"/>
              <a:buChar char="■"/>
              <a:defRPr sz="14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●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●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9pPr>
          </a:lstStyle>
          <a:p>
            <a:pPr marL="0" indent="0">
              <a:buFont typeface="Fira Mono"/>
              <a:buNone/>
            </a:pPr>
            <a:r>
              <a:rPr lang="en" sz="6000" dirty="0">
                <a:solidFill>
                  <a:schemeClr val="bg1"/>
                </a:solidFill>
                <a:latin typeface="VT323" panose="020B0604020202020204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9246992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6FB4AA5-0B11-37B8-9140-546E4B163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Ejemplo 1</a:t>
            </a:r>
          </a:p>
        </p:txBody>
      </p:sp>
      <p:sp>
        <p:nvSpPr>
          <p:cNvPr id="6" name="Google Shape;5292;p49">
            <a:extLst>
              <a:ext uri="{FF2B5EF4-FFF2-40B4-BE49-F238E27FC236}">
                <a16:creationId xmlns:a16="http://schemas.microsoft.com/office/drawing/2014/main" id="{37812F32-90A2-FD09-C248-C5C357B3101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65327" y="1112520"/>
            <a:ext cx="7213344" cy="327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/>
            <a:endParaRPr lang="es-GT" sz="2500" dirty="0">
              <a:latin typeface="VT323" panose="020B0604020202020204" charset="0"/>
            </a:endParaRPr>
          </a:p>
          <a:p>
            <a:pPr marL="0" indent="0" algn="ctr"/>
            <a:endParaRPr lang="es-GT" sz="2500" dirty="0">
              <a:latin typeface="VT323" panose="020B0604020202020204" charset="0"/>
            </a:endParaRPr>
          </a:p>
          <a:p>
            <a:pPr marL="0" indent="0" algn="ctr"/>
            <a:r>
              <a:rPr lang="es-GT" sz="2500" dirty="0">
                <a:latin typeface="VT323" panose="020B0604020202020204" charset="0"/>
              </a:rPr>
              <a:t>Ø</a:t>
            </a:r>
            <a:r>
              <a:rPr lang="az-Cyrl-AZ" sz="2500" dirty="0"/>
              <a:t> </a:t>
            </a:r>
            <a:r>
              <a:rPr lang="el-GR" sz="2500" dirty="0"/>
              <a:t>Ͱ</a:t>
            </a:r>
            <a:r>
              <a:rPr lang="es-GT" sz="2500" dirty="0">
                <a:latin typeface="VT323" panose="020B0604020202020204" charset="0"/>
              </a:rPr>
              <a:t> true : boolean</a:t>
            </a:r>
          </a:p>
          <a:p>
            <a:pPr marL="0" indent="0" algn="ctr"/>
            <a:r>
              <a:rPr lang="es-GT" sz="2500" dirty="0">
                <a:latin typeface="VT323" panose="020B0604020202020204" charset="0"/>
              </a:rPr>
              <a:t>Ø</a:t>
            </a:r>
            <a:r>
              <a:rPr lang="az-Cyrl-AZ" sz="2500" dirty="0"/>
              <a:t> </a:t>
            </a:r>
            <a:r>
              <a:rPr lang="el-GR" sz="2500" dirty="0"/>
              <a:t>Ͱ</a:t>
            </a:r>
            <a:r>
              <a:rPr lang="es-GT" sz="2500" dirty="0">
                <a:latin typeface="VT323" panose="020B0604020202020204" charset="0"/>
              </a:rPr>
              <a:t> false : boolean</a:t>
            </a:r>
          </a:p>
          <a:p>
            <a:pPr marL="0" indent="0" algn="ctr"/>
            <a:endParaRPr lang="es-GT" sz="2500" dirty="0">
              <a:latin typeface="VT323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916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6FB4AA5-0B11-37B8-9140-546E4B163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Ejemplo 2</a:t>
            </a:r>
          </a:p>
        </p:txBody>
      </p:sp>
      <p:sp>
        <p:nvSpPr>
          <p:cNvPr id="6" name="Google Shape;5292;p49">
            <a:extLst>
              <a:ext uri="{FF2B5EF4-FFF2-40B4-BE49-F238E27FC236}">
                <a16:creationId xmlns:a16="http://schemas.microsoft.com/office/drawing/2014/main" id="{37812F32-90A2-FD09-C248-C5C357B3101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65327" y="1112520"/>
            <a:ext cx="7213344" cy="327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/>
            <a:endParaRPr lang="es-GT" sz="2500" dirty="0">
              <a:latin typeface="VT323" panose="020B0604020202020204" charset="0"/>
            </a:endParaRPr>
          </a:p>
          <a:p>
            <a:pPr marL="0" indent="0" algn="ctr"/>
            <a:endParaRPr lang="es-GT" sz="2500" dirty="0">
              <a:latin typeface="VT323" panose="020B0604020202020204" charset="0"/>
            </a:endParaRPr>
          </a:p>
          <a:p>
            <a:pPr marL="0" lvl="0" indent="0" algn="ctr"/>
            <a:r>
              <a:rPr lang="az-Cyrl-AZ" sz="2500" dirty="0"/>
              <a:t>Г </a:t>
            </a:r>
            <a:r>
              <a:rPr lang="el-GR" sz="2500" dirty="0"/>
              <a:t>Ͱ</a:t>
            </a:r>
            <a:r>
              <a:rPr lang="es-GT" sz="2500" dirty="0">
                <a:latin typeface="VT323" panose="020B0604020202020204" charset="0"/>
              </a:rPr>
              <a:t> a : int</a:t>
            </a:r>
          </a:p>
          <a:p>
            <a:pPr marL="0" lvl="0" indent="0" algn="ctr"/>
            <a:r>
              <a:rPr lang="az-Cyrl-AZ" sz="2500" dirty="0"/>
              <a:t>Г</a:t>
            </a:r>
            <a:r>
              <a:rPr lang="es-GT" sz="2500" dirty="0">
                <a:latin typeface="VT323" panose="020B0604020202020204" charset="0"/>
              </a:rPr>
              <a:t> </a:t>
            </a:r>
            <a:r>
              <a:rPr lang="el-GR" sz="2500" dirty="0"/>
              <a:t>Ͱ</a:t>
            </a:r>
            <a:r>
              <a:rPr lang="es-GT" sz="2500" dirty="0">
                <a:latin typeface="VT323" panose="020B0604020202020204" charset="0"/>
              </a:rPr>
              <a:t> b : int</a:t>
            </a:r>
          </a:p>
          <a:p>
            <a:pPr marL="0" lvl="0" indent="0" algn="ctr"/>
            <a:r>
              <a:rPr lang="es-GT" sz="2500" dirty="0">
                <a:latin typeface="VT323" panose="020B0604020202020204" charset="0"/>
              </a:rPr>
              <a:t>--------------</a:t>
            </a:r>
          </a:p>
          <a:p>
            <a:pPr marL="0" lvl="0" indent="0" algn="ctr"/>
            <a:r>
              <a:rPr lang="es-GT" sz="2500" dirty="0">
                <a:latin typeface="VT323" panose="020B0604020202020204" charset="0"/>
              </a:rPr>
              <a:t>a + b : int</a:t>
            </a:r>
            <a:endParaRPr sz="2500" dirty="0">
              <a:latin typeface="VT323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3530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6FB4AA5-0B11-37B8-9140-546E4B163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Ejemplo 3</a:t>
            </a:r>
          </a:p>
        </p:txBody>
      </p:sp>
      <p:sp>
        <p:nvSpPr>
          <p:cNvPr id="6" name="Google Shape;5292;p49">
            <a:extLst>
              <a:ext uri="{FF2B5EF4-FFF2-40B4-BE49-F238E27FC236}">
                <a16:creationId xmlns:a16="http://schemas.microsoft.com/office/drawing/2014/main" id="{37812F32-90A2-FD09-C248-C5C357B3101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65327" y="1112520"/>
            <a:ext cx="7213344" cy="327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/>
            <a:endParaRPr lang="es-GT" sz="2500" dirty="0">
              <a:latin typeface="VT323" panose="020B0604020202020204" charset="0"/>
            </a:endParaRPr>
          </a:p>
          <a:p>
            <a:pPr marL="0" indent="0" algn="ctr"/>
            <a:endParaRPr lang="es-GT" sz="2500" dirty="0">
              <a:latin typeface="VT323" panose="020B0604020202020204" charset="0"/>
            </a:endParaRPr>
          </a:p>
          <a:p>
            <a:pPr marL="0" lvl="0" indent="0" algn="ctr"/>
            <a:r>
              <a:rPr lang="az-Cyrl-AZ" sz="2500" dirty="0"/>
              <a:t>Г </a:t>
            </a:r>
            <a:r>
              <a:rPr lang="el-GR" sz="2500" dirty="0"/>
              <a:t>Ͱ</a:t>
            </a:r>
            <a:r>
              <a:rPr lang="es-GT" sz="2500" dirty="0">
                <a:latin typeface="VT323" panose="020B0604020202020204" charset="0"/>
              </a:rPr>
              <a:t> a : int</a:t>
            </a:r>
          </a:p>
          <a:p>
            <a:pPr marL="0" lvl="0" indent="0" algn="ctr"/>
            <a:r>
              <a:rPr lang="az-Cyrl-AZ" sz="2500" dirty="0"/>
              <a:t>Г</a:t>
            </a:r>
            <a:r>
              <a:rPr lang="es-GT" sz="2500" dirty="0">
                <a:latin typeface="VT323" panose="020B0604020202020204" charset="0"/>
              </a:rPr>
              <a:t> </a:t>
            </a:r>
            <a:r>
              <a:rPr lang="el-GR" sz="2500" dirty="0"/>
              <a:t>Ͱ</a:t>
            </a:r>
            <a:r>
              <a:rPr lang="es-GT" sz="2500" dirty="0">
                <a:latin typeface="VT323" panose="020B0604020202020204" charset="0"/>
              </a:rPr>
              <a:t> b : float</a:t>
            </a:r>
          </a:p>
          <a:p>
            <a:pPr marL="0" lvl="0" indent="0" algn="ctr"/>
            <a:r>
              <a:rPr lang="es-GT" sz="2500" dirty="0">
                <a:latin typeface="VT323" panose="020B0604020202020204" charset="0"/>
              </a:rPr>
              <a:t>--------------</a:t>
            </a:r>
          </a:p>
          <a:p>
            <a:pPr marL="0" lvl="0" indent="0" algn="ctr"/>
            <a:r>
              <a:rPr lang="es-GT" sz="2500" dirty="0">
                <a:latin typeface="VT323" panose="020B0604020202020204" charset="0"/>
              </a:rPr>
              <a:t>a + b : float</a:t>
            </a:r>
          </a:p>
        </p:txBody>
      </p:sp>
    </p:spTree>
    <p:extLst>
      <p:ext uri="{BB962C8B-B14F-4D97-AF65-F5344CB8AC3E}">
        <p14:creationId xmlns:p14="http://schemas.microsoft.com/office/powerpoint/2010/main" val="12755441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6FB4AA5-0B11-37B8-9140-546E4B163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Ejemplos 4</a:t>
            </a:r>
          </a:p>
        </p:txBody>
      </p:sp>
      <p:sp>
        <p:nvSpPr>
          <p:cNvPr id="6" name="Google Shape;5292;p49">
            <a:extLst>
              <a:ext uri="{FF2B5EF4-FFF2-40B4-BE49-F238E27FC236}">
                <a16:creationId xmlns:a16="http://schemas.microsoft.com/office/drawing/2014/main" id="{37812F32-90A2-FD09-C248-C5C357B3101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65327" y="1112520"/>
            <a:ext cx="7213344" cy="327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/>
            <a:endParaRPr lang="es-GT" sz="2500" dirty="0">
              <a:latin typeface="VT323" panose="020B0604020202020204" charset="0"/>
            </a:endParaRPr>
          </a:p>
          <a:p>
            <a:pPr marL="0" indent="0" algn="ctr"/>
            <a:endParaRPr lang="es-GT" sz="2500" dirty="0">
              <a:latin typeface="VT323" panose="020B0604020202020204" charset="0"/>
            </a:endParaRPr>
          </a:p>
          <a:p>
            <a:pPr marL="0" lvl="0" indent="0" algn="ctr"/>
            <a:r>
              <a:rPr lang="az-Cyrl-AZ" sz="2500" dirty="0"/>
              <a:t>Г </a:t>
            </a:r>
            <a:r>
              <a:rPr lang="el-GR" sz="2500" dirty="0"/>
              <a:t>Ͱ</a:t>
            </a:r>
            <a:r>
              <a:rPr lang="es-GT" sz="2500" dirty="0">
                <a:latin typeface="VT323" panose="020B0604020202020204" charset="0"/>
              </a:rPr>
              <a:t> a : int</a:t>
            </a:r>
          </a:p>
          <a:p>
            <a:pPr marL="0" lvl="0" indent="0" algn="ctr"/>
            <a:r>
              <a:rPr lang="az-Cyrl-AZ" sz="2500" dirty="0"/>
              <a:t>Г</a:t>
            </a:r>
            <a:r>
              <a:rPr lang="es-GT" sz="2500" dirty="0">
                <a:latin typeface="VT323" panose="020B0604020202020204" charset="0"/>
              </a:rPr>
              <a:t> </a:t>
            </a:r>
            <a:r>
              <a:rPr lang="el-GR" sz="2500" dirty="0"/>
              <a:t>Ͱ</a:t>
            </a:r>
            <a:r>
              <a:rPr lang="es-GT" sz="2500" dirty="0">
                <a:latin typeface="VT323" panose="020B0604020202020204" charset="0"/>
              </a:rPr>
              <a:t> b : char</a:t>
            </a:r>
          </a:p>
          <a:p>
            <a:pPr marL="0" lvl="0" indent="0" algn="ctr"/>
            <a:r>
              <a:rPr lang="es-GT" sz="2500" dirty="0">
                <a:latin typeface="VT323" panose="020B0604020202020204" charset="0"/>
              </a:rPr>
              <a:t>--------------</a:t>
            </a:r>
          </a:p>
          <a:p>
            <a:pPr marL="0" lvl="0" indent="0" algn="ctr"/>
            <a:r>
              <a:rPr lang="es-GT" sz="2500" dirty="0">
                <a:latin typeface="VT323" panose="020B0604020202020204" charset="0"/>
              </a:rPr>
              <a:t>a + b : error</a:t>
            </a:r>
          </a:p>
        </p:txBody>
      </p:sp>
    </p:spTree>
    <p:extLst>
      <p:ext uri="{BB962C8B-B14F-4D97-AF65-F5344CB8AC3E}">
        <p14:creationId xmlns:p14="http://schemas.microsoft.com/office/powerpoint/2010/main" val="1353828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6" name="Google Shape;7866;p113"/>
          <p:cNvSpPr txBox="1">
            <a:spLocks noGrp="1"/>
          </p:cNvSpPr>
          <p:nvPr>
            <p:ph type="title"/>
          </p:nvPr>
        </p:nvSpPr>
        <p:spPr>
          <a:xfrm>
            <a:off x="758775" y="348198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¿Pero cómo lo programo?</a:t>
            </a:r>
            <a:endParaRPr dirty="0"/>
          </a:p>
        </p:txBody>
      </p:sp>
      <p:grpSp>
        <p:nvGrpSpPr>
          <p:cNvPr id="7867" name="Google Shape;7867;p113"/>
          <p:cNvGrpSpPr/>
          <p:nvPr/>
        </p:nvGrpSpPr>
        <p:grpSpPr>
          <a:xfrm>
            <a:off x="3868631" y="1352568"/>
            <a:ext cx="4561966" cy="2638175"/>
            <a:chOff x="1727350" y="3368350"/>
            <a:chExt cx="2724375" cy="1575500"/>
          </a:xfrm>
        </p:grpSpPr>
        <p:sp>
          <p:nvSpPr>
            <p:cNvPr id="7868" name="Google Shape;7868;p113"/>
            <p:cNvSpPr/>
            <p:nvPr/>
          </p:nvSpPr>
          <p:spPr>
            <a:xfrm>
              <a:off x="1963925" y="3368350"/>
              <a:ext cx="2260100" cy="1389925"/>
            </a:xfrm>
            <a:custGeom>
              <a:avLst/>
              <a:gdLst/>
              <a:ahLst/>
              <a:cxnLst/>
              <a:rect l="l" t="t" r="r" b="b"/>
              <a:pathLst>
                <a:path w="90404" h="55597" extrusionOk="0">
                  <a:moveTo>
                    <a:pt x="87062" y="3904"/>
                  </a:moveTo>
                  <a:lnTo>
                    <a:pt x="87062" y="51664"/>
                  </a:lnTo>
                  <a:lnTo>
                    <a:pt x="3372" y="51664"/>
                  </a:lnTo>
                  <a:lnTo>
                    <a:pt x="3372" y="3904"/>
                  </a:lnTo>
                  <a:close/>
                  <a:moveTo>
                    <a:pt x="2810" y="1"/>
                  </a:moveTo>
                  <a:cubicBezTo>
                    <a:pt x="1272" y="1"/>
                    <a:pt x="1" y="1243"/>
                    <a:pt x="1" y="2810"/>
                  </a:cubicBezTo>
                  <a:lnTo>
                    <a:pt x="1" y="55567"/>
                  </a:lnTo>
                  <a:cubicBezTo>
                    <a:pt x="1" y="55567"/>
                    <a:pt x="1" y="55597"/>
                    <a:pt x="60" y="55597"/>
                  </a:cubicBezTo>
                  <a:lnTo>
                    <a:pt x="90344" y="55597"/>
                  </a:lnTo>
                  <a:lnTo>
                    <a:pt x="90344" y="55567"/>
                  </a:lnTo>
                  <a:lnTo>
                    <a:pt x="90404" y="2810"/>
                  </a:lnTo>
                  <a:cubicBezTo>
                    <a:pt x="90404" y="1243"/>
                    <a:pt x="89132" y="1"/>
                    <a:pt x="875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9" name="Google Shape;7869;p113"/>
            <p:cNvSpPr/>
            <p:nvPr/>
          </p:nvSpPr>
          <p:spPr>
            <a:xfrm>
              <a:off x="1727350" y="4803350"/>
              <a:ext cx="2724375" cy="140500"/>
            </a:xfrm>
            <a:custGeom>
              <a:avLst/>
              <a:gdLst/>
              <a:ahLst/>
              <a:cxnLst/>
              <a:rect l="l" t="t" r="r" b="b"/>
              <a:pathLst>
                <a:path w="108975" h="5620" extrusionOk="0">
                  <a:moveTo>
                    <a:pt x="1" y="1"/>
                  </a:moveTo>
                  <a:cubicBezTo>
                    <a:pt x="1" y="3106"/>
                    <a:pt x="2514" y="5619"/>
                    <a:pt x="5619" y="5619"/>
                  </a:cubicBezTo>
                  <a:lnTo>
                    <a:pt x="103356" y="5619"/>
                  </a:lnTo>
                  <a:cubicBezTo>
                    <a:pt x="106461" y="5619"/>
                    <a:pt x="108975" y="3106"/>
                    <a:pt x="1089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Google Shape;4806;p45">
            <a:extLst>
              <a:ext uri="{FF2B5EF4-FFF2-40B4-BE49-F238E27FC236}">
                <a16:creationId xmlns:a16="http://schemas.microsoft.com/office/drawing/2014/main" id="{3BC95AD0-3A8B-7D85-DF13-59EBEC481F71}"/>
              </a:ext>
            </a:extLst>
          </p:cNvPr>
          <p:cNvSpPr txBox="1">
            <a:spLocks/>
          </p:cNvSpPr>
          <p:nvPr/>
        </p:nvSpPr>
        <p:spPr>
          <a:xfrm>
            <a:off x="5025475" y="1501288"/>
            <a:ext cx="2263139" cy="2327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VT323"/>
              <a:buNone/>
              <a:defRPr sz="37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VT323"/>
              <a:buNone/>
              <a:defRPr sz="4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VT323"/>
              <a:buNone/>
              <a:defRPr sz="4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VT323"/>
              <a:buNone/>
              <a:defRPr sz="4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VT323"/>
              <a:buNone/>
              <a:defRPr sz="4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VT323"/>
              <a:buNone/>
              <a:defRPr sz="4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VT323"/>
              <a:buNone/>
              <a:defRPr sz="4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VT323"/>
              <a:buNone/>
              <a:defRPr sz="4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VT323"/>
              <a:buNone/>
              <a:defRPr sz="4200" b="0" i="0" u="none" strike="noStrike" cap="none">
                <a:solidFill>
                  <a:schemeClr val="dk1"/>
                </a:solidFill>
                <a:latin typeface="VT323"/>
                <a:ea typeface="VT323"/>
                <a:cs typeface="VT323"/>
                <a:sym typeface="VT323"/>
              </a:defRPr>
            </a:lvl9pPr>
          </a:lstStyle>
          <a:p>
            <a:r>
              <a:rPr lang="es-ES" sz="19900" dirty="0">
                <a:solidFill>
                  <a:srgbClr val="0070C0"/>
                </a:solidFill>
              </a:rPr>
              <a:t>¿?</a:t>
            </a:r>
          </a:p>
        </p:txBody>
      </p:sp>
      <p:sp>
        <p:nvSpPr>
          <p:cNvPr id="9" name="Google Shape;7405;p93">
            <a:extLst>
              <a:ext uri="{FF2B5EF4-FFF2-40B4-BE49-F238E27FC236}">
                <a16:creationId xmlns:a16="http://schemas.microsoft.com/office/drawing/2014/main" id="{EB38E6A8-3F71-CF19-C40D-D9B256EE0402}"/>
              </a:ext>
            </a:extLst>
          </p:cNvPr>
          <p:cNvSpPr/>
          <p:nvPr/>
        </p:nvSpPr>
        <p:spPr>
          <a:xfrm>
            <a:off x="783260" y="787335"/>
            <a:ext cx="810300" cy="810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408;p93">
            <a:extLst>
              <a:ext uri="{FF2B5EF4-FFF2-40B4-BE49-F238E27FC236}">
                <a16:creationId xmlns:a16="http://schemas.microsoft.com/office/drawing/2014/main" id="{ECB77FBB-945E-172A-EE59-C9F84001DDE6}"/>
              </a:ext>
            </a:extLst>
          </p:cNvPr>
          <p:cNvSpPr txBox="1">
            <a:spLocks/>
          </p:cNvSpPr>
          <p:nvPr/>
        </p:nvSpPr>
        <p:spPr>
          <a:xfrm>
            <a:off x="619464" y="836885"/>
            <a:ext cx="11379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Mono"/>
              <a:buChar char="■"/>
              <a:defRPr sz="14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●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●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9pPr>
          </a:lstStyle>
          <a:p>
            <a:pPr marL="0" indent="0">
              <a:buFont typeface="Fira Mono"/>
              <a:buNone/>
            </a:pPr>
            <a:r>
              <a:rPr lang="en" sz="6000" dirty="0">
                <a:solidFill>
                  <a:schemeClr val="bg1"/>
                </a:solidFill>
                <a:latin typeface="VT323" panose="020B0604020202020204" charset="0"/>
              </a:rPr>
              <a:t>17</a:t>
            </a:r>
          </a:p>
        </p:txBody>
      </p:sp>
      <p:pic>
        <p:nvPicPr>
          <p:cNvPr id="1026" name="Picture 2" descr="Pixel art, Personagens pixel, Game design">
            <a:extLst>
              <a:ext uri="{FF2B5EF4-FFF2-40B4-BE49-F238E27FC236}">
                <a16:creationId xmlns:a16="http://schemas.microsoft.com/office/drawing/2014/main" id="{E396F50A-89C1-EEA9-BD2E-2CBE1780C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556" y="1647185"/>
            <a:ext cx="2401713" cy="2401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44982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4" name="Google Shape;6094;p70"/>
          <p:cNvSpPr txBox="1">
            <a:spLocks noGrp="1"/>
          </p:cNvSpPr>
          <p:nvPr>
            <p:ph type="title"/>
          </p:nvPr>
        </p:nvSpPr>
        <p:spPr>
          <a:xfrm>
            <a:off x="758775" y="348198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Ejemplo 2</a:t>
            </a:r>
            <a:endParaRPr dirty="0"/>
          </a:p>
        </p:txBody>
      </p:sp>
      <p:pic>
        <p:nvPicPr>
          <p:cNvPr id="5" name="Imagen 4" descr="Forma&#10;&#10;Descripción generada automáticamente con confianza media">
            <a:extLst>
              <a:ext uri="{FF2B5EF4-FFF2-40B4-BE49-F238E27FC236}">
                <a16:creationId xmlns:a16="http://schemas.microsoft.com/office/drawing/2014/main" id="{FC66AA78-1784-CA68-2B34-AB2C1B8D4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7622" y="920898"/>
            <a:ext cx="3270885" cy="3975661"/>
          </a:xfrm>
          <a:prstGeom prst="rect">
            <a:avLst/>
          </a:prstGeom>
          <a:ln>
            <a:noFill/>
          </a:ln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9DC3AB0-8075-C1CF-A545-DD5A52D2EADA}"/>
              </a:ext>
            </a:extLst>
          </p:cNvPr>
          <p:cNvSpPr txBox="1"/>
          <p:nvPr/>
        </p:nvSpPr>
        <p:spPr>
          <a:xfrm>
            <a:off x="4373880" y="4145280"/>
            <a:ext cx="487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sz="2000" dirty="0">
                <a:solidFill>
                  <a:srgbClr val="0070C0"/>
                </a:solidFill>
                <a:latin typeface="VT323" panose="020B0604020202020204" charset="0"/>
              </a:rPr>
              <a:t>int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C57AB3B-B0C4-164E-6955-5B8C7E6FA93E}"/>
              </a:ext>
            </a:extLst>
          </p:cNvPr>
          <p:cNvSpPr txBox="1"/>
          <p:nvPr/>
        </p:nvSpPr>
        <p:spPr>
          <a:xfrm>
            <a:off x="4373880" y="3400972"/>
            <a:ext cx="487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sz="2000" dirty="0">
                <a:solidFill>
                  <a:srgbClr val="0070C0"/>
                </a:solidFill>
                <a:latin typeface="VT323" panose="020B0604020202020204" charset="0"/>
              </a:rPr>
              <a:t>int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F309C9E-4357-826A-8A2C-630DB198CE42}"/>
              </a:ext>
            </a:extLst>
          </p:cNvPr>
          <p:cNvSpPr txBox="1"/>
          <p:nvPr/>
        </p:nvSpPr>
        <p:spPr>
          <a:xfrm>
            <a:off x="5831643" y="4145280"/>
            <a:ext cx="487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sz="2000" dirty="0">
                <a:solidFill>
                  <a:srgbClr val="0070C0"/>
                </a:solidFill>
                <a:latin typeface="VT323" panose="020B0604020202020204" charset="0"/>
              </a:rPr>
              <a:t>int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380A79-5752-E75A-6AD4-2777841FC05B}"/>
              </a:ext>
            </a:extLst>
          </p:cNvPr>
          <p:cNvSpPr txBox="1"/>
          <p:nvPr/>
        </p:nvSpPr>
        <p:spPr>
          <a:xfrm>
            <a:off x="5831643" y="3400972"/>
            <a:ext cx="487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sz="2000" dirty="0">
                <a:solidFill>
                  <a:srgbClr val="0070C0"/>
                </a:solidFill>
                <a:latin typeface="VT323" panose="020B0604020202020204" charset="0"/>
              </a:rPr>
              <a:t>int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919D492-014A-8E06-6C4E-7F8663D65228}"/>
              </a:ext>
            </a:extLst>
          </p:cNvPr>
          <p:cNvSpPr txBox="1"/>
          <p:nvPr/>
        </p:nvSpPr>
        <p:spPr>
          <a:xfrm>
            <a:off x="7220826" y="3400972"/>
            <a:ext cx="487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sz="2000" dirty="0">
                <a:solidFill>
                  <a:srgbClr val="0070C0"/>
                </a:solidFill>
                <a:latin typeface="VT323" panose="020B0604020202020204" charset="0"/>
              </a:rPr>
              <a:t>int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3EC6D02-7CC0-B3AE-11EC-4737621588B2}"/>
              </a:ext>
            </a:extLst>
          </p:cNvPr>
          <p:cNvSpPr txBox="1"/>
          <p:nvPr/>
        </p:nvSpPr>
        <p:spPr>
          <a:xfrm>
            <a:off x="4373880" y="2662986"/>
            <a:ext cx="487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sz="2000" dirty="0">
                <a:solidFill>
                  <a:srgbClr val="0070C0"/>
                </a:solidFill>
                <a:latin typeface="VT323" panose="020B0604020202020204" charset="0"/>
              </a:rPr>
              <a:t>int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E4DC1E66-9D66-35C5-2DE5-943A08604A4B}"/>
              </a:ext>
            </a:extLst>
          </p:cNvPr>
          <p:cNvSpPr txBox="1"/>
          <p:nvPr/>
        </p:nvSpPr>
        <p:spPr>
          <a:xfrm>
            <a:off x="5831643" y="2656664"/>
            <a:ext cx="487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sz="2000" dirty="0">
                <a:solidFill>
                  <a:srgbClr val="0070C0"/>
                </a:solidFill>
                <a:latin typeface="VT323" panose="020B0604020202020204" charset="0"/>
              </a:rPr>
              <a:t>int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D8E8109-51BB-84AF-B913-5446CABECABC}"/>
              </a:ext>
            </a:extLst>
          </p:cNvPr>
          <p:cNvSpPr txBox="1"/>
          <p:nvPr/>
        </p:nvSpPr>
        <p:spPr>
          <a:xfrm>
            <a:off x="7220826" y="2656664"/>
            <a:ext cx="487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sz="2000" dirty="0">
                <a:solidFill>
                  <a:srgbClr val="0070C0"/>
                </a:solidFill>
                <a:latin typeface="VT323" panose="020B0604020202020204" charset="0"/>
              </a:rPr>
              <a:t>int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EE15B84-B8B6-3567-BD9A-4EEDF0531734}"/>
              </a:ext>
            </a:extLst>
          </p:cNvPr>
          <p:cNvSpPr txBox="1"/>
          <p:nvPr/>
        </p:nvSpPr>
        <p:spPr>
          <a:xfrm>
            <a:off x="7220825" y="1967010"/>
            <a:ext cx="487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sz="2000" dirty="0">
                <a:solidFill>
                  <a:srgbClr val="0070C0"/>
                </a:solidFill>
                <a:latin typeface="VT323" panose="020B0604020202020204" charset="0"/>
              </a:rPr>
              <a:t>int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61DDB73-AB56-3806-F1E0-D867B2BE025A}"/>
              </a:ext>
            </a:extLst>
          </p:cNvPr>
          <p:cNvSpPr txBox="1"/>
          <p:nvPr/>
        </p:nvSpPr>
        <p:spPr>
          <a:xfrm>
            <a:off x="5097704" y="1967010"/>
            <a:ext cx="487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sz="2000" dirty="0">
                <a:solidFill>
                  <a:srgbClr val="0070C0"/>
                </a:solidFill>
                <a:latin typeface="VT323" panose="020B0604020202020204" charset="0"/>
              </a:rPr>
              <a:t>int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9E3DFC4-B66A-1ADC-8976-11DA1D2CCBDF}"/>
              </a:ext>
            </a:extLst>
          </p:cNvPr>
          <p:cNvSpPr txBox="1"/>
          <p:nvPr/>
        </p:nvSpPr>
        <p:spPr>
          <a:xfrm>
            <a:off x="6527405" y="1228659"/>
            <a:ext cx="487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sz="2000" dirty="0">
                <a:solidFill>
                  <a:srgbClr val="0070C0"/>
                </a:solidFill>
                <a:latin typeface="VT323" panose="020B0604020202020204" charset="0"/>
              </a:rPr>
              <a:t>int</a:t>
            </a:r>
          </a:p>
        </p:txBody>
      </p:sp>
      <p:sp>
        <p:nvSpPr>
          <p:cNvPr id="22" name="Google Shape;5292;p49">
            <a:extLst>
              <a:ext uri="{FF2B5EF4-FFF2-40B4-BE49-F238E27FC236}">
                <a16:creationId xmlns:a16="http://schemas.microsoft.com/office/drawing/2014/main" id="{A8565F0E-EFFE-02F7-C742-A36123E9FDE4}"/>
              </a:ext>
            </a:extLst>
          </p:cNvPr>
          <p:cNvSpPr txBox="1">
            <a:spLocks/>
          </p:cNvSpPr>
          <p:nvPr/>
        </p:nvSpPr>
        <p:spPr>
          <a:xfrm>
            <a:off x="837363" y="1228658"/>
            <a:ext cx="2143633" cy="18089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500" dirty="0"/>
              <a:t>Г Ͱ</a:t>
            </a:r>
            <a:r>
              <a:rPr lang="en-US" sz="2500" dirty="0">
                <a:latin typeface="VT323" panose="020B0604020202020204" charset="0"/>
              </a:rPr>
              <a:t> a : </a:t>
            </a:r>
            <a:r>
              <a:rPr lang="en-US" sz="2500" dirty="0">
                <a:solidFill>
                  <a:srgbClr val="0070C0"/>
                </a:solidFill>
                <a:latin typeface="VT323" panose="020B0604020202020204" charset="0"/>
              </a:rPr>
              <a:t>int</a:t>
            </a:r>
          </a:p>
          <a:p>
            <a:pPr algn="ctr"/>
            <a:r>
              <a:rPr lang="en-US" sz="2500" dirty="0"/>
              <a:t>Г</a:t>
            </a:r>
            <a:r>
              <a:rPr lang="en-US" sz="2500" dirty="0">
                <a:latin typeface="VT323" panose="020B0604020202020204" charset="0"/>
              </a:rPr>
              <a:t> </a:t>
            </a:r>
            <a:r>
              <a:rPr lang="en-US" sz="2500" dirty="0"/>
              <a:t>Ͱ</a:t>
            </a:r>
            <a:r>
              <a:rPr lang="en-US" sz="2500" dirty="0">
                <a:latin typeface="VT323" panose="020B0604020202020204" charset="0"/>
              </a:rPr>
              <a:t> b : </a:t>
            </a:r>
            <a:r>
              <a:rPr lang="en-US" sz="2500" dirty="0">
                <a:solidFill>
                  <a:srgbClr val="0070C0"/>
                </a:solidFill>
                <a:latin typeface="VT323" panose="020B0604020202020204" charset="0"/>
              </a:rPr>
              <a:t>int</a:t>
            </a:r>
          </a:p>
          <a:p>
            <a:pPr algn="ctr"/>
            <a:r>
              <a:rPr lang="en-US" sz="2500" dirty="0">
                <a:latin typeface="VT323" panose="020B0604020202020204" charset="0"/>
              </a:rPr>
              <a:t>--------------</a:t>
            </a:r>
          </a:p>
          <a:p>
            <a:pPr algn="ctr"/>
            <a:r>
              <a:rPr lang="en-US" sz="2500" dirty="0">
                <a:latin typeface="VT323" panose="020B0604020202020204" charset="0"/>
              </a:rPr>
              <a:t>a + b : </a:t>
            </a:r>
            <a:r>
              <a:rPr lang="en-US" sz="2500" dirty="0">
                <a:solidFill>
                  <a:srgbClr val="0070C0"/>
                </a:solidFill>
                <a:latin typeface="VT323" panose="020B0604020202020204" charset="0"/>
              </a:rPr>
              <a:t>int</a:t>
            </a:r>
          </a:p>
        </p:txBody>
      </p:sp>
      <p:sp>
        <p:nvSpPr>
          <p:cNvPr id="21" name="Google Shape;7405;p93">
            <a:extLst>
              <a:ext uri="{FF2B5EF4-FFF2-40B4-BE49-F238E27FC236}">
                <a16:creationId xmlns:a16="http://schemas.microsoft.com/office/drawing/2014/main" id="{11BFD7FC-2691-A462-F4B8-9699BEF4FCA1}"/>
              </a:ext>
            </a:extLst>
          </p:cNvPr>
          <p:cNvSpPr/>
          <p:nvPr/>
        </p:nvSpPr>
        <p:spPr>
          <a:xfrm>
            <a:off x="625193" y="3568522"/>
            <a:ext cx="810300" cy="810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7408;p93">
            <a:extLst>
              <a:ext uri="{FF2B5EF4-FFF2-40B4-BE49-F238E27FC236}">
                <a16:creationId xmlns:a16="http://schemas.microsoft.com/office/drawing/2014/main" id="{21545718-52B9-765A-B24C-B00E8F9B07C0}"/>
              </a:ext>
            </a:extLst>
          </p:cNvPr>
          <p:cNvSpPr txBox="1">
            <a:spLocks/>
          </p:cNvSpPr>
          <p:nvPr/>
        </p:nvSpPr>
        <p:spPr>
          <a:xfrm>
            <a:off x="461397" y="3618072"/>
            <a:ext cx="11379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Mono"/>
              <a:buChar char="■"/>
              <a:defRPr sz="14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●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●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9pPr>
          </a:lstStyle>
          <a:p>
            <a:pPr marL="0" indent="0">
              <a:buFont typeface="Fira Mono"/>
              <a:buNone/>
            </a:pPr>
            <a:r>
              <a:rPr lang="en" sz="6000" dirty="0">
                <a:solidFill>
                  <a:schemeClr val="bg1"/>
                </a:solidFill>
                <a:latin typeface="VT323" panose="020B0604020202020204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3110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4" name="Google Shape;6094;p70"/>
          <p:cNvSpPr txBox="1">
            <a:spLocks noGrp="1"/>
          </p:cNvSpPr>
          <p:nvPr>
            <p:ph type="title"/>
          </p:nvPr>
        </p:nvSpPr>
        <p:spPr>
          <a:xfrm>
            <a:off x="758775" y="348198"/>
            <a:ext cx="7626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Ejemplo 4</a:t>
            </a:r>
            <a:endParaRPr dirty="0"/>
          </a:p>
        </p:txBody>
      </p:sp>
      <p:pic>
        <p:nvPicPr>
          <p:cNvPr id="6" name="Imagen 5" descr="Forma&#10;&#10;Descripción generada automáticamente con confianza media">
            <a:extLst>
              <a:ext uri="{FF2B5EF4-FFF2-40B4-BE49-F238E27FC236}">
                <a16:creationId xmlns:a16="http://schemas.microsoft.com/office/drawing/2014/main" id="{3022858C-5A29-CDC6-D6E2-32E48FBB2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815" y="920898"/>
            <a:ext cx="3270885" cy="3975661"/>
          </a:xfrm>
          <a:prstGeom prst="rect">
            <a:avLst/>
          </a:prstGeom>
          <a:ln>
            <a:noFill/>
          </a:ln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6972F8B2-2FD0-E7A8-F9F9-85D92F57B649}"/>
              </a:ext>
            </a:extLst>
          </p:cNvPr>
          <p:cNvSpPr txBox="1"/>
          <p:nvPr/>
        </p:nvSpPr>
        <p:spPr>
          <a:xfrm>
            <a:off x="1504073" y="4145280"/>
            <a:ext cx="487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sz="2000" dirty="0">
                <a:solidFill>
                  <a:srgbClr val="0070C0"/>
                </a:solidFill>
                <a:latin typeface="VT323" panose="020B0604020202020204" charset="0"/>
              </a:rPr>
              <a:t>int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E170271-2EB0-6CC8-862D-1449A996AE9E}"/>
              </a:ext>
            </a:extLst>
          </p:cNvPr>
          <p:cNvSpPr txBox="1"/>
          <p:nvPr/>
        </p:nvSpPr>
        <p:spPr>
          <a:xfrm>
            <a:off x="1504073" y="3400972"/>
            <a:ext cx="487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sz="2000" dirty="0">
                <a:solidFill>
                  <a:srgbClr val="0070C0"/>
                </a:solidFill>
                <a:latin typeface="VT323" panose="020B0604020202020204" charset="0"/>
              </a:rPr>
              <a:t>int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2B7958B-AA03-5D6C-1FEC-2AA467BD4FAC}"/>
              </a:ext>
            </a:extLst>
          </p:cNvPr>
          <p:cNvSpPr txBox="1"/>
          <p:nvPr/>
        </p:nvSpPr>
        <p:spPr>
          <a:xfrm>
            <a:off x="2852813" y="4145280"/>
            <a:ext cx="6119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sz="2000" dirty="0">
                <a:solidFill>
                  <a:srgbClr val="0070C0"/>
                </a:solidFill>
                <a:latin typeface="VT323" panose="020B0604020202020204" charset="0"/>
              </a:rPr>
              <a:t>char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EB9BCDC-533D-8577-6832-204565F3A820}"/>
              </a:ext>
            </a:extLst>
          </p:cNvPr>
          <p:cNvSpPr txBox="1"/>
          <p:nvPr/>
        </p:nvSpPr>
        <p:spPr>
          <a:xfrm>
            <a:off x="2852813" y="3400972"/>
            <a:ext cx="6119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sz="2000" dirty="0">
                <a:solidFill>
                  <a:srgbClr val="0070C0"/>
                </a:solidFill>
                <a:latin typeface="VT323" panose="020B0604020202020204" charset="0"/>
              </a:rPr>
              <a:t>char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321DD62-82FC-5A79-70D3-AB54793BE29B}"/>
              </a:ext>
            </a:extLst>
          </p:cNvPr>
          <p:cNvSpPr txBox="1"/>
          <p:nvPr/>
        </p:nvSpPr>
        <p:spPr>
          <a:xfrm>
            <a:off x="4351019" y="3400972"/>
            <a:ext cx="487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sz="2000" dirty="0">
                <a:solidFill>
                  <a:srgbClr val="0070C0"/>
                </a:solidFill>
                <a:latin typeface="VT323" panose="020B0604020202020204" charset="0"/>
              </a:rPr>
              <a:t>int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90E5BCE-C37D-F78B-EBAF-996E4F3D479C}"/>
              </a:ext>
            </a:extLst>
          </p:cNvPr>
          <p:cNvSpPr txBox="1"/>
          <p:nvPr/>
        </p:nvSpPr>
        <p:spPr>
          <a:xfrm>
            <a:off x="1504073" y="2662986"/>
            <a:ext cx="487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sz="2000" dirty="0">
                <a:solidFill>
                  <a:srgbClr val="0070C0"/>
                </a:solidFill>
                <a:latin typeface="VT323" panose="020B0604020202020204" charset="0"/>
              </a:rPr>
              <a:t>int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62F47C9-4E78-69EF-59BF-0CEAC2439FAC}"/>
              </a:ext>
            </a:extLst>
          </p:cNvPr>
          <p:cNvSpPr txBox="1"/>
          <p:nvPr/>
        </p:nvSpPr>
        <p:spPr>
          <a:xfrm>
            <a:off x="2852813" y="2656664"/>
            <a:ext cx="6119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sz="2000" dirty="0">
                <a:solidFill>
                  <a:srgbClr val="0070C0"/>
                </a:solidFill>
                <a:latin typeface="VT323" panose="020B0604020202020204" charset="0"/>
              </a:rPr>
              <a:t>char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1233DC2-89E3-A434-5AB5-1DEB17C20EE3}"/>
              </a:ext>
            </a:extLst>
          </p:cNvPr>
          <p:cNvSpPr txBox="1"/>
          <p:nvPr/>
        </p:nvSpPr>
        <p:spPr>
          <a:xfrm>
            <a:off x="4351019" y="2656664"/>
            <a:ext cx="487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sz="2000" dirty="0">
                <a:solidFill>
                  <a:srgbClr val="0070C0"/>
                </a:solidFill>
                <a:latin typeface="VT323" panose="020B0604020202020204" charset="0"/>
              </a:rPr>
              <a:t>int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B62FABC-78F0-7BAA-3F83-FED7260421E3}"/>
              </a:ext>
            </a:extLst>
          </p:cNvPr>
          <p:cNvSpPr txBox="1"/>
          <p:nvPr/>
        </p:nvSpPr>
        <p:spPr>
          <a:xfrm>
            <a:off x="4351018" y="1967010"/>
            <a:ext cx="487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sz="2000" dirty="0">
                <a:solidFill>
                  <a:srgbClr val="0070C0"/>
                </a:solidFill>
                <a:latin typeface="VT323" panose="020B0604020202020204" charset="0"/>
              </a:rPr>
              <a:t>int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3924972-9578-B84F-076D-4703246CE051}"/>
              </a:ext>
            </a:extLst>
          </p:cNvPr>
          <p:cNvSpPr txBox="1"/>
          <p:nvPr/>
        </p:nvSpPr>
        <p:spPr>
          <a:xfrm>
            <a:off x="1991753" y="1967010"/>
            <a:ext cx="723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sz="2000" dirty="0">
                <a:solidFill>
                  <a:srgbClr val="FF0000"/>
                </a:solidFill>
                <a:latin typeface="VT323" panose="020B0604020202020204" charset="0"/>
              </a:rPr>
              <a:t>error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1FE92F6-2B81-FE14-CB17-9D1E5353234C}"/>
              </a:ext>
            </a:extLst>
          </p:cNvPr>
          <p:cNvSpPr txBox="1"/>
          <p:nvPr/>
        </p:nvSpPr>
        <p:spPr>
          <a:xfrm>
            <a:off x="3657598" y="1228659"/>
            <a:ext cx="6934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GT" sz="2000" dirty="0">
                <a:solidFill>
                  <a:srgbClr val="FF0000"/>
                </a:solidFill>
                <a:latin typeface="VT323" panose="020B0604020202020204" charset="0"/>
              </a:rPr>
              <a:t>error</a:t>
            </a:r>
          </a:p>
        </p:txBody>
      </p:sp>
      <p:sp>
        <p:nvSpPr>
          <p:cNvPr id="18" name="Google Shape;5292;p49">
            <a:extLst>
              <a:ext uri="{FF2B5EF4-FFF2-40B4-BE49-F238E27FC236}">
                <a16:creationId xmlns:a16="http://schemas.microsoft.com/office/drawing/2014/main" id="{8FB6B1D8-E161-8EBC-4F80-7A666CDFA504}"/>
              </a:ext>
            </a:extLst>
          </p:cNvPr>
          <p:cNvSpPr txBox="1">
            <a:spLocks/>
          </p:cNvSpPr>
          <p:nvPr/>
        </p:nvSpPr>
        <p:spPr>
          <a:xfrm>
            <a:off x="6241442" y="1228658"/>
            <a:ext cx="2143633" cy="18089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/>
            <a:r>
              <a:rPr lang="az-Cyrl-AZ" sz="2500" dirty="0"/>
              <a:t>Г </a:t>
            </a:r>
            <a:r>
              <a:rPr lang="el-GR" sz="2500" dirty="0"/>
              <a:t>Ͱ</a:t>
            </a:r>
            <a:r>
              <a:rPr lang="es-GT" sz="2500" dirty="0">
                <a:latin typeface="VT323" panose="020B0604020202020204" charset="0"/>
              </a:rPr>
              <a:t> a : </a:t>
            </a:r>
            <a:r>
              <a:rPr lang="es-GT" sz="2500" dirty="0">
                <a:solidFill>
                  <a:srgbClr val="0070C0"/>
                </a:solidFill>
                <a:latin typeface="VT323" panose="020B0604020202020204" charset="0"/>
              </a:rPr>
              <a:t>int</a:t>
            </a:r>
          </a:p>
          <a:p>
            <a:pPr marL="0" lvl="0" indent="0" algn="ctr"/>
            <a:r>
              <a:rPr lang="az-Cyrl-AZ" sz="2500" dirty="0"/>
              <a:t>Г</a:t>
            </a:r>
            <a:r>
              <a:rPr lang="es-GT" sz="2500" dirty="0">
                <a:latin typeface="VT323" panose="020B0604020202020204" charset="0"/>
              </a:rPr>
              <a:t> </a:t>
            </a:r>
            <a:r>
              <a:rPr lang="el-GR" sz="2500" dirty="0"/>
              <a:t>Ͱ</a:t>
            </a:r>
            <a:r>
              <a:rPr lang="es-GT" sz="2500" dirty="0">
                <a:latin typeface="VT323" panose="020B0604020202020204" charset="0"/>
              </a:rPr>
              <a:t> b : </a:t>
            </a:r>
            <a:r>
              <a:rPr lang="es-GT" sz="2500" dirty="0">
                <a:solidFill>
                  <a:srgbClr val="0070C0"/>
                </a:solidFill>
                <a:latin typeface="VT323" panose="020B0604020202020204" charset="0"/>
              </a:rPr>
              <a:t>char</a:t>
            </a:r>
          </a:p>
          <a:p>
            <a:pPr marL="0" lvl="0" indent="0" algn="ctr"/>
            <a:r>
              <a:rPr lang="es-GT" sz="2500" dirty="0">
                <a:latin typeface="VT323" panose="020B0604020202020204" charset="0"/>
              </a:rPr>
              <a:t>--------------</a:t>
            </a:r>
          </a:p>
          <a:p>
            <a:pPr marL="0" lvl="0" indent="0" algn="ctr"/>
            <a:r>
              <a:rPr lang="es-GT" sz="2500" dirty="0">
                <a:latin typeface="VT323" panose="020B0604020202020204" charset="0"/>
              </a:rPr>
              <a:t>a + b : </a:t>
            </a:r>
            <a:r>
              <a:rPr lang="es-GT" sz="2500" dirty="0">
                <a:solidFill>
                  <a:srgbClr val="FF0000"/>
                </a:solidFill>
                <a:latin typeface="VT323" panose="020B0604020202020204" charset="0"/>
              </a:rPr>
              <a:t>error</a:t>
            </a:r>
          </a:p>
        </p:txBody>
      </p:sp>
      <p:sp>
        <p:nvSpPr>
          <p:cNvPr id="20" name="Google Shape;7408;p93">
            <a:extLst>
              <a:ext uri="{FF2B5EF4-FFF2-40B4-BE49-F238E27FC236}">
                <a16:creationId xmlns:a16="http://schemas.microsoft.com/office/drawing/2014/main" id="{C3BCA31A-1B23-20D3-E0B1-A66CF376BAF7}"/>
              </a:ext>
            </a:extLst>
          </p:cNvPr>
          <p:cNvSpPr txBox="1">
            <a:spLocks/>
          </p:cNvSpPr>
          <p:nvPr/>
        </p:nvSpPr>
        <p:spPr>
          <a:xfrm>
            <a:off x="7576185" y="3672316"/>
            <a:ext cx="11379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Mono"/>
              <a:buChar char="■"/>
              <a:defRPr sz="14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●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●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9pPr>
          </a:lstStyle>
          <a:p>
            <a:pPr marL="0" indent="0">
              <a:buFont typeface="Fira Mono"/>
              <a:buNone/>
            </a:pPr>
            <a:r>
              <a:rPr lang="en" sz="6000" dirty="0">
                <a:solidFill>
                  <a:schemeClr val="bg1"/>
                </a:solidFill>
                <a:latin typeface="VT323" panose="020B0604020202020204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872426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6FB4AA5-0B11-37B8-9140-546E4B163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Ejemplo 5</a:t>
            </a:r>
          </a:p>
        </p:txBody>
      </p:sp>
      <p:sp>
        <p:nvSpPr>
          <p:cNvPr id="6" name="Google Shape;5292;p49">
            <a:extLst>
              <a:ext uri="{FF2B5EF4-FFF2-40B4-BE49-F238E27FC236}">
                <a16:creationId xmlns:a16="http://schemas.microsoft.com/office/drawing/2014/main" id="{37812F32-90A2-FD09-C248-C5C357B3101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65327" y="1112520"/>
            <a:ext cx="7213344" cy="327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ctr"/>
            <a:endParaRPr lang="es-GT" sz="2500" dirty="0">
              <a:latin typeface="VT323" panose="020B0604020202020204" charset="0"/>
            </a:endParaRPr>
          </a:p>
          <a:p>
            <a:pPr marL="0" indent="0" algn="ctr"/>
            <a:endParaRPr lang="es-GT" sz="2500" dirty="0">
              <a:latin typeface="VT323" panose="020B0604020202020204" charset="0"/>
            </a:endParaRPr>
          </a:p>
          <a:p>
            <a:pPr marL="0" lvl="0" indent="0" algn="ctr"/>
            <a:r>
              <a:rPr lang="az-Cyrl-AZ" sz="2500" dirty="0"/>
              <a:t>Г </a:t>
            </a:r>
            <a:r>
              <a:rPr lang="el-GR" sz="2500" dirty="0"/>
              <a:t>Ͱ</a:t>
            </a:r>
            <a:r>
              <a:rPr lang="es-GT" sz="2500" dirty="0">
                <a:latin typeface="VT323" panose="020B0604020202020204" charset="0"/>
              </a:rPr>
              <a:t> EXPRESIÓN : </a:t>
            </a:r>
            <a:r>
              <a:rPr lang="es-GT" sz="2500" dirty="0" err="1">
                <a:latin typeface="VT323" panose="020B0604020202020204" charset="0"/>
              </a:rPr>
              <a:t>boolean</a:t>
            </a:r>
            <a:endParaRPr lang="es-GT" sz="2500" dirty="0">
              <a:latin typeface="VT323" panose="020B0604020202020204" charset="0"/>
            </a:endParaRPr>
          </a:p>
          <a:p>
            <a:pPr marL="0" indent="0" algn="ctr"/>
            <a:r>
              <a:rPr lang="az-Cyrl-AZ" sz="2500" dirty="0"/>
              <a:t>Г </a:t>
            </a:r>
            <a:r>
              <a:rPr lang="el-GR" sz="2500" dirty="0"/>
              <a:t>Ͱ</a:t>
            </a:r>
            <a:r>
              <a:rPr lang="es-GT" sz="2500" dirty="0">
                <a:latin typeface="VT323" panose="020B0604020202020204" charset="0"/>
              </a:rPr>
              <a:t> INSTRUCCIÓN : A</a:t>
            </a:r>
          </a:p>
          <a:p>
            <a:pPr marL="0" lvl="0" indent="0" algn="ctr"/>
            <a:r>
              <a:rPr lang="es-GT" sz="2500" dirty="0">
                <a:latin typeface="VT323" panose="020B0604020202020204" charset="0"/>
              </a:rPr>
              <a:t>--------------------------------------------------</a:t>
            </a:r>
          </a:p>
          <a:p>
            <a:pPr marL="0" lvl="0" indent="0" algn="ctr"/>
            <a:r>
              <a:rPr lang="az-Cyrl-AZ" sz="2500" dirty="0"/>
              <a:t>Г</a:t>
            </a:r>
            <a:r>
              <a:rPr lang="es-GT" sz="2500" dirty="0">
                <a:latin typeface="VT323" panose="020B0604020202020204" charset="0"/>
              </a:rPr>
              <a:t> </a:t>
            </a:r>
            <a:r>
              <a:rPr lang="el-GR" sz="2500" dirty="0"/>
              <a:t>Ͱ</a:t>
            </a:r>
            <a:r>
              <a:rPr lang="es-GT" sz="2500" dirty="0">
                <a:latin typeface="VT323" panose="020B0604020202020204" charset="0"/>
              </a:rPr>
              <a:t> </a:t>
            </a:r>
            <a:r>
              <a:rPr lang="es-GT" sz="2500" dirty="0" err="1">
                <a:latin typeface="VT323" panose="020B0604020202020204" charset="0"/>
              </a:rPr>
              <a:t>if</a:t>
            </a:r>
            <a:r>
              <a:rPr lang="es-GT" sz="2500" dirty="0">
                <a:latin typeface="VT323" panose="020B0604020202020204" charset="0"/>
              </a:rPr>
              <a:t> ( EXPRESIÓN ) { INSTRUCCIÓN } : A</a:t>
            </a:r>
          </a:p>
        </p:txBody>
      </p:sp>
    </p:spTree>
    <p:extLst>
      <p:ext uri="{BB962C8B-B14F-4D97-AF65-F5344CB8AC3E}">
        <p14:creationId xmlns:p14="http://schemas.microsoft.com/office/powerpoint/2010/main" val="29488808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6" name="Google Shape;7756;p98"/>
          <p:cNvSpPr txBox="1">
            <a:spLocks noGrp="1"/>
          </p:cNvSpPr>
          <p:nvPr>
            <p:ph type="title"/>
          </p:nvPr>
        </p:nvSpPr>
        <p:spPr>
          <a:xfrm>
            <a:off x="4248200" y="1304998"/>
            <a:ext cx="3732000" cy="253350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¿Por qué no simpelemnte programar el analizador semántico?</a:t>
            </a:r>
            <a:endParaRPr dirty="0"/>
          </a:p>
        </p:txBody>
      </p:sp>
      <p:pic>
        <p:nvPicPr>
          <p:cNvPr id="2052" name="Picture 4" descr="Construction Building House Crane 8 Bit: ilustración de stock 1070044070 |  Shutterstock">
            <a:extLst>
              <a:ext uri="{FF2B5EF4-FFF2-40B4-BE49-F238E27FC236}">
                <a16:creationId xmlns:a16="http://schemas.microsoft.com/office/drawing/2014/main" id="{56D47B07-B039-8164-7AFF-019E636A57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80"/>
          <a:stretch/>
        </p:blipFill>
        <p:spPr bwMode="auto">
          <a:xfrm>
            <a:off x="1094399" y="1008386"/>
            <a:ext cx="3088751" cy="3114122"/>
          </a:xfrm>
          <a:prstGeom prst="rect">
            <a:avLst/>
          </a:prstGeom>
          <a:noFill/>
          <a:ln w="571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7405;p93">
            <a:extLst>
              <a:ext uri="{FF2B5EF4-FFF2-40B4-BE49-F238E27FC236}">
                <a16:creationId xmlns:a16="http://schemas.microsoft.com/office/drawing/2014/main" id="{4A7F2BFB-170A-91DC-184E-C5C95AABF57C}"/>
              </a:ext>
            </a:extLst>
          </p:cNvPr>
          <p:cNvSpPr/>
          <p:nvPr/>
        </p:nvSpPr>
        <p:spPr>
          <a:xfrm>
            <a:off x="4548753" y="2166600"/>
            <a:ext cx="810300" cy="810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7408;p93">
            <a:extLst>
              <a:ext uri="{FF2B5EF4-FFF2-40B4-BE49-F238E27FC236}">
                <a16:creationId xmlns:a16="http://schemas.microsoft.com/office/drawing/2014/main" id="{576E1501-A208-2C15-0087-FD31E6568EA2}"/>
              </a:ext>
            </a:extLst>
          </p:cNvPr>
          <p:cNvSpPr txBox="1">
            <a:spLocks/>
          </p:cNvSpPr>
          <p:nvPr/>
        </p:nvSpPr>
        <p:spPr>
          <a:xfrm>
            <a:off x="4384957" y="2216150"/>
            <a:ext cx="11379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Mono"/>
              <a:buChar char="■"/>
              <a:defRPr sz="14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●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●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○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Mono"/>
              <a:buChar char="■"/>
              <a:defRPr sz="1200" b="0" i="0" u="none" strike="noStrike" cap="none">
                <a:solidFill>
                  <a:schemeClr val="dk2"/>
                </a:solidFill>
                <a:latin typeface="Fira Mono"/>
                <a:ea typeface="Fira Mono"/>
                <a:cs typeface="Fira Mono"/>
                <a:sym typeface="Fira Mono"/>
              </a:defRPr>
            </a:lvl9pPr>
          </a:lstStyle>
          <a:p>
            <a:pPr marL="0" indent="0">
              <a:buFont typeface="Fira Mono"/>
              <a:buNone/>
            </a:pPr>
            <a:r>
              <a:rPr lang="en" sz="6000" dirty="0">
                <a:solidFill>
                  <a:schemeClr val="bg1"/>
                </a:solidFill>
                <a:latin typeface="VT323" panose="020B0604020202020204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375467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2" name="Google Shape;7822;p109"/>
          <p:cNvSpPr txBox="1">
            <a:spLocks noGrp="1"/>
          </p:cNvSpPr>
          <p:nvPr>
            <p:ph type="title"/>
          </p:nvPr>
        </p:nvSpPr>
        <p:spPr>
          <a:xfrm>
            <a:off x="1767600" y="1233050"/>
            <a:ext cx="5608800" cy="282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800" dirty="0"/>
              <a:t>¡Gracias por su atención!</a:t>
            </a:r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4" name="Google Shape;7804;p106"/>
          <p:cNvSpPr txBox="1">
            <a:spLocks noGrp="1"/>
          </p:cNvSpPr>
          <p:nvPr>
            <p:ph type="title"/>
          </p:nvPr>
        </p:nvSpPr>
        <p:spPr>
          <a:xfrm>
            <a:off x="1264800" y="1526175"/>
            <a:ext cx="6614400" cy="188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600" dirty="0"/>
              <a:t>¿Preguntas?</a:t>
            </a:r>
            <a:endParaRPr sz="10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5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02" name="Google Shape;15902;p14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063" y="2123075"/>
            <a:ext cx="2241874" cy="8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ld Nukia Style Consulting Toolkit by Slidesgo">
  <a:themeElements>
    <a:clrScheme name="Simple Light">
      <a:dk1>
        <a:srgbClr val="0A0C0C"/>
      </a:dk1>
      <a:lt1>
        <a:srgbClr val="74B993"/>
      </a:lt1>
      <a:dk2>
        <a:srgbClr val="0A0C0C"/>
      </a:dk2>
      <a:lt2>
        <a:srgbClr val="0A0C0C"/>
      </a:lt2>
      <a:accent1>
        <a:srgbClr val="0A0C0C"/>
      </a:accent1>
      <a:accent2>
        <a:srgbClr val="74B993"/>
      </a:accent2>
      <a:accent3>
        <a:srgbClr val="74B993"/>
      </a:accent3>
      <a:accent4>
        <a:srgbClr val="74B993"/>
      </a:accent4>
      <a:accent5>
        <a:srgbClr val="74B993"/>
      </a:accent5>
      <a:accent6>
        <a:srgbClr val="74B993"/>
      </a:accent6>
      <a:hlink>
        <a:srgbClr val="0A0C0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959</TotalTime>
  <Words>550</Words>
  <Application>Microsoft Office PowerPoint</Application>
  <PresentationFormat>Presentación en pantalla (16:9)</PresentationFormat>
  <Paragraphs>185</Paragraphs>
  <Slides>36</Slides>
  <Notes>31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36</vt:i4>
      </vt:variant>
    </vt:vector>
  </HeadingPairs>
  <TitlesOfParts>
    <vt:vector size="44" baseType="lpstr">
      <vt:lpstr>Proxima Nova</vt:lpstr>
      <vt:lpstr>VT323</vt:lpstr>
      <vt:lpstr>Nunito</vt:lpstr>
      <vt:lpstr>Proxima Nova Semibold</vt:lpstr>
      <vt:lpstr>Fira Mono</vt:lpstr>
      <vt:lpstr>Arial</vt:lpstr>
      <vt:lpstr>Old Nukia Style Consulting Toolkit by Slidesgo</vt:lpstr>
      <vt:lpstr>Slidesgo Final Pages</vt:lpstr>
      <vt:lpstr>Análisis semántico</vt:lpstr>
      <vt:lpstr>Agenda</vt:lpstr>
      <vt:lpstr>Agenda</vt:lpstr>
      <vt:lpstr>Agenda</vt:lpstr>
      <vt:lpstr>Agenda</vt:lpstr>
      <vt:lpstr>Agenda</vt:lpstr>
      <vt:lpstr>Presentación de PowerPoint</vt:lpstr>
      <vt:lpstr>¿Qué es el análisis semántico?</vt:lpstr>
      <vt:lpstr>¿Qué es un tipo de dato?</vt:lpstr>
      <vt:lpstr>Presentación de PowerPoint</vt:lpstr>
      <vt:lpstr>¿Qué es un error en tiempo de ejecución?</vt:lpstr>
      <vt:lpstr>Lenguaje tipado</vt:lpstr>
      <vt:lpstr>¿Qué es un sistema de tipos?</vt:lpstr>
      <vt:lpstr>Lenguaje tipado</vt:lpstr>
      <vt:lpstr>Lenguaje seguro</vt:lpstr>
      <vt:lpstr>Otra clasificación de los lenguajes de programación</vt:lpstr>
      <vt:lpstr>Lenguaje seguro</vt:lpstr>
      <vt:lpstr>¿Deben los lenguajes ser tipados?</vt:lpstr>
      <vt:lpstr>¿Deben los lenguajes ser seguros?</vt:lpstr>
      <vt:lpstr>Opinión</vt:lpstr>
      <vt:lpstr>¿Qué es un analizador semántico?</vt:lpstr>
      <vt:lpstr>Pasos para crear un sistema de tipos</vt:lpstr>
      <vt:lpstr>¿Cómo escribir correctamente las reglas de tipos?</vt:lpstr>
      <vt:lpstr>Ejemplos</vt:lpstr>
      <vt:lpstr>Ejemplo 1</vt:lpstr>
      <vt:lpstr>Ejemplo 2</vt:lpstr>
      <vt:lpstr>Ejemplo 3</vt:lpstr>
      <vt:lpstr>Ejemplos 4</vt:lpstr>
      <vt:lpstr>¿Pero cómo lo programo?</vt:lpstr>
      <vt:lpstr>Ejemplo 2</vt:lpstr>
      <vt:lpstr>Ejemplo 4</vt:lpstr>
      <vt:lpstr>Ejemplo 5</vt:lpstr>
      <vt:lpstr>¿Por qué no simpelemnte programar el analizador semántico?</vt:lpstr>
      <vt:lpstr>¡Gracias por su atención!</vt:lpstr>
      <vt:lpstr>¿Preguntas?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semántico</dc:title>
  <cp:lastModifiedBy>Carlos Valdez</cp:lastModifiedBy>
  <cp:revision>60</cp:revision>
  <dcterms:modified xsi:type="dcterms:W3CDTF">2026-08-19T03:29:14Z</dcterms:modified>
</cp:coreProperties>
</file>